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4" roundtripDataSignature="AMtx7mh/xiF1y7NzpGCzjXaDlqXiI24w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FDC67B-3DD0-4242-BC27-FB84868C3B8F}">
  <a:tblStyle styleId="{05FDC67B-3DD0-4242-BC27-FB84868C3B8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slide" Target="slides/slide83.xml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94" Type="http://customschemas.google.com/relationships/presentationmetadata" Target="metadata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5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9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205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8" name="Google Shape;205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9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0" name="Google Shape;225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1" name="Google Shape;225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0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6" name="Shape 2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Google Shape;274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8" name="Google Shape;274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4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5" name="Google Shape;296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6" name="Google Shape;2966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0" name="Shape 3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1" name="Google Shape;312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2" name="Google Shape;312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6" name="Shape 3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7" name="Google Shape;318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8" name="Google Shape;3188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3" name="Shape 3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" name="Google Shape;319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5" name="Google Shape;319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8" name="Shape 3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9" name="Google Shape;325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0" name="Google Shape;326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4" name="Shape 3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5" name="Google Shape;332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6" name="Google Shape;3326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9" name="Shape 3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0" name="Google Shape;356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1" name="Google Shape;3561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6" name="Shape 3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7" name="Google Shape;378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8" name="Google Shape;3788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8" name="Shape 3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9" name="Google Shape;399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0" name="Google Shape;4000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1" name="Shape 4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2" name="Google Shape;415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3" name="Google Shape;4153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4" name="Shape 4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5" name="Google Shape;4305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6" name="Google Shape;4306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6" name="Shape 4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7" name="Google Shape;451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8" name="Google Shape;4518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2" name="Shape 4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3" name="Google Shape;475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4" name="Google Shape;4754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9" name="Shape 4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0" name="Google Shape;499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1" name="Google Shape;4991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5" name="Shape 5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6" name="Google Shape;522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7" name="Google Shape;5227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5" name="Shape 5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6" name="Google Shape;543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7" name="Google Shape;5437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8" name="Shape 5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9" name="Google Shape;558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0" name="Google Shape;5590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0" name="Shape 5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1" name="Google Shape;580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2" name="Google Shape;5802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2" name="Shape 6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3" name="Google Shape;6153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4" name="Google Shape;6154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4" name="Shape 6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5" name="Google Shape;6505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6" name="Google Shape;6506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7" name="Shape 6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8" name="Google Shape;6858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9" name="Google Shape;6859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9" name="Shape 7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0" name="Google Shape;7210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1" name="Google Shape;7211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4" name="Shape 7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5" name="Google Shape;7415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6" name="Google Shape;7416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4" name="Shape 7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5" name="Google Shape;7435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6" name="Google Shape;7436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4" name="Shape 7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5" name="Google Shape;7445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6" name="Google Shape;7446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4" name="Shape 7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5" name="Google Shape;7455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6" name="Google Shape;7456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0" name="Shape 7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1" name="Google Shape;7471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2" name="Google Shape;7472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8" name="Shape 7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9" name="Google Shape;7529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0" name="Google Shape;7530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3" name="Shape 7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4" name="Google Shape;7544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5" name="Google Shape;7545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8" name="Shape 7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9" name="Google Shape;7559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0" name="Google Shape;7560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3" name="Shape 7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4" name="Google Shape;7574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5" name="Google Shape;7575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8" name="Shape 7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9" name="Google Shape;7589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0" name="Google Shape;7590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0" name="Shape 7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1" name="Google Shape;7911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2" name="Google Shape;7912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5" name="Shape 8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6" name="Google Shape;8276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7" name="Google Shape;8277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9" name="Shape 8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0" name="Google Shape;8480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1" name="Google Shape;8481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7" name="Shape 8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8" name="Google Shape;8498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9" name="Google Shape;8499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2" name="Shape 8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3" name="Google Shape;8503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4" name="Google Shape;8504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7" name="Shape 8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8" name="Google Shape;8508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9" name="Google Shape;8509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3" name="Shape 8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4" name="Google Shape;8514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5" name="Google Shape;8515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9" name="Shape 8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0" name="Google Shape;8520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1" name="Google Shape;8521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5" name="Shape 8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6" name="Google Shape;8526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7" name="Google Shape;8527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1" name="Shape 8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2" name="Google Shape;8532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3" name="Google Shape;8533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7" name="Shape 8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8" name="Google Shape;8538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9" name="Google Shape;8539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3" name="Shape 8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4" name="Google Shape;8544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5" name="Google Shape;8545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9" name="Shape 8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0" name="Google Shape;8550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1" name="Google Shape;8551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7" name="Shape 8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8" name="Google Shape;8608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9" name="Google Shape;8609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5" name="Shape 8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6" name="Google Shape;8666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7" name="Google Shape;8667;p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6" name="Shape 8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7" name="Google Shape;8897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8" name="Google Shape;8898;p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8" name="Shape 9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9" name="Google Shape;9029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0" name="Google Shape;9030;p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0" name="Shape 9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1" name="Google Shape;9161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2" name="Google Shape;9162;p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7" name="Shape 9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8" name="Google Shape;9168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9" name="Google Shape;9169;p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7" name="Shape 9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8" name="Google Shape;9178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9" name="Google Shape;9179;p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4" name="Shape 9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5" name="Google Shape;9185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6" name="Google Shape;9186;p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1" name="Shape 9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2" name="Google Shape;9192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3" name="Google Shape;9193;p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8" name="Shape 9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9" name="Google Shape;9199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0" name="Google Shape;9200;p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5" name="Shape 9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6" name="Google Shape;9206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7" name="Google Shape;9207;p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0" name="Shape 9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1" name="Google Shape;9211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2" name="Google Shape;9212;p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6" name="Shape 9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Google Shape;9217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8" name="Google Shape;9218;p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9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9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9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0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3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3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4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4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3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6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6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0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0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0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0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0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0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4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28.png"/><Relationship Id="rId4" Type="http://schemas.openxmlformats.org/officeDocument/2006/relationships/image" Target="../media/image32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543339" y="943429"/>
            <a:ext cx="11105322" cy="46010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haroni"/>
              <a:buNone/>
            </a:pPr>
            <a:r>
              <a:rPr lang="es-ES" sz="8000">
                <a:latin typeface="Aharoni"/>
                <a:ea typeface="Aharoni"/>
                <a:cs typeface="Aharoni"/>
                <a:sym typeface="Aharoni"/>
              </a:rPr>
              <a:t>Programación </a:t>
            </a:r>
            <a:br>
              <a:rPr lang="es-ES" sz="8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8000">
                <a:latin typeface="Aharoni"/>
                <a:ea typeface="Aharoni"/>
                <a:cs typeface="Aharoni"/>
                <a:sym typeface="Aharoni"/>
              </a:rPr>
              <a:t>Modo manual</a:t>
            </a:r>
            <a:br>
              <a:rPr lang="es-ES" sz="8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8000">
                <a:latin typeface="Aharoni"/>
                <a:ea typeface="Aharoni"/>
                <a:cs typeface="Aharoni"/>
                <a:sym typeface="Aharoni"/>
              </a:rPr>
              <a:t>Brazo de 6 grados de libertad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2"/>
          <p:cNvGrpSpPr/>
          <p:nvPr/>
        </p:nvGrpSpPr>
        <p:grpSpPr>
          <a:xfrm>
            <a:off x="3448276" y="899735"/>
            <a:ext cx="860536" cy="3795168"/>
            <a:chOff x="5727295" y="761750"/>
            <a:chExt cx="860536" cy="3795168"/>
          </a:xfrm>
        </p:grpSpPr>
        <p:grpSp>
          <p:nvGrpSpPr>
            <p:cNvPr id="90" name="Google Shape;90;p2"/>
            <p:cNvGrpSpPr/>
            <p:nvPr/>
          </p:nvGrpSpPr>
          <p:grpSpPr>
            <a:xfrm>
              <a:off x="5739808" y="2428623"/>
              <a:ext cx="848023" cy="2128294"/>
              <a:chOff x="5739808" y="2428623"/>
              <a:chExt cx="848023" cy="2128294"/>
            </a:xfrm>
          </p:grpSpPr>
          <p:grpSp>
            <p:nvGrpSpPr>
              <p:cNvPr id="91" name="Google Shape;91;p2"/>
              <p:cNvGrpSpPr/>
              <p:nvPr/>
            </p:nvGrpSpPr>
            <p:grpSpPr>
              <a:xfrm>
                <a:off x="5739808" y="3709395"/>
                <a:ext cx="848023" cy="847523"/>
                <a:chOff x="5739808" y="3709395"/>
                <a:chExt cx="848023" cy="847523"/>
              </a:xfrm>
            </p:grpSpPr>
            <p:grpSp>
              <p:nvGrpSpPr>
                <p:cNvPr id="92" name="Google Shape;92;p2"/>
                <p:cNvGrpSpPr/>
                <p:nvPr/>
              </p:nvGrpSpPr>
              <p:grpSpPr>
                <a:xfrm>
                  <a:off x="5739808" y="3709395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93" name="Google Shape;93;p2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94" name="Google Shape;94;p2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5" name="Google Shape;95;p2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96" name="Google Shape;96;p2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" name="Google Shape;97;p2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8" name="Google Shape;98;p2"/>
                <p:cNvGrpSpPr/>
                <p:nvPr/>
              </p:nvGrpSpPr>
              <p:grpSpPr>
                <a:xfrm flipH="1">
                  <a:off x="6235721" y="3709657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99" name="Google Shape;99;p2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100" name="Google Shape;100;p2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1" name="Google Shape;101;p2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02" name="Google Shape;102;p2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" name="Google Shape;103;p2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04" name="Google Shape;104;p2"/>
              <p:cNvGrpSpPr/>
              <p:nvPr/>
            </p:nvGrpSpPr>
            <p:grpSpPr>
              <a:xfrm>
                <a:off x="5775048" y="2428623"/>
                <a:ext cx="779055" cy="1666542"/>
                <a:chOff x="5775048" y="2428623"/>
                <a:chExt cx="779055" cy="1666542"/>
              </a:xfrm>
            </p:grpSpPr>
            <p:grpSp>
              <p:nvGrpSpPr>
                <p:cNvPr id="105" name="Google Shape;105;p2"/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</p:grpSpPr>
              <p:grpSp>
                <p:nvGrpSpPr>
                  <p:cNvPr id="106" name="Google Shape;106;p2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107" name="Google Shape;107;p2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108" name="Google Shape;108;p2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109" name="Google Shape;109;p2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110" name="Google Shape;110;p2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11" name="Google Shape;111;p2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112" name="Google Shape;112;p2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113" name="Google Shape;113;p2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114" name="Google Shape;114;p2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115" name="Google Shape;115;p2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16" name="Google Shape;116;p2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17" name="Google Shape;117;p2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18" name="Google Shape;118;p2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119" name="Google Shape;119;p2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20" name="Google Shape;120;p2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21" name="Google Shape;121;p2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122" name="Google Shape;122;p2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123" name="Google Shape;123;p2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solidFill>
                          <a:srgbClr val="595959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24" name="Google Shape;124;p2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25" name="Google Shape;125;p2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126" name="Google Shape;126;p2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7" name="Google Shape;127;p2"/>
                <p:cNvGrpSpPr/>
                <p:nvPr/>
              </p:nvGrpSpPr>
              <p:grpSpPr>
                <a:xfrm>
                  <a:off x="5775048" y="3892549"/>
                  <a:ext cx="778309" cy="59708"/>
                  <a:chOff x="5775048" y="3892549"/>
                  <a:chExt cx="778309" cy="59708"/>
                </a:xfrm>
              </p:grpSpPr>
              <p:sp>
                <p:nvSpPr>
                  <p:cNvPr id="128" name="Google Shape;128;p2"/>
                  <p:cNvSpPr/>
                  <p:nvPr/>
                </p:nvSpPr>
                <p:spPr>
                  <a:xfrm rot="-5400000">
                    <a:off x="6134348" y="3533249"/>
                    <a:ext cx="59708" cy="778309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9" name="Google Shape;129;p2"/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" name="Google Shape;130;p2"/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31" name="Google Shape;131;p2"/>
            <p:cNvGrpSpPr/>
            <p:nvPr/>
          </p:nvGrpSpPr>
          <p:grpSpPr>
            <a:xfrm flipH="1" rot="10800000">
              <a:off x="5727295" y="761750"/>
              <a:ext cx="848023" cy="2128294"/>
              <a:chOff x="5739808" y="2428623"/>
              <a:chExt cx="848023" cy="2128294"/>
            </a:xfrm>
          </p:grpSpPr>
          <p:grpSp>
            <p:nvGrpSpPr>
              <p:cNvPr id="132" name="Google Shape;132;p2"/>
              <p:cNvGrpSpPr/>
              <p:nvPr/>
            </p:nvGrpSpPr>
            <p:grpSpPr>
              <a:xfrm>
                <a:off x="5739808" y="3709395"/>
                <a:ext cx="848023" cy="847523"/>
                <a:chOff x="5739808" y="3709395"/>
                <a:chExt cx="848023" cy="847523"/>
              </a:xfrm>
            </p:grpSpPr>
            <p:grpSp>
              <p:nvGrpSpPr>
                <p:cNvPr id="133" name="Google Shape;133;p2"/>
                <p:cNvGrpSpPr/>
                <p:nvPr/>
              </p:nvGrpSpPr>
              <p:grpSpPr>
                <a:xfrm>
                  <a:off x="5739808" y="3709395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134" name="Google Shape;134;p2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135" name="Google Shape;135;p2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6" name="Google Shape;136;p2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37" name="Google Shape;137;p2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8" name="Google Shape;138;p2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9" name="Google Shape;139;p2"/>
                <p:cNvGrpSpPr/>
                <p:nvPr/>
              </p:nvGrpSpPr>
              <p:grpSpPr>
                <a:xfrm flipH="1">
                  <a:off x="6235721" y="3709657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140" name="Google Shape;140;p2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141" name="Google Shape;141;p2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2" name="Google Shape;142;p2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43" name="Google Shape;143;p2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4" name="Google Shape;144;p2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45" name="Google Shape;145;p2"/>
              <p:cNvGrpSpPr/>
              <p:nvPr/>
            </p:nvGrpSpPr>
            <p:grpSpPr>
              <a:xfrm>
                <a:off x="5775048" y="2428623"/>
                <a:ext cx="779055" cy="1666542"/>
                <a:chOff x="5775048" y="2428623"/>
                <a:chExt cx="779055" cy="1666542"/>
              </a:xfrm>
            </p:grpSpPr>
            <p:grpSp>
              <p:nvGrpSpPr>
                <p:cNvPr id="146" name="Google Shape;146;p2"/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</p:grpSpPr>
              <p:grpSp>
                <p:nvGrpSpPr>
                  <p:cNvPr id="147" name="Google Shape;147;p2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148" name="Google Shape;148;p2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149" name="Google Shape;149;p2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150" name="Google Shape;150;p2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151" name="Google Shape;151;p2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52" name="Google Shape;152;p2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153" name="Google Shape;153;p2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154" name="Google Shape;154;p2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155" name="Google Shape;155;p2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156" name="Google Shape;156;p2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57" name="Google Shape;157;p2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58" name="Google Shape;158;p2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59" name="Google Shape;159;p2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160" name="Google Shape;160;p2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61" name="Google Shape;161;p2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62" name="Google Shape;162;p2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163" name="Google Shape;163;p2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164" name="Google Shape;164;p2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65" name="Google Shape;165;p2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66" name="Google Shape;166;p2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167" name="Google Shape;167;p2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68" name="Google Shape;168;p2"/>
                <p:cNvGrpSpPr/>
                <p:nvPr/>
              </p:nvGrpSpPr>
              <p:grpSpPr>
                <a:xfrm>
                  <a:off x="5775048" y="3892549"/>
                  <a:ext cx="778309" cy="59708"/>
                  <a:chOff x="5775048" y="3892549"/>
                  <a:chExt cx="778309" cy="59708"/>
                </a:xfrm>
              </p:grpSpPr>
              <p:sp>
                <p:nvSpPr>
                  <p:cNvPr id="169" name="Google Shape;169;p2"/>
                  <p:cNvSpPr/>
                  <p:nvPr/>
                </p:nvSpPr>
                <p:spPr>
                  <a:xfrm rot="-5400000">
                    <a:off x="6134348" y="3533249"/>
                    <a:ext cx="59708" cy="778309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0" name="Google Shape;170;p2"/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1" name="Google Shape;171;p2"/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72" name="Google Shape;172;p2"/>
          <p:cNvGrpSpPr/>
          <p:nvPr/>
        </p:nvGrpSpPr>
        <p:grpSpPr>
          <a:xfrm>
            <a:off x="4471747" y="2024085"/>
            <a:ext cx="3572166" cy="3174713"/>
            <a:chOff x="6750766" y="1886100"/>
            <a:chExt cx="3572166" cy="3174713"/>
          </a:xfrm>
        </p:grpSpPr>
        <p:grpSp>
          <p:nvGrpSpPr>
            <p:cNvPr id="173" name="Google Shape;173;p2"/>
            <p:cNvGrpSpPr/>
            <p:nvPr/>
          </p:nvGrpSpPr>
          <p:grpSpPr>
            <a:xfrm>
              <a:off x="6750766" y="1886100"/>
              <a:ext cx="2320919" cy="2112818"/>
              <a:chOff x="5701956" y="1773008"/>
              <a:chExt cx="2320919" cy="2112818"/>
            </a:xfrm>
          </p:grpSpPr>
          <p:grpSp>
            <p:nvGrpSpPr>
              <p:cNvPr id="174" name="Google Shape;174;p2"/>
              <p:cNvGrpSpPr/>
              <p:nvPr/>
            </p:nvGrpSpPr>
            <p:grpSpPr>
              <a:xfrm>
                <a:off x="5701956" y="1773008"/>
                <a:ext cx="2320919" cy="2112818"/>
                <a:chOff x="5797343" y="2178392"/>
                <a:chExt cx="2320919" cy="2112818"/>
              </a:xfrm>
            </p:grpSpPr>
            <p:grpSp>
              <p:nvGrpSpPr>
                <p:cNvPr id="175" name="Google Shape;175;p2"/>
                <p:cNvGrpSpPr/>
                <p:nvPr/>
              </p:nvGrpSpPr>
              <p:grpSpPr>
                <a:xfrm>
                  <a:off x="5797343" y="2178392"/>
                  <a:ext cx="2320919" cy="2112818"/>
                  <a:chOff x="5587545" y="1682358"/>
                  <a:chExt cx="2320919" cy="2112818"/>
                </a:xfrm>
              </p:grpSpPr>
              <p:sp>
                <p:nvSpPr>
                  <p:cNvPr id="176" name="Google Shape;176;p2"/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7" name="Google Shape;177;p2"/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78" name="Google Shape;178;p2"/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79" name="Google Shape;179;p2"/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solidFill>
                <a:srgbClr val="A5A5A5"/>
              </a:solidFill>
              <a:ln cap="flat" cmpd="sng" w="19050">
                <a:solidFill>
                  <a:srgbClr val="A5A5A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" name="Google Shape;180;p2"/>
            <p:cNvGrpSpPr/>
            <p:nvPr/>
          </p:nvGrpSpPr>
          <p:grpSpPr>
            <a:xfrm rot="10800000">
              <a:off x="8002012" y="2947994"/>
              <a:ext cx="2320919" cy="2112818"/>
              <a:chOff x="5701956" y="1773008"/>
              <a:chExt cx="2320919" cy="2112818"/>
            </a:xfrm>
          </p:grpSpPr>
          <p:grpSp>
            <p:nvGrpSpPr>
              <p:cNvPr id="181" name="Google Shape;181;p2"/>
              <p:cNvGrpSpPr/>
              <p:nvPr/>
            </p:nvGrpSpPr>
            <p:grpSpPr>
              <a:xfrm>
                <a:off x="5701956" y="1773008"/>
                <a:ext cx="2320919" cy="2112818"/>
                <a:chOff x="5797343" y="2178392"/>
                <a:chExt cx="2320919" cy="2112818"/>
              </a:xfrm>
            </p:grpSpPr>
            <p:grpSp>
              <p:nvGrpSpPr>
                <p:cNvPr id="182" name="Google Shape;182;p2"/>
                <p:cNvGrpSpPr/>
                <p:nvPr/>
              </p:nvGrpSpPr>
              <p:grpSpPr>
                <a:xfrm>
                  <a:off x="5797343" y="2178392"/>
                  <a:ext cx="2320919" cy="2112818"/>
                  <a:chOff x="5587545" y="1682358"/>
                  <a:chExt cx="2320919" cy="2112818"/>
                </a:xfrm>
              </p:grpSpPr>
              <p:sp>
                <p:nvSpPr>
                  <p:cNvPr id="183" name="Google Shape;183;p2"/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4" name="Google Shape;184;p2"/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85" name="Google Shape;185;p2"/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6" name="Google Shape;186;p2"/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7" name="Google Shape;187;p2"/>
          <p:cNvGrpSpPr/>
          <p:nvPr/>
        </p:nvGrpSpPr>
        <p:grpSpPr>
          <a:xfrm>
            <a:off x="5712254" y="3246945"/>
            <a:ext cx="1192486" cy="1369240"/>
            <a:chOff x="7991273" y="3108960"/>
            <a:chExt cx="1192486" cy="1369240"/>
          </a:xfrm>
        </p:grpSpPr>
        <p:grpSp>
          <p:nvGrpSpPr>
            <p:cNvPr id="188" name="Google Shape;188;p2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189" name="Google Shape;189;p2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0" name="Google Shape;190;p2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191" name="Google Shape;191;p2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2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3" name="Google Shape;193;p2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194" name="Google Shape;194;p2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195" name="Google Shape;195;p2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2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7" name="Google Shape;197;p2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198" name="Google Shape;198;p2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2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2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1" name="Google Shape;201;p2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202" name="Google Shape;202;p2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2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2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5" name="Google Shape;205;p2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206" name="Google Shape;206;p2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2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2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9" name="Google Shape;209;p2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210" name="Google Shape;210;p2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" name="Google Shape;211;p2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" name="Google Shape;212;p2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213" name="Google Shape;213;p2"/>
          <p:cNvGrpSpPr/>
          <p:nvPr/>
        </p:nvGrpSpPr>
        <p:grpSpPr>
          <a:xfrm>
            <a:off x="7865008" y="3287701"/>
            <a:ext cx="216932" cy="229701"/>
            <a:chOff x="7045881" y="3235576"/>
            <a:chExt cx="216932" cy="229701"/>
          </a:xfrm>
        </p:grpSpPr>
        <p:sp>
          <p:nvSpPr>
            <p:cNvPr id="214" name="Google Shape;214;p2"/>
            <p:cNvSpPr/>
            <p:nvPr/>
          </p:nvSpPr>
          <p:spPr>
            <a:xfrm>
              <a:off x="7086400" y="3247782"/>
              <a:ext cx="144000" cy="1440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7045881" y="3235576"/>
              <a:ext cx="216932" cy="7209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2"/>
            <p:cNvSpPr/>
            <p:nvPr/>
          </p:nvSpPr>
          <p:spPr>
            <a:xfrm rot="5400000">
              <a:off x="7122232" y="3350427"/>
              <a:ext cx="157603" cy="7209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Google Shape;217;p2"/>
          <p:cNvSpPr/>
          <p:nvPr/>
        </p:nvSpPr>
        <p:spPr>
          <a:xfrm>
            <a:off x="4012455" y="2668270"/>
            <a:ext cx="108000" cy="108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"/>
          <p:cNvSpPr/>
          <p:nvPr/>
        </p:nvSpPr>
        <p:spPr>
          <a:xfrm>
            <a:off x="3824192" y="3173435"/>
            <a:ext cx="108000" cy="108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"/>
          <p:cNvSpPr/>
          <p:nvPr/>
        </p:nvSpPr>
        <p:spPr>
          <a:xfrm>
            <a:off x="5557032" y="4507934"/>
            <a:ext cx="108000" cy="108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"/>
          <p:cNvSpPr/>
          <p:nvPr/>
        </p:nvSpPr>
        <p:spPr>
          <a:xfrm>
            <a:off x="6252687" y="3328302"/>
            <a:ext cx="108000" cy="108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"/>
          <p:cNvSpPr/>
          <p:nvPr/>
        </p:nvSpPr>
        <p:spPr>
          <a:xfrm>
            <a:off x="4652546" y="2233847"/>
            <a:ext cx="108000" cy="108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"/>
          <p:cNvSpPr/>
          <p:nvPr/>
        </p:nvSpPr>
        <p:spPr>
          <a:xfrm>
            <a:off x="3698483" y="3919220"/>
            <a:ext cx="108000" cy="108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"/>
          <p:cNvSpPr/>
          <p:nvPr/>
        </p:nvSpPr>
        <p:spPr>
          <a:xfrm>
            <a:off x="3947123" y="4090415"/>
            <a:ext cx="108000" cy="108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4" name="Google Shape;224;p2"/>
          <p:cNvGrpSpPr/>
          <p:nvPr/>
        </p:nvGrpSpPr>
        <p:grpSpPr>
          <a:xfrm>
            <a:off x="5100251" y="4653534"/>
            <a:ext cx="3600000" cy="2124000"/>
            <a:chOff x="7379270" y="4515549"/>
            <a:chExt cx="3600000" cy="2124000"/>
          </a:xfrm>
        </p:grpSpPr>
        <p:sp>
          <p:nvSpPr>
            <p:cNvPr id="225" name="Google Shape;225;p2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7" name="Google Shape;227;p2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228" name="Google Shape;228;p2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229" name="Google Shape;229;p2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230" name="Google Shape;230;p2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1" name="Google Shape;231;p2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2" name="Google Shape;232;p2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233" name="Google Shape;233;p2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234" name="Google Shape;234;p2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5" name="Google Shape;235;p2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36" name="Google Shape;236;p2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237" name="Google Shape;237;p2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8" name="Google Shape;238;p2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239" name="Google Shape;239;p2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240" name="Google Shape;240;p2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" name="Google Shape;241;p2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42" name="Google Shape;242;p2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243" name="Google Shape;243;p2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2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2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6" name="Google Shape;246;p2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7" name="Google Shape;247;p2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248" name="Google Shape;248;p2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249" name="Google Shape;249;p2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" name="Google Shape;250;p2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51" name="Google Shape;251;p2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2" name="Google Shape;252;p2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253" name="Google Shape;253;p2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2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2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6" name="Google Shape;256;p2"/>
          <p:cNvGrpSpPr/>
          <p:nvPr/>
        </p:nvGrpSpPr>
        <p:grpSpPr>
          <a:xfrm>
            <a:off x="3532467" y="1487597"/>
            <a:ext cx="2577322" cy="1977575"/>
            <a:chOff x="5811486" y="1349612"/>
            <a:chExt cx="2577322" cy="1977575"/>
          </a:xfrm>
        </p:grpSpPr>
        <p:grpSp>
          <p:nvGrpSpPr>
            <p:cNvPr id="257" name="Google Shape;257;p2"/>
            <p:cNvGrpSpPr/>
            <p:nvPr/>
          </p:nvGrpSpPr>
          <p:grpSpPr>
            <a:xfrm>
              <a:off x="5811486" y="1624311"/>
              <a:ext cx="1668083" cy="1702876"/>
              <a:chOff x="5811486" y="1624311"/>
              <a:chExt cx="1668083" cy="1702876"/>
            </a:xfrm>
          </p:grpSpPr>
          <p:grpSp>
            <p:nvGrpSpPr>
              <p:cNvPr id="258" name="Google Shape;258;p2"/>
              <p:cNvGrpSpPr/>
              <p:nvPr/>
            </p:nvGrpSpPr>
            <p:grpSpPr>
              <a:xfrm>
                <a:off x="5811486" y="1624311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259" name="Google Shape;259;p2"/>
                <p:cNvGrpSpPr/>
                <p:nvPr/>
              </p:nvGrpSpPr>
              <p:grpSpPr>
                <a:xfrm rot="-3495342">
                  <a:off x="6006485" y="1890354"/>
                  <a:ext cx="1278085" cy="1170790"/>
                  <a:chOff x="5701956" y="1773008"/>
                  <a:chExt cx="2320919" cy="2112818"/>
                </a:xfrm>
              </p:grpSpPr>
              <p:grpSp>
                <p:nvGrpSpPr>
                  <p:cNvPr id="260" name="Google Shape;260;p2"/>
                  <p:cNvGrpSpPr/>
                  <p:nvPr/>
                </p:nvGrpSpPr>
                <p:grpSpPr>
                  <a:xfrm>
                    <a:off x="5701956" y="1773008"/>
                    <a:ext cx="2320919" cy="2112818"/>
                    <a:chOff x="5797343" y="2178392"/>
                    <a:chExt cx="2320919" cy="2112818"/>
                  </a:xfrm>
                </p:grpSpPr>
                <p:grpSp>
                  <p:nvGrpSpPr>
                    <p:cNvPr id="261" name="Google Shape;261;p2"/>
                    <p:cNvGrpSpPr/>
                    <p:nvPr/>
                  </p:nvGrpSpPr>
                  <p:grpSpPr>
                    <a:xfrm>
                      <a:off x="5797343" y="2178392"/>
                      <a:ext cx="2320919" cy="2112818"/>
                      <a:chOff x="5587545" y="1682358"/>
                      <a:chExt cx="2320919" cy="2112818"/>
                    </a:xfrm>
                  </p:grpSpPr>
                  <p:sp>
                    <p:nvSpPr>
                      <p:cNvPr id="262" name="Google Shape;262;p2"/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63" name="Google Shape;263;p2"/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64" name="Google Shape;264;p2"/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65" name="Google Shape;265;p2"/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66" name="Google Shape;266;p2"/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67" name="Google Shape;267;p2"/>
              <p:cNvSpPr/>
              <p:nvPr/>
            </p:nvSpPr>
            <p:spPr>
              <a:xfrm>
                <a:off x="6089175" y="2570070"/>
                <a:ext cx="144000" cy="144000"/>
              </a:xfrm>
              <a:prstGeom prst="ellipse">
                <a:avLst/>
              </a:prstGeom>
              <a:solidFill>
                <a:srgbClr val="3F3F3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8" name="Google Shape;268;p2"/>
            <p:cNvGrpSpPr/>
            <p:nvPr/>
          </p:nvGrpSpPr>
          <p:grpSpPr>
            <a:xfrm rot="10800000">
              <a:off x="6720724" y="1349612"/>
              <a:ext cx="1668083" cy="1702876"/>
              <a:chOff x="5811486" y="1624311"/>
              <a:chExt cx="1668083" cy="1702876"/>
            </a:xfrm>
          </p:grpSpPr>
          <p:grpSp>
            <p:nvGrpSpPr>
              <p:cNvPr id="269" name="Google Shape;269;p2"/>
              <p:cNvGrpSpPr/>
              <p:nvPr/>
            </p:nvGrpSpPr>
            <p:grpSpPr>
              <a:xfrm>
                <a:off x="5811486" y="1624311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270" name="Google Shape;270;p2"/>
                <p:cNvGrpSpPr/>
                <p:nvPr/>
              </p:nvGrpSpPr>
              <p:grpSpPr>
                <a:xfrm rot="-3495342">
                  <a:off x="6006485" y="1890354"/>
                  <a:ext cx="1278085" cy="1170790"/>
                  <a:chOff x="5701956" y="1773008"/>
                  <a:chExt cx="2320919" cy="2112818"/>
                </a:xfrm>
              </p:grpSpPr>
              <p:grpSp>
                <p:nvGrpSpPr>
                  <p:cNvPr id="271" name="Google Shape;271;p2"/>
                  <p:cNvGrpSpPr/>
                  <p:nvPr/>
                </p:nvGrpSpPr>
                <p:grpSpPr>
                  <a:xfrm>
                    <a:off x="5701956" y="1773008"/>
                    <a:ext cx="2320919" cy="2112818"/>
                    <a:chOff x="5797343" y="2178392"/>
                    <a:chExt cx="2320919" cy="2112818"/>
                  </a:xfrm>
                </p:grpSpPr>
                <p:grpSp>
                  <p:nvGrpSpPr>
                    <p:cNvPr id="272" name="Google Shape;272;p2"/>
                    <p:cNvGrpSpPr/>
                    <p:nvPr/>
                  </p:nvGrpSpPr>
                  <p:grpSpPr>
                    <a:xfrm>
                      <a:off x="5797343" y="2178392"/>
                      <a:ext cx="2320919" cy="2112818"/>
                      <a:chOff x="5587545" y="1682358"/>
                      <a:chExt cx="2320919" cy="2112818"/>
                    </a:xfrm>
                  </p:grpSpPr>
                  <p:sp>
                    <p:nvSpPr>
                      <p:cNvPr id="273" name="Google Shape;273;p2"/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74" name="Google Shape;274;p2"/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75" name="Google Shape;275;p2"/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76" name="Google Shape;276;p2"/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77" name="Google Shape;277;p2"/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78" name="Google Shape;278;p2"/>
              <p:cNvSpPr/>
              <p:nvPr/>
            </p:nvSpPr>
            <p:spPr>
              <a:xfrm>
                <a:off x="6089175" y="2570070"/>
                <a:ext cx="144000" cy="144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9" name="Google Shape;279;p2"/>
          <p:cNvSpPr txBox="1"/>
          <p:nvPr/>
        </p:nvSpPr>
        <p:spPr>
          <a:xfrm>
            <a:off x="7770394" y="3873432"/>
            <a:ext cx="371118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Ángulo de rotación del brazo: </a:t>
            </a:r>
            <a:r>
              <a:rPr b="1" i="0" lang="es-ES" sz="18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180°</a:t>
            </a:r>
            <a:endParaRPr/>
          </a:p>
        </p:txBody>
      </p:sp>
      <p:sp>
        <p:nvSpPr>
          <p:cNvPr id="280" name="Google Shape;280;p2"/>
          <p:cNvSpPr txBox="1"/>
          <p:nvPr/>
        </p:nvSpPr>
        <p:spPr>
          <a:xfrm>
            <a:off x="6934975" y="2671267"/>
            <a:ext cx="447325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Ángulo de rotación del brazo grande: </a:t>
            </a:r>
            <a:r>
              <a:rPr b="1" i="0" lang="es-ES" sz="18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90°</a:t>
            </a:r>
            <a:endParaRPr/>
          </a:p>
        </p:txBody>
      </p:sp>
      <p:sp>
        <p:nvSpPr>
          <p:cNvPr id="281" name="Google Shape;281;p2"/>
          <p:cNvSpPr txBox="1"/>
          <p:nvPr/>
        </p:nvSpPr>
        <p:spPr>
          <a:xfrm>
            <a:off x="6566155" y="1761289"/>
            <a:ext cx="470154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Ángulo de rotación del brazo pequeño</a:t>
            </a:r>
            <a:r>
              <a:rPr b="0" i="0" lang="es-ES" sz="18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b="1" i="0" lang="es-ES" sz="18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90°</a:t>
            </a:r>
            <a:endParaRPr/>
          </a:p>
        </p:txBody>
      </p:sp>
      <p:sp>
        <p:nvSpPr>
          <p:cNvPr id="282" name="Google Shape;282;p2"/>
          <p:cNvSpPr txBox="1"/>
          <p:nvPr/>
        </p:nvSpPr>
        <p:spPr>
          <a:xfrm>
            <a:off x="130563" y="1844822"/>
            <a:ext cx="36097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Ángulo de rotación de la pata </a:t>
            </a:r>
            <a:r>
              <a:rPr b="1" i="0" lang="es-ES" sz="18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150°</a:t>
            </a:r>
            <a:endParaRPr/>
          </a:p>
        </p:txBody>
      </p:sp>
      <p:sp>
        <p:nvSpPr>
          <p:cNvPr id="283" name="Google Shape;283;p2"/>
          <p:cNvSpPr txBox="1"/>
          <p:nvPr/>
        </p:nvSpPr>
        <p:spPr>
          <a:xfrm>
            <a:off x="238535" y="4510368"/>
            <a:ext cx="25464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Rotación de dedos </a:t>
            </a:r>
            <a:r>
              <a:rPr b="1" i="0" lang="es-ES" sz="18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360</a:t>
            </a:r>
            <a:endParaRPr/>
          </a:p>
        </p:txBody>
      </p:sp>
      <p:cxnSp>
        <p:nvCxnSpPr>
          <p:cNvPr id="284" name="Google Shape;284;p2"/>
          <p:cNvCxnSpPr/>
          <p:nvPr/>
        </p:nvCxnSpPr>
        <p:spPr>
          <a:xfrm>
            <a:off x="2380343" y="2220423"/>
            <a:ext cx="1162978" cy="55584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5" name="Google Shape;285;p2"/>
          <p:cNvCxnSpPr>
            <a:stCxn id="283" idx="0"/>
          </p:cNvCxnSpPr>
          <p:nvPr/>
        </p:nvCxnSpPr>
        <p:spPr>
          <a:xfrm flipH="1" rot="10800000">
            <a:off x="1511745" y="3175068"/>
            <a:ext cx="2112600" cy="1335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6" name="Google Shape;286;p2"/>
          <p:cNvCxnSpPr/>
          <p:nvPr/>
        </p:nvCxnSpPr>
        <p:spPr>
          <a:xfrm flipH="1">
            <a:off x="4938495" y="1987649"/>
            <a:ext cx="1710429" cy="30973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7" name="Google Shape;287;p2"/>
          <p:cNvCxnSpPr>
            <a:stCxn id="280" idx="1"/>
          </p:cNvCxnSpPr>
          <p:nvPr/>
        </p:nvCxnSpPr>
        <p:spPr>
          <a:xfrm flipH="1">
            <a:off x="6397975" y="2994433"/>
            <a:ext cx="537000" cy="385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8" name="Google Shape;288;p2"/>
          <p:cNvCxnSpPr>
            <a:stCxn id="279" idx="1"/>
          </p:cNvCxnSpPr>
          <p:nvPr/>
        </p:nvCxnSpPr>
        <p:spPr>
          <a:xfrm flipH="1">
            <a:off x="6502294" y="4196598"/>
            <a:ext cx="1268100" cy="1004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9" name="Google Shape;289;p2"/>
          <p:cNvSpPr txBox="1"/>
          <p:nvPr/>
        </p:nvSpPr>
        <p:spPr>
          <a:xfrm>
            <a:off x="9161977" y="5089266"/>
            <a:ext cx="2791488" cy="1314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Aharoni"/>
              <a:buNone/>
            </a:pPr>
            <a:r>
              <a:rPr b="0" i="0" lang="es-ES" sz="4000" u="none" cap="none" strike="noStrike">
                <a:solidFill>
                  <a:srgbClr val="00B050"/>
                </a:solidFill>
                <a:latin typeface="Aharoni"/>
                <a:ea typeface="Aharoni"/>
                <a:cs typeface="Aharoni"/>
                <a:sym typeface="Aharoni"/>
              </a:rPr>
              <a:t>Vista lateral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"/>
          <p:cNvSpPr txBox="1"/>
          <p:nvPr>
            <p:ph type="ctrTitle"/>
          </p:nvPr>
        </p:nvSpPr>
        <p:spPr>
          <a:xfrm>
            <a:off x="2919894" y="96242"/>
            <a:ext cx="6912033" cy="7091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00B050"/>
                </a:solidFill>
                <a:latin typeface="Aharoni"/>
                <a:ea typeface="Aharoni"/>
                <a:cs typeface="Aharoni"/>
                <a:sym typeface="Aharoni"/>
              </a:rPr>
              <a:t>Vista superior</a:t>
            </a:r>
            <a:endParaRPr/>
          </a:p>
        </p:txBody>
      </p:sp>
      <p:grpSp>
        <p:nvGrpSpPr>
          <p:cNvPr id="295" name="Google Shape;295;p3"/>
          <p:cNvGrpSpPr/>
          <p:nvPr/>
        </p:nvGrpSpPr>
        <p:grpSpPr>
          <a:xfrm>
            <a:off x="7598417" y="2892528"/>
            <a:ext cx="2544585" cy="1620000"/>
            <a:chOff x="6767476" y="2807824"/>
            <a:chExt cx="2544585" cy="1620000"/>
          </a:xfrm>
        </p:grpSpPr>
        <p:sp>
          <p:nvSpPr>
            <p:cNvPr id="296" name="Google Shape;296;p3"/>
            <p:cNvSpPr/>
            <p:nvPr/>
          </p:nvSpPr>
          <p:spPr>
            <a:xfrm>
              <a:off x="6792061" y="2807824"/>
              <a:ext cx="2520000" cy="1620000"/>
            </a:xfrm>
            <a:prstGeom prst="rect">
              <a:avLst/>
            </a:prstGeom>
            <a:solidFill>
              <a:srgbClr val="A5A5A5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7" name="Google Shape;297;p3"/>
            <p:cNvGrpSpPr/>
            <p:nvPr/>
          </p:nvGrpSpPr>
          <p:grpSpPr>
            <a:xfrm>
              <a:off x="6767476" y="3549941"/>
              <a:ext cx="183460" cy="131087"/>
              <a:chOff x="7880046" y="4034592"/>
              <a:chExt cx="183460" cy="131087"/>
            </a:xfrm>
          </p:grpSpPr>
          <p:sp>
            <p:nvSpPr>
              <p:cNvPr id="298" name="Google Shape;298;p3"/>
              <p:cNvSpPr/>
              <p:nvPr/>
            </p:nvSpPr>
            <p:spPr>
              <a:xfrm>
                <a:off x="7880046" y="4034592"/>
                <a:ext cx="46539" cy="131087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3"/>
              <p:cNvSpPr/>
              <p:nvPr/>
            </p:nvSpPr>
            <p:spPr>
              <a:xfrm>
                <a:off x="7926585" y="4050038"/>
                <a:ext cx="136921" cy="93813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0" name="Google Shape;300;p3"/>
          <p:cNvGrpSpPr/>
          <p:nvPr/>
        </p:nvGrpSpPr>
        <p:grpSpPr>
          <a:xfrm>
            <a:off x="2600689" y="2418098"/>
            <a:ext cx="11317986" cy="2275381"/>
            <a:chOff x="1961185" y="2477939"/>
            <a:chExt cx="11317986" cy="2275381"/>
          </a:xfrm>
        </p:grpSpPr>
        <p:grpSp>
          <p:nvGrpSpPr>
            <p:cNvPr id="301" name="Google Shape;301;p3"/>
            <p:cNvGrpSpPr/>
            <p:nvPr/>
          </p:nvGrpSpPr>
          <p:grpSpPr>
            <a:xfrm>
              <a:off x="1961185" y="2477939"/>
              <a:ext cx="6295789" cy="2271162"/>
              <a:chOff x="3073755" y="2956240"/>
              <a:chExt cx="6295789" cy="2271162"/>
            </a:xfrm>
          </p:grpSpPr>
          <p:grpSp>
            <p:nvGrpSpPr>
              <p:cNvPr id="302" name="Google Shape;302;p3"/>
              <p:cNvGrpSpPr/>
              <p:nvPr/>
            </p:nvGrpSpPr>
            <p:grpSpPr>
              <a:xfrm>
                <a:off x="8101270" y="2956240"/>
                <a:ext cx="1260000" cy="2271162"/>
                <a:chOff x="2760836" y="3402769"/>
                <a:chExt cx="1260000" cy="2271162"/>
              </a:xfrm>
            </p:grpSpPr>
            <p:grpSp>
              <p:nvGrpSpPr>
                <p:cNvPr id="303" name="Google Shape;303;p3"/>
                <p:cNvGrpSpPr/>
                <p:nvPr/>
              </p:nvGrpSpPr>
              <p:grpSpPr>
                <a:xfrm>
                  <a:off x="2760836" y="3402769"/>
                  <a:ext cx="1260000" cy="2271162"/>
                  <a:chOff x="1634509" y="2764268"/>
                  <a:chExt cx="1260000" cy="2271162"/>
                </a:xfrm>
              </p:grpSpPr>
              <p:grpSp>
                <p:nvGrpSpPr>
                  <p:cNvPr id="304" name="Google Shape;304;p3"/>
                  <p:cNvGrpSpPr/>
                  <p:nvPr/>
                </p:nvGrpSpPr>
                <p:grpSpPr>
                  <a:xfrm>
                    <a:off x="1634509" y="3267323"/>
                    <a:ext cx="1260000" cy="1277113"/>
                    <a:chOff x="1655533" y="3271133"/>
                    <a:chExt cx="1260000" cy="1277113"/>
                  </a:xfrm>
                </p:grpSpPr>
                <p:grpSp>
                  <p:nvGrpSpPr>
                    <p:cNvPr id="305" name="Google Shape;305;p3"/>
                    <p:cNvGrpSpPr/>
                    <p:nvPr/>
                  </p:nvGrpSpPr>
                  <p:grpSpPr>
                    <a:xfrm>
                      <a:off x="1655533" y="3280626"/>
                      <a:ext cx="1260000" cy="1260000"/>
                      <a:chOff x="1655533" y="3280626"/>
                      <a:chExt cx="1260000" cy="1260000"/>
                    </a:xfrm>
                  </p:grpSpPr>
                  <p:sp>
                    <p:nvSpPr>
                      <p:cNvPr id="306" name="Google Shape;306;p3"/>
                      <p:cNvSpPr/>
                      <p:nvPr/>
                    </p:nvSpPr>
                    <p:spPr>
                      <a:xfrm>
                        <a:off x="1655533" y="3280626"/>
                        <a:ext cx="1260000" cy="1260000"/>
                      </a:xfrm>
                      <a:prstGeom prst="ellipse">
                        <a:avLst/>
                      </a:prstGeom>
                      <a:solidFill>
                        <a:srgbClr val="757070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07" name="Google Shape;307;p3"/>
                      <p:cNvSpPr/>
                      <p:nvPr/>
                    </p:nvSpPr>
                    <p:spPr>
                      <a:xfrm>
                        <a:off x="1745533" y="3421150"/>
                        <a:ext cx="1080000" cy="142397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08" name="Google Shape;308;p3"/>
                      <p:cNvSpPr/>
                      <p:nvPr/>
                    </p:nvSpPr>
                    <p:spPr>
                      <a:xfrm>
                        <a:off x="1745533" y="4251264"/>
                        <a:ext cx="1080000" cy="142397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309" name="Google Shape;309;p3"/>
                    <p:cNvGrpSpPr/>
                    <p:nvPr/>
                  </p:nvGrpSpPr>
                  <p:grpSpPr>
                    <a:xfrm>
                      <a:off x="1745533" y="3271133"/>
                      <a:ext cx="1080000" cy="1277113"/>
                      <a:chOff x="1745533" y="3271133"/>
                      <a:chExt cx="1080000" cy="1277113"/>
                    </a:xfrm>
                  </p:grpSpPr>
                  <p:sp>
                    <p:nvSpPr>
                      <p:cNvPr id="310" name="Google Shape;310;p3"/>
                      <p:cNvSpPr/>
                      <p:nvPr/>
                    </p:nvSpPr>
                    <p:spPr>
                      <a:xfrm>
                        <a:off x="1745533" y="3271133"/>
                        <a:ext cx="1080000" cy="142397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rgbClr val="A5A5A5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11" name="Google Shape;311;p3"/>
                      <p:cNvSpPr/>
                      <p:nvPr/>
                    </p:nvSpPr>
                    <p:spPr>
                      <a:xfrm>
                        <a:off x="1745533" y="4405849"/>
                        <a:ext cx="1080000" cy="142397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rgbClr val="A5A5A5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312" name="Google Shape;312;p3"/>
                  <p:cNvGrpSpPr/>
                  <p:nvPr/>
                </p:nvGrpSpPr>
                <p:grpSpPr>
                  <a:xfrm>
                    <a:off x="2044634" y="2764268"/>
                    <a:ext cx="434583" cy="2271162"/>
                    <a:chOff x="2044634" y="2764268"/>
                    <a:chExt cx="434583" cy="2271162"/>
                  </a:xfrm>
                </p:grpSpPr>
                <p:grpSp>
                  <p:nvGrpSpPr>
                    <p:cNvPr id="313" name="Google Shape;313;p3"/>
                    <p:cNvGrpSpPr/>
                    <p:nvPr/>
                  </p:nvGrpSpPr>
                  <p:grpSpPr>
                    <a:xfrm>
                      <a:off x="2047217" y="2764268"/>
                      <a:ext cx="432000" cy="645452"/>
                      <a:chOff x="2047217" y="2764268"/>
                      <a:chExt cx="432000" cy="645452"/>
                    </a:xfrm>
                  </p:grpSpPr>
                  <p:grpSp>
                    <p:nvGrpSpPr>
                      <p:cNvPr id="314" name="Google Shape;314;p3"/>
                      <p:cNvGrpSpPr/>
                      <p:nvPr/>
                    </p:nvGrpSpPr>
                    <p:grpSpPr>
                      <a:xfrm>
                        <a:off x="2047217" y="2764268"/>
                        <a:ext cx="432000" cy="432000"/>
                        <a:chOff x="2382817" y="1773458"/>
                        <a:chExt cx="300588" cy="306875"/>
                      </a:xfrm>
                    </p:grpSpPr>
                    <p:sp>
                      <p:nvSpPr>
                        <p:cNvPr id="315" name="Google Shape;315;p3"/>
                        <p:cNvSpPr/>
                        <p:nvPr/>
                      </p:nvSpPr>
                      <p:spPr>
                        <a:xfrm>
                          <a:off x="2383723" y="1852423"/>
                          <a:ext cx="298791" cy="152813"/>
                        </a:xfrm>
                        <a:prstGeom prst="rect">
                          <a:avLst/>
                        </a:prstGeom>
                        <a:solidFill>
                          <a:srgbClr val="595959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16" name="Google Shape;316;p3"/>
                        <p:cNvSpPr/>
                        <p:nvPr/>
                      </p:nvSpPr>
                      <p:spPr>
                        <a:xfrm>
                          <a:off x="2384614" y="1773458"/>
                          <a:ext cx="298791" cy="76406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17" name="Google Shape;317;p3"/>
                        <p:cNvSpPr/>
                        <p:nvPr/>
                      </p:nvSpPr>
                      <p:spPr>
                        <a:xfrm>
                          <a:off x="2382817" y="2003927"/>
                          <a:ext cx="298791" cy="76406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318" name="Google Shape;318;p3"/>
                      <p:cNvSpPr/>
                      <p:nvPr/>
                    </p:nvSpPr>
                    <p:spPr>
                      <a:xfrm>
                        <a:off x="2091131" y="3194599"/>
                        <a:ext cx="344172" cy="215121"/>
                      </a:xfrm>
                      <a:prstGeom prst="rect">
                        <a:avLst/>
                      </a:prstGeom>
                      <a:solidFill>
                        <a:srgbClr val="262626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319" name="Google Shape;319;p3"/>
                    <p:cNvGrpSpPr/>
                    <p:nvPr/>
                  </p:nvGrpSpPr>
                  <p:grpSpPr>
                    <a:xfrm flipH="1" rot="10800000">
                      <a:off x="2044634" y="4389978"/>
                      <a:ext cx="432000" cy="645452"/>
                      <a:chOff x="2047217" y="2764268"/>
                      <a:chExt cx="432000" cy="645452"/>
                    </a:xfrm>
                  </p:grpSpPr>
                  <p:grpSp>
                    <p:nvGrpSpPr>
                      <p:cNvPr id="320" name="Google Shape;320;p3"/>
                      <p:cNvGrpSpPr/>
                      <p:nvPr/>
                    </p:nvGrpSpPr>
                    <p:grpSpPr>
                      <a:xfrm>
                        <a:off x="2047217" y="2764268"/>
                        <a:ext cx="432000" cy="432000"/>
                        <a:chOff x="2382817" y="1773458"/>
                        <a:chExt cx="300588" cy="306875"/>
                      </a:xfrm>
                    </p:grpSpPr>
                    <p:sp>
                      <p:nvSpPr>
                        <p:cNvPr id="321" name="Google Shape;321;p3"/>
                        <p:cNvSpPr/>
                        <p:nvPr/>
                      </p:nvSpPr>
                      <p:spPr>
                        <a:xfrm>
                          <a:off x="2383723" y="1852423"/>
                          <a:ext cx="298791" cy="152813"/>
                        </a:xfrm>
                        <a:prstGeom prst="rect">
                          <a:avLst/>
                        </a:prstGeom>
                        <a:solidFill>
                          <a:srgbClr val="595959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22" name="Google Shape;322;p3"/>
                        <p:cNvSpPr/>
                        <p:nvPr/>
                      </p:nvSpPr>
                      <p:spPr>
                        <a:xfrm>
                          <a:off x="2384614" y="1773458"/>
                          <a:ext cx="298791" cy="76406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23" name="Google Shape;323;p3"/>
                        <p:cNvSpPr/>
                        <p:nvPr/>
                      </p:nvSpPr>
                      <p:spPr>
                        <a:xfrm>
                          <a:off x="2382817" y="2003927"/>
                          <a:ext cx="298791" cy="76406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324" name="Google Shape;324;p3"/>
                      <p:cNvSpPr/>
                      <p:nvPr/>
                    </p:nvSpPr>
                    <p:spPr>
                      <a:xfrm>
                        <a:off x="2091131" y="3194599"/>
                        <a:ext cx="344172" cy="215121"/>
                      </a:xfrm>
                      <a:prstGeom prst="rect">
                        <a:avLst/>
                      </a:prstGeom>
                      <a:solidFill>
                        <a:srgbClr val="262626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325" name="Google Shape;325;p3"/>
                <p:cNvSpPr/>
                <p:nvPr/>
              </p:nvSpPr>
              <p:spPr>
                <a:xfrm>
                  <a:off x="3221988" y="4199466"/>
                  <a:ext cx="344172" cy="36000"/>
                </a:xfrm>
                <a:prstGeom prst="rect">
                  <a:avLst/>
                </a:prstGeom>
                <a:solidFill>
                  <a:srgbClr val="262626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6" name="Google Shape;326;p3"/>
                <p:cNvSpPr/>
                <p:nvPr/>
              </p:nvSpPr>
              <p:spPr>
                <a:xfrm>
                  <a:off x="3213583" y="4859288"/>
                  <a:ext cx="344172" cy="36000"/>
                </a:xfrm>
                <a:prstGeom prst="rect">
                  <a:avLst/>
                </a:prstGeom>
                <a:solidFill>
                  <a:srgbClr val="262626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7" name="Google Shape;327;p3"/>
              <p:cNvGrpSpPr/>
              <p:nvPr/>
            </p:nvGrpSpPr>
            <p:grpSpPr>
              <a:xfrm>
                <a:off x="3073755" y="3546804"/>
                <a:ext cx="6295789" cy="1010338"/>
                <a:chOff x="3073755" y="3546804"/>
                <a:chExt cx="6295789" cy="1010338"/>
              </a:xfrm>
            </p:grpSpPr>
            <p:grpSp>
              <p:nvGrpSpPr>
                <p:cNvPr id="328" name="Google Shape;328;p3"/>
                <p:cNvGrpSpPr/>
                <p:nvPr/>
              </p:nvGrpSpPr>
              <p:grpSpPr>
                <a:xfrm rot="5400000">
                  <a:off x="3489344" y="3255355"/>
                  <a:ext cx="848023" cy="1679200"/>
                  <a:chOff x="5739808" y="2877717"/>
                  <a:chExt cx="848023" cy="1679200"/>
                </a:xfrm>
              </p:grpSpPr>
              <p:grpSp>
                <p:nvGrpSpPr>
                  <p:cNvPr id="329" name="Google Shape;329;p3"/>
                  <p:cNvGrpSpPr/>
                  <p:nvPr/>
                </p:nvGrpSpPr>
                <p:grpSpPr>
                  <a:xfrm>
                    <a:off x="5739808" y="3709395"/>
                    <a:ext cx="848023" cy="847523"/>
                    <a:chOff x="5739808" y="3709395"/>
                    <a:chExt cx="848023" cy="847523"/>
                  </a:xfrm>
                </p:grpSpPr>
                <p:grpSp>
                  <p:nvGrpSpPr>
                    <p:cNvPr id="330" name="Google Shape;330;p3"/>
                    <p:cNvGrpSpPr/>
                    <p:nvPr/>
                  </p:nvGrpSpPr>
                  <p:grpSpPr>
                    <a:xfrm>
                      <a:off x="5739808" y="3709395"/>
                      <a:ext cx="352110" cy="847261"/>
                      <a:chOff x="5739808" y="3709395"/>
                      <a:chExt cx="352110" cy="847261"/>
                    </a:xfrm>
                  </p:grpSpPr>
                  <p:grpSp>
                    <p:nvGrpSpPr>
                      <p:cNvPr id="331" name="Google Shape;331;p3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332" name="Google Shape;332;p3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33" name="Google Shape;333;p3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lt1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334" name="Google Shape;334;p3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35" name="Google Shape;335;p3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336" name="Google Shape;336;p3"/>
                    <p:cNvGrpSpPr/>
                    <p:nvPr/>
                  </p:nvGrpSpPr>
                  <p:grpSpPr>
                    <a:xfrm flipH="1">
                      <a:off x="6235721" y="3709657"/>
                      <a:ext cx="352110" cy="847261"/>
                      <a:chOff x="5739808" y="3709395"/>
                      <a:chExt cx="352110" cy="847261"/>
                    </a:xfrm>
                  </p:grpSpPr>
                  <p:grpSp>
                    <p:nvGrpSpPr>
                      <p:cNvPr id="337" name="Google Shape;337;p3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338" name="Google Shape;338;p3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39" name="Google Shape;339;p3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lt1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340" name="Google Shape;340;p3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41" name="Google Shape;341;p3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342" name="Google Shape;342;p3"/>
                  <p:cNvGrpSpPr/>
                  <p:nvPr/>
                </p:nvGrpSpPr>
                <p:grpSpPr>
                  <a:xfrm>
                    <a:off x="5775048" y="2877717"/>
                    <a:ext cx="779055" cy="1217448"/>
                    <a:chOff x="5775048" y="2877717"/>
                    <a:chExt cx="779055" cy="1217448"/>
                  </a:xfrm>
                </p:grpSpPr>
                <p:grpSp>
                  <p:nvGrpSpPr>
                    <p:cNvPr id="343" name="Google Shape;343;p3"/>
                    <p:cNvGrpSpPr/>
                    <p:nvPr/>
                  </p:nvGrpSpPr>
                  <p:grpSpPr>
                    <a:xfrm>
                      <a:off x="5775707" y="2877717"/>
                      <a:ext cx="778396" cy="1217448"/>
                      <a:chOff x="5775707" y="2877717"/>
                      <a:chExt cx="778396" cy="1217448"/>
                    </a:xfrm>
                  </p:grpSpPr>
                  <p:grpSp>
                    <p:nvGrpSpPr>
                      <p:cNvPr id="344" name="Google Shape;344;p3"/>
                      <p:cNvGrpSpPr/>
                      <p:nvPr/>
                    </p:nvGrpSpPr>
                    <p:grpSpPr>
                      <a:xfrm>
                        <a:off x="5775707" y="2877717"/>
                        <a:ext cx="778396" cy="872513"/>
                        <a:chOff x="5728098" y="3973173"/>
                        <a:chExt cx="778396" cy="872513"/>
                      </a:xfrm>
                    </p:grpSpPr>
                    <p:grpSp>
                      <p:nvGrpSpPr>
                        <p:cNvPr id="345" name="Google Shape;345;p3"/>
                        <p:cNvGrpSpPr/>
                        <p:nvPr/>
                      </p:nvGrpSpPr>
                      <p:grpSpPr>
                        <a:xfrm>
                          <a:off x="5936066" y="3973173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346" name="Google Shape;346;p3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347" name="Google Shape;347;p3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348" name="Google Shape;348;p3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349" name="Google Shape;349;p3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577531"/>
                            <a:chOff x="5728098" y="4268155"/>
                            <a:chExt cx="778396" cy="577531"/>
                          </a:xfrm>
                        </p:grpSpPr>
                        <p:grpSp>
                          <p:nvGrpSpPr>
                            <p:cNvPr id="350" name="Google Shape;350;p3"/>
                            <p:cNvGrpSpPr/>
                            <p:nvPr/>
                          </p:nvGrpSpPr>
                          <p:grpSpPr>
                            <a:xfrm>
                              <a:off x="5728098" y="4268155"/>
                              <a:ext cx="778396" cy="468000"/>
                              <a:chOff x="5728098" y="4268155"/>
                              <a:chExt cx="778396" cy="468000"/>
                            </a:xfrm>
                          </p:grpSpPr>
                          <p:sp>
                            <p:nvSpPr>
                              <p:cNvPr id="351" name="Google Shape;351;p3"/>
                              <p:cNvSpPr/>
                              <p:nvPr/>
                            </p:nvSpPr>
                            <p:spPr>
                              <a:xfrm>
                                <a:off x="5728098" y="4659003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rgbClr val="A5A5A5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352" name="Google Shape;352;p3"/>
                              <p:cNvSpPr/>
                              <p:nvPr/>
                            </p:nvSpPr>
                            <p:spPr>
                              <a:xfrm>
                                <a:off x="6348799" y="4661385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rgbClr val="A5A5A5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353" name="Google Shape;353;p3"/>
                              <p:cNvSpPr/>
                              <p:nvPr/>
                            </p:nvSpPr>
                            <p:spPr>
                              <a:xfrm>
                                <a:off x="5847296" y="4268155"/>
                                <a:ext cx="540000" cy="468000"/>
                              </a:xfrm>
                              <a:prstGeom prst="frame">
                                <a:avLst>
                                  <a:gd fmla="val 7853" name="adj1"/>
                                </a:avLst>
                              </a:prstGeom>
                              <a:solidFill>
                                <a:srgbClr val="A5A5A5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354" name="Google Shape;354;p3"/>
                            <p:cNvGrpSpPr/>
                            <p:nvPr/>
                          </p:nvGrpSpPr>
                          <p:grpSpPr>
                            <a:xfrm>
                              <a:off x="5728099" y="4698144"/>
                              <a:ext cx="777647" cy="147542"/>
                              <a:chOff x="5728099" y="4698144"/>
                              <a:chExt cx="777647" cy="147542"/>
                            </a:xfrm>
                          </p:grpSpPr>
                          <p:sp>
                            <p:nvSpPr>
                              <p:cNvPr id="355" name="Google Shape;355;p3"/>
                              <p:cNvSpPr/>
                              <p:nvPr/>
                            </p:nvSpPr>
                            <p:spPr>
                              <a:xfrm>
                                <a:off x="5849450" y="4698833"/>
                                <a:ext cx="537845" cy="45719"/>
                              </a:xfrm>
                              <a:prstGeom prst="rect">
                                <a:avLst/>
                              </a:prstGeom>
                              <a:solidFill>
                                <a:srgbClr val="3F3F3F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356" name="Google Shape;356;p3"/>
                              <p:cNvSpPr/>
                              <p:nvPr/>
                            </p:nvSpPr>
                            <p:spPr>
                              <a:xfrm>
                                <a:off x="5728099" y="4698144"/>
                                <a:ext cx="118291" cy="147542"/>
                              </a:xfrm>
                              <a:prstGeom prst="rect">
                                <a:avLst/>
                              </a:prstGeom>
                              <a:solidFill>
                                <a:srgbClr val="3F3F3F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357" name="Google Shape;357;p3"/>
                              <p:cNvSpPr/>
                              <p:nvPr/>
                            </p:nvSpPr>
                            <p:spPr>
                              <a:xfrm>
                                <a:off x="6385142" y="4698144"/>
                                <a:ext cx="120604" cy="147542"/>
                              </a:xfrm>
                              <a:prstGeom prst="rect">
                                <a:avLst/>
                              </a:prstGeom>
                              <a:solidFill>
                                <a:srgbClr val="3F3F3F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358" name="Google Shape;358;p3"/>
                          <p:cNvGrpSpPr/>
                          <p:nvPr/>
                        </p:nvGrpSpPr>
                        <p:grpSpPr>
                          <a:xfrm>
                            <a:off x="5969948" y="4385231"/>
                            <a:ext cx="300588" cy="306875"/>
                            <a:chOff x="6707431" y="4143645"/>
                            <a:chExt cx="398381" cy="433766"/>
                          </a:xfrm>
                        </p:grpSpPr>
                        <p:sp>
                          <p:nvSpPr>
                            <p:cNvPr id="359" name="Google Shape;359;p3"/>
                            <p:cNvSpPr/>
                            <p:nvPr/>
                          </p:nvSpPr>
                          <p:spPr>
                            <a:xfrm>
                              <a:off x="6708632" y="4255261"/>
                              <a:ext cx="396000" cy="216000"/>
                            </a:xfrm>
                            <a:prstGeom prst="rect">
                              <a:avLst/>
                            </a:prstGeom>
                            <a:solidFill>
                              <a:srgbClr val="595959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360" name="Google Shape;360;p3"/>
                            <p:cNvSpPr/>
                            <p:nvPr/>
                          </p:nvSpPr>
                          <p:spPr>
                            <a:xfrm>
                              <a:off x="6709813" y="4143645"/>
                              <a:ext cx="395999" cy="108000"/>
                            </a:xfrm>
                            <a:prstGeom prst="rect">
                              <a:avLst/>
                            </a:prstGeom>
                            <a:solidFill>
                              <a:srgbClr val="D8D8D8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361" name="Google Shape;361;p3"/>
                            <p:cNvSpPr/>
                            <p:nvPr/>
                          </p:nvSpPr>
                          <p:spPr>
                            <a:xfrm>
                              <a:off x="6707431" y="4469411"/>
                              <a:ext cx="396000" cy="108000"/>
                            </a:xfrm>
                            <a:prstGeom prst="rect">
                              <a:avLst/>
                            </a:prstGeom>
                            <a:solidFill>
                              <a:srgbClr val="D8D8D8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362" name="Google Shape;362;p3"/>
                      <p:cNvSpPr/>
                      <p:nvPr/>
                    </p:nvSpPr>
                    <p:spPr>
                      <a:xfrm>
                        <a:off x="6139226" y="3643061"/>
                        <a:ext cx="45719" cy="452104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363" name="Google Shape;363;p3"/>
                    <p:cNvGrpSpPr/>
                    <p:nvPr/>
                  </p:nvGrpSpPr>
                  <p:grpSpPr>
                    <a:xfrm>
                      <a:off x="5775048" y="3892549"/>
                      <a:ext cx="778309" cy="59708"/>
                      <a:chOff x="5775048" y="3892549"/>
                      <a:chExt cx="778309" cy="59708"/>
                    </a:xfrm>
                  </p:grpSpPr>
                  <p:sp>
                    <p:nvSpPr>
                      <p:cNvPr id="364" name="Google Shape;364;p3"/>
                      <p:cNvSpPr/>
                      <p:nvPr/>
                    </p:nvSpPr>
                    <p:spPr>
                      <a:xfrm rot="-54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65" name="Google Shape;365;p3"/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66" name="Google Shape;366;p3"/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67" name="Google Shape;367;p3"/>
                <p:cNvGrpSpPr/>
                <p:nvPr/>
              </p:nvGrpSpPr>
              <p:grpSpPr>
                <a:xfrm>
                  <a:off x="4507922" y="3546804"/>
                  <a:ext cx="2643562" cy="1010338"/>
                  <a:chOff x="4507922" y="3546803"/>
                  <a:chExt cx="2643562" cy="1010338"/>
                </a:xfrm>
              </p:grpSpPr>
              <p:sp>
                <p:nvSpPr>
                  <p:cNvPr id="368" name="Google Shape;368;p3"/>
                  <p:cNvSpPr/>
                  <p:nvPr/>
                </p:nvSpPr>
                <p:spPr>
                  <a:xfrm rot="10800000">
                    <a:off x="5005154" y="3754381"/>
                    <a:ext cx="146760" cy="64788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9" name="Google Shape;369;p3"/>
                  <p:cNvSpPr/>
                  <p:nvPr/>
                </p:nvSpPr>
                <p:spPr>
                  <a:xfrm rot="10800000">
                    <a:off x="4999776" y="4390339"/>
                    <a:ext cx="146760" cy="58036"/>
                  </a:xfrm>
                  <a:prstGeom prst="rect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70" name="Google Shape;370;p3"/>
                  <p:cNvGrpSpPr/>
                  <p:nvPr/>
                </p:nvGrpSpPr>
                <p:grpSpPr>
                  <a:xfrm>
                    <a:off x="4507922" y="3546803"/>
                    <a:ext cx="2643562" cy="1010338"/>
                    <a:chOff x="4507922" y="3546803"/>
                    <a:chExt cx="2643562" cy="1010338"/>
                  </a:xfrm>
                </p:grpSpPr>
                <p:grpSp>
                  <p:nvGrpSpPr>
                    <p:cNvPr id="371" name="Google Shape;371;p3"/>
                    <p:cNvGrpSpPr/>
                    <p:nvPr/>
                  </p:nvGrpSpPr>
                  <p:grpSpPr>
                    <a:xfrm>
                      <a:off x="4823239" y="3644435"/>
                      <a:ext cx="2328245" cy="912706"/>
                      <a:chOff x="502364" y="4091091"/>
                      <a:chExt cx="1308272" cy="912706"/>
                    </a:xfrm>
                  </p:grpSpPr>
                  <p:grpSp>
                    <p:nvGrpSpPr>
                      <p:cNvPr id="372" name="Google Shape;372;p3"/>
                      <p:cNvGrpSpPr/>
                      <p:nvPr/>
                    </p:nvGrpSpPr>
                    <p:grpSpPr>
                      <a:xfrm>
                        <a:off x="1567011" y="4165843"/>
                        <a:ext cx="222528" cy="748885"/>
                        <a:chOff x="1567011" y="4165843"/>
                        <a:chExt cx="222528" cy="748885"/>
                      </a:xfrm>
                    </p:grpSpPr>
                    <p:sp>
                      <p:nvSpPr>
                        <p:cNvPr id="373" name="Google Shape;373;p3"/>
                        <p:cNvSpPr/>
                        <p:nvPr/>
                      </p:nvSpPr>
                      <p:spPr>
                        <a:xfrm>
                          <a:off x="1567011" y="4165843"/>
                          <a:ext cx="222528" cy="64789"/>
                        </a:xfrm>
                        <a:prstGeom prst="rect">
                          <a:avLst/>
                        </a:prstGeom>
                        <a:solidFill>
                          <a:srgbClr val="262626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74" name="Google Shape;374;p3"/>
                        <p:cNvSpPr/>
                        <p:nvPr/>
                      </p:nvSpPr>
                      <p:spPr>
                        <a:xfrm>
                          <a:off x="1567011" y="4849939"/>
                          <a:ext cx="222528" cy="64789"/>
                        </a:xfrm>
                        <a:prstGeom prst="rect">
                          <a:avLst/>
                        </a:prstGeom>
                        <a:solidFill>
                          <a:srgbClr val="262626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375" name="Google Shape;375;p3"/>
                      <p:cNvGrpSpPr/>
                      <p:nvPr/>
                    </p:nvGrpSpPr>
                    <p:grpSpPr>
                      <a:xfrm>
                        <a:off x="502364" y="4091091"/>
                        <a:ext cx="1308272" cy="912706"/>
                        <a:chOff x="1327522" y="4249446"/>
                        <a:chExt cx="2701588" cy="912706"/>
                      </a:xfrm>
                    </p:grpSpPr>
                    <p:sp>
                      <p:nvSpPr>
                        <p:cNvPr id="376" name="Google Shape;376;p3"/>
                        <p:cNvSpPr/>
                        <p:nvPr/>
                      </p:nvSpPr>
                      <p:spPr>
                        <a:xfrm>
                          <a:off x="1329110" y="4249446"/>
                          <a:ext cx="2700000" cy="108000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77" name="Google Shape;377;p3"/>
                        <p:cNvSpPr/>
                        <p:nvPr/>
                      </p:nvSpPr>
                      <p:spPr>
                        <a:xfrm>
                          <a:off x="1327522" y="5054152"/>
                          <a:ext cx="2700000" cy="108000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78" name="Google Shape;378;p3"/>
                    <p:cNvGrpSpPr/>
                    <p:nvPr/>
                  </p:nvGrpSpPr>
                  <p:grpSpPr>
                    <a:xfrm rot="10800000">
                      <a:off x="5490031" y="3759390"/>
                      <a:ext cx="356609" cy="512384"/>
                      <a:chOff x="2047213" y="2767253"/>
                      <a:chExt cx="430719" cy="642467"/>
                    </a:xfrm>
                  </p:grpSpPr>
                  <p:grpSp>
                    <p:nvGrpSpPr>
                      <p:cNvPr id="379" name="Google Shape;379;p3"/>
                      <p:cNvGrpSpPr/>
                      <p:nvPr/>
                    </p:nvGrpSpPr>
                    <p:grpSpPr>
                      <a:xfrm>
                        <a:off x="2047213" y="2767253"/>
                        <a:ext cx="430719" cy="429014"/>
                        <a:chOff x="2382817" y="1775579"/>
                        <a:chExt cx="299697" cy="304754"/>
                      </a:xfrm>
                    </p:grpSpPr>
                    <p:sp>
                      <p:nvSpPr>
                        <p:cNvPr id="380" name="Google Shape;380;p3"/>
                        <p:cNvSpPr/>
                        <p:nvPr/>
                      </p:nvSpPr>
                      <p:spPr>
                        <a:xfrm>
                          <a:off x="2383723" y="1852423"/>
                          <a:ext cx="298791" cy="152813"/>
                        </a:xfrm>
                        <a:prstGeom prst="rect">
                          <a:avLst/>
                        </a:prstGeom>
                        <a:solidFill>
                          <a:srgbClr val="595959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1" name="Google Shape;381;p3"/>
                        <p:cNvSpPr/>
                        <p:nvPr/>
                      </p:nvSpPr>
                      <p:spPr>
                        <a:xfrm>
                          <a:off x="2382947" y="1775579"/>
                          <a:ext cx="298791" cy="76406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2" name="Google Shape;382;p3"/>
                        <p:cNvSpPr/>
                        <p:nvPr/>
                      </p:nvSpPr>
                      <p:spPr>
                        <a:xfrm>
                          <a:off x="2382817" y="2003927"/>
                          <a:ext cx="298791" cy="76406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383" name="Google Shape;383;p3"/>
                      <p:cNvSpPr/>
                      <p:nvPr/>
                    </p:nvSpPr>
                    <p:spPr>
                      <a:xfrm>
                        <a:off x="2091131" y="3194599"/>
                        <a:ext cx="344172" cy="215121"/>
                      </a:xfrm>
                      <a:prstGeom prst="rect">
                        <a:avLst/>
                      </a:prstGeom>
                      <a:solidFill>
                        <a:srgbClr val="262626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384" name="Google Shape;384;p3"/>
                    <p:cNvGrpSpPr/>
                    <p:nvPr/>
                  </p:nvGrpSpPr>
                  <p:grpSpPr>
                    <a:xfrm>
                      <a:off x="4907477" y="3546803"/>
                      <a:ext cx="853204" cy="96037"/>
                      <a:chOff x="4907477" y="3546803"/>
                      <a:chExt cx="853204" cy="96037"/>
                    </a:xfrm>
                  </p:grpSpPr>
                  <p:sp>
                    <p:nvSpPr>
                      <p:cNvPr id="385" name="Google Shape;385;p3"/>
                      <p:cNvSpPr/>
                      <p:nvPr/>
                    </p:nvSpPr>
                    <p:spPr>
                      <a:xfrm rot="10800000">
                        <a:off x="4907477" y="3546804"/>
                        <a:ext cx="342114" cy="96035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86" name="Google Shape;386;p3"/>
                      <p:cNvSpPr/>
                      <p:nvPr/>
                    </p:nvSpPr>
                    <p:spPr>
                      <a:xfrm rot="10800000">
                        <a:off x="5569132" y="3546803"/>
                        <a:ext cx="191549" cy="96037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87" name="Google Shape;387;p3"/>
                      <p:cNvSpPr/>
                      <p:nvPr/>
                    </p:nvSpPr>
                    <p:spPr>
                      <a:xfrm rot="10800000">
                        <a:off x="4907477" y="3571166"/>
                        <a:ext cx="853204" cy="45719"/>
                      </a:xfrm>
                      <a:prstGeom prst="rect">
                        <a:avLst/>
                      </a:prstGeom>
                      <a:solidFill>
                        <a:srgbClr val="757070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388" name="Google Shape;388;p3"/>
                    <p:cNvGrpSpPr/>
                    <p:nvPr/>
                  </p:nvGrpSpPr>
                  <p:grpSpPr>
                    <a:xfrm>
                      <a:off x="4752800" y="3811517"/>
                      <a:ext cx="634868" cy="577903"/>
                      <a:chOff x="4753771" y="3870856"/>
                      <a:chExt cx="634868" cy="577903"/>
                    </a:xfrm>
                  </p:grpSpPr>
                  <p:sp>
                    <p:nvSpPr>
                      <p:cNvPr id="389" name="Google Shape;389;p3"/>
                      <p:cNvSpPr/>
                      <p:nvPr/>
                    </p:nvSpPr>
                    <p:spPr>
                      <a:xfrm rot="10800000">
                        <a:off x="4753771" y="3964668"/>
                        <a:ext cx="633553" cy="393458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90" name="Google Shape;390;p3"/>
                      <p:cNvSpPr/>
                      <p:nvPr/>
                    </p:nvSpPr>
                    <p:spPr>
                      <a:xfrm rot="10800000">
                        <a:off x="4754851" y="3870856"/>
                        <a:ext cx="633553" cy="93812"/>
                      </a:xfrm>
                      <a:prstGeom prst="rect">
                        <a:avLst/>
                      </a:prstGeom>
                      <a:solidFill>
                        <a:srgbClr val="3A383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91" name="Google Shape;391;p3"/>
                      <p:cNvSpPr/>
                      <p:nvPr/>
                    </p:nvSpPr>
                    <p:spPr>
                      <a:xfrm rot="10800000">
                        <a:off x="4755086" y="4354947"/>
                        <a:ext cx="633553" cy="93812"/>
                      </a:xfrm>
                      <a:prstGeom prst="rect">
                        <a:avLst/>
                      </a:prstGeom>
                      <a:solidFill>
                        <a:srgbClr val="3A383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392" name="Google Shape;392;p3"/>
                    <p:cNvGrpSpPr/>
                    <p:nvPr/>
                  </p:nvGrpSpPr>
                  <p:grpSpPr>
                    <a:xfrm>
                      <a:off x="4507922" y="4032002"/>
                      <a:ext cx="307233" cy="114324"/>
                      <a:chOff x="4507922" y="4032002"/>
                      <a:chExt cx="307233" cy="114324"/>
                    </a:xfrm>
                  </p:grpSpPr>
                  <p:sp>
                    <p:nvSpPr>
                      <p:cNvPr id="393" name="Google Shape;393;p3"/>
                      <p:cNvSpPr/>
                      <p:nvPr/>
                    </p:nvSpPr>
                    <p:spPr>
                      <a:xfrm>
                        <a:off x="4769436" y="4032002"/>
                        <a:ext cx="45719" cy="114324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94" name="Google Shape;394;p3"/>
                      <p:cNvSpPr/>
                      <p:nvPr/>
                    </p:nvSpPr>
                    <p:spPr>
                      <a:xfrm>
                        <a:off x="4507922" y="4044091"/>
                        <a:ext cx="259943" cy="93813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rgbClr val="1C3052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395" name="Google Shape;395;p3"/>
                    <p:cNvSpPr/>
                    <p:nvPr/>
                  </p:nvSpPr>
                  <p:spPr>
                    <a:xfrm rot="10800000">
                      <a:off x="6589484" y="3751758"/>
                      <a:ext cx="45719" cy="69649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7C7C7C"/>
                        </a:gs>
                        <a:gs pos="50000">
                          <a:srgbClr val="B4B4B4"/>
                        </a:gs>
                        <a:gs pos="100000">
                          <a:srgbClr val="D8D8D8"/>
                        </a:gs>
                      </a:gsLst>
                      <a:lin ang="1080000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6" name="Google Shape;396;p3"/>
                    <p:cNvSpPr/>
                    <p:nvPr/>
                  </p:nvSpPr>
                  <p:spPr>
                    <a:xfrm rot="10800000">
                      <a:off x="5420983" y="3751758"/>
                      <a:ext cx="45719" cy="69649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7C7C7C"/>
                        </a:gs>
                        <a:gs pos="50000">
                          <a:srgbClr val="B4B4B4"/>
                        </a:gs>
                        <a:gs pos="100000">
                          <a:srgbClr val="D8D8D8"/>
                        </a:gs>
                      </a:gsLst>
                      <a:lin ang="1080000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97" name="Google Shape;397;p3"/>
                <p:cNvGrpSpPr/>
                <p:nvPr/>
              </p:nvGrpSpPr>
              <p:grpSpPr>
                <a:xfrm>
                  <a:off x="6661270" y="3783868"/>
                  <a:ext cx="2708274" cy="626053"/>
                  <a:chOff x="6661270" y="3783867"/>
                  <a:chExt cx="2708274" cy="626053"/>
                </a:xfrm>
              </p:grpSpPr>
              <p:grpSp>
                <p:nvGrpSpPr>
                  <p:cNvPr id="398" name="Google Shape;398;p3"/>
                  <p:cNvGrpSpPr/>
                  <p:nvPr/>
                </p:nvGrpSpPr>
                <p:grpSpPr>
                  <a:xfrm>
                    <a:off x="6661270" y="3783867"/>
                    <a:ext cx="2708274" cy="626053"/>
                    <a:chOff x="1320836" y="4230396"/>
                    <a:chExt cx="2708274" cy="626053"/>
                  </a:xfrm>
                </p:grpSpPr>
                <p:sp>
                  <p:nvSpPr>
                    <p:cNvPr id="399" name="Google Shape;399;p3"/>
                    <p:cNvSpPr/>
                    <p:nvPr/>
                  </p:nvSpPr>
                  <p:spPr>
                    <a:xfrm>
                      <a:off x="1329110" y="4230396"/>
                      <a:ext cx="2700000" cy="1080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0" name="Google Shape;400;p3"/>
                    <p:cNvSpPr/>
                    <p:nvPr/>
                  </p:nvSpPr>
                  <p:spPr>
                    <a:xfrm>
                      <a:off x="1320836" y="4748449"/>
                      <a:ext cx="2700000" cy="1080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01" name="Google Shape;401;p3"/>
                  <p:cNvGrpSpPr/>
                  <p:nvPr/>
                </p:nvGrpSpPr>
                <p:grpSpPr>
                  <a:xfrm>
                    <a:off x="6709649" y="3891867"/>
                    <a:ext cx="2222868" cy="413022"/>
                    <a:chOff x="6709649" y="3891867"/>
                    <a:chExt cx="2222868" cy="413022"/>
                  </a:xfrm>
                </p:grpSpPr>
                <p:sp>
                  <p:nvSpPr>
                    <p:cNvPr id="402" name="Google Shape;402;p3"/>
                    <p:cNvSpPr/>
                    <p:nvPr/>
                  </p:nvSpPr>
                  <p:spPr>
                    <a:xfrm rot="10800000">
                      <a:off x="6880507" y="3891867"/>
                      <a:ext cx="46539" cy="408503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7C7C7C"/>
                        </a:gs>
                        <a:gs pos="50000">
                          <a:srgbClr val="B4B4B4"/>
                        </a:gs>
                        <a:gs pos="100000">
                          <a:srgbClr val="D8D8D8"/>
                        </a:gs>
                      </a:gsLst>
                      <a:lin ang="1080000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3" name="Google Shape;403;p3"/>
                    <p:cNvSpPr/>
                    <p:nvPr/>
                  </p:nvSpPr>
                  <p:spPr>
                    <a:xfrm>
                      <a:off x="6709649" y="3996549"/>
                      <a:ext cx="396018" cy="198981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4" name="Google Shape;404;p3"/>
                    <p:cNvSpPr/>
                    <p:nvPr/>
                  </p:nvSpPr>
                  <p:spPr>
                    <a:xfrm rot="10800000">
                      <a:off x="8702279" y="3896386"/>
                      <a:ext cx="46539" cy="408503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7C7C7C"/>
                        </a:gs>
                        <a:gs pos="50000">
                          <a:srgbClr val="B4B4B4"/>
                        </a:gs>
                        <a:gs pos="100000">
                          <a:srgbClr val="D8D8D8"/>
                        </a:gs>
                      </a:gsLst>
                      <a:lin ang="10800000" scaled="0"/>
                    </a:gra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5" name="Google Shape;405;p3"/>
                    <p:cNvSpPr/>
                    <p:nvPr/>
                  </p:nvSpPr>
                  <p:spPr>
                    <a:xfrm>
                      <a:off x="8536499" y="3990890"/>
                      <a:ext cx="396018" cy="198981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6" name="Google Shape;406;p3"/>
                    <p:cNvSpPr/>
                    <p:nvPr/>
                  </p:nvSpPr>
                  <p:spPr>
                    <a:xfrm>
                      <a:off x="6709649" y="4035049"/>
                      <a:ext cx="2222868" cy="117501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407" name="Google Shape;407;p3"/>
            <p:cNvGrpSpPr/>
            <p:nvPr/>
          </p:nvGrpSpPr>
          <p:grpSpPr>
            <a:xfrm flipH="1">
              <a:off x="6983382" y="2482158"/>
              <a:ext cx="6295789" cy="2271162"/>
              <a:chOff x="3073755" y="2956240"/>
              <a:chExt cx="6295789" cy="2271162"/>
            </a:xfrm>
          </p:grpSpPr>
          <p:grpSp>
            <p:nvGrpSpPr>
              <p:cNvPr id="408" name="Google Shape;408;p3"/>
              <p:cNvGrpSpPr/>
              <p:nvPr/>
            </p:nvGrpSpPr>
            <p:grpSpPr>
              <a:xfrm>
                <a:off x="8101270" y="2956240"/>
                <a:ext cx="1260000" cy="2271162"/>
                <a:chOff x="2760836" y="3402769"/>
                <a:chExt cx="1260000" cy="2271162"/>
              </a:xfrm>
            </p:grpSpPr>
            <p:grpSp>
              <p:nvGrpSpPr>
                <p:cNvPr id="409" name="Google Shape;409;p3"/>
                <p:cNvGrpSpPr/>
                <p:nvPr/>
              </p:nvGrpSpPr>
              <p:grpSpPr>
                <a:xfrm>
                  <a:off x="2760836" y="3402769"/>
                  <a:ext cx="1260000" cy="2271162"/>
                  <a:chOff x="1634509" y="2764268"/>
                  <a:chExt cx="1260000" cy="2271162"/>
                </a:xfrm>
              </p:grpSpPr>
              <p:grpSp>
                <p:nvGrpSpPr>
                  <p:cNvPr id="410" name="Google Shape;410;p3"/>
                  <p:cNvGrpSpPr/>
                  <p:nvPr/>
                </p:nvGrpSpPr>
                <p:grpSpPr>
                  <a:xfrm>
                    <a:off x="1634509" y="3267323"/>
                    <a:ext cx="1260000" cy="1277113"/>
                    <a:chOff x="1655533" y="3271133"/>
                    <a:chExt cx="1260000" cy="1277113"/>
                  </a:xfrm>
                </p:grpSpPr>
                <p:grpSp>
                  <p:nvGrpSpPr>
                    <p:cNvPr id="411" name="Google Shape;411;p3"/>
                    <p:cNvGrpSpPr/>
                    <p:nvPr/>
                  </p:nvGrpSpPr>
                  <p:grpSpPr>
                    <a:xfrm>
                      <a:off x="1655533" y="3280626"/>
                      <a:ext cx="1260000" cy="1260000"/>
                      <a:chOff x="1655533" y="3280626"/>
                      <a:chExt cx="1260000" cy="1260000"/>
                    </a:xfrm>
                  </p:grpSpPr>
                  <p:sp>
                    <p:nvSpPr>
                      <p:cNvPr id="412" name="Google Shape;412;p3"/>
                      <p:cNvSpPr/>
                      <p:nvPr/>
                    </p:nvSpPr>
                    <p:spPr>
                      <a:xfrm>
                        <a:off x="1655533" y="3280626"/>
                        <a:ext cx="1260000" cy="1260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13" name="Google Shape;413;p3"/>
                      <p:cNvSpPr/>
                      <p:nvPr/>
                    </p:nvSpPr>
                    <p:spPr>
                      <a:xfrm>
                        <a:off x="1745533" y="3421150"/>
                        <a:ext cx="1080000" cy="14239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14" name="Google Shape;414;p3"/>
                      <p:cNvSpPr/>
                      <p:nvPr/>
                    </p:nvSpPr>
                    <p:spPr>
                      <a:xfrm>
                        <a:off x="1745533" y="4251264"/>
                        <a:ext cx="1080000" cy="14239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415" name="Google Shape;415;p3"/>
                    <p:cNvGrpSpPr/>
                    <p:nvPr/>
                  </p:nvGrpSpPr>
                  <p:grpSpPr>
                    <a:xfrm>
                      <a:off x="1745533" y="3271133"/>
                      <a:ext cx="1080000" cy="1277113"/>
                      <a:chOff x="1745533" y="3271133"/>
                      <a:chExt cx="1080000" cy="1277113"/>
                    </a:xfrm>
                  </p:grpSpPr>
                  <p:sp>
                    <p:nvSpPr>
                      <p:cNvPr id="416" name="Google Shape;416;p3"/>
                      <p:cNvSpPr/>
                      <p:nvPr/>
                    </p:nvSpPr>
                    <p:spPr>
                      <a:xfrm>
                        <a:off x="1745533" y="3271133"/>
                        <a:ext cx="1080000" cy="14239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17" name="Google Shape;417;p3"/>
                      <p:cNvSpPr/>
                      <p:nvPr/>
                    </p:nvSpPr>
                    <p:spPr>
                      <a:xfrm>
                        <a:off x="1745533" y="4405849"/>
                        <a:ext cx="1080000" cy="14239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418" name="Google Shape;418;p3"/>
                  <p:cNvGrpSpPr/>
                  <p:nvPr/>
                </p:nvGrpSpPr>
                <p:grpSpPr>
                  <a:xfrm>
                    <a:off x="2044634" y="2764268"/>
                    <a:ext cx="434583" cy="2271162"/>
                    <a:chOff x="2044634" y="2764268"/>
                    <a:chExt cx="434583" cy="2271162"/>
                  </a:xfrm>
                </p:grpSpPr>
                <p:grpSp>
                  <p:nvGrpSpPr>
                    <p:cNvPr id="419" name="Google Shape;419;p3"/>
                    <p:cNvGrpSpPr/>
                    <p:nvPr/>
                  </p:nvGrpSpPr>
                  <p:grpSpPr>
                    <a:xfrm>
                      <a:off x="2047217" y="2764268"/>
                      <a:ext cx="432000" cy="645452"/>
                      <a:chOff x="2047217" y="2764268"/>
                      <a:chExt cx="432000" cy="645452"/>
                    </a:xfrm>
                  </p:grpSpPr>
                  <p:grpSp>
                    <p:nvGrpSpPr>
                      <p:cNvPr id="420" name="Google Shape;420;p3"/>
                      <p:cNvGrpSpPr/>
                      <p:nvPr/>
                    </p:nvGrpSpPr>
                    <p:grpSpPr>
                      <a:xfrm>
                        <a:off x="2047217" y="2764268"/>
                        <a:ext cx="432000" cy="432000"/>
                        <a:chOff x="2382817" y="1773458"/>
                        <a:chExt cx="300588" cy="306875"/>
                      </a:xfrm>
                    </p:grpSpPr>
                    <p:sp>
                      <p:nvSpPr>
                        <p:cNvPr id="421" name="Google Shape;421;p3"/>
                        <p:cNvSpPr/>
                        <p:nvPr/>
                      </p:nvSpPr>
                      <p:spPr>
                        <a:xfrm>
                          <a:off x="2383723" y="1852423"/>
                          <a:ext cx="298791" cy="152813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22" name="Google Shape;422;p3"/>
                        <p:cNvSpPr/>
                        <p:nvPr/>
                      </p:nvSpPr>
                      <p:spPr>
                        <a:xfrm>
                          <a:off x="2384614" y="1773458"/>
                          <a:ext cx="298791" cy="76406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23" name="Google Shape;423;p3"/>
                        <p:cNvSpPr/>
                        <p:nvPr/>
                      </p:nvSpPr>
                      <p:spPr>
                        <a:xfrm>
                          <a:off x="2382817" y="2003927"/>
                          <a:ext cx="298791" cy="76406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424" name="Google Shape;424;p3"/>
                      <p:cNvSpPr/>
                      <p:nvPr/>
                    </p:nvSpPr>
                    <p:spPr>
                      <a:xfrm>
                        <a:off x="2091131" y="3194599"/>
                        <a:ext cx="344172" cy="21512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425" name="Google Shape;425;p3"/>
                    <p:cNvGrpSpPr/>
                    <p:nvPr/>
                  </p:nvGrpSpPr>
                  <p:grpSpPr>
                    <a:xfrm flipH="1" rot="10800000">
                      <a:off x="2044634" y="4389978"/>
                      <a:ext cx="432000" cy="645452"/>
                      <a:chOff x="2047217" y="2764268"/>
                      <a:chExt cx="432000" cy="645452"/>
                    </a:xfrm>
                  </p:grpSpPr>
                  <p:grpSp>
                    <p:nvGrpSpPr>
                      <p:cNvPr id="426" name="Google Shape;426;p3"/>
                      <p:cNvGrpSpPr/>
                      <p:nvPr/>
                    </p:nvGrpSpPr>
                    <p:grpSpPr>
                      <a:xfrm>
                        <a:off x="2047217" y="2764268"/>
                        <a:ext cx="432000" cy="432000"/>
                        <a:chOff x="2382817" y="1773458"/>
                        <a:chExt cx="300588" cy="306875"/>
                      </a:xfrm>
                    </p:grpSpPr>
                    <p:sp>
                      <p:nvSpPr>
                        <p:cNvPr id="427" name="Google Shape;427;p3"/>
                        <p:cNvSpPr/>
                        <p:nvPr/>
                      </p:nvSpPr>
                      <p:spPr>
                        <a:xfrm>
                          <a:off x="2383723" y="1852423"/>
                          <a:ext cx="298791" cy="152813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28" name="Google Shape;428;p3"/>
                        <p:cNvSpPr/>
                        <p:nvPr/>
                      </p:nvSpPr>
                      <p:spPr>
                        <a:xfrm>
                          <a:off x="2384614" y="1773458"/>
                          <a:ext cx="298791" cy="76406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29" name="Google Shape;429;p3"/>
                        <p:cNvSpPr/>
                        <p:nvPr/>
                      </p:nvSpPr>
                      <p:spPr>
                        <a:xfrm>
                          <a:off x="2382817" y="2003927"/>
                          <a:ext cx="298791" cy="76406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430" name="Google Shape;430;p3"/>
                      <p:cNvSpPr/>
                      <p:nvPr/>
                    </p:nvSpPr>
                    <p:spPr>
                      <a:xfrm>
                        <a:off x="2091131" y="3194599"/>
                        <a:ext cx="344172" cy="21512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431" name="Google Shape;431;p3"/>
                <p:cNvSpPr/>
                <p:nvPr/>
              </p:nvSpPr>
              <p:spPr>
                <a:xfrm>
                  <a:off x="3221988" y="4199466"/>
                  <a:ext cx="344172" cy="360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2" name="Google Shape;432;p3"/>
                <p:cNvSpPr/>
                <p:nvPr/>
              </p:nvSpPr>
              <p:spPr>
                <a:xfrm>
                  <a:off x="3213583" y="4859288"/>
                  <a:ext cx="344172" cy="360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33" name="Google Shape;433;p3"/>
              <p:cNvGrpSpPr/>
              <p:nvPr/>
            </p:nvGrpSpPr>
            <p:grpSpPr>
              <a:xfrm>
                <a:off x="3073755" y="3546804"/>
                <a:ext cx="6295789" cy="1010338"/>
                <a:chOff x="3073755" y="3546804"/>
                <a:chExt cx="6295789" cy="1010338"/>
              </a:xfrm>
            </p:grpSpPr>
            <p:grpSp>
              <p:nvGrpSpPr>
                <p:cNvPr id="434" name="Google Shape;434;p3"/>
                <p:cNvGrpSpPr/>
                <p:nvPr/>
              </p:nvGrpSpPr>
              <p:grpSpPr>
                <a:xfrm rot="5400000">
                  <a:off x="3489344" y="3255355"/>
                  <a:ext cx="848023" cy="1679200"/>
                  <a:chOff x="5739808" y="2877717"/>
                  <a:chExt cx="848023" cy="1679200"/>
                </a:xfrm>
              </p:grpSpPr>
              <p:grpSp>
                <p:nvGrpSpPr>
                  <p:cNvPr id="435" name="Google Shape;435;p3"/>
                  <p:cNvGrpSpPr/>
                  <p:nvPr/>
                </p:nvGrpSpPr>
                <p:grpSpPr>
                  <a:xfrm>
                    <a:off x="5739808" y="3709395"/>
                    <a:ext cx="848023" cy="847523"/>
                    <a:chOff x="5739808" y="3709395"/>
                    <a:chExt cx="848023" cy="847523"/>
                  </a:xfrm>
                </p:grpSpPr>
                <p:grpSp>
                  <p:nvGrpSpPr>
                    <p:cNvPr id="436" name="Google Shape;436;p3"/>
                    <p:cNvGrpSpPr/>
                    <p:nvPr/>
                  </p:nvGrpSpPr>
                  <p:grpSpPr>
                    <a:xfrm>
                      <a:off x="5739808" y="3709395"/>
                      <a:ext cx="352110" cy="847261"/>
                      <a:chOff x="5739808" y="3709395"/>
                      <a:chExt cx="352110" cy="847261"/>
                    </a:xfrm>
                  </p:grpSpPr>
                  <p:grpSp>
                    <p:nvGrpSpPr>
                      <p:cNvPr id="437" name="Google Shape;437;p3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438" name="Google Shape;438;p3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39" name="Google Shape;439;p3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440" name="Google Shape;440;p3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41" name="Google Shape;441;p3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442" name="Google Shape;442;p3"/>
                    <p:cNvGrpSpPr/>
                    <p:nvPr/>
                  </p:nvGrpSpPr>
                  <p:grpSpPr>
                    <a:xfrm flipH="1">
                      <a:off x="6235721" y="3709657"/>
                      <a:ext cx="352110" cy="847261"/>
                      <a:chOff x="5739808" y="3709395"/>
                      <a:chExt cx="352110" cy="847261"/>
                    </a:xfrm>
                  </p:grpSpPr>
                  <p:grpSp>
                    <p:nvGrpSpPr>
                      <p:cNvPr id="443" name="Google Shape;443;p3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444" name="Google Shape;444;p3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45" name="Google Shape;445;p3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446" name="Google Shape;446;p3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47" name="Google Shape;447;p3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448" name="Google Shape;448;p3"/>
                  <p:cNvGrpSpPr/>
                  <p:nvPr/>
                </p:nvGrpSpPr>
                <p:grpSpPr>
                  <a:xfrm>
                    <a:off x="5775048" y="2877717"/>
                    <a:ext cx="779055" cy="1217448"/>
                    <a:chOff x="5775048" y="2877717"/>
                    <a:chExt cx="779055" cy="1217448"/>
                  </a:xfrm>
                </p:grpSpPr>
                <p:grpSp>
                  <p:nvGrpSpPr>
                    <p:cNvPr id="449" name="Google Shape;449;p3"/>
                    <p:cNvGrpSpPr/>
                    <p:nvPr/>
                  </p:nvGrpSpPr>
                  <p:grpSpPr>
                    <a:xfrm>
                      <a:off x="5775707" y="2877717"/>
                      <a:ext cx="778396" cy="1217448"/>
                      <a:chOff x="5775707" y="2877717"/>
                      <a:chExt cx="778396" cy="1217448"/>
                    </a:xfrm>
                  </p:grpSpPr>
                  <p:grpSp>
                    <p:nvGrpSpPr>
                      <p:cNvPr id="450" name="Google Shape;450;p3"/>
                      <p:cNvGrpSpPr/>
                      <p:nvPr/>
                    </p:nvGrpSpPr>
                    <p:grpSpPr>
                      <a:xfrm>
                        <a:off x="5775707" y="2877717"/>
                        <a:ext cx="778396" cy="872513"/>
                        <a:chOff x="5728098" y="3973173"/>
                        <a:chExt cx="778396" cy="872513"/>
                      </a:xfrm>
                    </p:grpSpPr>
                    <p:grpSp>
                      <p:nvGrpSpPr>
                        <p:cNvPr id="451" name="Google Shape;451;p3"/>
                        <p:cNvGrpSpPr/>
                        <p:nvPr/>
                      </p:nvGrpSpPr>
                      <p:grpSpPr>
                        <a:xfrm>
                          <a:off x="5936066" y="3973173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452" name="Google Shape;452;p3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453" name="Google Shape;453;p3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54" name="Google Shape;454;p3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455" name="Google Shape;455;p3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577531"/>
                            <a:chOff x="5728098" y="4268155"/>
                            <a:chExt cx="778396" cy="577531"/>
                          </a:xfrm>
                        </p:grpSpPr>
                        <p:grpSp>
                          <p:nvGrpSpPr>
                            <p:cNvPr id="456" name="Google Shape;456;p3"/>
                            <p:cNvGrpSpPr/>
                            <p:nvPr/>
                          </p:nvGrpSpPr>
                          <p:grpSpPr>
                            <a:xfrm>
                              <a:off x="5728098" y="4268155"/>
                              <a:ext cx="778396" cy="468000"/>
                              <a:chOff x="5728098" y="4268155"/>
                              <a:chExt cx="778396" cy="468000"/>
                            </a:xfrm>
                          </p:grpSpPr>
                          <p:sp>
                            <p:nvSpPr>
                              <p:cNvPr id="457" name="Google Shape;457;p3"/>
                              <p:cNvSpPr/>
                              <p:nvPr/>
                            </p:nvSpPr>
                            <p:spPr>
                              <a:xfrm>
                                <a:off x="5728098" y="4659003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458" name="Google Shape;458;p3"/>
                              <p:cNvSpPr/>
                              <p:nvPr/>
                            </p:nvSpPr>
                            <p:spPr>
                              <a:xfrm>
                                <a:off x="6348799" y="4661385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459" name="Google Shape;459;p3"/>
                              <p:cNvSpPr/>
                              <p:nvPr/>
                            </p:nvSpPr>
                            <p:spPr>
                              <a:xfrm>
                                <a:off x="5847296" y="4268155"/>
                                <a:ext cx="540000" cy="468000"/>
                              </a:xfrm>
                              <a:prstGeom prst="frame">
                                <a:avLst>
                                  <a:gd fmla="val 7853" name="adj1"/>
                                </a:avLst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460" name="Google Shape;460;p3"/>
                            <p:cNvGrpSpPr/>
                            <p:nvPr/>
                          </p:nvGrpSpPr>
                          <p:grpSpPr>
                            <a:xfrm>
                              <a:off x="5728099" y="4698144"/>
                              <a:ext cx="777647" cy="147542"/>
                              <a:chOff x="5728099" y="4698144"/>
                              <a:chExt cx="777647" cy="147542"/>
                            </a:xfrm>
                          </p:grpSpPr>
                          <p:sp>
                            <p:nvSpPr>
                              <p:cNvPr id="461" name="Google Shape;461;p3"/>
                              <p:cNvSpPr/>
                              <p:nvPr/>
                            </p:nvSpPr>
                            <p:spPr>
                              <a:xfrm>
                                <a:off x="5849450" y="4698833"/>
                                <a:ext cx="537845" cy="45719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462" name="Google Shape;462;p3"/>
                              <p:cNvSpPr/>
                              <p:nvPr/>
                            </p:nvSpPr>
                            <p:spPr>
                              <a:xfrm>
                                <a:off x="5728099" y="4698144"/>
                                <a:ext cx="118291" cy="147542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463" name="Google Shape;463;p3"/>
                              <p:cNvSpPr/>
                              <p:nvPr/>
                            </p:nvSpPr>
                            <p:spPr>
                              <a:xfrm>
                                <a:off x="6385142" y="4698144"/>
                                <a:ext cx="120604" cy="147542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464" name="Google Shape;464;p3"/>
                          <p:cNvGrpSpPr/>
                          <p:nvPr/>
                        </p:nvGrpSpPr>
                        <p:grpSpPr>
                          <a:xfrm>
                            <a:off x="5969948" y="4385231"/>
                            <a:ext cx="300588" cy="306875"/>
                            <a:chOff x="6707431" y="4143645"/>
                            <a:chExt cx="398381" cy="433766"/>
                          </a:xfrm>
                        </p:grpSpPr>
                        <p:sp>
                          <p:nvSpPr>
                            <p:cNvPr id="465" name="Google Shape;465;p3"/>
                            <p:cNvSpPr/>
                            <p:nvPr/>
                          </p:nvSpPr>
                          <p:spPr>
                            <a:xfrm>
                              <a:off x="6708632" y="4255261"/>
                              <a:ext cx="396000" cy="21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466" name="Google Shape;466;p3"/>
                            <p:cNvSpPr/>
                            <p:nvPr/>
                          </p:nvSpPr>
                          <p:spPr>
                            <a:xfrm>
                              <a:off x="6709813" y="4143645"/>
                              <a:ext cx="395999" cy="108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467" name="Google Shape;467;p3"/>
                            <p:cNvSpPr/>
                            <p:nvPr/>
                          </p:nvSpPr>
                          <p:spPr>
                            <a:xfrm>
                              <a:off x="6707431" y="4469411"/>
                              <a:ext cx="396000" cy="108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468" name="Google Shape;468;p3"/>
                      <p:cNvSpPr/>
                      <p:nvPr/>
                    </p:nvSpPr>
                    <p:spPr>
                      <a:xfrm>
                        <a:off x="6139226" y="3643061"/>
                        <a:ext cx="45719" cy="452104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469" name="Google Shape;469;p3"/>
                    <p:cNvGrpSpPr/>
                    <p:nvPr/>
                  </p:nvGrpSpPr>
                  <p:grpSpPr>
                    <a:xfrm>
                      <a:off x="5775048" y="3892549"/>
                      <a:ext cx="778309" cy="59708"/>
                      <a:chOff x="5775048" y="3892549"/>
                      <a:chExt cx="778309" cy="59708"/>
                    </a:xfrm>
                  </p:grpSpPr>
                  <p:sp>
                    <p:nvSpPr>
                      <p:cNvPr id="470" name="Google Shape;470;p3"/>
                      <p:cNvSpPr/>
                      <p:nvPr/>
                    </p:nvSpPr>
                    <p:spPr>
                      <a:xfrm rot="-54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71" name="Google Shape;471;p3"/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72" name="Google Shape;472;p3"/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473" name="Google Shape;473;p3"/>
                <p:cNvGrpSpPr/>
                <p:nvPr/>
              </p:nvGrpSpPr>
              <p:grpSpPr>
                <a:xfrm>
                  <a:off x="4507922" y="3546804"/>
                  <a:ext cx="2643562" cy="1010338"/>
                  <a:chOff x="4507922" y="3546803"/>
                  <a:chExt cx="2643562" cy="1010338"/>
                </a:xfrm>
              </p:grpSpPr>
              <p:sp>
                <p:nvSpPr>
                  <p:cNvPr id="474" name="Google Shape;474;p3"/>
                  <p:cNvSpPr/>
                  <p:nvPr/>
                </p:nvSpPr>
                <p:spPr>
                  <a:xfrm rot="10800000">
                    <a:off x="5005154" y="3754381"/>
                    <a:ext cx="146760" cy="6478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5" name="Google Shape;475;p3"/>
                  <p:cNvSpPr/>
                  <p:nvPr/>
                </p:nvSpPr>
                <p:spPr>
                  <a:xfrm rot="10800000">
                    <a:off x="4999776" y="4390339"/>
                    <a:ext cx="146760" cy="58036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76" name="Google Shape;476;p3"/>
                  <p:cNvGrpSpPr/>
                  <p:nvPr/>
                </p:nvGrpSpPr>
                <p:grpSpPr>
                  <a:xfrm>
                    <a:off x="4507922" y="3546803"/>
                    <a:ext cx="2643562" cy="1010338"/>
                    <a:chOff x="4507922" y="3546803"/>
                    <a:chExt cx="2643562" cy="1010338"/>
                  </a:xfrm>
                </p:grpSpPr>
                <p:grpSp>
                  <p:nvGrpSpPr>
                    <p:cNvPr id="477" name="Google Shape;477;p3"/>
                    <p:cNvGrpSpPr/>
                    <p:nvPr/>
                  </p:nvGrpSpPr>
                  <p:grpSpPr>
                    <a:xfrm>
                      <a:off x="4823239" y="3644435"/>
                      <a:ext cx="2328245" cy="912706"/>
                      <a:chOff x="502364" y="4091091"/>
                      <a:chExt cx="1308272" cy="912706"/>
                    </a:xfrm>
                  </p:grpSpPr>
                  <p:grpSp>
                    <p:nvGrpSpPr>
                      <p:cNvPr id="478" name="Google Shape;478;p3"/>
                      <p:cNvGrpSpPr/>
                      <p:nvPr/>
                    </p:nvGrpSpPr>
                    <p:grpSpPr>
                      <a:xfrm>
                        <a:off x="1567011" y="4165843"/>
                        <a:ext cx="222528" cy="748885"/>
                        <a:chOff x="1567011" y="4165843"/>
                        <a:chExt cx="222528" cy="748885"/>
                      </a:xfrm>
                    </p:grpSpPr>
                    <p:sp>
                      <p:nvSpPr>
                        <p:cNvPr id="479" name="Google Shape;479;p3"/>
                        <p:cNvSpPr/>
                        <p:nvPr/>
                      </p:nvSpPr>
                      <p:spPr>
                        <a:xfrm>
                          <a:off x="1567011" y="4165843"/>
                          <a:ext cx="222528" cy="6478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80" name="Google Shape;480;p3"/>
                        <p:cNvSpPr/>
                        <p:nvPr/>
                      </p:nvSpPr>
                      <p:spPr>
                        <a:xfrm>
                          <a:off x="1567011" y="4849939"/>
                          <a:ext cx="222528" cy="6478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481" name="Google Shape;481;p3"/>
                      <p:cNvGrpSpPr/>
                      <p:nvPr/>
                    </p:nvGrpSpPr>
                    <p:grpSpPr>
                      <a:xfrm>
                        <a:off x="502364" y="4091091"/>
                        <a:ext cx="1308272" cy="912706"/>
                        <a:chOff x="1327522" y="4249446"/>
                        <a:chExt cx="2701588" cy="912706"/>
                      </a:xfrm>
                    </p:grpSpPr>
                    <p:sp>
                      <p:nvSpPr>
                        <p:cNvPr id="482" name="Google Shape;482;p3"/>
                        <p:cNvSpPr/>
                        <p:nvPr/>
                      </p:nvSpPr>
                      <p:spPr>
                        <a:xfrm>
                          <a:off x="1329110" y="4249446"/>
                          <a:ext cx="2700000" cy="108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83" name="Google Shape;483;p3"/>
                        <p:cNvSpPr/>
                        <p:nvPr/>
                      </p:nvSpPr>
                      <p:spPr>
                        <a:xfrm>
                          <a:off x="1327522" y="5054152"/>
                          <a:ext cx="2700000" cy="108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484" name="Google Shape;484;p3"/>
                    <p:cNvGrpSpPr/>
                    <p:nvPr/>
                  </p:nvGrpSpPr>
                  <p:grpSpPr>
                    <a:xfrm rot="10800000">
                      <a:off x="5490031" y="3759390"/>
                      <a:ext cx="356609" cy="512384"/>
                      <a:chOff x="2047213" y="2767253"/>
                      <a:chExt cx="430719" cy="642467"/>
                    </a:xfrm>
                  </p:grpSpPr>
                  <p:grpSp>
                    <p:nvGrpSpPr>
                      <p:cNvPr id="485" name="Google Shape;485;p3"/>
                      <p:cNvGrpSpPr/>
                      <p:nvPr/>
                    </p:nvGrpSpPr>
                    <p:grpSpPr>
                      <a:xfrm>
                        <a:off x="2047213" y="2767253"/>
                        <a:ext cx="430719" cy="429014"/>
                        <a:chOff x="2382817" y="1775579"/>
                        <a:chExt cx="299697" cy="304754"/>
                      </a:xfrm>
                    </p:grpSpPr>
                    <p:sp>
                      <p:nvSpPr>
                        <p:cNvPr id="486" name="Google Shape;486;p3"/>
                        <p:cNvSpPr/>
                        <p:nvPr/>
                      </p:nvSpPr>
                      <p:spPr>
                        <a:xfrm>
                          <a:off x="2383723" y="1852423"/>
                          <a:ext cx="298791" cy="152813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87" name="Google Shape;487;p3"/>
                        <p:cNvSpPr/>
                        <p:nvPr/>
                      </p:nvSpPr>
                      <p:spPr>
                        <a:xfrm>
                          <a:off x="2382947" y="1775579"/>
                          <a:ext cx="298791" cy="76406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88" name="Google Shape;488;p3"/>
                        <p:cNvSpPr/>
                        <p:nvPr/>
                      </p:nvSpPr>
                      <p:spPr>
                        <a:xfrm>
                          <a:off x="2382817" y="2003927"/>
                          <a:ext cx="298791" cy="76406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489" name="Google Shape;489;p3"/>
                      <p:cNvSpPr/>
                      <p:nvPr/>
                    </p:nvSpPr>
                    <p:spPr>
                      <a:xfrm>
                        <a:off x="2091131" y="3194599"/>
                        <a:ext cx="344172" cy="21512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490" name="Google Shape;490;p3"/>
                    <p:cNvGrpSpPr/>
                    <p:nvPr/>
                  </p:nvGrpSpPr>
                  <p:grpSpPr>
                    <a:xfrm>
                      <a:off x="4907477" y="3546803"/>
                      <a:ext cx="853204" cy="96037"/>
                      <a:chOff x="4907477" y="3546803"/>
                      <a:chExt cx="853204" cy="96037"/>
                    </a:xfrm>
                  </p:grpSpPr>
                  <p:sp>
                    <p:nvSpPr>
                      <p:cNvPr id="491" name="Google Shape;491;p3"/>
                      <p:cNvSpPr/>
                      <p:nvPr/>
                    </p:nvSpPr>
                    <p:spPr>
                      <a:xfrm rot="10800000">
                        <a:off x="4907477" y="3546804"/>
                        <a:ext cx="342114" cy="9603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92" name="Google Shape;492;p3"/>
                      <p:cNvSpPr/>
                      <p:nvPr/>
                    </p:nvSpPr>
                    <p:spPr>
                      <a:xfrm rot="10800000">
                        <a:off x="5569132" y="3546803"/>
                        <a:ext cx="191549" cy="9603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93" name="Google Shape;493;p3"/>
                      <p:cNvSpPr/>
                      <p:nvPr/>
                    </p:nvSpPr>
                    <p:spPr>
                      <a:xfrm rot="10800000">
                        <a:off x="4907477" y="3571166"/>
                        <a:ext cx="853204" cy="45719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494" name="Google Shape;494;p3"/>
                    <p:cNvGrpSpPr/>
                    <p:nvPr/>
                  </p:nvGrpSpPr>
                  <p:grpSpPr>
                    <a:xfrm>
                      <a:off x="4752800" y="3811517"/>
                      <a:ext cx="634868" cy="577903"/>
                      <a:chOff x="4753771" y="3870856"/>
                      <a:chExt cx="634868" cy="577903"/>
                    </a:xfrm>
                  </p:grpSpPr>
                  <p:sp>
                    <p:nvSpPr>
                      <p:cNvPr id="495" name="Google Shape;495;p3"/>
                      <p:cNvSpPr/>
                      <p:nvPr/>
                    </p:nvSpPr>
                    <p:spPr>
                      <a:xfrm rot="10800000">
                        <a:off x="4753771" y="3964668"/>
                        <a:ext cx="633553" cy="39345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96" name="Google Shape;496;p3"/>
                      <p:cNvSpPr/>
                      <p:nvPr/>
                    </p:nvSpPr>
                    <p:spPr>
                      <a:xfrm rot="10800000">
                        <a:off x="4754851" y="3870856"/>
                        <a:ext cx="633553" cy="9381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97" name="Google Shape;497;p3"/>
                      <p:cNvSpPr/>
                      <p:nvPr/>
                    </p:nvSpPr>
                    <p:spPr>
                      <a:xfrm rot="10800000">
                        <a:off x="4755086" y="4354947"/>
                        <a:ext cx="633553" cy="9381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498" name="Google Shape;498;p3"/>
                    <p:cNvGrpSpPr/>
                    <p:nvPr/>
                  </p:nvGrpSpPr>
                  <p:grpSpPr>
                    <a:xfrm>
                      <a:off x="4507922" y="4032002"/>
                      <a:ext cx="307233" cy="114324"/>
                      <a:chOff x="4507922" y="4032002"/>
                      <a:chExt cx="307233" cy="114324"/>
                    </a:xfrm>
                  </p:grpSpPr>
                  <p:sp>
                    <p:nvSpPr>
                      <p:cNvPr id="499" name="Google Shape;499;p3"/>
                      <p:cNvSpPr/>
                      <p:nvPr/>
                    </p:nvSpPr>
                    <p:spPr>
                      <a:xfrm>
                        <a:off x="4769436" y="4032002"/>
                        <a:ext cx="45719" cy="114324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00" name="Google Shape;500;p3"/>
                      <p:cNvSpPr/>
                      <p:nvPr/>
                    </p:nvSpPr>
                    <p:spPr>
                      <a:xfrm>
                        <a:off x="4507922" y="4044091"/>
                        <a:ext cx="259943" cy="9381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01" name="Google Shape;501;p3"/>
                    <p:cNvSpPr/>
                    <p:nvPr/>
                  </p:nvSpPr>
                  <p:spPr>
                    <a:xfrm rot="10800000">
                      <a:off x="6589484" y="3751758"/>
                      <a:ext cx="45719" cy="696491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2" name="Google Shape;502;p3"/>
                    <p:cNvSpPr/>
                    <p:nvPr/>
                  </p:nvSpPr>
                  <p:spPr>
                    <a:xfrm rot="10800000">
                      <a:off x="5420983" y="3751758"/>
                      <a:ext cx="45719" cy="696491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03" name="Google Shape;503;p3"/>
                <p:cNvGrpSpPr/>
                <p:nvPr/>
              </p:nvGrpSpPr>
              <p:grpSpPr>
                <a:xfrm>
                  <a:off x="6661270" y="3783868"/>
                  <a:ext cx="2708274" cy="626053"/>
                  <a:chOff x="6661270" y="3783867"/>
                  <a:chExt cx="2708274" cy="626053"/>
                </a:xfrm>
              </p:grpSpPr>
              <p:grpSp>
                <p:nvGrpSpPr>
                  <p:cNvPr id="504" name="Google Shape;504;p3"/>
                  <p:cNvGrpSpPr/>
                  <p:nvPr/>
                </p:nvGrpSpPr>
                <p:grpSpPr>
                  <a:xfrm>
                    <a:off x="6661270" y="3783867"/>
                    <a:ext cx="2708274" cy="626053"/>
                    <a:chOff x="1320836" y="4230396"/>
                    <a:chExt cx="2708274" cy="626053"/>
                  </a:xfrm>
                </p:grpSpPr>
                <p:sp>
                  <p:nvSpPr>
                    <p:cNvPr id="505" name="Google Shape;505;p3"/>
                    <p:cNvSpPr/>
                    <p:nvPr/>
                  </p:nvSpPr>
                  <p:spPr>
                    <a:xfrm>
                      <a:off x="1329110" y="4230396"/>
                      <a:ext cx="2700000" cy="108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6" name="Google Shape;506;p3"/>
                    <p:cNvSpPr/>
                    <p:nvPr/>
                  </p:nvSpPr>
                  <p:spPr>
                    <a:xfrm>
                      <a:off x="1320836" y="4748449"/>
                      <a:ext cx="2700000" cy="108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507" name="Google Shape;507;p3"/>
                  <p:cNvGrpSpPr/>
                  <p:nvPr/>
                </p:nvGrpSpPr>
                <p:grpSpPr>
                  <a:xfrm>
                    <a:off x="6709649" y="3891867"/>
                    <a:ext cx="2222868" cy="413022"/>
                    <a:chOff x="6709649" y="3891867"/>
                    <a:chExt cx="2222868" cy="413022"/>
                  </a:xfrm>
                </p:grpSpPr>
                <p:sp>
                  <p:nvSpPr>
                    <p:cNvPr id="508" name="Google Shape;508;p3"/>
                    <p:cNvSpPr/>
                    <p:nvPr/>
                  </p:nvSpPr>
                  <p:spPr>
                    <a:xfrm rot="10800000">
                      <a:off x="6880507" y="3891867"/>
                      <a:ext cx="46539" cy="4085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9" name="Google Shape;509;p3"/>
                    <p:cNvSpPr/>
                    <p:nvPr/>
                  </p:nvSpPr>
                  <p:spPr>
                    <a:xfrm>
                      <a:off x="6709649" y="3996549"/>
                      <a:ext cx="396018" cy="198981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0" name="Google Shape;510;p3"/>
                    <p:cNvSpPr/>
                    <p:nvPr/>
                  </p:nvSpPr>
                  <p:spPr>
                    <a:xfrm rot="10800000">
                      <a:off x="8702279" y="3896386"/>
                      <a:ext cx="46539" cy="4085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1" name="Google Shape;511;p3"/>
                    <p:cNvSpPr/>
                    <p:nvPr/>
                  </p:nvSpPr>
                  <p:spPr>
                    <a:xfrm>
                      <a:off x="8536499" y="3990890"/>
                      <a:ext cx="396018" cy="198981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2" name="Google Shape;512;p3"/>
                    <p:cNvSpPr/>
                    <p:nvPr/>
                  </p:nvSpPr>
                  <p:spPr>
                    <a:xfrm>
                      <a:off x="6709649" y="4035049"/>
                      <a:ext cx="2222868" cy="117501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</p:grpSp>
      <p:sp>
        <p:nvSpPr>
          <p:cNvPr id="513" name="Google Shape;513;p3"/>
          <p:cNvSpPr/>
          <p:nvPr/>
        </p:nvSpPr>
        <p:spPr>
          <a:xfrm>
            <a:off x="7554045" y="3477970"/>
            <a:ext cx="144000" cy="144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"/>
          <p:cNvSpPr/>
          <p:nvPr/>
        </p:nvSpPr>
        <p:spPr>
          <a:xfrm>
            <a:off x="4209111" y="3484913"/>
            <a:ext cx="144000" cy="144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"/>
          <p:cNvSpPr/>
          <p:nvPr/>
        </p:nvSpPr>
        <p:spPr>
          <a:xfrm>
            <a:off x="8615166" y="3232067"/>
            <a:ext cx="144000" cy="144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"/>
          <p:cNvSpPr/>
          <p:nvPr/>
        </p:nvSpPr>
        <p:spPr>
          <a:xfrm>
            <a:off x="6375911" y="3891897"/>
            <a:ext cx="144000" cy="144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"/>
          <p:cNvSpPr/>
          <p:nvPr/>
        </p:nvSpPr>
        <p:spPr>
          <a:xfrm>
            <a:off x="4551774" y="3068669"/>
            <a:ext cx="144000" cy="144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"/>
          <p:cNvSpPr/>
          <p:nvPr/>
        </p:nvSpPr>
        <p:spPr>
          <a:xfrm>
            <a:off x="3095443" y="3380779"/>
            <a:ext cx="144000" cy="144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"/>
          <p:cNvSpPr/>
          <p:nvPr/>
        </p:nvSpPr>
        <p:spPr>
          <a:xfrm>
            <a:off x="3292643" y="3661784"/>
            <a:ext cx="144000" cy="144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"/>
          <p:cNvSpPr txBox="1"/>
          <p:nvPr/>
        </p:nvSpPr>
        <p:spPr>
          <a:xfrm>
            <a:off x="9150785" y="5056339"/>
            <a:ext cx="19844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sensor </a:t>
            </a:r>
            <a:r>
              <a:rPr b="1" i="0" lang="es-ES" sz="2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s2</a:t>
            </a:r>
            <a:endParaRPr/>
          </a:p>
        </p:txBody>
      </p:sp>
      <p:sp>
        <p:nvSpPr>
          <p:cNvPr id="521" name="Google Shape;521;p3"/>
          <p:cNvSpPr txBox="1"/>
          <p:nvPr/>
        </p:nvSpPr>
        <p:spPr>
          <a:xfrm>
            <a:off x="5765651" y="5503864"/>
            <a:ext cx="19844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sensor </a:t>
            </a:r>
            <a:r>
              <a:rPr b="1" i="0" lang="es-ES" sz="2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s1</a:t>
            </a:r>
            <a:endParaRPr/>
          </a:p>
        </p:txBody>
      </p:sp>
      <p:sp>
        <p:nvSpPr>
          <p:cNvPr id="522" name="Google Shape;522;p3"/>
          <p:cNvSpPr txBox="1"/>
          <p:nvPr/>
        </p:nvSpPr>
        <p:spPr>
          <a:xfrm>
            <a:off x="6085138" y="1565286"/>
            <a:ext cx="19844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sensor </a:t>
            </a:r>
            <a:r>
              <a:rPr b="1" i="0" lang="es-ES" sz="2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s3</a:t>
            </a:r>
            <a:endParaRPr/>
          </a:p>
        </p:txBody>
      </p:sp>
      <p:sp>
        <p:nvSpPr>
          <p:cNvPr id="523" name="Google Shape;523;p3"/>
          <p:cNvSpPr txBox="1"/>
          <p:nvPr/>
        </p:nvSpPr>
        <p:spPr>
          <a:xfrm>
            <a:off x="4080237" y="1553905"/>
            <a:ext cx="19844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sensor </a:t>
            </a:r>
            <a:r>
              <a:rPr b="1" i="0" lang="es-ES" sz="2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s4</a:t>
            </a:r>
            <a:endParaRPr/>
          </a:p>
        </p:txBody>
      </p:sp>
      <p:sp>
        <p:nvSpPr>
          <p:cNvPr id="524" name="Google Shape;524;p3"/>
          <p:cNvSpPr txBox="1"/>
          <p:nvPr/>
        </p:nvSpPr>
        <p:spPr>
          <a:xfrm>
            <a:off x="2444426" y="5317131"/>
            <a:ext cx="19844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sensor </a:t>
            </a:r>
            <a:r>
              <a:rPr b="1" i="0" lang="es-ES" sz="2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s5</a:t>
            </a:r>
            <a:endParaRPr/>
          </a:p>
        </p:txBody>
      </p:sp>
      <p:sp>
        <p:nvSpPr>
          <p:cNvPr id="525" name="Google Shape;525;p3"/>
          <p:cNvSpPr txBox="1"/>
          <p:nvPr/>
        </p:nvSpPr>
        <p:spPr>
          <a:xfrm>
            <a:off x="616256" y="4362977"/>
            <a:ext cx="19844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sensor </a:t>
            </a:r>
            <a:r>
              <a:rPr b="1" i="0" lang="es-ES" sz="2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s6</a:t>
            </a:r>
            <a:endParaRPr/>
          </a:p>
        </p:txBody>
      </p:sp>
      <p:sp>
        <p:nvSpPr>
          <p:cNvPr id="526" name="Google Shape;526;p3"/>
          <p:cNvSpPr txBox="1"/>
          <p:nvPr/>
        </p:nvSpPr>
        <p:spPr>
          <a:xfrm>
            <a:off x="340358" y="2572892"/>
            <a:ext cx="19844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sensor </a:t>
            </a:r>
            <a:r>
              <a:rPr b="1" i="0" lang="es-ES" sz="24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s7</a:t>
            </a:r>
            <a:endParaRPr/>
          </a:p>
        </p:txBody>
      </p:sp>
      <p:sp>
        <p:nvSpPr>
          <p:cNvPr id="527" name="Google Shape;527;p3"/>
          <p:cNvSpPr txBox="1"/>
          <p:nvPr/>
        </p:nvSpPr>
        <p:spPr>
          <a:xfrm>
            <a:off x="7236996" y="908047"/>
            <a:ext cx="19844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Motor </a:t>
            </a:r>
            <a:r>
              <a:rPr b="1" i="0" lang="es-ES" sz="2400" u="none" cap="none" strike="noStrik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M2</a:t>
            </a:r>
            <a:endParaRPr/>
          </a:p>
        </p:txBody>
      </p:sp>
      <p:sp>
        <p:nvSpPr>
          <p:cNvPr id="528" name="Google Shape;528;p3"/>
          <p:cNvSpPr txBox="1"/>
          <p:nvPr/>
        </p:nvSpPr>
        <p:spPr>
          <a:xfrm>
            <a:off x="7302793" y="5835013"/>
            <a:ext cx="19844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Motor </a:t>
            </a:r>
            <a:r>
              <a:rPr b="1" i="0" lang="es-ES" sz="2400" u="none" cap="none" strike="noStrik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M3</a:t>
            </a:r>
            <a:endParaRPr/>
          </a:p>
        </p:txBody>
      </p:sp>
      <p:sp>
        <p:nvSpPr>
          <p:cNvPr id="529" name="Google Shape;529;p3"/>
          <p:cNvSpPr txBox="1"/>
          <p:nvPr/>
        </p:nvSpPr>
        <p:spPr>
          <a:xfrm>
            <a:off x="4177704" y="4969491"/>
            <a:ext cx="19844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Motor </a:t>
            </a:r>
            <a:r>
              <a:rPr b="1" i="0" lang="es-ES" sz="2400" u="none" cap="none" strike="noStrik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M4</a:t>
            </a:r>
            <a:endParaRPr/>
          </a:p>
        </p:txBody>
      </p:sp>
      <p:sp>
        <p:nvSpPr>
          <p:cNvPr id="530" name="Google Shape;530;p3"/>
          <p:cNvSpPr txBox="1"/>
          <p:nvPr/>
        </p:nvSpPr>
        <p:spPr>
          <a:xfrm>
            <a:off x="1835273" y="1662174"/>
            <a:ext cx="19844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Motor </a:t>
            </a:r>
            <a:r>
              <a:rPr b="1" i="0" lang="es-ES" sz="2400" u="none" cap="none" strike="noStrik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M5</a:t>
            </a:r>
            <a:endParaRPr/>
          </a:p>
        </p:txBody>
      </p:sp>
      <p:sp>
        <p:nvSpPr>
          <p:cNvPr id="531" name="Google Shape;531;p3"/>
          <p:cNvSpPr txBox="1"/>
          <p:nvPr/>
        </p:nvSpPr>
        <p:spPr>
          <a:xfrm>
            <a:off x="182573" y="3666003"/>
            <a:ext cx="19844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Motor </a:t>
            </a:r>
            <a:r>
              <a:rPr b="1" i="0" lang="es-ES" sz="2400" u="none" cap="none" strike="noStrike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M6</a:t>
            </a:r>
            <a:endParaRPr/>
          </a:p>
        </p:txBody>
      </p:sp>
      <p:cxnSp>
        <p:nvCxnSpPr>
          <p:cNvPr id="532" name="Google Shape;532;p3"/>
          <p:cNvCxnSpPr>
            <a:stCxn id="527" idx="2"/>
            <a:endCxn id="422" idx="0"/>
          </p:cNvCxnSpPr>
          <p:nvPr/>
        </p:nvCxnSpPr>
        <p:spPr>
          <a:xfrm>
            <a:off x="8229213" y="1369712"/>
            <a:ext cx="31800" cy="1052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3" name="Google Shape;533;p3"/>
          <p:cNvCxnSpPr/>
          <p:nvPr/>
        </p:nvCxnSpPr>
        <p:spPr>
          <a:xfrm rot="10800000">
            <a:off x="8235968" y="4824642"/>
            <a:ext cx="0" cy="105260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4" name="Google Shape;534;p3"/>
          <p:cNvCxnSpPr/>
          <p:nvPr/>
        </p:nvCxnSpPr>
        <p:spPr>
          <a:xfrm rot="10800000">
            <a:off x="5198063" y="3789403"/>
            <a:ext cx="0" cy="105260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5" name="Google Shape;535;p3"/>
          <p:cNvCxnSpPr/>
          <p:nvPr/>
        </p:nvCxnSpPr>
        <p:spPr>
          <a:xfrm>
            <a:off x="3205350" y="2123839"/>
            <a:ext cx="1321359" cy="134686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6" name="Google Shape;536;p3"/>
          <p:cNvCxnSpPr/>
          <p:nvPr/>
        </p:nvCxnSpPr>
        <p:spPr>
          <a:xfrm flipH="1" rot="10800000">
            <a:off x="2044354" y="3545874"/>
            <a:ext cx="1580050" cy="430663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7" name="Google Shape;537;p3"/>
          <p:cNvCxnSpPr>
            <a:endCxn id="514" idx="4"/>
          </p:cNvCxnSpPr>
          <p:nvPr/>
        </p:nvCxnSpPr>
        <p:spPr>
          <a:xfrm flipH="1" rot="10800000">
            <a:off x="3344811" y="3628913"/>
            <a:ext cx="936300" cy="1722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8" name="Google Shape;538;p3"/>
          <p:cNvCxnSpPr>
            <a:endCxn id="334" idx="1"/>
          </p:cNvCxnSpPr>
          <p:nvPr/>
        </p:nvCxnSpPr>
        <p:spPr>
          <a:xfrm>
            <a:off x="2143688" y="2801241"/>
            <a:ext cx="794100" cy="470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9" name="Google Shape;539;p3"/>
          <p:cNvCxnSpPr>
            <a:endCxn id="364" idx="2"/>
          </p:cNvCxnSpPr>
          <p:nvPr/>
        </p:nvCxnSpPr>
        <p:spPr>
          <a:xfrm flipH="1" rot="10800000">
            <a:off x="2409903" y="3946350"/>
            <a:ext cx="825300" cy="618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0" name="Google Shape;540;p3"/>
          <p:cNvCxnSpPr/>
          <p:nvPr/>
        </p:nvCxnSpPr>
        <p:spPr>
          <a:xfrm flipH="1">
            <a:off x="4709470" y="1931635"/>
            <a:ext cx="394150" cy="1042308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1" name="Google Shape;541;p3"/>
          <p:cNvCxnSpPr/>
          <p:nvPr/>
        </p:nvCxnSpPr>
        <p:spPr>
          <a:xfrm flipH="1">
            <a:off x="6519911" y="1952290"/>
            <a:ext cx="534326" cy="1909557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2" name="Google Shape;542;p3"/>
          <p:cNvCxnSpPr>
            <a:endCxn id="513" idx="3"/>
          </p:cNvCxnSpPr>
          <p:nvPr/>
        </p:nvCxnSpPr>
        <p:spPr>
          <a:xfrm flipH="1" rot="10800000">
            <a:off x="6834133" y="3600882"/>
            <a:ext cx="741000" cy="1943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3" name="Google Shape;543;p3"/>
          <p:cNvCxnSpPr/>
          <p:nvPr/>
        </p:nvCxnSpPr>
        <p:spPr>
          <a:xfrm rot="10800000">
            <a:off x="8763876" y="3436498"/>
            <a:ext cx="1256100" cy="1639986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"/>
          <p:cNvSpPr txBox="1"/>
          <p:nvPr>
            <p:ph type="ctrTitle"/>
          </p:nvPr>
        </p:nvSpPr>
        <p:spPr>
          <a:xfrm>
            <a:off x="535438" y="20331"/>
            <a:ext cx="11068575" cy="12925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haroni"/>
              <a:buNone/>
            </a:pP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MODO MANUAL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Rotación</a:t>
            </a:r>
            <a:endParaRPr/>
          </a:p>
        </p:txBody>
      </p:sp>
      <p:grpSp>
        <p:nvGrpSpPr>
          <p:cNvPr id="549" name="Google Shape;549;p4"/>
          <p:cNvGrpSpPr/>
          <p:nvPr/>
        </p:nvGrpSpPr>
        <p:grpSpPr>
          <a:xfrm>
            <a:off x="7368338" y="4399619"/>
            <a:ext cx="1883264" cy="1164627"/>
            <a:chOff x="6767476" y="2807824"/>
            <a:chExt cx="2544585" cy="1620000"/>
          </a:xfrm>
        </p:grpSpPr>
        <p:sp>
          <p:nvSpPr>
            <p:cNvPr id="550" name="Google Shape;550;p4"/>
            <p:cNvSpPr/>
            <p:nvPr/>
          </p:nvSpPr>
          <p:spPr>
            <a:xfrm>
              <a:off x="6792061" y="2807824"/>
              <a:ext cx="2520000" cy="1620000"/>
            </a:xfrm>
            <a:prstGeom prst="rect">
              <a:avLst/>
            </a:prstGeom>
            <a:solidFill>
              <a:srgbClr val="A5A5A5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1" name="Google Shape;551;p4"/>
            <p:cNvGrpSpPr/>
            <p:nvPr/>
          </p:nvGrpSpPr>
          <p:grpSpPr>
            <a:xfrm>
              <a:off x="6767476" y="3549941"/>
              <a:ext cx="183460" cy="131087"/>
              <a:chOff x="7880046" y="4034592"/>
              <a:chExt cx="183460" cy="131087"/>
            </a:xfrm>
          </p:grpSpPr>
          <p:sp>
            <p:nvSpPr>
              <p:cNvPr id="552" name="Google Shape;552;p4"/>
              <p:cNvSpPr/>
              <p:nvPr/>
            </p:nvSpPr>
            <p:spPr>
              <a:xfrm>
                <a:off x="7880046" y="4034592"/>
                <a:ext cx="46539" cy="131087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4"/>
              <p:cNvSpPr/>
              <p:nvPr/>
            </p:nvSpPr>
            <p:spPr>
              <a:xfrm>
                <a:off x="7926585" y="4050038"/>
                <a:ext cx="136921" cy="93813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54" name="Google Shape;554;p4"/>
          <p:cNvSpPr txBox="1"/>
          <p:nvPr>
            <p:ph idx="1" type="subTitle"/>
          </p:nvPr>
        </p:nvSpPr>
        <p:spPr>
          <a:xfrm>
            <a:off x="203220" y="2194345"/>
            <a:ext cx="4374564" cy="3954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b="1" lang="es-ES" sz="1600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AutoNum type="arabicPeriod"/>
            </a:pPr>
            <a:r>
              <a:rPr lang="es-ES" sz="1600">
                <a:solidFill>
                  <a:srgbClr val="0070C0"/>
                </a:solidFill>
              </a:rPr>
              <a:t>¿Botón S1 presionado?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1400"/>
              <a:buNone/>
            </a:pPr>
            <a:r>
              <a:rPr b="1" lang="es-ES" sz="1400">
                <a:solidFill>
                  <a:srgbClr val="00B050"/>
                </a:solidFill>
              </a:rPr>
              <a:t>Si, </a:t>
            </a:r>
            <a:r>
              <a:rPr lang="es-ES" sz="1400"/>
              <a:t>rotar brazo en sentido horario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</a:pPr>
            <a:r>
              <a:rPr b="1" lang="es-ES" sz="1400">
                <a:solidFill>
                  <a:srgbClr val="FF0000"/>
                </a:solidFill>
              </a:rPr>
              <a:t>No, </a:t>
            </a:r>
            <a:r>
              <a:rPr lang="es-ES" sz="1400"/>
              <a:t>saltar al paso 3.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AutoNum type="arabicPeriod"/>
            </a:pPr>
            <a:r>
              <a:rPr lang="es-ES" sz="1600">
                <a:solidFill>
                  <a:srgbClr val="0070C0"/>
                </a:solidFill>
              </a:rPr>
              <a:t>¿sensor S1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1400"/>
              <a:buNone/>
            </a:pPr>
            <a:r>
              <a:rPr b="1" lang="es-ES" sz="1400">
                <a:solidFill>
                  <a:srgbClr val="00B050"/>
                </a:solidFill>
              </a:rPr>
              <a:t>Si, </a:t>
            </a:r>
            <a:r>
              <a:rPr lang="es-ES" sz="1400"/>
              <a:t>inhabilitar botón S1 y habilitar botón S2.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</a:pPr>
            <a:r>
              <a:rPr b="1" lang="es-ES" sz="1400">
                <a:solidFill>
                  <a:srgbClr val="FF0000"/>
                </a:solidFill>
              </a:rPr>
              <a:t>No, </a:t>
            </a:r>
            <a:r>
              <a:rPr lang="es-ES" sz="1400"/>
              <a:t>saltar al paso 1.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AutoNum type="arabicPeriod"/>
            </a:pPr>
            <a:r>
              <a:rPr lang="es-ES" sz="1600">
                <a:solidFill>
                  <a:srgbClr val="0070C0"/>
                </a:solidFill>
              </a:rPr>
              <a:t>¿Botón S2 presionado?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1400"/>
              <a:buNone/>
            </a:pPr>
            <a:r>
              <a:rPr b="1" lang="es-ES" sz="1400">
                <a:solidFill>
                  <a:srgbClr val="00B050"/>
                </a:solidFill>
              </a:rPr>
              <a:t>Si, </a:t>
            </a:r>
            <a:r>
              <a:rPr lang="es-ES" sz="1400"/>
              <a:t>rotar brazo en sentido antihorario.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</a:pPr>
            <a:r>
              <a:rPr b="1" lang="es-ES" sz="1400">
                <a:solidFill>
                  <a:srgbClr val="FF0000"/>
                </a:solidFill>
              </a:rPr>
              <a:t>No, </a:t>
            </a:r>
            <a:r>
              <a:rPr lang="es-ES" sz="1400"/>
              <a:t>saltar al paso 1.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AutoNum type="arabicPeriod"/>
            </a:pPr>
            <a:r>
              <a:rPr lang="es-ES" sz="1600">
                <a:solidFill>
                  <a:srgbClr val="0070C0"/>
                </a:solidFill>
              </a:rPr>
              <a:t>¿sensor S1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1400"/>
              <a:buNone/>
            </a:pPr>
            <a:r>
              <a:rPr b="1" lang="es-ES" sz="1400">
                <a:solidFill>
                  <a:srgbClr val="00B050"/>
                </a:solidFill>
              </a:rPr>
              <a:t>Si, </a:t>
            </a:r>
            <a:r>
              <a:rPr lang="es-ES" sz="1400"/>
              <a:t>inhabilitar botón S2 y habilitar botón S1.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</a:pPr>
            <a:r>
              <a:rPr b="1" lang="es-ES" sz="1400">
                <a:solidFill>
                  <a:srgbClr val="FF0000"/>
                </a:solidFill>
              </a:rPr>
              <a:t>No, </a:t>
            </a:r>
            <a:r>
              <a:rPr lang="es-ES" sz="1400"/>
              <a:t>saltar al paso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  <p:sp>
        <p:nvSpPr>
          <p:cNvPr id="555" name="Google Shape;555;p4"/>
          <p:cNvSpPr/>
          <p:nvPr/>
        </p:nvSpPr>
        <p:spPr>
          <a:xfrm>
            <a:off x="6880223" y="5843470"/>
            <a:ext cx="288000" cy="288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"/>
          <p:cNvSpPr txBox="1"/>
          <p:nvPr/>
        </p:nvSpPr>
        <p:spPr>
          <a:xfrm>
            <a:off x="6260327" y="6121868"/>
            <a:ext cx="1649769" cy="437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S1</a:t>
            </a:r>
            <a:endParaRPr/>
          </a:p>
        </p:txBody>
      </p:sp>
      <p:grpSp>
        <p:nvGrpSpPr>
          <p:cNvPr id="557" name="Google Shape;557;p4"/>
          <p:cNvGrpSpPr/>
          <p:nvPr/>
        </p:nvGrpSpPr>
        <p:grpSpPr>
          <a:xfrm>
            <a:off x="4003805" y="3966797"/>
            <a:ext cx="7986355" cy="2023186"/>
            <a:chOff x="4003805" y="3966797"/>
            <a:chExt cx="7986355" cy="2023186"/>
          </a:xfrm>
        </p:grpSpPr>
        <p:grpSp>
          <p:nvGrpSpPr>
            <p:cNvPr id="558" name="Google Shape;558;p4"/>
            <p:cNvGrpSpPr/>
            <p:nvPr/>
          </p:nvGrpSpPr>
          <p:grpSpPr>
            <a:xfrm>
              <a:off x="4003805" y="3966797"/>
              <a:ext cx="7986355" cy="2023186"/>
              <a:chOff x="541527" y="4729685"/>
              <a:chExt cx="10479624" cy="1944000"/>
            </a:xfrm>
          </p:grpSpPr>
          <p:grpSp>
            <p:nvGrpSpPr>
              <p:cNvPr id="559" name="Google Shape;559;p4"/>
              <p:cNvGrpSpPr/>
              <p:nvPr/>
            </p:nvGrpSpPr>
            <p:grpSpPr>
              <a:xfrm>
                <a:off x="541527" y="4729685"/>
                <a:ext cx="5829438" cy="1940395"/>
                <a:chOff x="3073755" y="2956240"/>
                <a:chExt cx="6295789" cy="2271162"/>
              </a:xfrm>
            </p:grpSpPr>
            <p:grpSp>
              <p:nvGrpSpPr>
                <p:cNvPr id="560" name="Google Shape;560;p4"/>
                <p:cNvGrpSpPr/>
                <p:nvPr/>
              </p:nvGrpSpPr>
              <p:grpSpPr>
                <a:xfrm>
                  <a:off x="8101270" y="2956240"/>
                  <a:ext cx="1260000" cy="2271162"/>
                  <a:chOff x="2760836" y="3402769"/>
                  <a:chExt cx="1260000" cy="2271162"/>
                </a:xfrm>
              </p:grpSpPr>
              <p:grpSp>
                <p:nvGrpSpPr>
                  <p:cNvPr id="561" name="Google Shape;561;p4"/>
                  <p:cNvGrpSpPr/>
                  <p:nvPr/>
                </p:nvGrpSpPr>
                <p:grpSpPr>
                  <a:xfrm>
                    <a:off x="2760836" y="3402769"/>
                    <a:ext cx="1260000" cy="2271162"/>
                    <a:chOff x="1634509" y="2764268"/>
                    <a:chExt cx="1260000" cy="2271162"/>
                  </a:xfrm>
                </p:grpSpPr>
                <p:grpSp>
                  <p:nvGrpSpPr>
                    <p:cNvPr id="562" name="Google Shape;562;p4"/>
                    <p:cNvGrpSpPr/>
                    <p:nvPr/>
                  </p:nvGrpSpPr>
                  <p:grpSpPr>
                    <a:xfrm>
                      <a:off x="1634509" y="3267323"/>
                      <a:ext cx="1260000" cy="1277113"/>
                      <a:chOff x="1655533" y="3271133"/>
                      <a:chExt cx="1260000" cy="1277113"/>
                    </a:xfrm>
                  </p:grpSpPr>
                  <p:grpSp>
                    <p:nvGrpSpPr>
                      <p:cNvPr id="563" name="Google Shape;563;p4"/>
                      <p:cNvGrpSpPr/>
                      <p:nvPr/>
                    </p:nvGrpSpPr>
                    <p:grpSpPr>
                      <a:xfrm>
                        <a:off x="1655533" y="3280626"/>
                        <a:ext cx="1260000" cy="1260000"/>
                        <a:chOff x="1655533" y="3280626"/>
                        <a:chExt cx="1260000" cy="1260000"/>
                      </a:xfrm>
                    </p:grpSpPr>
                    <p:sp>
                      <p:nvSpPr>
                        <p:cNvPr id="564" name="Google Shape;564;p4"/>
                        <p:cNvSpPr/>
                        <p:nvPr/>
                      </p:nvSpPr>
                      <p:spPr>
                        <a:xfrm>
                          <a:off x="1655533" y="3280626"/>
                          <a:ext cx="1260000" cy="1260000"/>
                        </a:xfrm>
                        <a:prstGeom prst="ellipse">
                          <a:avLst/>
                        </a:prstGeom>
                        <a:solidFill>
                          <a:srgbClr val="757070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65" name="Google Shape;565;p4"/>
                        <p:cNvSpPr/>
                        <p:nvPr/>
                      </p:nvSpPr>
                      <p:spPr>
                        <a:xfrm>
                          <a:off x="1745533" y="3421150"/>
                          <a:ext cx="1080000" cy="142397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66" name="Google Shape;566;p4"/>
                        <p:cNvSpPr/>
                        <p:nvPr/>
                      </p:nvSpPr>
                      <p:spPr>
                        <a:xfrm>
                          <a:off x="1745533" y="4251264"/>
                          <a:ext cx="1080000" cy="142397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567" name="Google Shape;567;p4"/>
                      <p:cNvGrpSpPr/>
                      <p:nvPr/>
                    </p:nvGrpSpPr>
                    <p:grpSpPr>
                      <a:xfrm>
                        <a:off x="1745533" y="3271133"/>
                        <a:ext cx="1080000" cy="1277113"/>
                        <a:chOff x="1745533" y="3271133"/>
                        <a:chExt cx="1080000" cy="1277113"/>
                      </a:xfrm>
                    </p:grpSpPr>
                    <p:sp>
                      <p:nvSpPr>
                        <p:cNvPr id="568" name="Google Shape;568;p4"/>
                        <p:cNvSpPr/>
                        <p:nvPr/>
                      </p:nvSpPr>
                      <p:spPr>
                        <a:xfrm>
                          <a:off x="1745533" y="3271133"/>
                          <a:ext cx="1080000" cy="142397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rgbClr val="A5A5A5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69" name="Google Shape;569;p4"/>
                        <p:cNvSpPr/>
                        <p:nvPr/>
                      </p:nvSpPr>
                      <p:spPr>
                        <a:xfrm>
                          <a:off x="1745533" y="4405849"/>
                          <a:ext cx="1080000" cy="142397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rgbClr val="A5A5A5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70" name="Google Shape;570;p4"/>
                    <p:cNvGrpSpPr/>
                    <p:nvPr/>
                  </p:nvGrpSpPr>
                  <p:grpSpPr>
                    <a:xfrm>
                      <a:off x="2044634" y="2764268"/>
                      <a:ext cx="434583" cy="2271162"/>
                      <a:chOff x="2044634" y="2764268"/>
                      <a:chExt cx="434583" cy="2271162"/>
                    </a:xfrm>
                  </p:grpSpPr>
                  <p:grpSp>
                    <p:nvGrpSpPr>
                      <p:cNvPr id="571" name="Google Shape;571;p4"/>
                      <p:cNvGrpSpPr/>
                      <p:nvPr/>
                    </p:nvGrpSpPr>
                    <p:grpSpPr>
                      <a:xfrm>
                        <a:off x="2047217" y="2764268"/>
                        <a:ext cx="432000" cy="645452"/>
                        <a:chOff x="2047217" y="2764268"/>
                        <a:chExt cx="432000" cy="645452"/>
                      </a:xfrm>
                    </p:grpSpPr>
                    <p:grpSp>
                      <p:nvGrpSpPr>
                        <p:cNvPr id="572" name="Google Shape;572;p4"/>
                        <p:cNvGrpSpPr/>
                        <p:nvPr/>
                      </p:nvGrpSpPr>
                      <p:grpSpPr>
                        <a:xfrm>
                          <a:off x="2047217" y="2764268"/>
                          <a:ext cx="432000" cy="432000"/>
                          <a:chOff x="2382817" y="1773458"/>
                          <a:chExt cx="300588" cy="306875"/>
                        </a:xfrm>
                      </p:grpSpPr>
                      <p:sp>
                        <p:nvSpPr>
                          <p:cNvPr id="573" name="Google Shape;573;p4"/>
                          <p:cNvSpPr/>
                          <p:nvPr/>
                        </p:nvSpPr>
                        <p:spPr>
                          <a:xfrm>
                            <a:off x="2383723" y="1852423"/>
                            <a:ext cx="298791" cy="152813"/>
                          </a:xfrm>
                          <a:prstGeom prst="rect">
                            <a:avLst/>
                          </a:prstGeom>
                          <a:solidFill>
                            <a:srgbClr val="595959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74" name="Google Shape;574;p4"/>
                          <p:cNvSpPr/>
                          <p:nvPr/>
                        </p:nvSpPr>
                        <p:spPr>
                          <a:xfrm>
                            <a:off x="2384614" y="1773458"/>
                            <a:ext cx="298791" cy="76406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75" name="Google Shape;575;p4"/>
                          <p:cNvSpPr/>
                          <p:nvPr/>
                        </p:nvSpPr>
                        <p:spPr>
                          <a:xfrm>
                            <a:off x="2382817" y="2003927"/>
                            <a:ext cx="298791" cy="76406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576" name="Google Shape;576;p4"/>
                        <p:cNvSpPr/>
                        <p:nvPr/>
                      </p:nvSpPr>
                      <p:spPr>
                        <a:xfrm>
                          <a:off x="2091131" y="3194599"/>
                          <a:ext cx="344172" cy="215121"/>
                        </a:xfrm>
                        <a:prstGeom prst="rect">
                          <a:avLst/>
                        </a:prstGeom>
                        <a:solidFill>
                          <a:srgbClr val="262626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577" name="Google Shape;577;p4"/>
                      <p:cNvGrpSpPr/>
                      <p:nvPr/>
                    </p:nvGrpSpPr>
                    <p:grpSpPr>
                      <a:xfrm flipH="1" rot="10800000">
                        <a:off x="2044634" y="4389978"/>
                        <a:ext cx="432000" cy="645452"/>
                        <a:chOff x="2047217" y="2764268"/>
                        <a:chExt cx="432000" cy="645452"/>
                      </a:xfrm>
                    </p:grpSpPr>
                    <p:grpSp>
                      <p:nvGrpSpPr>
                        <p:cNvPr id="578" name="Google Shape;578;p4"/>
                        <p:cNvGrpSpPr/>
                        <p:nvPr/>
                      </p:nvGrpSpPr>
                      <p:grpSpPr>
                        <a:xfrm>
                          <a:off x="2047217" y="2764268"/>
                          <a:ext cx="432000" cy="432000"/>
                          <a:chOff x="2382817" y="1773458"/>
                          <a:chExt cx="300588" cy="306875"/>
                        </a:xfrm>
                      </p:grpSpPr>
                      <p:sp>
                        <p:nvSpPr>
                          <p:cNvPr id="579" name="Google Shape;579;p4"/>
                          <p:cNvSpPr/>
                          <p:nvPr/>
                        </p:nvSpPr>
                        <p:spPr>
                          <a:xfrm>
                            <a:off x="2383723" y="1852423"/>
                            <a:ext cx="298791" cy="152813"/>
                          </a:xfrm>
                          <a:prstGeom prst="rect">
                            <a:avLst/>
                          </a:prstGeom>
                          <a:solidFill>
                            <a:srgbClr val="595959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80" name="Google Shape;580;p4"/>
                          <p:cNvSpPr/>
                          <p:nvPr/>
                        </p:nvSpPr>
                        <p:spPr>
                          <a:xfrm>
                            <a:off x="2384614" y="1773458"/>
                            <a:ext cx="298791" cy="76406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81" name="Google Shape;581;p4"/>
                          <p:cNvSpPr/>
                          <p:nvPr/>
                        </p:nvSpPr>
                        <p:spPr>
                          <a:xfrm>
                            <a:off x="2382817" y="2003927"/>
                            <a:ext cx="298791" cy="76406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582" name="Google Shape;582;p4"/>
                        <p:cNvSpPr/>
                        <p:nvPr/>
                      </p:nvSpPr>
                      <p:spPr>
                        <a:xfrm>
                          <a:off x="2091131" y="3194599"/>
                          <a:ext cx="344172" cy="215121"/>
                        </a:xfrm>
                        <a:prstGeom prst="rect">
                          <a:avLst/>
                        </a:prstGeom>
                        <a:solidFill>
                          <a:srgbClr val="262626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583" name="Google Shape;583;p4"/>
                  <p:cNvSpPr/>
                  <p:nvPr/>
                </p:nvSpPr>
                <p:spPr>
                  <a:xfrm>
                    <a:off x="3221988" y="4199466"/>
                    <a:ext cx="344172" cy="36000"/>
                  </a:xfrm>
                  <a:prstGeom prst="rect">
                    <a:avLst/>
                  </a:prstGeom>
                  <a:solidFill>
                    <a:srgbClr val="262626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4" name="Google Shape;584;p4"/>
                  <p:cNvSpPr/>
                  <p:nvPr/>
                </p:nvSpPr>
                <p:spPr>
                  <a:xfrm>
                    <a:off x="3213583" y="4859288"/>
                    <a:ext cx="344172" cy="36000"/>
                  </a:xfrm>
                  <a:prstGeom prst="rect">
                    <a:avLst/>
                  </a:prstGeom>
                  <a:solidFill>
                    <a:srgbClr val="262626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85" name="Google Shape;585;p4"/>
                <p:cNvGrpSpPr/>
                <p:nvPr/>
              </p:nvGrpSpPr>
              <p:grpSpPr>
                <a:xfrm>
                  <a:off x="3073755" y="3546804"/>
                  <a:ext cx="6295789" cy="1010338"/>
                  <a:chOff x="3073755" y="3546804"/>
                  <a:chExt cx="6295789" cy="1010338"/>
                </a:xfrm>
              </p:grpSpPr>
              <p:grpSp>
                <p:nvGrpSpPr>
                  <p:cNvPr id="586" name="Google Shape;586;p4"/>
                  <p:cNvGrpSpPr/>
                  <p:nvPr/>
                </p:nvGrpSpPr>
                <p:grpSpPr>
                  <a:xfrm rot="5400000">
                    <a:off x="3489344" y="3255355"/>
                    <a:ext cx="848023" cy="1679200"/>
                    <a:chOff x="5739808" y="2877717"/>
                    <a:chExt cx="848023" cy="1679200"/>
                  </a:xfrm>
                </p:grpSpPr>
                <p:grpSp>
                  <p:nvGrpSpPr>
                    <p:cNvPr id="587" name="Google Shape;587;p4"/>
                    <p:cNvGrpSpPr/>
                    <p:nvPr/>
                  </p:nvGrpSpPr>
                  <p:grpSpPr>
                    <a:xfrm>
                      <a:off x="5739808" y="3709395"/>
                      <a:ext cx="848023" cy="847523"/>
                      <a:chOff x="5739808" y="3709395"/>
                      <a:chExt cx="848023" cy="847523"/>
                    </a:xfrm>
                  </p:grpSpPr>
                  <p:grpSp>
                    <p:nvGrpSpPr>
                      <p:cNvPr id="588" name="Google Shape;588;p4"/>
                      <p:cNvGrpSpPr/>
                      <p:nvPr/>
                    </p:nvGrpSpPr>
                    <p:grpSpPr>
                      <a:xfrm>
                        <a:off x="5739808" y="3709395"/>
                        <a:ext cx="352110" cy="847261"/>
                        <a:chOff x="5739808" y="3709395"/>
                        <a:chExt cx="352110" cy="847261"/>
                      </a:xfrm>
                    </p:grpSpPr>
                    <p:grpSp>
                      <p:nvGrpSpPr>
                        <p:cNvPr id="589" name="Google Shape;589;p4"/>
                        <p:cNvGrpSpPr/>
                        <p:nvPr/>
                      </p:nvGrpSpPr>
                      <p:grpSpPr>
                        <a:xfrm>
                          <a:off x="5739808" y="3709395"/>
                          <a:ext cx="296814" cy="499674"/>
                          <a:chOff x="6097258" y="3708381"/>
                          <a:chExt cx="296814" cy="499674"/>
                        </a:xfrm>
                      </p:grpSpPr>
                      <p:sp>
                        <p:nvSpPr>
                          <p:cNvPr id="590" name="Google Shape;590;p4"/>
                          <p:cNvSpPr/>
                          <p:nvPr/>
                        </p:nvSpPr>
                        <p:spPr>
                          <a:xfrm rot="-1077969">
                            <a:off x="6166492" y="3721247"/>
                            <a:ext cx="158346" cy="473941"/>
                          </a:xfrm>
                          <a:prstGeom prst="roundRect">
                            <a:avLst>
                              <a:gd fmla="val 16667" name="adj"/>
                            </a:avLst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91" name="Google Shape;591;p4"/>
                          <p:cNvSpPr/>
                          <p:nvPr/>
                        </p:nvSpPr>
                        <p:spPr>
                          <a:xfrm flipH="1" rot="231950">
                            <a:off x="6202247" y="3774966"/>
                            <a:ext cx="45719" cy="216078"/>
                          </a:xfrm>
                          <a:prstGeom prst="roundRect">
                            <a:avLst>
                              <a:gd fmla="val 40457" name="adj"/>
                            </a:avLst>
                          </a:prstGeom>
                          <a:solidFill>
                            <a:schemeClr val="lt1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592" name="Google Shape;592;p4"/>
                        <p:cNvSpPr/>
                        <p:nvPr/>
                      </p:nvSpPr>
                      <p:spPr>
                        <a:xfrm rot="-1153397">
                          <a:off x="5872725" y="4154646"/>
                          <a:ext cx="212428" cy="60403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93" name="Google Shape;593;p4"/>
                        <p:cNvSpPr/>
                        <p:nvPr/>
                      </p:nvSpPr>
                      <p:spPr>
                        <a:xfrm rot="-1153397">
                          <a:off x="5969456" y="4217860"/>
                          <a:ext cx="68932" cy="336838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594" name="Google Shape;594;p4"/>
                      <p:cNvGrpSpPr/>
                      <p:nvPr/>
                    </p:nvGrpSpPr>
                    <p:grpSpPr>
                      <a:xfrm flipH="1">
                        <a:off x="6235721" y="3709657"/>
                        <a:ext cx="352110" cy="847261"/>
                        <a:chOff x="5739808" y="3709395"/>
                        <a:chExt cx="352110" cy="847261"/>
                      </a:xfrm>
                    </p:grpSpPr>
                    <p:grpSp>
                      <p:nvGrpSpPr>
                        <p:cNvPr id="595" name="Google Shape;595;p4"/>
                        <p:cNvGrpSpPr/>
                        <p:nvPr/>
                      </p:nvGrpSpPr>
                      <p:grpSpPr>
                        <a:xfrm>
                          <a:off x="5739808" y="3709395"/>
                          <a:ext cx="296814" cy="499674"/>
                          <a:chOff x="6097258" y="3708381"/>
                          <a:chExt cx="296814" cy="499674"/>
                        </a:xfrm>
                      </p:grpSpPr>
                      <p:sp>
                        <p:nvSpPr>
                          <p:cNvPr id="596" name="Google Shape;596;p4"/>
                          <p:cNvSpPr/>
                          <p:nvPr/>
                        </p:nvSpPr>
                        <p:spPr>
                          <a:xfrm rot="-1077969">
                            <a:off x="6166492" y="3721247"/>
                            <a:ext cx="158346" cy="473941"/>
                          </a:xfrm>
                          <a:prstGeom prst="roundRect">
                            <a:avLst>
                              <a:gd fmla="val 16667" name="adj"/>
                            </a:avLst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97" name="Google Shape;597;p4"/>
                          <p:cNvSpPr/>
                          <p:nvPr/>
                        </p:nvSpPr>
                        <p:spPr>
                          <a:xfrm flipH="1" rot="231950">
                            <a:off x="6202247" y="3774966"/>
                            <a:ext cx="45719" cy="216078"/>
                          </a:xfrm>
                          <a:prstGeom prst="roundRect">
                            <a:avLst>
                              <a:gd fmla="val 40457" name="adj"/>
                            </a:avLst>
                          </a:prstGeom>
                          <a:solidFill>
                            <a:schemeClr val="lt1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598" name="Google Shape;598;p4"/>
                        <p:cNvSpPr/>
                        <p:nvPr/>
                      </p:nvSpPr>
                      <p:spPr>
                        <a:xfrm rot="-1153397">
                          <a:off x="5872725" y="4154646"/>
                          <a:ext cx="212428" cy="60403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99" name="Google Shape;599;p4"/>
                        <p:cNvSpPr/>
                        <p:nvPr/>
                      </p:nvSpPr>
                      <p:spPr>
                        <a:xfrm rot="-1153397">
                          <a:off x="5969456" y="4217860"/>
                          <a:ext cx="68932" cy="336838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600" name="Google Shape;600;p4"/>
                    <p:cNvGrpSpPr/>
                    <p:nvPr/>
                  </p:nvGrpSpPr>
                  <p:grpSpPr>
                    <a:xfrm>
                      <a:off x="5775048" y="2877717"/>
                      <a:ext cx="779055" cy="1217448"/>
                      <a:chOff x="5775048" y="2877717"/>
                      <a:chExt cx="779055" cy="1217448"/>
                    </a:xfrm>
                  </p:grpSpPr>
                  <p:grpSp>
                    <p:nvGrpSpPr>
                      <p:cNvPr id="601" name="Google Shape;601;p4"/>
                      <p:cNvGrpSpPr/>
                      <p:nvPr/>
                    </p:nvGrpSpPr>
                    <p:grpSpPr>
                      <a:xfrm>
                        <a:off x="5775707" y="2877717"/>
                        <a:ext cx="778396" cy="1217448"/>
                        <a:chOff x="5775707" y="2877717"/>
                        <a:chExt cx="778396" cy="1217448"/>
                      </a:xfrm>
                    </p:grpSpPr>
                    <p:grpSp>
                      <p:nvGrpSpPr>
                        <p:cNvPr id="602" name="Google Shape;602;p4"/>
                        <p:cNvGrpSpPr/>
                        <p:nvPr/>
                      </p:nvGrpSpPr>
                      <p:grpSpPr>
                        <a:xfrm>
                          <a:off x="5775707" y="2877717"/>
                          <a:ext cx="778396" cy="872513"/>
                          <a:chOff x="5728098" y="3973173"/>
                          <a:chExt cx="778396" cy="872513"/>
                        </a:xfrm>
                      </p:grpSpPr>
                      <p:grpSp>
                        <p:nvGrpSpPr>
                          <p:cNvPr id="603" name="Google Shape;603;p4"/>
                          <p:cNvGrpSpPr/>
                          <p:nvPr/>
                        </p:nvGrpSpPr>
                        <p:grpSpPr>
                          <a:xfrm>
                            <a:off x="5936066" y="3973173"/>
                            <a:ext cx="360000" cy="324000"/>
                            <a:chOff x="5827652" y="3885379"/>
                            <a:chExt cx="360000" cy="324000"/>
                          </a:xfrm>
                        </p:grpSpPr>
                        <p:sp>
                          <p:nvSpPr>
                            <p:cNvPr id="604" name="Google Shape;604;p4"/>
                            <p:cNvSpPr/>
                            <p:nvPr/>
                          </p:nvSpPr>
                          <p:spPr>
                            <a:xfrm>
                              <a:off x="5917652" y="3885379"/>
                              <a:ext cx="180000" cy="180000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1270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05" name="Google Shape;605;p4"/>
                            <p:cNvSpPr/>
                            <p:nvPr/>
                          </p:nvSpPr>
                          <p:spPr>
                            <a:xfrm>
                              <a:off x="5827652" y="4065379"/>
                              <a:ext cx="360000" cy="144000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1270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606" name="Google Shape;606;p4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577531"/>
                            <a:chOff x="5728098" y="4268155"/>
                            <a:chExt cx="778396" cy="577531"/>
                          </a:xfrm>
                        </p:grpSpPr>
                        <p:grpSp>
                          <p:nvGrpSpPr>
                            <p:cNvPr id="607" name="Google Shape;607;p4"/>
                            <p:cNvGrpSpPr/>
                            <p:nvPr/>
                          </p:nvGrpSpPr>
                          <p:grpSpPr>
                            <a:xfrm>
                              <a:off x="5728098" y="4268155"/>
                              <a:ext cx="778396" cy="577531"/>
                              <a:chOff x="5728098" y="4268155"/>
                              <a:chExt cx="778396" cy="577531"/>
                            </a:xfrm>
                          </p:grpSpPr>
                          <p:grpSp>
                            <p:nvGrpSpPr>
                              <p:cNvPr id="608" name="Google Shape;608;p4"/>
                              <p:cNvGrpSpPr/>
                              <p:nvPr/>
                            </p:nvGrpSpPr>
                            <p:grpSpPr>
                              <a:xfrm>
                                <a:off x="5728098" y="4268155"/>
                                <a:ext cx="778396" cy="468000"/>
                                <a:chOff x="5728098" y="4268155"/>
                                <a:chExt cx="778396" cy="468000"/>
                              </a:xfrm>
                            </p:grpSpPr>
                            <p:sp>
                              <p:nvSpPr>
                                <p:cNvPr id="609" name="Google Shape;609;p4"/>
                                <p:cNvSpPr/>
                                <p:nvPr/>
                              </p:nvSpPr>
                              <p:spPr>
                                <a:xfrm>
                                  <a:off x="5728098" y="4659003"/>
                                  <a:ext cx="157695" cy="36000"/>
                                </a:xfrm>
                                <a:prstGeom prst="rect">
                                  <a:avLst/>
                                </a:prstGeom>
                                <a:solidFill>
                                  <a:srgbClr val="A5A5A5"/>
                                </a:solidFill>
                                <a:ln cap="flat" cmpd="sng" w="9525">
                                  <a:solidFill>
                                    <a:schemeClr val="dk1"/>
                                  </a:solidFill>
                                  <a:prstDash val="solid"/>
                                  <a:miter lim="800000"/>
                                  <a:headEnd len="sm" w="sm" type="none"/>
                                  <a:tailEnd len="sm" w="sm" type="none"/>
                                </a:ln>
                              </p:spPr>
                              <p:txBody>
                                <a:bodyPr anchorCtr="0" anchor="ctr" bIns="45700" lIns="91425" spcFirstLastPara="1" rIns="91425" wrap="square" tIns="45700">
                                  <a:noAutofit/>
                                </a:bodyPr>
                                <a:lstStyle/>
                                <a:p>
                                  <a:pPr indent="0" lvl="0" marL="0" marR="0" rtl="0" algn="ctr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r>
                                    <a:t/>
                                  </a:r>
                                  <a:endParaRPr b="0" i="0" sz="1800" u="none" cap="none" strike="noStrike">
                                    <a:solidFill>
                                      <a:schemeClr val="lt1"/>
                                    </a:solidFill>
                                    <a:latin typeface="Calibri"/>
                                    <a:ea typeface="Calibri"/>
                                    <a:cs typeface="Calibri"/>
                                    <a:sym typeface="Calibri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610" name="Google Shape;610;p4"/>
                                <p:cNvSpPr/>
                                <p:nvPr/>
                              </p:nvSpPr>
                              <p:spPr>
                                <a:xfrm>
                                  <a:off x="6348799" y="4661385"/>
                                  <a:ext cx="157695" cy="36000"/>
                                </a:xfrm>
                                <a:prstGeom prst="rect">
                                  <a:avLst/>
                                </a:prstGeom>
                                <a:solidFill>
                                  <a:srgbClr val="A5A5A5"/>
                                </a:solidFill>
                                <a:ln cap="flat" cmpd="sng" w="9525">
                                  <a:solidFill>
                                    <a:schemeClr val="dk1"/>
                                  </a:solidFill>
                                  <a:prstDash val="solid"/>
                                  <a:miter lim="800000"/>
                                  <a:headEnd len="sm" w="sm" type="none"/>
                                  <a:tailEnd len="sm" w="sm" type="none"/>
                                </a:ln>
                              </p:spPr>
                              <p:txBody>
                                <a:bodyPr anchorCtr="0" anchor="ctr" bIns="45700" lIns="91425" spcFirstLastPara="1" rIns="91425" wrap="square" tIns="45700">
                                  <a:noAutofit/>
                                </a:bodyPr>
                                <a:lstStyle/>
                                <a:p>
                                  <a:pPr indent="0" lvl="0" marL="0" marR="0" rtl="0" algn="ctr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r>
                                    <a:t/>
                                  </a:r>
                                  <a:endParaRPr b="0" i="0" sz="1800" u="none" cap="none" strike="noStrike">
                                    <a:solidFill>
                                      <a:schemeClr val="lt1"/>
                                    </a:solidFill>
                                    <a:latin typeface="Calibri"/>
                                    <a:ea typeface="Calibri"/>
                                    <a:cs typeface="Calibri"/>
                                    <a:sym typeface="Calibri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611" name="Google Shape;611;p4"/>
                                <p:cNvSpPr/>
                                <p:nvPr/>
                              </p:nvSpPr>
                              <p:spPr>
                                <a:xfrm>
                                  <a:off x="5847296" y="4268155"/>
                                  <a:ext cx="540000" cy="468000"/>
                                </a:xfrm>
                                <a:prstGeom prst="frame">
                                  <a:avLst>
                                    <a:gd fmla="val 7853" name="adj1"/>
                                  </a:avLst>
                                </a:prstGeom>
                                <a:solidFill>
                                  <a:srgbClr val="A5A5A5"/>
                                </a:solidFill>
                                <a:ln cap="flat" cmpd="sng" w="9525">
                                  <a:solidFill>
                                    <a:schemeClr val="dk1"/>
                                  </a:solidFill>
                                  <a:prstDash val="solid"/>
                                  <a:miter lim="800000"/>
                                  <a:headEnd len="sm" w="sm" type="none"/>
                                  <a:tailEnd len="sm" w="sm" type="none"/>
                                </a:ln>
                              </p:spPr>
                              <p:txBody>
                                <a:bodyPr anchorCtr="0" anchor="ctr" bIns="45700" lIns="91425" spcFirstLastPara="1" rIns="91425" wrap="square" tIns="45700">
                                  <a:noAutofit/>
                                </a:bodyPr>
                                <a:lstStyle/>
                                <a:p>
                                  <a:pPr indent="0" lvl="0" marL="0" marR="0" rtl="0" algn="ctr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r>
                                    <a:t/>
                                  </a:r>
                                  <a:endParaRPr b="0" i="0" sz="1800" u="none" cap="none" strike="noStrike">
                                    <a:solidFill>
                                      <a:schemeClr val="dk1"/>
                                    </a:solidFill>
                                    <a:latin typeface="Calibri"/>
                                    <a:ea typeface="Calibri"/>
                                    <a:cs typeface="Calibri"/>
                                    <a:sym typeface="Calibri"/>
                                  </a:endParaRPr>
                                </a:p>
                              </p:txBody>
                            </p:sp>
                          </p:grpSp>
                          <p:grpSp>
                            <p:nvGrpSpPr>
                              <p:cNvPr id="612" name="Google Shape;612;p4"/>
                              <p:cNvGrpSpPr/>
                              <p:nvPr/>
                            </p:nvGrpSpPr>
                            <p:grpSpPr>
                              <a:xfrm>
                                <a:off x="5728099" y="4698144"/>
                                <a:ext cx="777647" cy="147542"/>
                                <a:chOff x="5728099" y="4698144"/>
                                <a:chExt cx="777647" cy="147542"/>
                              </a:xfrm>
                            </p:grpSpPr>
                            <p:sp>
                              <p:nvSpPr>
                                <p:cNvPr id="613" name="Google Shape;613;p4"/>
                                <p:cNvSpPr/>
                                <p:nvPr/>
                              </p:nvSpPr>
                              <p:spPr>
                                <a:xfrm>
                                  <a:off x="5849450" y="4698833"/>
                                  <a:ext cx="537845" cy="45719"/>
                                </a:xfrm>
                                <a:prstGeom prst="rect">
                                  <a:avLst/>
                                </a:prstGeom>
                                <a:solidFill>
                                  <a:srgbClr val="3F3F3F"/>
                                </a:solidFill>
                                <a:ln cap="flat" cmpd="sng" w="9525">
                                  <a:solidFill>
                                    <a:schemeClr val="dk1"/>
                                  </a:solidFill>
                                  <a:prstDash val="solid"/>
                                  <a:miter lim="800000"/>
                                  <a:headEnd len="sm" w="sm" type="none"/>
                                  <a:tailEnd len="sm" w="sm" type="none"/>
                                </a:ln>
                              </p:spPr>
                              <p:txBody>
                                <a:bodyPr anchorCtr="0" anchor="ctr" bIns="45700" lIns="91425" spcFirstLastPara="1" rIns="91425" wrap="square" tIns="45700">
                                  <a:noAutofit/>
                                </a:bodyPr>
                                <a:lstStyle/>
                                <a:p>
                                  <a:pPr indent="0" lvl="0" marL="0" marR="0" rtl="0" algn="ctr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r>
                                    <a:t/>
                                  </a:r>
                                  <a:endParaRPr b="0" i="0" sz="1800" u="none" cap="none" strike="noStrike">
                                    <a:solidFill>
                                      <a:schemeClr val="lt1"/>
                                    </a:solidFill>
                                    <a:latin typeface="Calibri"/>
                                    <a:ea typeface="Calibri"/>
                                    <a:cs typeface="Calibri"/>
                                    <a:sym typeface="Calibri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614" name="Google Shape;614;p4"/>
                                <p:cNvSpPr/>
                                <p:nvPr/>
                              </p:nvSpPr>
                              <p:spPr>
                                <a:xfrm>
                                  <a:off x="5728099" y="4698144"/>
                                  <a:ext cx="118291" cy="147542"/>
                                </a:xfrm>
                                <a:prstGeom prst="rect">
                                  <a:avLst/>
                                </a:prstGeom>
                                <a:solidFill>
                                  <a:srgbClr val="3F3F3F"/>
                                </a:solidFill>
                                <a:ln cap="flat" cmpd="sng" w="9525">
                                  <a:solidFill>
                                    <a:schemeClr val="dk1"/>
                                  </a:solidFill>
                                  <a:prstDash val="solid"/>
                                  <a:miter lim="800000"/>
                                  <a:headEnd len="sm" w="sm" type="none"/>
                                  <a:tailEnd len="sm" w="sm" type="none"/>
                                </a:ln>
                              </p:spPr>
                              <p:txBody>
                                <a:bodyPr anchorCtr="0" anchor="ctr" bIns="45700" lIns="91425" spcFirstLastPara="1" rIns="91425" wrap="square" tIns="45700">
                                  <a:noAutofit/>
                                </a:bodyPr>
                                <a:lstStyle/>
                                <a:p>
                                  <a:pPr indent="0" lvl="0" marL="0" marR="0" rtl="0" algn="ctr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r>
                                    <a:t/>
                                  </a:r>
                                  <a:endParaRPr b="0" i="0" sz="1800" u="none" cap="none" strike="noStrike">
                                    <a:solidFill>
                                      <a:schemeClr val="lt1"/>
                                    </a:solidFill>
                                    <a:latin typeface="Calibri"/>
                                    <a:ea typeface="Calibri"/>
                                    <a:cs typeface="Calibri"/>
                                    <a:sym typeface="Calibri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615" name="Google Shape;615;p4"/>
                                <p:cNvSpPr/>
                                <p:nvPr/>
                              </p:nvSpPr>
                              <p:spPr>
                                <a:xfrm>
                                  <a:off x="6385142" y="4698144"/>
                                  <a:ext cx="120604" cy="147542"/>
                                </a:xfrm>
                                <a:prstGeom prst="rect">
                                  <a:avLst/>
                                </a:prstGeom>
                                <a:solidFill>
                                  <a:srgbClr val="3F3F3F"/>
                                </a:solidFill>
                                <a:ln cap="flat" cmpd="sng" w="9525">
                                  <a:solidFill>
                                    <a:schemeClr val="dk1"/>
                                  </a:solidFill>
                                  <a:prstDash val="solid"/>
                                  <a:miter lim="800000"/>
                                  <a:headEnd len="sm" w="sm" type="none"/>
                                  <a:tailEnd len="sm" w="sm" type="none"/>
                                </a:ln>
                              </p:spPr>
                              <p:txBody>
                                <a:bodyPr anchorCtr="0" anchor="ctr" bIns="45700" lIns="91425" spcFirstLastPara="1" rIns="91425" wrap="square" tIns="45700">
                                  <a:noAutofit/>
                                </a:bodyPr>
                                <a:lstStyle/>
                                <a:p>
                                  <a:pPr indent="0" lvl="0" marL="0" marR="0" rtl="0" algn="ctr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r>
                                    <a:t/>
                                  </a:r>
                                  <a:endParaRPr b="0" i="0" sz="1800" u="none" cap="none" strike="noStrike">
                                    <a:solidFill>
                                      <a:schemeClr val="lt1"/>
                                    </a:solidFill>
                                    <a:latin typeface="Calibri"/>
                                    <a:ea typeface="Calibri"/>
                                    <a:cs typeface="Calibri"/>
                                    <a:sym typeface="Calibri"/>
                                  </a:endParaRPr>
                                </a:p>
                              </p:txBody>
                            </p:sp>
                          </p:grpSp>
                        </p:grpSp>
                        <p:grpSp>
                          <p:nvGrpSpPr>
                            <p:cNvPr id="616" name="Google Shape;616;p4"/>
                            <p:cNvGrpSpPr/>
                            <p:nvPr/>
                          </p:nvGrpSpPr>
                          <p:grpSpPr>
                            <a:xfrm>
                              <a:off x="5969948" y="4385231"/>
                              <a:ext cx="300588" cy="306875"/>
                              <a:chOff x="6707431" y="4143645"/>
                              <a:chExt cx="398381" cy="433766"/>
                            </a:xfrm>
                          </p:grpSpPr>
                          <p:sp>
                            <p:nvSpPr>
                              <p:cNvPr id="617" name="Google Shape;617;p4"/>
                              <p:cNvSpPr/>
                              <p:nvPr/>
                            </p:nvSpPr>
                            <p:spPr>
                              <a:xfrm>
                                <a:off x="6708632" y="4255261"/>
                                <a:ext cx="396000" cy="216000"/>
                              </a:xfrm>
                              <a:prstGeom prst="rect">
                                <a:avLst/>
                              </a:prstGeom>
                              <a:solidFill>
                                <a:srgbClr val="595959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618" name="Google Shape;618;p4"/>
                              <p:cNvSpPr/>
                              <p:nvPr/>
                            </p:nvSpPr>
                            <p:spPr>
                              <a:xfrm>
                                <a:off x="6709813" y="4143645"/>
                                <a:ext cx="395999" cy="108000"/>
                              </a:xfrm>
                              <a:prstGeom prst="rect">
                                <a:avLst/>
                              </a:prstGeom>
                              <a:solidFill>
                                <a:srgbClr val="D8D8D8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619" name="Google Shape;619;p4"/>
                              <p:cNvSpPr/>
                              <p:nvPr/>
                            </p:nvSpPr>
                            <p:spPr>
                              <a:xfrm>
                                <a:off x="6707431" y="4469411"/>
                                <a:ext cx="396000" cy="108000"/>
                              </a:xfrm>
                              <a:prstGeom prst="rect">
                                <a:avLst/>
                              </a:prstGeom>
                              <a:solidFill>
                                <a:srgbClr val="D8D8D8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</p:grpSp>
                      </p:grpSp>
                    </p:grpSp>
                    <p:sp>
                      <p:nvSpPr>
                        <p:cNvPr id="620" name="Google Shape;620;p4"/>
                        <p:cNvSpPr/>
                        <p:nvPr/>
                      </p:nvSpPr>
                      <p:spPr>
                        <a:xfrm>
                          <a:off x="6139226" y="3643061"/>
                          <a:ext cx="45719" cy="452104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621" name="Google Shape;621;p4"/>
                      <p:cNvGrpSpPr/>
                      <p:nvPr/>
                    </p:nvGrpSpPr>
                    <p:grpSpPr>
                      <a:xfrm>
                        <a:off x="5775048" y="3892549"/>
                        <a:ext cx="778309" cy="59708"/>
                        <a:chOff x="5775048" y="3892549"/>
                        <a:chExt cx="778309" cy="59708"/>
                      </a:xfrm>
                    </p:grpSpPr>
                    <p:sp>
                      <p:nvSpPr>
                        <p:cNvPr id="622" name="Google Shape;622;p4"/>
                        <p:cNvSpPr/>
                        <p:nvPr/>
                      </p:nvSpPr>
                      <p:spPr>
                        <a:xfrm rot="-54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23" name="Google Shape;623;p4"/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24" name="Google Shape;624;p4"/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625" name="Google Shape;625;p4"/>
                  <p:cNvGrpSpPr/>
                  <p:nvPr/>
                </p:nvGrpSpPr>
                <p:grpSpPr>
                  <a:xfrm>
                    <a:off x="4507922" y="3546804"/>
                    <a:ext cx="2643562" cy="1010338"/>
                    <a:chOff x="4507922" y="3546803"/>
                    <a:chExt cx="2643562" cy="1010338"/>
                  </a:xfrm>
                </p:grpSpPr>
                <p:sp>
                  <p:nvSpPr>
                    <p:cNvPr id="626" name="Google Shape;626;p4"/>
                    <p:cNvSpPr/>
                    <p:nvPr/>
                  </p:nvSpPr>
                  <p:spPr>
                    <a:xfrm rot="10800000">
                      <a:off x="5005154" y="3754381"/>
                      <a:ext cx="146760" cy="64788"/>
                    </a:xfrm>
                    <a:prstGeom prst="rect">
                      <a:avLst/>
                    </a:prstGeom>
                    <a:solidFill>
                      <a:schemeClr val="dk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7" name="Google Shape;627;p4"/>
                    <p:cNvSpPr/>
                    <p:nvPr/>
                  </p:nvSpPr>
                  <p:spPr>
                    <a:xfrm rot="10800000">
                      <a:off x="4999776" y="4390339"/>
                      <a:ext cx="146760" cy="58036"/>
                    </a:xfrm>
                    <a:prstGeom prst="rect">
                      <a:avLst/>
                    </a:prstGeom>
                    <a:solidFill>
                      <a:schemeClr val="dk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28" name="Google Shape;628;p4"/>
                    <p:cNvGrpSpPr/>
                    <p:nvPr/>
                  </p:nvGrpSpPr>
                  <p:grpSpPr>
                    <a:xfrm>
                      <a:off x="4507922" y="3546803"/>
                      <a:ext cx="2643562" cy="1010338"/>
                      <a:chOff x="4507922" y="3546803"/>
                      <a:chExt cx="2643562" cy="1010338"/>
                    </a:xfrm>
                  </p:grpSpPr>
                  <p:grpSp>
                    <p:nvGrpSpPr>
                      <p:cNvPr id="629" name="Google Shape;629;p4"/>
                      <p:cNvGrpSpPr/>
                      <p:nvPr/>
                    </p:nvGrpSpPr>
                    <p:grpSpPr>
                      <a:xfrm>
                        <a:off x="4823239" y="3644435"/>
                        <a:ext cx="2328245" cy="912706"/>
                        <a:chOff x="502364" y="4091091"/>
                        <a:chExt cx="1308272" cy="912706"/>
                      </a:xfrm>
                    </p:grpSpPr>
                    <p:grpSp>
                      <p:nvGrpSpPr>
                        <p:cNvPr id="630" name="Google Shape;630;p4"/>
                        <p:cNvGrpSpPr/>
                        <p:nvPr/>
                      </p:nvGrpSpPr>
                      <p:grpSpPr>
                        <a:xfrm>
                          <a:off x="1567011" y="4165843"/>
                          <a:ext cx="222528" cy="748885"/>
                          <a:chOff x="1567011" y="4165843"/>
                          <a:chExt cx="222528" cy="748885"/>
                        </a:xfrm>
                      </p:grpSpPr>
                      <p:sp>
                        <p:nvSpPr>
                          <p:cNvPr id="631" name="Google Shape;631;p4"/>
                          <p:cNvSpPr/>
                          <p:nvPr/>
                        </p:nvSpPr>
                        <p:spPr>
                          <a:xfrm>
                            <a:off x="1567011" y="4165843"/>
                            <a:ext cx="222528" cy="64789"/>
                          </a:xfrm>
                          <a:prstGeom prst="rect">
                            <a:avLst/>
                          </a:prstGeom>
                          <a:solidFill>
                            <a:srgbClr val="262626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32" name="Google Shape;632;p4"/>
                          <p:cNvSpPr/>
                          <p:nvPr/>
                        </p:nvSpPr>
                        <p:spPr>
                          <a:xfrm>
                            <a:off x="1567011" y="4849939"/>
                            <a:ext cx="222528" cy="64789"/>
                          </a:xfrm>
                          <a:prstGeom prst="rect">
                            <a:avLst/>
                          </a:prstGeom>
                          <a:solidFill>
                            <a:srgbClr val="262626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633" name="Google Shape;633;p4"/>
                        <p:cNvGrpSpPr/>
                        <p:nvPr/>
                      </p:nvGrpSpPr>
                      <p:grpSpPr>
                        <a:xfrm>
                          <a:off x="502364" y="4091091"/>
                          <a:ext cx="1308272" cy="912706"/>
                          <a:chOff x="1327522" y="4249446"/>
                          <a:chExt cx="2701588" cy="912706"/>
                        </a:xfrm>
                      </p:grpSpPr>
                      <p:sp>
                        <p:nvSpPr>
                          <p:cNvPr id="634" name="Google Shape;634;p4"/>
                          <p:cNvSpPr/>
                          <p:nvPr/>
                        </p:nvSpPr>
                        <p:spPr>
                          <a:xfrm>
                            <a:off x="1329110" y="4249446"/>
                            <a:ext cx="2700000" cy="108000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35" name="Google Shape;635;p4"/>
                          <p:cNvSpPr/>
                          <p:nvPr/>
                        </p:nvSpPr>
                        <p:spPr>
                          <a:xfrm>
                            <a:off x="1327522" y="5054152"/>
                            <a:ext cx="2700000" cy="108000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636" name="Google Shape;636;p4"/>
                      <p:cNvGrpSpPr/>
                      <p:nvPr/>
                    </p:nvGrpSpPr>
                    <p:grpSpPr>
                      <a:xfrm rot="10800000">
                        <a:off x="5490031" y="3759390"/>
                        <a:ext cx="356609" cy="512384"/>
                        <a:chOff x="2047213" y="2767253"/>
                        <a:chExt cx="430719" cy="642467"/>
                      </a:xfrm>
                    </p:grpSpPr>
                    <p:grpSp>
                      <p:nvGrpSpPr>
                        <p:cNvPr id="637" name="Google Shape;637;p4"/>
                        <p:cNvGrpSpPr/>
                        <p:nvPr/>
                      </p:nvGrpSpPr>
                      <p:grpSpPr>
                        <a:xfrm>
                          <a:off x="2047213" y="2767253"/>
                          <a:ext cx="430719" cy="429014"/>
                          <a:chOff x="2382817" y="1775579"/>
                          <a:chExt cx="299697" cy="304754"/>
                        </a:xfrm>
                      </p:grpSpPr>
                      <p:sp>
                        <p:nvSpPr>
                          <p:cNvPr id="638" name="Google Shape;638;p4"/>
                          <p:cNvSpPr/>
                          <p:nvPr/>
                        </p:nvSpPr>
                        <p:spPr>
                          <a:xfrm>
                            <a:off x="2383723" y="1852423"/>
                            <a:ext cx="298791" cy="152813"/>
                          </a:xfrm>
                          <a:prstGeom prst="rect">
                            <a:avLst/>
                          </a:prstGeom>
                          <a:solidFill>
                            <a:srgbClr val="595959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39" name="Google Shape;639;p4"/>
                          <p:cNvSpPr/>
                          <p:nvPr/>
                        </p:nvSpPr>
                        <p:spPr>
                          <a:xfrm>
                            <a:off x="2382947" y="1775579"/>
                            <a:ext cx="298791" cy="76406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40" name="Google Shape;640;p4"/>
                          <p:cNvSpPr/>
                          <p:nvPr/>
                        </p:nvSpPr>
                        <p:spPr>
                          <a:xfrm>
                            <a:off x="2382817" y="2003927"/>
                            <a:ext cx="298791" cy="76406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641" name="Google Shape;641;p4"/>
                        <p:cNvSpPr/>
                        <p:nvPr/>
                      </p:nvSpPr>
                      <p:spPr>
                        <a:xfrm>
                          <a:off x="2091131" y="3194599"/>
                          <a:ext cx="344172" cy="215121"/>
                        </a:xfrm>
                        <a:prstGeom prst="rect">
                          <a:avLst/>
                        </a:prstGeom>
                        <a:solidFill>
                          <a:srgbClr val="262626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642" name="Google Shape;642;p4"/>
                      <p:cNvGrpSpPr/>
                      <p:nvPr/>
                    </p:nvGrpSpPr>
                    <p:grpSpPr>
                      <a:xfrm>
                        <a:off x="4907477" y="3546803"/>
                        <a:ext cx="853204" cy="96037"/>
                        <a:chOff x="4907477" y="3546803"/>
                        <a:chExt cx="853204" cy="96037"/>
                      </a:xfrm>
                    </p:grpSpPr>
                    <p:sp>
                      <p:nvSpPr>
                        <p:cNvPr id="643" name="Google Shape;643;p4"/>
                        <p:cNvSpPr/>
                        <p:nvPr/>
                      </p:nvSpPr>
                      <p:spPr>
                        <a:xfrm rot="10800000">
                          <a:off x="4907477" y="3546804"/>
                          <a:ext cx="342114" cy="96035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44" name="Google Shape;644;p4"/>
                        <p:cNvSpPr/>
                        <p:nvPr/>
                      </p:nvSpPr>
                      <p:spPr>
                        <a:xfrm rot="10800000">
                          <a:off x="5569132" y="3546803"/>
                          <a:ext cx="191549" cy="96037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45" name="Google Shape;645;p4"/>
                        <p:cNvSpPr/>
                        <p:nvPr/>
                      </p:nvSpPr>
                      <p:spPr>
                        <a:xfrm rot="10800000">
                          <a:off x="4907477" y="3571166"/>
                          <a:ext cx="853204" cy="45719"/>
                        </a:xfrm>
                        <a:prstGeom prst="rect">
                          <a:avLst/>
                        </a:prstGeom>
                        <a:solidFill>
                          <a:srgbClr val="757070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646" name="Google Shape;646;p4"/>
                      <p:cNvGrpSpPr/>
                      <p:nvPr/>
                    </p:nvGrpSpPr>
                    <p:grpSpPr>
                      <a:xfrm>
                        <a:off x="4752800" y="3811517"/>
                        <a:ext cx="634868" cy="577903"/>
                        <a:chOff x="4753771" y="3870856"/>
                        <a:chExt cx="634868" cy="577903"/>
                      </a:xfrm>
                    </p:grpSpPr>
                    <p:sp>
                      <p:nvSpPr>
                        <p:cNvPr id="647" name="Google Shape;647;p4"/>
                        <p:cNvSpPr/>
                        <p:nvPr/>
                      </p:nvSpPr>
                      <p:spPr>
                        <a:xfrm rot="10800000">
                          <a:off x="4753771" y="3964668"/>
                          <a:ext cx="633553" cy="393458"/>
                        </a:xfrm>
                        <a:prstGeom prst="rect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48" name="Google Shape;648;p4"/>
                        <p:cNvSpPr/>
                        <p:nvPr/>
                      </p:nvSpPr>
                      <p:spPr>
                        <a:xfrm rot="10800000">
                          <a:off x="4754851" y="3870856"/>
                          <a:ext cx="633553" cy="93812"/>
                        </a:xfrm>
                        <a:prstGeom prst="rect">
                          <a:avLst/>
                        </a:prstGeom>
                        <a:solidFill>
                          <a:srgbClr val="3A383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49" name="Google Shape;649;p4"/>
                        <p:cNvSpPr/>
                        <p:nvPr/>
                      </p:nvSpPr>
                      <p:spPr>
                        <a:xfrm rot="10800000">
                          <a:off x="4755086" y="4354947"/>
                          <a:ext cx="633553" cy="93812"/>
                        </a:xfrm>
                        <a:prstGeom prst="rect">
                          <a:avLst/>
                        </a:prstGeom>
                        <a:solidFill>
                          <a:srgbClr val="3A383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650" name="Google Shape;650;p4"/>
                      <p:cNvGrpSpPr/>
                      <p:nvPr/>
                    </p:nvGrpSpPr>
                    <p:grpSpPr>
                      <a:xfrm>
                        <a:off x="4507922" y="4032002"/>
                        <a:ext cx="307233" cy="114324"/>
                        <a:chOff x="4507922" y="4032002"/>
                        <a:chExt cx="307233" cy="114324"/>
                      </a:xfrm>
                    </p:grpSpPr>
                    <p:sp>
                      <p:nvSpPr>
                        <p:cNvPr id="651" name="Google Shape;651;p4"/>
                        <p:cNvSpPr/>
                        <p:nvPr/>
                      </p:nvSpPr>
                      <p:spPr>
                        <a:xfrm>
                          <a:off x="4769436" y="4032002"/>
                          <a:ext cx="45719" cy="114324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52" name="Google Shape;652;p4"/>
                        <p:cNvSpPr/>
                        <p:nvPr/>
                      </p:nvSpPr>
                      <p:spPr>
                        <a:xfrm>
                          <a:off x="4507922" y="4044091"/>
                          <a:ext cx="259943" cy="93813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rgbClr val="1C3052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53" name="Google Shape;653;p4"/>
                      <p:cNvSpPr/>
                      <p:nvPr/>
                    </p:nvSpPr>
                    <p:spPr>
                      <a:xfrm rot="10800000">
                        <a:off x="6589484" y="3751758"/>
                        <a:ext cx="45719" cy="696491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7C7C7C"/>
                          </a:gs>
                          <a:gs pos="50000">
                            <a:srgbClr val="B4B4B4"/>
                          </a:gs>
                          <a:gs pos="100000">
                            <a:srgbClr val="D8D8D8"/>
                          </a:gs>
                        </a:gsLst>
                        <a:lin ang="10800000" scaled="0"/>
                      </a:gra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4" name="Google Shape;654;p4"/>
                      <p:cNvSpPr/>
                      <p:nvPr/>
                    </p:nvSpPr>
                    <p:spPr>
                      <a:xfrm rot="10800000">
                        <a:off x="5420983" y="3751758"/>
                        <a:ext cx="45719" cy="696491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7C7C7C"/>
                          </a:gs>
                          <a:gs pos="50000">
                            <a:srgbClr val="B4B4B4"/>
                          </a:gs>
                          <a:gs pos="100000">
                            <a:srgbClr val="D8D8D8"/>
                          </a:gs>
                        </a:gsLst>
                        <a:lin ang="10800000" scaled="0"/>
                      </a:gra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55" name="Google Shape;655;p4"/>
                  <p:cNvGrpSpPr/>
                  <p:nvPr/>
                </p:nvGrpSpPr>
                <p:grpSpPr>
                  <a:xfrm>
                    <a:off x="6661270" y="3783868"/>
                    <a:ext cx="2708274" cy="626053"/>
                    <a:chOff x="6661270" y="3783867"/>
                    <a:chExt cx="2708274" cy="626053"/>
                  </a:xfrm>
                </p:grpSpPr>
                <p:grpSp>
                  <p:nvGrpSpPr>
                    <p:cNvPr id="656" name="Google Shape;656;p4"/>
                    <p:cNvGrpSpPr/>
                    <p:nvPr/>
                  </p:nvGrpSpPr>
                  <p:grpSpPr>
                    <a:xfrm>
                      <a:off x="6661270" y="3783867"/>
                      <a:ext cx="2708274" cy="626053"/>
                      <a:chOff x="1320836" y="4230396"/>
                      <a:chExt cx="2708274" cy="626053"/>
                    </a:xfrm>
                  </p:grpSpPr>
                  <p:sp>
                    <p:nvSpPr>
                      <p:cNvPr id="657" name="Google Shape;657;p4"/>
                      <p:cNvSpPr/>
                      <p:nvPr/>
                    </p:nvSpPr>
                    <p:spPr>
                      <a:xfrm>
                        <a:off x="1329110" y="4230396"/>
                        <a:ext cx="2700000" cy="1080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8" name="Google Shape;658;p4"/>
                      <p:cNvSpPr/>
                      <p:nvPr/>
                    </p:nvSpPr>
                    <p:spPr>
                      <a:xfrm>
                        <a:off x="1320836" y="4748449"/>
                        <a:ext cx="2700000" cy="1080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59" name="Google Shape;659;p4"/>
                    <p:cNvGrpSpPr/>
                    <p:nvPr/>
                  </p:nvGrpSpPr>
                  <p:grpSpPr>
                    <a:xfrm>
                      <a:off x="6709649" y="3891867"/>
                      <a:ext cx="2222868" cy="413022"/>
                      <a:chOff x="6709649" y="3891867"/>
                      <a:chExt cx="2222868" cy="413022"/>
                    </a:xfrm>
                  </p:grpSpPr>
                  <p:sp>
                    <p:nvSpPr>
                      <p:cNvPr id="660" name="Google Shape;660;p4"/>
                      <p:cNvSpPr/>
                      <p:nvPr/>
                    </p:nvSpPr>
                    <p:spPr>
                      <a:xfrm rot="10800000">
                        <a:off x="6880507" y="3891867"/>
                        <a:ext cx="46539" cy="40850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7C7C7C"/>
                          </a:gs>
                          <a:gs pos="50000">
                            <a:srgbClr val="B4B4B4"/>
                          </a:gs>
                          <a:gs pos="100000">
                            <a:srgbClr val="D8D8D8"/>
                          </a:gs>
                        </a:gsLst>
                        <a:lin ang="10800000" scaled="0"/>
                      </a:gra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61" name="Google Shape;661;p4"/>
                      <p:cNvSpPr/>
                      <p:nvPr/>
                    </p:nvSpPr>
                    <p:spPr>
                      <a:xfrm>
                        <a:off x="6709649" y="3996549"/>
                        <a:ext cx="396018" cy="198981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62" name="Google Shape;662;p4"/>
                      <p:cNvSpPr/>
                      <p:nvPr/>
                    </p:nvSpPr>
                    <p:spPr>
                      <a:xfrm rot="10800000">
                        <a:off x="8702279" y="3896386"/>
                        <a:ext cx="46539" cy="408503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7C7C7C"/>
                          </a:gs>
                          <a:gs pos="50000">
                            <a:srgbClr val="B4B4B4"/>
                          </a:gs>
                          <a:gs pos="100000">
                            <a:srgbClr val="D8D8D8"/>
                          </a:gs>
                        </a:gsLst>
                        <a:lin ang="10800000" scaled="0"/>
                      </a:gra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63" name="Google Shape;663;p4"/>
                      <p:cNvSpPr/>
                      <p:nvPr/>
                    </p:nvSpPr>
                    <p:spPr>
                      <a:xfrm>
                        <a:off x="8536499" y="3990890"/>
                        <a:ext cx="396018" cy="198981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64" name="Google Shape;664;p4"/>
                      <p:cNvSpPr/>
                      <p:nvPr/>
                    </p:nvSpPr>
                    <p:spPr>
                      <a:xfrm>
                        <a:off x="6709649" y="4035049"/>
                        <a:ext cx="2222868" cy="117501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665" name="Google Shape;665;p4"/>
              <p:cNvGrpSpPr/>
              <p:nvPr/>
            </p:nvGrpSpPr>
            <p:grpSpPr>
              <a:xfrm flipH="1">
                <a:off x="5191713" y="4733290"/>
                <a:ext cx="5829438" cy="1940395"/>
                <a:chOff x="3073755" y="2956240"/>
                <a:chExt cx="6295789" cy="2271162"/>
              </a:xfrm>
            </p:grpSpPr>
            <p:grpSp>
              <p:nvGrpSpPr>
                <p:cNvPr id="666" name="Google Shape;666;p4"/>
                <p:cNvGrpSpPr/>
                <p:nvPr/>
              </p:nvGrpSpPr>
              <p:grpSpPr>
                <a:xfrm>
                  <a:off x="8101270" y="2956240"/>
                  <a:ext cx="1260000" cy="2271162"/>
                  <a:chOff x="2760836" y="3402769"/>
                  <a:chExt cx="1260000" cy="2271162"/>
                </a:xfrm>
              </p:grpSpPr>
              <p:grpSp>
                <p:nvGrpSpPr>
                  <p:cNvPr id="667" name="Google Shape;667;p4"/>
                  <p:cNvGrpSpPr/>
                  <p:nvPr/>
                </p:nvGrpSpPr>
                <p:grpSpPr>
                  <a:xfrm>
                    <a:off x="2760836" y="3402769"/>
                    <a:ext cx="1260000" cy="2271162"/>
                    <a:chOff x="1634509" y="2764268"/>
                    <a:chExt cx="1260000" cy="2271162"/>
                  </a:xfrm>
                </p:grpSpPr>
                <p:grpSp>
                  <p:nvGrpSpPr>
                    <p:cNvPr id="668" name="Google Shape;668;p4"/>
                    <p:cNvGrpSpPr/>
                    <p:nvPr/>
                  </p:nvGrpSpPr>
                  <p:grpSpPr>
                    <a:xfrm>
                      <a:off x="1634509" y="3267323"/>
                      <a:ext cx="1260000" cy="1277113"/>
                      <a:chOff x="1655533" y="3271133"/>
                      <a:chExt cx="1260000" cy="1277113"/>
                    </a:xfrm>
                  </p:grpSpPr>
                  <p:grpSp>
                    <p:nvGrpSpPr>
                      <p:cNvPr id="669" name="Google Shape;669;p4"/>
                      <p:cNvGrpSpPr/>
                      <p:nvPr/>
                    </p:nvGrpSpPr>
                    <p:grpSpPr>
                      <a:xfrm>
                        <a:off x="1655533" y="3280626"/>
                        <a:ext cx="1260000" cy="1260000"/>
                        <a:chOff x="1655533" y="3280626"/>
                        <a:chExt cx="1260000" cy="1260000"/>
                      </a:xfrm>
                    </p:grpSpPr>
                    <p:sp>
                      <p:nvSpPr>
                        <p:cNvPr id="670" name="Google Shape;670;p4"/>
                        <p:cNvSpPr/>
                        <p:nvPr/>
                      </p:nvSpPr>
                      <p:spPr>
                        <a:xfrm>
                          <a:off x="1655533" y="3280626"/>
                          <a:ext cx="1260000" cy="1260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71" name="Google Shape;671;p4"/>
                        <p:cNvSpPr/>
                        <p:nvPr/>
                      </p:nvSpPr>
                      <p:spPr>
                        <a:xfrm>
                          <a:off x="1745533" y="3421150"/>
                          <a:ext cx="1080000" cy="142397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72" name="Google Shape;672;p4"/>
                        <p:cNvSpPr/>
                        <p:nvPr/>
                      </p:nvSpPr>
                      <p:spPr>
                        <a:xfrm>
                          <a:off x="1745533" y="4251264"/>
                          <a:ext cx="1080000" cy="142397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673" name="Google Shape;673;p4"/>
                      <p:cNvGrpSpPr/>
                      <p:nvPr/>
                    </p:nvGrpSpPr>
                    <p:grpSpPr>
                      <a:xfrm>
                        <a:off x="1745533" y="3271133"/>
                        <a:ext cx="1080000" cy="1277113"/>
                        <a:chOff x="1745533" y="3271133"/>
                        <a:chExt cx="1080000" cy="1277113"/>
                      </a:xfrm>
                    </p:grpSpPr>
                    <p:sp>
                      <p:nvSpPr>
                        <p:cNvPr id="674" name="Google Shape;674;p4"/>
                        <p:cNvSpPr/>
                        <p:nvPr/>
                      </p:nvSpPr>
                      <p:spPr>
                        <a:xfrm>
                          <a:off x="1745533" y="3271133"/>
                          <a:ext cx="1080000" cy="142397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75" name="Google Shape;675;p4"/>
                        <p:cNvSpPr/>
                        <p:nvPr/>
                      </p:nvSpPr>
                      <p:spPr>
                        <a:xfrm>
                          <a:off x="1745533" y="4405849"/>
                          <a:ext cx="1080000" cy="142397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676" name="Google Shape;676;p4"/>
                    <p:cNvGrpSpPr/>
                    <p:nvPr/>
                  </p:nvGrpSpPr>
                  <p:grpSpPr>
                    <a:xfrm>
                      <a:off x="2044634" y="2764268"/>
                      <a:ext cx="434583" cy="2271162"/>
                      <a:chOff x="2044634" y="2764268"/>
                      <a:chExt cx="434583" cy="2271162"/>
                    </a:xfrm>
                  </p:grpSpPr>
                  <p:grpSp>
                    <p:nvGrpSpPr>
                      <p:cNvPr id="677" name="Google Shape;677;p4"/>
                      <p:cNvGrpSpPr/>
                      <p:nvPr/>
                    </p:nvGrpSpPr>
                    <p:grpSpPr>
                      <a:xfrm>
                        <a:off x="2047217" y="2764268"/>
                        <a:ext cx="432000" cy="645452"/>
                        <a:chOff x="2047217" y="2764268"/>
                        <a:chExt cx="432000" cy="645452"/>
                      </a:xfrm>
                    </p:grpSpPr>
                    <p:grpSp>
                      <p:nvGrpSpPr>
                        <p:cNvPr id="678" name="Google Shape;678;p4"/>
                        <p:cNvGrpSpPr/>
                        <p:nvPr/>
                      </p:nvGrpSpPr>
                      <p:grpSpPr>
                        <a:xfrm>
                          <a:off x="2047217" y="2764268"/>
                          <a:ext cx="432000" cy="432000"/>
                          <a:chOff x="2382817" y="1773458"/>
                          <a:chExt cx="300588" cy="306875"/>
                        </a:xfrm>
                      </p:grpSpPr>
                      <p:sp>
                        <p:nvSpPr>
                          <p:cNvPr id="679" name="Google Shape;679;p4"/>
                          <p:cNvSpPr/>
                          <p:nvPr/>
                        </p:nvSpPr>
                        <p:spPr>
                          <a:xfrm>
                            <a:off x="2383723" y="1852423"/>
                            <a:ext cx="298791" cy="152813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80" name="Google Shape;680;p4"/>
                          <p:cNvSpPr/>
                          <p:nvPr/>
                        </p:nvSpPr>
                        <p:spPr>
                          <a:xfrm>
                            <a:off x="2384614" y="1773458"/>
                            <a:ext cx="298791" cy="76406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81" name="Google Shape;681;p4"/>
                          <p:cNvSpPr/>
                          <p:nvPr/>
                        </p:nvSpPr>
                        <p:spPr>
                          <a:xfrm>
                            <a:off x="2382817" y="2003927"/>
                            <a:ext cx="298791" cy="76406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682" name="Google Shape;682;p4"/>
                        <p:cNvSpPr/>
                        <p:nvPr/>
                      </p:nvSpPr>
                      <p:spPr>
                        <a:xfrm>
                          <a:off x="2091131" y="3194599"/>
                          <a:ext cx="344172" cy="21512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683" name="Google Shape;683;p4"/>
                      <p:cNvGrpSpPr/>
                      <p:nvPr/>
                    </p:nvGrpSpPr>
                    <p:grpSpPr>
                      <a:xfrm flipH="1" rot="10800000">
                        <a:off x="2044634" y="4389978"/>
                        <a:ext cx="432000" cy="645452"/>
                        <a:chOff x="2047217" y="2764268"/>
                        <a:chExt cx="432000" cy="645452"/>
                      </a:xfrm>
                    </p:grpSpPr>
                    <p:grpSp>
                      <p:nvGrpSpPr>
                        <p:cNvPr id="684" name="Google Shape;684;p4"/>
                        <p:cNvGrpSpPr/>
                        <p:nvPr/>
                      </p:nvGrpSpPr>
                      <p:grpSpPr>
                        <a:xfrm>
                          <a:off x="2047217" y="2764268"/>
                          <a:ext cx="432000" cy="432000"/>
                          <a:chOff x="2382817" y="1773458"/>
                          <a:chExt cx="300588" cy="306875"/>
                        </a:xfrm>
                      </p:grpSpPr>
                      <p:sp>
                        <p:nvSpPr>
                          <p:cNvPr id="685" name="Google Shape;685;p4"/>
                          <p:cNvSpPr/>
                          <p:nvPr/>
                        </p:nvSpPr>
                        <p:spPr>
                          <a:xfrm>
                            <a:off x="2383723" y="1852423"/>
                            <a:ext cx="298791" cy="152813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86" name="Google Shape;686;p4"/>
                          <p:cNvSpPr/>
                          <p:nvPr/>
                        </p:nvSpPr>
                        <p:spPr>
                          <a:xfrm>
                            <a:off x="2384614" y="1773458"/>
                            <a:ext cx="298791" cy="76406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87" name="Google Shape;687;p4"/>
                          <p:cNvSpPr/>
                          <p:nvPr/>
                        </p:nvSpPr>
                        <p:spPr>
                          <a:xfrm>
                            <a:off x="2382817" y="2003927"/>
                            <a:ext cx="298791" cy="76406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688" name="Google Shape;688;p4"/>
                        <p:cNvSpPr/>
                        <p:nvPr/>
                      </p:nvSpPr>
                      <p:spPr>
                        <a:xfrm>
                          <a:off x="2091131" y="3194599"/>
                          <a:ext cx="344172" cy="21512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689" name="Google Shape;689;p4"/>
                  <p:cNvSpPr/>
                  <p:nvPr/>
                </p:nvSpPr>
                <p:spPr>
                  <a:xfrm>
                    <a:off x="3221988" y="4199466"/>
                    <a:ext cx="344172" cy="360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0" name="Google Shape;690;p4"/>
                  <p:cNvSpPr/>
                  <p:nvPr/>
                </p:nvSpPr>
                <p:spPr>
                  <a:xfrm>
                    <a:off x="3213583" y="4859288"/>
                    <a:ext cx="344172" cy="360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91" name="Google Shape;691;p4"/>
                <p:cNvGrpSpPr/>
                <p:nvPr/>
              </p:nvGrpSpPr>
              <p:grpSpPr>
                <a:xfrm>
                  <a:off x="3073755" y="3546804"/>
                  <a:ext cx="6295789" cy="1010338"/>
                  <a:chOff x="3073755" y="3546804"/>
                  <a:chExt cx="6295789" cy="1010338"/>
                </a:xfrm>
              </p:grpSpPr>
              <p:grpSp>
                <p:nvGrpSpPr>
                  <p:cNvPr id="692" name="Google Shape;692;p4"/>
                  <p:cNvGrpSpPr/>
                  <p:nvPr/>
                </p:nvGrpSpPr>
                <p:grpSpPr>
                  <a:xfrm rot="5400000">
                    <a:off x="3489344" y="3255355"/>
                    <a:ext cx="848023" cy="1679200"/>
                    <a:chOff x="5739808" y="2877717"/>
                    <a:chExt cx="848023" cy="1679200"/>
                  </a:xfrm>
                </p:grpSpPr>
                <p:grpSp>
                  <p:nvGrpSpPr>
                    <p:cNvPr id="693" name="Google Shape;693;p4"/>
                    <p:cNvGrpSpPr/>
                    <p:nvPr/>
                  </p:nvGrpSpPr>
                  <p:grpSpPr>
                    <a:xfrm>
                      <a:off x="5739808" y="3709395"/>
                      <a:ext cx="848023" cy="847523"/>
                      <a:chOff x="5739808" y="3709395"/>
                      <a:chExt cx="848023" cy="847523"/>
                    </a:xfrm>
                  </p:grpSpPr>
                  <p:grpSp>
                    <p:nvGrpSpPr>
                      <p:cNvPr id="694" name="Google Shape;694;p4"/>
                      <p:cNvGrpSpPr/>
                      <p:nvPr/>
                    </p:nvGrpSpPr>
                    <p:grpSpPr>
                      <a:xfrm>
                        <a:off x="5739808" y="3709395"/>
                        <a:ext cx="352110" cy="847261"/>
                        <a:chOff x="5739808" y="3709395"/>
                        <a:chExt cx="352110" cy="847261"/>
                      </a:xfrm>
                    </p:grpSpPr>
                    <p:grpSp>
                      <p:nvGrpSpPr>
                        <p:cNvPr id="695" name="Google Shape;695;p4"/>
                        <p:cNvGrpSpPr/>
                        <p:nvPr/>
                      </p:nvGrpSpPr>
                      <p:grpSpPr>
                        <a:xfrm>
                          <a:off x="5739808" y="3709395"/>
                          <a:ext cx="296814" cy="499674"/>
                          <a:chOff x="6097258" y="3708381"/>
                          <a:chExt cx="296814" cy="499674"/>
                        </a:xfrm>
                      </p:grpSpPr>
                      <p:sp>
                        <p:nvSpPr>
                          <p:cNvPr id="696" name="Google Shape;696;p4"/>
                          <p:cNvSpPr/>
                          <p:nvPr/>
                        </p:nvSpPr>
                        <p:spPr>
                          <a:xfrm rot="-1077969">
                            <a:off x="6166492" y="3721247"/>
                            <a:ext cx="158346" cy="473941"/>
                          </a:xfrm>
                          <a:prstGeom prst="roundRect">
                            <a:avLst>
                              <a:gd fmla="val 16667" name="adj"/>
                            </a:avLst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97" name="Google Shape;697;p4"/>
                          <p:cNvSpPr/>
                          <p:nvPr/>
                        </p:nvSpPr>
                        <p:spPr>
                          <a:xfrm flipH="1" rot="231950">
                            <a:off x="6202247" y="3774966"/>
                            <a:ext cx="45719" cy="216078"/>
                          </a:xfrm>
                          <a:prstGeom prst="roundRect">
                            <a:avLst>
                              <a:gd fmla="val 40457" name="adj"/>
                            </a:avLst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698" name="Google Shape;698;p4"/>
                        <p:cNvSpPr/>
                        <p:nvPr/>
                      </p:nvSpPr>
                      <p:spPr>
                        <a:xfrm rot="-1153397">
                          <a:off x="5872725" y="4154646"/>
                          <a:ext cx="212428" cy="60403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99" name="Google Shape;699;p4"/>
                        <p:cNvSpPr/>
                        <p:nvPr/>
                      </p:nvSpPr>
                      <p:spPr>
                        <a:xfrm rot="-1153397">
                          <a:off x="5969456" y="4217860"/>
                          <a:ext cx="68932" cy="336838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700" name="Google Shape;700;p4"/>
                      <p:cNvGrpSpPr/>
                      <p:nvPr/>
                    </p:nvGrpSpPr>
                    <p:grpSpPr>
                      <a:xfrm flipH="1">
                        <a:off x="6235721" y="3709657"/>
                        <a:ext cx="352110" cy="847261"/>
                        <a:chOff x="5739808" y="3709395"/>
                        <a:chExt cx="352110" cy="847261"/>
                      </a:xfrm>
                    </p:grpSpPr>
                    <p:grpSp>
                      <p:nvGrpSpPr>
                        <p:cNvPr id="701" name="Google Shape;701;p4"/>
                        <p:cNvGrpSpPr/>
                        <p:nvPr/>
                      </p:nvGrpSpPr>
                      <p:grpSpPr>
                        <a:xfrm>
                          <a:off x="5739808" y="3709395"/>
                          <a:ext cx="296814" cy="499674"/>
                          <a:chOff x="6097258" y="3708381"/>
                          <a:chExt cx="296814" cy="499674"/>
                        </a:xfrm>
                      </p:grpSpPr>
                      <p:sp>
                        <p:nvSpPr>
                          <p:cNvPr id="702" name="Google Shape;702;p4"/>
                          <p:cNvSpPr/>
                          <p:nvPr/>
                        </p:nvSpPr>
                        <p:spPr>
                          <a:xfrm rot="-1077969">
                            <a:off x="6166492" y="3721247"/>
                            <a:ext cx="158346" cy="473941"/>
                          </a:xfrm>
                          <a:prstGeom prst="roundRect">
                            <a:avLst>
                              <a:gd fmla="val 16667" name="adj"/>
                            </a:avLst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703" name="Google Shape;703;p4"/>
                          <p:cNvSpPr/>
                          <p:nvPr/>
                        </p:nvSpPr>
                        <p:spPr>
                          <a:xfrm flipH="1" rot="231950">
                            <a:off x="6202247" y="3774966"/>
                            <a:ext cx="45719" cy="216078"/>
                          </a:xfrm>
                          <a:prstGeom prst="roundRect">
                            <a:avLst>
                              <a:gd fmla="val 40457" name="adj"/>
                            </a:avLst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704" name="Google Shape;704;p4"/>
                        <p:cNvSpPr/>
                        <p:nvPr/>
                      </p:nvSpPr>
                      <p:spPr>
                        <a:xfrm rot="-1153397">
                          <a:off x="5872725" y="4154646"/>
                          <a:ext cx="212428" cy="60403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05" name="Google Shape;705;p4"/>
                        <p:cNvSpPr/>
                        <p:nvPr/>
                      </p:nvSpPr>
                      <p:spPr>
                        <a:xfrm rot="-1153397">
                          <a:off x="5969456" y="4217860"/>
                          <a:ext cx="68932" cy="336838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706" name="Google Shape;706;p4"/>
                    <p:cNvGrpSpPr/>
                    <p:nvPr/>
                  </p:nvGrpSpPr>
                  <p:grpSpPr>
                    <a:xfrm>
                      <a:off x="5775048" y="2877717"/>
                      <a:ext cx="779055" cy="1217448"/>
                      <a:chOff x="5775048" y="2877717"/>
                      <a:chExt cx="779055" cy="1217448"/>
                    </a:xfrm>
                  </p:grpSpPr>
                  <p:grpSp>
                    <p:nvGrpSpPr>
                      <p:cNvPr id="707" name="Google Shape;707;p4"/>
                      <p:cNvGrpSpPr/>
                      <p:nvPr/>
                    </p:nvGrpSpPr>
                    <p:grpSpPr>
                      <a:xfrm>
                        <a:off x="5775707" y="2877717"/>
                        <a:ext cx="778396" cy="1217448"/>
                        <a:chOff x="5775707" y="2877717"/>
                        <a:chExt cx="778396" cy="1217448"/>
                      </a:xfrm>
                    </p:grpSpPr>
                    <p:grpSp>
                      <p:nvGrpSpPr>
                        <p:cNvPr id="708" name="Google Shape;708;p4"/>
                        <p:cNvGrpSpPr/>
                        <p:nvPr/>
                      </p:nvGrpSpPr>
                      <p:grpSpPr>
                        <a:xfrm>
                          <a:off x="5775707" y="2877717"/>
                          <a:ext cx="778396" cy="872513"/>
                          <a:chOff x="5728098" y="3973173"/>
                          <a:chExt cx="778396" cy="872513"/>
                        </a:xfrm>
                      </p:grpSpPr>
                      <p:grpSp>
                        <p:nvGrpSpPr>
                          <p:cNvPr id="709" name="Google Shape;709;p4"/>
                          <p:cNvGrpSpPr/>
                          <p:nvPr/>
                        </p:nvGrpSpPr>
                        <p:grpSpPr>
                          <a:xfrm>
                            <a:off x="5936066" y="3973173"/>
                            <a:ext cx="360000" cy="324000"/>
                            <a:chOff x="5827652" y="3885379"/>
                            <a:chExt cx="360000" cy="324000"/>
                          </a:xfrm>
                        </p:grpSpPr>
                        <p:sp>
                          <p:nvSpPr>
                            <p:cNvPr id="710" name="Google Shape;710;p4"/>
                            <p:cNvSpPr/>
                            <p:nvPr/>
                          </p:nvSpPr>
                          <p:spPr>
                            <a:xfrm>
                              <a:off x="5917652" y="3885379"/>
                              <a:ext cx="180000" cy="180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711" name="Google Shape;711;p4"/>
                            <p:cNvSpPr/>
                            <p:nvPr/>
                          </p:nvSpPr>
                          <p:spPr>
                            <a:xfrm>
                              <a:off x="5827652" y="4065379"/>
                              <a:ext cx="360000" cy="144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712" name="Google Shape;712;p4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577531"/>
                            <a:chOff x="5728098" y="4268155"/>
                            <a:chExt cx="778396" cy="577531"/>
                          </a:xfrm>
                        </p:grpSpPr>
                        <p:grpSp>
                          <p:nvGrpSpPr>
                            <p:cNvPr id="713" name="Google Shape;713;p4"/>
                            <p:cNvGrpSpPr/>
                            <p:nvPr/>
                          </p:nvGrpSpPr>
                          <p:grpSpPr>
                            <a:xfrm>
                              <a:off x="5728098" y="4268155"/>
                              <a:ext cx="778396" cy="577531"/>
                              <a:chOff x="5728098" y="4268155"/>
                              <a:chExt cx="778396" cy="577531"/>
                            </a:xfrm>
                          </p:grpSpPr>
                          <p:grpSp>
                            <p:nvGrpSpPr>
                              <p:cNvPr id="714" name="Google Shape;714;p4"/>
                              <p:cNvGrpSpPr/>
                              <p:nvPr/>
                            </p:nvGrpSpPr>
                            <p:grpSpPr>
                              <a:xfrm>
                                <a:off x="5728098" y="4268155"/>
                                <a:ext cx="778396" cy="468000"/>
                                <a:chOff x="5728098" y="4268155"/>
                                <a:chExt cx="778396" cy="468000"/>
                              </a:xfrm>
                            </p:grpSpPr>
                            <p:sp>
                              <p:nvSpPr>
                                <p:cNvPr id="715" name="Google Shape;715;p4"/>
                                <p:cNvSpPr/>
                                <p:nvPr/>
                              </p:nvSpPr>
                              <p:spPr>
                                <a:xfrm>
                                  <a:off x="5728098" y="4659003"/>
                                  <a:ext cx="157695" cy="36000"/>
                                </a:xfrm>
                                <a:prstGeom prst="rect">
                                  <a:avLst/>
                                </a:prstGeom>
                                <a:solidFill>
                                  <a:schemeClr val="accent1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anchorCtr="0" anchor="ctr" bIns="45700" lIns="91425" spcFirstLastPara="1" rIns="91425" wrap="square" tIns="45700">
                                  <a:noAutofit/>
                                </a:bodyPr>
                                <a:lstStyle/>
                                <a:p>
                                  <a:pPr indent="0" lvl="0" marL="0" marR="0" rtl="0" algn="ctr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r>
                                    <a:t/>
                                  </a:r>
                                  <a:endParaRPr b="0" i="0" sz="1800" u="none" cap="none" strike="noStrike">
                                    <a:solidFill>
                                      <a:schemeClr val="lt1"/>
                                    </a:solidFill>
                                    <a:latin typeface="Calibri"/>
                                    <a:ea typeface="Calibri"/>
                                    <a:cs typeface="Calibri"/>
                                    <a:sym typeface="Calibri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716" name="Google Shape;716;p4"/>
                                <p:cNvSpPr/>
                                <p:nvPr/>
                              </p:nvSpPr>
                              <p:spPr>
                                <a:xfrm>
                                  <a:off x="6348799" y="4661385"/>
                                  <a:ext cx="157695" cy="36000"/>
                                </a:xfrm>
                                <a:prstGeom prst="rect">
                                  <a:avLst/>
                                </a:prstGeom>
                                <a:solidFill>
                                  <a:schemeClr val="accent1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anchorCtr="0" anchor="ctr" bIns="45700" lIns="91425" spcFirstLastPara="1" rIns="91425" wrap="square" tIns="45700">
                                  <a:noAutofit/>
                                </a:bodyPr>
                                <a:lstStyle/>
                                <a:p>
                                  <a:pPr indent="0" lvl="0" marL="0" marR="0" rtl="0" algn="ctr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r>
                                    <a:t/>
                                  </a:r>
                                  <a:endParaRPr b="0" i="0" sz="1800" u="none" cap="none" strike="noStrike">
                                    <a:solidFill>
                                      <a:schemeClr val="lt1"/>
                                    </a:solidFill>
                                    <a:latin typeface="Calibri"/>
                                    <a:ea typeface="Calibri"/>
                                    <a:cs typeface="Calibri"/>
                                    <a:sym typeface="Calibri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717" name="Google Shape;717;p4"/>
                                <p:cNvSpPr/>
                                <p:nvPr/>
                              </p:nvSpPr>
                              <p:spPr>
                                <a:xfrm>
                                  <a:off x="5847296" y="4268155"/>
                                  <a:ext cx="540000" cy="468000"/>
                                </a:xfrm>
                                <a:prstGeom prst="frame">
                                  <a:avLst>
                                    <a:gd fmla="val 7853" name="adj1"/>
                                  </a:avLst>
                                </a:prstGeom>
                                <a:solidFill>
                                  <a:schemeClr val="accent1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anchorCtr="0" anchor="ctr" bIns="45700" lIns="91425" spcFirstLastPara="1" rIns="91425" wrap="square" tIns="45700">
                                  <a:noAutofit/>
                                </a:bodyPr>
                                <a:lstStyle/>
                                <a:p>
                                  <a:pPr indent="0" lvl="0" marL="0" marR="0" rtl="0" algn="ctr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r>
                                    <a:t/>
                                  </a:r>
                                  <a:endParaRPr b="0" i="0" sz="1800" u="none" cap="none" strike="noStrike">
                                    <a:solidFill>
                                      <a:schemeClr val="dk1"/>
                                    </a:solidFill>
                                    <a:latin typeface="Calibri"/>
                                    <a:ea typeface="Calibri"/>
                                    <a:cs typeface="Calibri"/>
                                    <a:sym typeface="Calibri"/>
                                  </a:endParaRPr>
                                </a:p>
                              </p:txBody>
                            </p:sp>
                          </p:grpSp>
                          <p:grpSp>
                            <p:nvGrpSpPr>
                              <p:cNvPr id="718" name="Google Shape;718;p4"/>
                              <p:cNvGrpSpPr/>
                              <p:nvPr/>
                            </p:nvGrpSpPr>
                            <p:grpSpPr>
                              <a:xfrm>
                                <a:off x="5728099" y="4698144"/>
                                <a:ext cx="777647" cy="147542"/>
                                <a:chOff x="5728099" y="4698144"/>
                                <a:chExt cx="777647" cy="147542"/>
                              </a:xfrm>
                            </p:grpSpPr>
                            <p:sp>
                              <p:nvSpPr>
                                <p:cNvPr id="719" name="Google Shape;719;p4"/>
                                <p:cNvSpPr/>
                                <p:nvPr/>
                              </p:nvSpPr>
                              <p:spPr>
                                <a:xfrm>
                                  <a:off x="5849450" y="4698833"/>
                                  <a:ext cx="537845" cy="45719"/>
                                </a:xfrm>
                                <a:prstGeom prst="rect">
                                  <a:avLst/>
                                </a:prstGeom>
                                <a:solidFill>
                                  <a:schemeClr val="accent1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anchorCtr="0" anchor="ctr" bIns="45700" lIns="91425" spcFirstLastPara="1" rIns="91425" wrap="square" tIns="45700">
                                  <a:noAutofit/>
                                </a:bodyPr>
                                <a:lstStyle/>
                                <a:p>
                                  <a:pPr indent="0" lvl="0" marL="0" marR="0" rtl="0" algn="ctr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r>
                                    <a:t/>
                                  </a:r>
                                  <a:endParaRPr b="0" i="0" sz="1800" u="none" cap="none" strike="noStrike">
                                    <a:solidFill>
                                      <a:schemeClr val="lt1"/>
                                    </a:solidFill>
                                    <a:latin typeface="Calibri"/>
                                    <a:ea typeface="Calibri"/>
                                    <a:cs typeface="Calibri"/>
                                    <a:sym typeface="Calibri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720" name="Google Shape;720;p4"/>
                                <p:cNvSpPr/>
                                <p:nvPr/>
                              </p:nvSpPr>
                              <p:spPr>
                                <a:xfrm>
                                  <a:off x="5728099" y="4698144"/>
                                  <a:ext cx="118291" cy="147542"/>
                                </a:xfrm>
                                <a:prstGeom prst="rect">
                                  <a:avLst/>
                                </a:prstGeom>
                                <a:solidFill>
                                  <a:schemeClr val="accent1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anchorCtr="0" anchor="ctr" bIns="45700" lIns="91425" spcFirstLastPara="1" rIns="91425" wrap="square" tIns="45700">
                                  <a:noAutofit/>
                                </a:bodyPr>
                                <a:lstStyle/>
                                <a:p>
                                  <a:pPr indent="0" lvl="0" marL="0" marR="0" rtl="0" algn="ctr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r>
                                    <a:t/>
                                  </a:r>
                                  <a:endParaRPr b="0" i="0" sz="1800" u="none" cap="none" strike="noStrike">
                                    <a:solidFill>
                                      <a:schemeClr val="lt1"/>
                                    </a:solidFill>
                                    <a:latin typeface="Calibri"/>
                                    <a:ea typeface="Calibri"/>
                                    <a:cs typeface="Calibri"/>
                                    <a:sym typeface="Calibri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721" name="Google Shape;721;p4"/>
                                <p:cNvSpPr/>
                                <p:nvPr/>
                              </p:nvSpPr>
                              <p:spPr>
                                <a:xfrm>
                                  <a:off x="6385142" y="4698144"/>
                                  <a:ext cx="120604" cy="147542"/>
                                </a:xfrm>
                                <a:prstGeom prst="rect">
                                  <a:avLst/>
                                </a:prstGeom>
                                <a:solidFill>
                                  <a:schemeClr val="accent1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anchorCtr="0" anchor="ctr" bIns="45700" lIns="91425" spcFirstLastPara="1" rIns="91425" wrap="square" tIns="45700">
                                  <a:noAutofit/>
                                </a:bodyPr>
                                <a:lstStyle/>
                                <a:p>
                                  <a:pPr indent="0" lvl="0" marL="0" marR="0" rtl="0" algn="ctr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r>
                                    <a:t/>
                                  </a:r>
                                  <a:endParaRPr b="0" i="0" sz="1800" u="none" cap="none" strike="noStrike">
                                    <a:solidFill>
                                      <a:schemeClr val="lt1"/>
                                    </a:solidFill>
                                    <a:latin typeface="Calibri"/>
                                    <a:ea typeface="Calibri"/>
                                    <a:cs typeface="Calibri"/>
                                    <a:sym typeface="Calibri"/>
                                  </a:endParaRPr>
                                </a:p>
                              </p:txBody>
                            </p:sp>
                          </p:grpSp>
                        </p:grpSp>
                        <p:grpSp>
                          <p:nvGrpSpPr>
                            <p:cNvPr id="722" name="Google Shape;722;p4"/>
                            <p:cNvGrpSpPr/>
                            <p:nvPr/>
                          </p:nvGrpSpPr>
                          <p:grpSpPr>
                            <a:xfrm>
                              <a:off x="5969948" y="4385231"/>
                              <a:ext cx="300588" cy="306875"/>
                              <a:chOff x="6707431" y="4143645"/>
                              <a:chExt cx="398381" cy="433766"/>
                            </a:xfrm>
                          </p:grpSpPr>
                          <p:sp>
                            <p:nvSpPr>
                              <p:cNvPr id="723" name="Google Shape;723;p4"/>
                              <p:cNvSpPr/>
                              <p:nvPr/>
                            </p:nvSpPr>
                            <p:spPr>
                              <a:xfrm>
                                <a:off x="6708632" y="4255261"/>
                                <a:ext cx="396000" cy="216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724" name="Google Shape;724;p4"/>
                              <p:cNvSpPr/>
                              <p:nvPr/>
                            </p:nvSpPr>
                            <p:spPr>
                              <a:xfrm>
                                <a:off x="6709813" y="4143645"/>
                                <a:ext cx="395999" cy="108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725" name="Google Shape;725;p4"/>
                              <p:cNvSpPr/>
                              <p:nvPr/>
                            </p:nvSpPr>
                            <p:spPr>
                              <a:xfrm>
                                <a:off x="6707431" y="4469411"/>
                                <a:ext cx="396000" cy="108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</p:grpSp>
                      </p:grpSp>
                    </p:grpSp>
                    <p:sp>
                      <p:nvSpPr>
                        <p:cNvPr id="726" name="Google Shape;726;p4"/>
                        <p:cNvSpPr/>
                        <p:nvPr/>
                      </p:nvSpPr>
                      <p:spPr>
                        <a:xfrm>
                          <a:off x="6139226" y="3643061"/>
                          <a:ext cx="45719" cy="452104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727" name="Google Shape;727;p4"/>
                      <p:cNvGrpSpPr/>
                      <p:nvPr/>
                    </p:nvGrpSpPr>
                    <p:grpSpPr>
                      <a:xfrm>
                        <a:off x="5775048" y="3892549"/>
                        <a:ext cx="778309" cy="59708"/>
                        <a:chOff x="5775048" y="3892549"/>
                        <a:chExt cx="778309" cy="59708"/>
                      </a:xfrm>
                    </p:grpSpPr>
                    <p:sp>
                      <p:nvSpPr>
                        <p:cNvPr id="728" name="Google Shape;728;p4"/>
                        <p:cNvSpPr/>
                        <p:nvPr/>
                      </p:nvSpPr>
                      <p:spPr>
                        <a:xfrm rot="-54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29" name="Google Shape;729;p4"/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30" name="Google Shape;730;p4"/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731" name="Google Shape;731;p4"/>
                  <p:cNvGrpSpPr/>
                  <p:nvPr/>
                </p:nvGrpSpPr>
                <p:grpSpPr>
                  <a:xfrm>
                    <a:off x="4507922" y="3546804"/>
                    <a:ext cx="2643562" cy="1010338"/>
                    <a:chOff x="4507922" y="3546803"/>
                    <a:chExt cx="2643562" cy="1010338"/>
                  </a:xfrm>
                </p:grpSpPr>
                <p:sp>
                  <p:nvSpPr>
                    <p:cNvPr id="732" name="Google Shape;732;p4"/>
                    <p:cNvSpPr/>
                    <p:nvPr/>
                  </p:nvSpPr>
                  <p:spPr>
                    <a:xfrm rot="10800000">
                      <a:off x="5005154" y="3754381"/>
                      <a:ext cx="146760" cy="6478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33" name="Google Shape;733;p4"/>
                    <p:cNvSpPr/>
                    <p:nvPr/>
                  </p:nvSpPr>
                  <p:spPr>
                    <a:xfrm rot="10800000">
                      <a:off x="4999776" y="4390339"/>
                      <a:ext cx="146760" cy="58036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34" name="Google Shape;734;p4"/>
                    <p:cNvGrpSpPr/>
                    <p:nvPr/>
                  </p:nvGrpSpPr>
                  <p:grpSpPr>
                    <a:xfrm>
                      <a:off x="4507922" y="3546803"/>
                      <a:ext cx="2643562" cy="1010338"/>
                      <a:chOff x="4507922" y="3546803"/>
                      <a:chExt cx="2643562" cy="1010338"/>
                    </a:xfrm>
                  </p:grpSpPr>
                  <p:grpSp>
                    <p:nvGrpSpPr>
                      <p:cNvPr id="735" name="Google Shape;735;p4"/>
                      <p:cNvGrpSpPr/>
                      <p:nvPr/>
                    </p:nvGrpSpPr>
                    <p:grpSpPr>
                      <a:xfrm>
                        <a:off x="4823239" y="3644435"/>
                        <a:ext cx="2328245" cy="912706"/>
                        <a:chOff x="502364" y="4091091"/>
                        <a:chExt cx="1308272" cy="912706"/>
                      </a:xfrm>
                    </p:grpSpPr>
                    <p:grpSp>
                      <p:nvGrpSpPr>
                        <p:cNvPr id="736" name="Google Shape;736;p4"/>
                        <p:cNvGrpSpPr/>
                        <p:nvPr/>
                      </p:nvGrpSpPr>
                      <p:grpSpPr>
                        <a:xfrm>
                          <a:off x="1567011" y="4165843"/>
                          <a:ext cx="222528" cy="748885"/>
                          <a:chOff x="1567011" y="4165843"/>
                          <a:chExt cx="222528" cy="748885"/>
                        </a:xfrm>
                      </p:grpSpPr>
                      <p:sp>
                        <p:nvSpPr>
                          <p:cNvPr id="737" name="Google Shape;737;p4"/>
                          <p:cNvSpPr/>
                          <p:nvPr/>
                        </p:nvSpPr>
                        <p:spPr>
                          <a:xfrm>
                            <a:off x="1567011" y="4165843"/>
                            <a:ext cx="222528" cy="64789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738" name="Google Shape;738;p4"/>
                          <p:cNvSpPr/>
                          <p:nvPr/>
                        </p:nvSpPr>
                        <p:spPr>
                          <a:xfrm>
                            <a:off x="1567011" y="4849939"/>
                            <a:ext cx="222528" cy="64789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739" name="Google Shape;739;p4"/>
                        <p:cNvGrpSpPr/>
                        <p:nvPr/>
                      </p:nvGrpSpPr>
                      <p:grpSpPr>
                        <a:xfrm>
                          <a:off x="502364" y="4091091"/>
                          <a:ext cx="1308272" cy="912706"/>
                          <a:chOff x="1327522" y="4249446"/>
                          <a:chExt cx="2701588" cy="912706"/>
                        </a:xfrm>
                      </p:grpSpPr>
                      <p:sp>
                        <p:nvSpPr>
                          <p:cNvPr id="740" name="Google Shape;740;p4"/>
                          <p:cNvSpPr/>
                          <p:nvPr/>
                        </p:nvSpPr>
                        <p:spPr>
                          <a:xfrm>
                            <a:off x="1329110" y="4249446"/>
                            <a:ext cx="2700000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741" name="Google Shape;741;p4"/>
                          <p:cNvSpPr/>
                          <p:nvPr/>
                        </p:nvSpPr>
                        <p:spPr>
                          <a:xfrm>
                            <a:off x="1327522" y="5054152"/>
                            <a:ext cx="2700000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42" name="Google Shape;742;p4"/>
                      <p:cNvGrpSpPr/>
                      <p:nvPr/>
                    </p:nvGrpSpPr>
                    <p:grpSpPr>
                      <a:xfrm rot="10800000">
                        <a:off x="5490031" y="3759390"/>
                        <a:ext cx="356609" cy="512384"/>
                        <a:chOff x="2047213" y="2767253"/>
                        <a:chExt cx="430719" cy="642467"/>
                      </a:xfrm>
                    </p:grpSpPr>
                    <p:grpSp>
                      <p:nvGrpSpPr>
                        <p:cNvPr id="743" name="Google Shape;743;p4"/>
                        <p:cNvGrpSpPr/>
                        <p:nvPr/>
                      </p:nvGrpSpPr>
                      <p:grpSpPr>
                        <a:xfrm>
                          <a:off x="2047213" y="2767253"/>
                          <a:ext cx="430719" cy="429014"/>
                          <a:chOff x="2382817" y="1775579"/>
                          <a:chExt cx="299697" cy="304754"/>
                        </a:xfrm>
                      </p:grpSpPr>
                      <p:sp>
                        <p:nvSpPr>
                          <p:cNvPr id="744" name="Google Shape;744;p4"/>
                          <p:cNvSpPr/>
                          <p:nvPr/>
                        </p:nvSpPr>
                        <p:spPr>
                          <a:xfrm>
                            <a:off x="2383723" y="1852423"/>
                            <a:ext cx="298791" cy="152813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745" name="Google Shape;745;p4"/>
                          <p:cNvSpPr/>
                          <p:nvPr/>
                        </p:nvSpPr>
                        <p:spPr>
                          <a:xfrm>
                            <a:off x="2382947" y="1775579"/>
                            <a:ext cx="298791" cy="76406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746" name="Google Shape;746;p4"/>
                          <p:cNvSpPr/>
                          <p:nvPr/>
                        </p:nvSpPr>
                        <p:spPr>
                          <a:xfrm>
                            <a:off x="2382817" y="2003927"/>
                            <a:ext cx="298791" cy="76406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747" name="Google Shape;747;p4"/>
                        <p:cNvSpPr/>
                        <p:nvPr/>
                      </p:nvSpPr>
                      <p:spPr>
                        <a:xfrm>
                          <a:off x="2091131" y="3194599"/>
                          <a:ext cx="344172" cy="21512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748" name="Google Shape;748;p4"/>
                      <p:cNvGrpSpPr/>
                      <p:nvPr/>
                    </p:nvGrpSpPr>
                    <p:grpSpPr>
                      <a:xfrm>
                        <a:off x="4907477" y="3546803"/>
                        <a:ext cx="853204" cy="96037"/>
                        <a:chOff x="4907477" y="3546803"/>
                        <a:chExt cx="853204" cy="96037"/>
                      </a:xfrm>
                    </p:grpSpPr>
                    <p:sp>
                      <p:nvSpPr>
                        <p:cNvPr id="749" name="Google Shape;749;p4"/>
                        <p:cNvSpPr/>
                        <p:nvPr/>
                      </p:nvSpPr>
                      <p:spPr>
                        <a:xfrm rot="10800000">
                          <a:off x="4907477" y="3546804"/>
                          <a:ext cx="342114" cy="96035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50" name="Google Shape;750;p4"/>
                        <p:cNvSpPr/>
                        <p:nvPr/>
                      </p:nvSpPr>
                      <p:spPr>
                        <a:xfrm rot="10800000">
                          <a:off x="5569132" y="3546803"/>
                          <a:ext cx="191549" cy="96037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51" name="Google Shape;751;p4"/>
                        <p:cNvSpPr/>
                        <p:nvPr/>
                      </p:nvSpPr>
                      <p:spPr>
                        <a:xfrm rot="10800000">
                          <a:off x="4907477" y="3571166"/>
                          <a:ext cx="853204" cy="4571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752" name="Google Shape;752;p4"/>
                      <p:cNvGrpSpPr/>
                      <p:nvPr/>
                    </p:nvGrpSpPr>
                    <p:grpSpPr>
                      <a:xfrm>
                        <a:off x="4752800" y="3811517"/>
                        <a:ext cx="634868" cy="577903"/>
                        <a:chOff x="4753771" y="3870856"/>
                        <a:chExt cx="634868" cy="577903"/>
                      </a:xfrm>
                    </p:grpSpPr>
                    <p:sp>
                      <p:nvSpPr>
                        <p:cNvPr id="753" name="Google Shape;753;p4"/>
                        <p:cNvSpPr/>
                        <p:nvPr/>
                      </p:nvSpPr>
                      <p:spPr>
                        <a:xfrm rot="10800000">
                          <a:off x="4753771" y="3964668"/>
                          <a:ext cx="633553" cy="393458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54" name="Google Shape;754;p4"/>
                        <p:cNvSpPr/>
                        <p:nvPr/>
                      </p:nvSpPr>
                      <p:spPr>
                        <a:xfrm rot="10800000">
                          <a:off x="4754851" y="3870856"/>
                          <a:ext cx="633553" cy="9381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55" name="Google Shape;755;p4"/>
                        <p:cNvSpPr/>
                        <p:nvPr/>
                      </p:nvSpPr>
                      <p:spPr>
                        <a:xfrm rot="10800000">
                          <a:off x="4755086" y="4354947"/>
                          <a:ext cx="633553" cy="9381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756" name="Google Shape;756;p4"/>
                      <p:cNvGrpSpPr/>
                      <p:nvPr/>
                    </p:nvGrpSpPr>
                    <p:grpSpPr>
                      <a:xfrm>
                        <a:off x="4507922" y="4032002"/>
                        <a:ext cx="307233" cy="114324"/>
                        <a:chOff x="4507922" y="4032002"/>
                        <a:chExt cx="307233" cy="114324"/>
                      </a:xfrm>
                    </p:grpSpPr>
                    <p:sp>
                      <p:nvSpPr>
                        <p:cNvPr id="757" name="Google Shape;757;p4"/>
                        <p:cNvSpPr/>
                        <p:nvPr/>
                      </p:nvSpPr>
                      <p:spPr>
                        <a:xfrm>
                          <a:off x="4769436" y="4032002"/>
                          <a:ext cx="45719" cy="114324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58" name="Google Shape;758;p4"/>
                        <p:cNvSpPr/>
                        <p:nvPr/>
                      </p:nvSpPr>
                      <p:spPr>
                        <a:xfrm>
                          <a:off x="4507922" y="4044091"/>
                          <a:ext cx="259943" cy="93813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59" name="Google Shape;759;p4"/>
                      <p:cNvSpPr/>
                      <p:nvPr/>
                    </p:nvSpPr>
                    <p:spPr>
                      <a:xfrm rot="10800000">
                        <a:off x="6589484" y="3751758"/>
                        <a:ext cx="45719" cy="69649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60" name="Google Shape;760;p4"/>
                      <p:cNvSpPr/>
                      <p:nvPr/>
                    </p:nvSpPr>
                    <p:spPr>
                      <a:xfrm rot="10800000">
                        <a:off x="5420983" y="3751758"/>
                        <a:ext cx="45719" cy="69649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61" name="Google Shape;761;p4"/>
                  <p:cNvGrpSpPr/>
                  <p:nvPr/>
                </p:nvGrpSpPr>
                <p:grpSpPr>
                  <a:xfrm>
                    <a:off x="6661270" y="3783868"/>
                    <a:ext cx="2708274" cy="626053"/>
                    <a:chOff x="6661270" y="3783867"/>
                    <a:chExt cx="2708274" cy="626053"/>
                  </a:xfrm>
                </p:grpSpPr>
                <p:grpSp>
                  <p:nvGrpSpPr>
                    <p:cNvPr id="762" name="Google Shape;762;p4"/>
                    <p:cNvGrpSpPr/>
                    <p:nvPr/>
                  </p:nvGrpSpPr>
                  <p:grpSpPr>
                    <a:xfrm>
                      <a:off x="6661270" y="3783867"/>
                      <a:ext cx="2708274" cy="626053"/>
                      <a:chOff x="1320836" y="4230396"/>
                      <a:chExt cx="2708274" cy="626053"/>
                    </a:xfrm>
                  </p:grpSpPr>
                  <p:sp>
                    <p:nvSpPr>
                      <p:cNvPr id="763" name="Google Shape;763;p4"/>
                      <p:cNvSpPr/>
                      <p:nvPr/>
                    </p:nvSpPr>
                    <p:spPr>
                      <a:xfrm>
                        <a:off x="1329110" y="4230396"/>
                        <a:ext cx="2700000" cy="108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64" name="Google Shape;764;p4"/>
                      <p:cNvSpPr/>
                      <p:nvPr/>
                    </p:nvSpPr>
                    <p:spPr>
                      <a:xfrm>
                        <a:off x="1320836" y="4748449"/>
                        <a:ext cx="2700000" cy="108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765" name="Google Shape;765;p4"/>
                    <p:cNvGrpSpPr/>
                    <p:nvPr/>
                  </p:nvGrpSpPr>
                  <p:grpSpPr>
                    <a:xfrm>
                      <a:off x="6709649" y="3891867"/>
                      <a:ext cx="2222868" cy="413022"/>
                      <a:chOff x="6709649" y="3891867"/>
                      <a:chExt cx="2222868" cy="413022"/>
                    </a:xfrm>
                  </p:grpSpPr>
                  <p:sp>
                    <p:nvSpPr>
                      <p:cNvPr id="766" name="Google Shape;766;p4"/>
                      <p:cNvSpPr/>
                      <p:nvPr/>
                    </p:nvSpPr>
                    <p:spPr>
                      <a:xfrm rot="10800000">
                        <a:off x="6880507" y="3891867"/>
                        <a:ext cx="46539" cy="4085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67" name="Google Shape;767;p4"/>
                      <p:cNvSpPr/>
                      <p:nvPr/>
                    </p:nvSpPr>
                    <p:spPr>
                      <a:xfrm>
                        <a:off x="6709649" y="3996549"/>
                        <a:ext cx="396018" cy="19898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68" name="Google Shape;768;p4"/>
                      <p:cNvSpPr/>
                      <p:nvPr/>
                    </p:nvSpPr>
                    <p:spPr>
                      <a:xfrm rot="10800000">
                        <a:off x="8702279" y="3896386"/>
                        <a:ext cx="46539" cy="4085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69" name="Google Shape;769;p4"/>
                      <p:cNvSpPr/>
                      <p:nvPr/>
                    </p:nvSpPr>
                    <p:spPr>
                      <a:xfrm>
                        <a:off x="8536499" y="3990890"/>
                        <a:ext cx="396018" cy="19898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70" name="Google Shape;770;p4"/>
                      <p:cNvSpPr/>
                      <p:nvPr/>
                    </p:nvSpPr>
                    <p:spPr>
                      <a:xfrm>
                        <a:off x="6709649" y="4035049"/>
                        <a:ext cx="2222868" cy="11750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</p:grpSp>
        </p:grpSp>
        <p:sp>
          <p:nvSpPr>
            <p:cNvPr id="771" name="Google Shape;771;p4"/>
            <p:cNvSpPr/>
            <p:nvPr/>
          </p:nvSpPr>
          <p:spPr>
            <a:xfrm>
              <a:off x="7566037" y="4935701"/>
              <a:ext cx="45719" cy="91848"/>
            </a:xfrm>
            <a:prstGeom prst="rect">
              <a:avLst/>
            </a:prstGeom>
            <a:solidFill>
              <a:srgbClr val="FFFF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4"/>
            <p:cNvSpPr/>
            <p:nvPr/>
          </p:nvSpPr>
          <p:spPr>
            <a:xfrm>
              <a:off x="8385213" y="4928228"/>
              <a:ext cx="45719" cy="91848"/>
            </a:xfrm>
            <a:prstGeom prst="rect">
              <a:avLst/>
            </a:prstGeom>
            <a:solidFill>
              <a:srgbClr val="FFFF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4000" fill="hold"/>
                                        <p:tgtEl>
                                          <p:spTgt spid="5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4000" fill="hold"/>
                                        <p:tgtEl>
                                          <p:spTgt spid="5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5"/>
          <p:cNvSpPr txBox="1"/>
          <p:nvPr>
            <p:ph type="ctrTitle"/>
          </p:nvPr>
        </p:nvSpPr>
        <p:spPr>
          <a:xfrm>
            <a:off x="101610" y="82380"/>
            <a:ext cx="4011517" cy="7778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Flujograma </a:t>
            </a:r>
            <a:endParaRPr/>
          </a:p>
        </p:txBody>
      </p:sp>
      <p:sp>
        <p:nvSpPr>
          <p:cNvPr id="778" name="Google Shape;778;p5"/>
          <p:cNvSpPr txBox="1"/>
          <p:nvPr>
            <p:ph idx="1" type="subTitle"/>
          </p:nvPr>
        </p:nvSpPr>
        <p:spPr>
          <a:xfrm>
            <a:off x="203220" y="2194345"/>
            <a:ext cx="4374564" cy="3954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b="1" lang="es-ES" sz="1600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AutoNum type="arabicPeriod"/>
            </a:pPr>
            <a:r>
              <a:rPr lang="es-ES" sz="1600">
                <a:solidFill>
                  <a:srgbClr val="0070C0"/>
                </a:solidFill>
              </a:rPr>
              <a:t>¿Botón M1 presionado?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1400"/>
              <a:buNone/>
            </a:pPr>
            <a:r>
              <a:rPr b="1" lang="es-ES" sz="1400">
                <a:solidFill>
                  <a:srgbClr val="00B050"/>
                </a:solidFill>
              </a:rPr>
              <a:t>Si, </a:t>
            </a:r>
            <a:r>
              <a:rPr lang="es-ES" sz="1400"/>
              <a:t>rotar brazo en sentido horario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</a:pPr>
            <a:r>
              <a:rPr b="1" lang="es-ES" sz="1400">
                <a:solidFill>
                  <a:srgbClr val="FF0000"/>
                </a:solidFill>
              </a:rPr>
              <a:t>No, </a:t>
            </a:r>
            <a:r>
              <a:rPr lang="es-ES" sz="1400"/>
              <a:t>saltar al paso 3.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AutoNum type="arabicPeriod"/>
            </a:pPr>
            <a:r>
              <a:rPr lang="es-ES" sz="1600">
                <a:solidFill>
                  <a:srgbClr val="0070C0"/>
                </a:solidFill>
              </a:rPr>
              <a:t>¿sensor S1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1400"/>
              <a:buNone/>
            </a:pPr>
            <a:r>
              <a:rPr b="1" lang="es-ES" sz="1400">
                <a:solidFill>
                  <a:srgbClr val="00B050"/>
                </a:solidFill>
              </a:rPr>
              <a:t>Si, </a:t>
            </a:r>
            <a:r>
              <a:rPr lang="es-ES" sz="1400"/>
              <a:t>inhabilitar botón </a:t>
            </a:r>
            <a:r>
              <a:rPr b="1" lang="es-ES" sz="1400"/>
              <a:t>M1 </a:t>
            </a:r>
            <a:r>
              <a:rPr lang="es-ES" sz="1400"/>
              <a:t>y habilitar botón </a:t>
            </a:r>
            <a:r>
              <a:rPr b="1" lang="es-ES" sz="1400"/>
              <a:t>M2</a:t>
            </a:r>
            <a:r>
              <a:rPr lang="es-ES" sz="1400"/>
              <a:t>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</a:pPr>
            <a:r>
              <a:rPr b="1" lang="es-ES" sz="1400">
                <a:solidFill>
                  <a:srgbClr val="FF0000"/>
                </a:solidFill>
              </a:rPr>
              <a:t>No, </a:t>
            </a:r>
            <a:r>
              <a:rPr lang="es-ES" sz="1400"/>
              <a:t>saltar al paso 1.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AutoNum type="arabicPeriod"/>
            </a:pPr>
            <a:r>
              <a:rPr lang="es-ES" sz="1600">
                <a:solidFill>
                  <a:srgbClr val="0070C0"/>
                </a:solidFill>
              </a:rPr>
              <a:t>¿Botón M2 presionado?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1400"/>
              <a:buNone/>
            </a:pPr>
            <a:r>
              <a:rPr b="1" lang="es-ES" sz="1400">
                <a:solidFill>
                  <a:srgbClr val="00B050"/>
                </a:solidFill>
              </a:rPr>
              <a:t>Si, </a:t>
            </a:r>
            <a:r>
              <a:rPr lang="es-ES" sz="1400"/>
              <a:t>rotar brazo en sentido antihorario.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</a:pPr>
            <a:r>
              <a:rPr b="1" lang="es-ES" sz="1400">
                <a:solidFill>
                  <a:srgbClr val="FF0000"/>
                </a:solidFill>
              </a:rPr>
              <a:t>No, </a:t>
            </a:r>
            <a:r>
              <a:rPr lang="es-ES" sz="1400"/>
              <a:t>saltar al paso X (</a:t>
            </a:r>
            <a:r>
              <a:rPr lang="es-ES" sz="1400">
                <a:highlight>
                  <a:srgbClr val="FFFF00"/>
                </a:highlight>
              </a:rPr>
              <a:t>analizar otro pulsador</a:t>
            </a:r>
            <a:r>
              <a:rPr lang="es-ES" sz="1400"/>
              <a:t>).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Calibri"/>
              <a:buAutoNum type="arabicPeriod"/>
            </a:pPr>
            <a:r>
              <a:rPr lang="es-ES" sz="1600">
                <a:solidFill>
                  <a:srgbClr val="0070C0"/>
                </a:solidFill>
              </a:rPr>
              <a:t>¿sensor S1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1400"/>
              <a:buNone/>
            </a:pPr>
            <a:r>
              <a:rPr b="1" lang="es-ES" sz="1400">
                <a:solidFill>
                  <a:srgbClr val="00B050"/>
                </a:solidFill>
              </a:rPr>
              <a:t>Si, </a:t>
            </a:r>
            <a:r>
              <a:rPr lang="es-ES" sz="1400"/>
              <a:t>inhabilitar botón</a:t>
            </a:r>
            <a:r>
              <a:rPr b="1" lang="es-ES" sz="1400"/>
              <a:t> M2 </a:t>
            </a:r>
            <a:r>
              <a:rPr lang="es-ES" sz="1400"/>
              <a:t>y habilitar botón </a:t>
            </a:r>
            <a:r>
              <a:rPr b="1" lang="es-ES" sz="1400"/>
              <a:t>M1.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</a:pPr>
            <a:r>
              <a:rPr b="1" lang="es-ES" sz="1400">
                <a:solidFill>
                  <a:srgbClr val="FF0000"/>
                </a:solidFill>
              </a:rPr>
              <a:t>No, </a:t>
            </a:r>
            <a:r>
              <a:rPr lang="es-ES" sz="1400"/>
              <a:t>saltar al paso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  <p:pic>
        <p:nvPicPr>
          <p:cNvPr id="779" name="Google Shape;77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1796" y="534699"/>
            <a:ext cx="7042133" cy="578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4" name="Google Shape;784;p6"/>
          <p:cNvGrpSpPr/>
          <p:nvPr/>
        </p:nvGrpSpPr>
        <p:grpSpPr>
          <a:xfrm rot="2333331">
            <a:off x="5878579" y="532320"/>
            <a:ext cx="6571589" cy="5758824"/>
            <a:chOff x="5878579" y="532320"/>
            <a:chExt cx="6571589" cy="5758824"/>
          </a:xfrm>
        </p:grpSpPr>
        <p:grpSp>
          <p:nvGrpSpPr>
            <p:cNvPr id="785" name="Google Shape;785;p6"/>
            <p:cNvGrpSpPr/>
            <p:nvPr/>
          </p:nvGrpSpPr>
          <p:grpSpPr>
            <a:xfrm>
              <a:off x="5878579" y="532320"/>
              <a:ext cx="6571589" cy="5758824"/>
              <a:chOff x="5810339" y="532320"/>
              <a:chExt cx="6571589" cy="5758824"/>
            </a:xfrm>
          </p:grpSpPr>
          <p:grpSp>
            <p:nvGrpSpPr>
              <p:cNvPr id="786" name="Google Shape;786;p6"/>
              <p:cNvGrpSpPr/>
              <p:nvPr/>
            </p:nvGrpSpPr>
            <p:grpSpPr>
              <a:xfrm>
                <a:off x="5810339" y="1852707"/>
                <a:ext cx="4024102" cy="4438437"/>
                <a:chOff x="5810339" y="1852707"/>
                <a:chExt cx="4024102" cy="4438437"/>
              </a:xfrm>
            </p:grpSpPr>
            <p:grpSp>
              <p:nvGrpSpPr>
                <p:cNvPr id="787" name="Google Shape;787;p6"/>
                <p:cNvGrpSpPr/>
                <p:nvPr/>
              </p:nvGrpSpPr>
              <p:grpSpPr>
                <a:xfrm rot="-799960">
                  <a:off x="6487978" y="4093752"/>
                  <a:ext cx="848023" cy="2128294"/>
                  <a:chOff x="5739808" y="2428623"/>
                  <a:chExt cx="848023" cy="2128294"/>
                </a:xfrm>
              </p:grpSpPr>
              <p:grpSp>
                <p:nvGrpSpPr>
                  <p:cNvPr id="788" name="Google Shape;788;p6"/>
                  <p:cNvGrpSpPr/>
                  <p:nvPr/>
                </p:nvGrpSpPr>
                <p:grpSpPr>
                  <a:xfrm>
                    <a:off x="5739808" y="3709395"/>
                    <a:ext cx="848023" cy="847523"/>
                    <a:chOff x="5739808" y="3709395"/>
                    <a:chExt cx="848023" cy="847523"/>
                  </a:xfrm>
                </p:grpSpPr>
                <p:grpSp>
                  <p:nvGrpSpPr>
                    <p:cNvPr id="789" name="Google Shape;789;p6"/>
                    <p:cNvGrpSpPr/>
                    <p:nvPr/>
                  </p:nvGrpSpPr>
                  <p:grpSpPr>
                    <a:xfrm>
                      <a:off x="5739808" y="3709395"/>
                      <a:ext cx="352110" cy="847261"/>
                      <a:chOff x="5739808" y="3709395"/>
                      <a:chExt cx="352110" cy="847261"/>
                    </a:xfrm>
                  </p:grpSpPr>
                  <p:grpSp>
                    <p:nvGrpSpPr>
                      <p:cNvPr id="790" name="Google Shape;790;p6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791" name="Google Shape;791;p6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92" name="Google Shape;792;p6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lt1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93" name="Google Shape;793;p6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94" name="Google Shape;794;p6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795" name="Google Shape;795;p6"/>
                    <p:cNvGrpSpPr/>
                    <p:nvPr/>
                  </p:nvGrpSpPr>
                  <p:grpSpPr>
                    <a:xfrm flipH="1">
                      <a:off x="6235721" y="3709657"/>
                      <a:ext cx="352110" cy="847261"/>
                      <a:chOff x="5739808" y="3709395"/>
                      <a:chExt cx="352110" cy="847261"/>
                    </a:xfrm>
                  </p:grpSpPr>
                  <p:grpSp>
                    <p:nvGrpSpPr>
                      <p:cNvPr id="796" name="Google Shape;796;p6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797" name="Google Shape;797;p6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98" name="Google Shape;798;p6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lt1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99" name="Google Shape;799;p6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00" name="Google Shape;800;p6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801" name="Google Shape;801;p6"/>
                  <p:cNvGrpSpPr/>
                  <p:nvPr/>
                </p:nvGrpSpPr>
                <p:grpSpPr>
                  <a:xfrm>
                    <a:off x="5775048" y="2428623"/>
                    <a:ext cx="779055" cy="1666542"/>
                    <a:chOff x="5775048" y="2428623"/>
                    <a:chExt cx="779055" cy="1666542"/>
                  </a:xfrm>
                </p:grpSpPr>
                <p:grpSp>
                  <p:nvGrpSpPr>
                    <p:cNvPr id="802" name="Google Shape;802;p6"/>
                    <p:cNvGrpSpPr/>
                    <p:nvPr/>
                  </p:nvGrpSpPr>
                  <p:grpSpPr>
                    <a:xfrm>
                      <a:off x="5775707" y="2428623"/>
                      <a:ext cx="778396" cy="1666542"/>
                      <a:chOff x="5775707" y="2428623"/>
                      <a:chExt cx="778396" cy="1666542"/>
                    </a:xfrm>
                  </p:grpSpPr>
                  <p:grpSp>
                    <p:nvGrpSpPr>
                      <p:cNvPr id="803" name="Google Shape;803;p6"/>
                      <p:cNvGrpSpPr/>
                      <p:nvPr/>
                    </p:nvGrpSpPr>
                    <p:grpSpPr>
                      <a:xfrm>
                        <a:off x="5775707" y="2428623"/>
                        <a:ext cx="778396" cy="1321607"/>
                        <a:chOff x="5728098" y="3524079"/>
                        <a:chExt cx="778396" cy="1321607"/>
                      </a:xfrm>
                    </p:grpSpPr>
                    <p:grpSp>
                      <p:nvGrpSpPr>
                        <p:cNvPr id="804" name="Google Shape;804;p6"/>
                        <p:cNvGrpSpPr/>
                        <p:nvPr/>
                      </p:nvGrpSpPr>
                      <p:grpSpPr>
                        <a:xfrm>
                          <a:off x="5882065" y="3524079"/>
                          <a:ext cx="468000" cy="773094"/>
                          <a:chOff x="5755916" y="3285424"/>
                          <a:chExt cx="468000" cy="773094"/>
                        </a:xfrm>
                      </p:grpSpPr>
                      <p:sp>
                        <p:nvSpPr>
                          <p:cNvPr id="805" name="Google Shape;805;p6"/>
                          <p:cNvSpPr/>
                          <p:nvPr/>
                        </p:nvSpPr>
                        <p:spPr>
                          <a:xfrm>
                            <a:off x="5755916" y="3285424"/>
                            <a:ext cx="468000" cy="468000"/>
                          </a:xfrm>
                          <a:prstGeom prst="ellipse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806" name="Google Shape;806;p6"/>
                          <p:cNvGrpSpPr/>
                          <p:nvPr/>
                        </p:nvGrpSpPr>
                        <p:grpSpPr>
                          <a:xfrm>
                            <a:off x="5809916" y="3734518"/>
                            <a:ext cx="360000" cy="324000"/>
                            <a:chOff x="5827652" y="3885379"/>
                            <a:chExt cx="360000" cy="324000"/>
                          </a:xfrm>
                        </p:grpSpPr>
                        <p:sp>
                          <p:nvSpPr>
                            <p:cNvPr id="807" name="Google Shape;807;p6"/>
                            <p:cNvSpPr/>
                            <p:nvPr/>
                          </p:nvSpPr>
                          <p:spPr>
                            <a:xfrm>
                              <a:off x="5917652" y="3885379"/>
                              <a:ext cx="180000" cy="180000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1270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808" name="Google Shape;808;p6"/>
                            <p:cNvSpPr/>
                            <p:nvPr/>
                          </p:nvSpPr>
                          <p:spPr>
                            <a:xfrm>
                              <a:off x="5827652" y="4065379"/>
                              <a:ext cx="360000" cy="144000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1270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809" name="Google Shape;809;p6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810" name="Google Shape;810;p6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577531"/>
                            <a:chOff x="5728098" y="4268155"/>
                            <a:chExt cx="778396" cy="577531"/>
                          </a:xfrm>
                        </p:grpSpPr>
                        <p:grpSp>
                          <p:nvGrpSpPr>
                            <p:cNvPr id="811" name="Google Shape;811;p6"/>
                            <p:cNvGrpSpPr/>
                            <p:nvPr/>
                          </p:nvGrpSpPr>
                          <p:grpSpPr>
                            <a:xfrm>
                              <a:off x="5728098" y="4268155"/>
                              <a:ext cx="778396" cy="468000"/>
                              <a:chOff x="5728098" y="4268155"/>
                              <a:chExt cx="778396" cy="468000"/>
                            </a:xfrm>
                          </p:grpSpPr>
                          <p:sp>
                            <p:nvSpPr>
                              <p:cNvPr id="812" name="Google Shape;812;p6"/>
                              <p:cNvSpPr/>
                              <p:nvPr/>
                            </p:nvSpPr>
                            <p:spPr>
                              <a:xfrm>
                                <a:off x="5728098" y="4659003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rgbClr val="A5A5A5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813" name="Google Shape;813;p6"/>
                              <p:cNvSpPr/>
                              <p:nvPr/>
                            </p:nvSpPr>
                            <p:spPr>
                              <a:xfrm>
                                <a:off x="6348799" y="4661385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rgbClr val="A5A5A5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814" name="Google Shape;814;p6"/>
                              <p:cNvSpPr/>
                              <p:nvPr/>
                            </p:nvSpPr>
                            <p:spPr>
                              <a:xfrm>
                                <a:off x="5847296" y="4268155"/>
                                <a:ext cx="540000" cy="468000"/>
                              </a:xfrm>
                              <a:prstGeom prst="frame">
                                <a:avLst>
                                  <a:gd fmla="val 7853" name="adj1"/>
                                </a:avLst>
                              </a:prstGeom>
                              <a:solidFill>
                                <a:srgbClr val="A5A5A5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815" name="Google Shape;815;p6"/>
                            <p:cNvGrpSpPr/>
                            <p:nvPr/>
                          </p:nvGrpSpPr>
                          <p:grpSpPr>
                            <a:xfrm>
                              <a:off x="5728099" y="4698144"/>
                              <a:ext cx="777647" cy="147542"/>
                              <a:chOff x="5728099" y="4698144"/>
                              <a:chExt cx="777647" cy="147542"/>
                            </a:xfrm>
                          </p:grpSpPr>
                          <p:sp>
                            <p:nvSpPr>
                              <p:cNvPr id="816" name="Google Shape;816;p6"/>
                              <p:cNvSpPr/>
                              <p:nvPr/>
                            </p:nvSpPr>
                            <p:spPr>
                              <a:xfrm>
                                <a:off x="5849450" y="4698833"/>
                                <a:ext cx="537845" cy="45719"/>
                              </a:xfrm>
                              <a:prstGeom prst="rect">
                                <a:avLst/>
                              </a:prstGeom>
                              <a:solidFill>
                                <a:srgbClr val="3F3F3F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817" name="Google Shape;817;p6"/>
                              <p:cNvSpPr/>
                              <p:nvPr/>
                            </p:nvSpPr>
                            <p:spPr>
                              <a:xfrm>
                                <a:off x="5728099" y="4698144"/>
                                <a:ext cx="118291" cy="147542"/>
                              </a:xfrm>
                              <a:prstGeom prst="rect">
                                <a:avLst/>
                              </a:prstGeom>
                              <a:solidFill>
                                <a:srgbClr val="3F3F3F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818" name="Google Shape;818;p6"/>
                              <p:cNvSpPr/>
                              <p:nvPr/>
                            </p:nvSpPr>
                            <p:spPr>
                              <a:xfrm>
                                <a:off x="6385142" y="4698144"/>
                                <a:ext cx="120604" cy="147542"/>
                              </a:xfrm>
                              <a:prstGeom prst="rect">
                                <a:avLst/>
                              </a:prstGeom>
                              <a:solidFill>
                                <a:srgbClr val="3F3F3F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819" name="Google Shape;819;p6"/>
                          <p:cNvGrpSpPr/>
                          <p:nvPr/>
                        </p:nvGrpSpPr>
                        <p:grpSpPr>
                          <a:xfrm>
                            <a:off x="5969948" y="4385231"/>
                            <a:ext cx="300588" cy="306875"/>
                            <a:chOff x="6707431" y="4143645"/>
                            <a:chExt cx="398381" cy="433766"/>
                          </a:xfrm>
                        </p:grpSpPr>
                        <p:sp>
                          <p:nvSpPr>
                            <p:cNvPr id="820" name="Google Shape;820;p6"/>
                            <p:cNvSpPr/>
                            <p:nvPr/>
                          </p:nvSpPr>
                          <p:spPr>
                            <a:xfrm>
                              <a:off x="6708632" y="4255261"/>
                              <a:ext cx="396000" cy="216000"/>
                            </a:xfrm>
                            <a:prstGeom prst="rect">
                              <a:avLst/>
                            </a:prstGeom>
                            <a:solidFill>
                              <a:srgbClr val="595959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821" name="Google Shape;821;p6"/>
                            <p:cNvSpPr/>
                            <p:nvPr/>
                          </p:nvSpPr>
                          <p:spPr>
                            <a:xfrm>
                              <a:off x="6709813" y="4143645"/>
                              <a:ext cx="395999" cy="108000"/>
                            </a:xfrm>
                            <a:prstGeom prst="rect">
                              <a:avLst/>
                            </a:prstGeom>
                            <a:solidFill>
                              <a:srgbClr val="D8D8D8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822" name="Google Shape;822;p6"/>
                            <p:cNvSpPr/>
                            <p:nvPr/>
                          </p:nvSpPr>
                          <p:spPr>
                            <a:xfrm>
                              <a:off x="6707431" y="4469411"/>
                              <a:ext cx="396000" cy="108000"/>
                            </a:xfrm>
                            <a:prstGeom prst="rect">
                              <a:avLst/>
                            </a:prstGeom>
                            <a:solidFill>
                              <a:srgbClr val="D8D8D8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823" name="Google Shape;823;p6"/>
                      <p:cNvSpPr/>
                      <p:nvPr/>
                    </p:nvSpPr>
                    <p:spPr>
                      <a:xfrm>
                        <a:off x="6139226" y="3643061"/>
                        <a:ext cx="45719" cy="452104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824" name="Google Shape;824;p6"/>
                    <p:cNvGrpSpPr/>
                    <p:nvPr/>
                  </p:nvGrpSpPr>
                  <p:grpSpPr>
                    <a:xfrm>
                      <a:off x="5775048" y="3892549"/>
                      <a:ext cx="778309" cy="59708"/>
                      <a:chOff x="5775048" y="3892549"/>
                      <a:chExt cx="778309" cy="59708"/>
                    </a:xfrm>
                  </p:grpSpPr>
                  <p:sp>
                    <p:nvSpPr>
                      <p:cNvPr id="825" name="Google Shape;825;p6"/>
                      <p:cNvSpPr/>
                      <p:nvPr/>
                    </p:nvSpPr>
                    <p:spPr>
                      <a:xfrm rot="-54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26" name="Google Shape;826;p6"/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27" name="Google Shape;827;p6"/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828" name="Google Shape;828;p6"/>
                <p:cNvGrpSpPr/>
                <p:nvPr/>
              </p:nvGrpSpPr>
              <p:grpSpPr>
                <a:xfrm rot="-2396551">
                  <a:off x="7106035" y="2351271"/>
                  <a:ext cx="2320919" cy="2112818"/>
                  <a:chOff x="5701956" y="1773008"/>
                  <a:chExt cx="2320919" cy="2112818"/>
                </a:xfrm>
              </p:grpSpPr>
              <p:grpSp>
                <p:nvGrpSpPr>
                  <p:cNvPr id="829" name="Google Shape;829;p6"/>
                  <p:cNvGrpSpPr/>
                  <p:nvPr/>
                </p:nvGrpSpPr>
                <p:grpSpPr>
                  <a:xfrm>
                    <a:off x="5701956" y="1773008"/>
                    <a:ext cx="2320919" cy="2112818"/>
                    <a:chOff x="5797343" y="2178392"/>
                    <a:chExt cx="2320919" cy="2112818"/>
                  </a:xfrm>
                </p:grpSpPr>
                <p:grpSp>
                  <p:nvGrpSpPr>
                    <p:cNvPr id="830" name="Google Shape;830;p6"/>
                    <p:cNvGrpSpPr/>
                    <p:nvPr/>
                  </p:nvGrpSpPr>
                  <p:grpSpPr>
                    <a:xfrm>
                      <a:off x="5797343" y="2178392"/>
                      <a:ext cx="2320919" cy="2112818"/>
                      <a:chOff x="5587545" y="1682358"/>
                      <a:chExt cx="2320919" cy="2112818"/>
                    </a:xfrm>
                  </p:grpSpPr>
                  <p:sp>
                    <p:nvSpPr>
                      <p:cNvPr id="831" name="Google Shape;831;p6"/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32" name="Google Shape;832;p6"/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833" name="Google Shape;833;p6"/>
                    <p:cNvSpPr/>
                    <p:nvPr/>
                  </p:nvSpPr>
                  <p:spPr>
                    <a:xfrm>
                      <a:off x="5830183" y="2277270"/>
                      <a:ext cx="612000" cy="612000"/>
                    </a:xfrm>
                    <a:prstGeom prst="ellipse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834" name="Google Shape;834;p6"/>
                  <p:cNvSpPr/>
                  <p:nvPr/>
                </p:nvSpPr>
                <p:spPr>
                  <a:xfrm rot="7768561">
                    <a:off x="6244837" y="1851730"/>
                    <a:ext cx="976518" cy="1813530"/>
                  </a:xfrm>
                  <a:prstGeom prst="flowChartManualOperation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35" name="Google Shape;835;p6"/>
                <p:cNvGrpSpPr/>
                <p:nvPr/>
              </p:nvGrpSpPr>
              <p:grpSpPr>
                <a:xfrm rot="-2396551">
                  <a:off x="6162387" y="3010985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836" name="Google Shape;836;p6"/>
                  <p:cNvGrpSpPr/>
                  <p:nvPr/>
                </p:nvGrpSpPr>
                <p:grpSpPr>
                  <a:xfrm>
                    <a:off x="5811486" y="1624311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837" name="Google Shape;837;p6"/>
                    <p:cNvGrpSpPr/>
                    <p:nvPr/>
                  </p:nvGrpSpPr>
                  <p:grpSpPr>
                    <a:xfrm rot="-3495342">
                      <a:off x="6006485" y="1890354"/>
                      <a:ext cx="1278085" cy="1170790"/>
                      <a:chOff x="5701956" y="1773008"/>
                      <a:chExt cx="2320919" cy="2112818"/>
                    </a:xfrm>
                  </p:grpSpPr>
                  <p:grpSp>
                    <p:nvGrpSpPr>
                      <p:cNvPr id="838" name="Google Shape;838;p6"/>
                      <p:cNvGrpSpPr/>
                      <p:nvPr/>
                    </p:nvGrpSpPr>
                    <p:grpSpPr>
                      <a:xfrm>
                        <a:off x="5701956" y="1773008"/>
                        <a:ext cx="2320919" cy="2112818"/>
                        <a:chOff x="5797343" y="2178392"/>
                        <a:chExt cx="2320919" cy="2112818"/>
                      </a:xfrm>
                    </p:grpSpPr>
                    <p:grpSp>
                      <p:nvGrpSpPr>
                        <p:cNvPr id="839" name="Google Shape;839;p6"/>
                        <p:cNvGrpSpPr/>
                        <p:nvPr/>
                      </p:nvGrpSpPr>
                      <p:grpSpPr>
                        <a:xfrm>
                          <a:off x="5797343" y="2178392"/>
                          <a:ext cx="2320919" cy="2112818"/>
                          <a:chOff x="5587545" y="1682358"/>
                          <a:chExt cx="2320919" cy="2112818"/>
                        </a:xfrm>
                      </p:grpSpPr>
                      <p:sp>
                        <p:nvSpPr>
                          <p:cNvPr id="840" name="Google Shape;840;p6"/>
                          <p:cNvSpPr/>
                          <p:nvPr/>
                        </p:nvSpPr>
                        <p:spPr>
                          <a:xfrm>
                            <a:off x="6850705" y="2763143"/>
                            <a:ext cx="1057759" cy="1032033"/>
                          </a:xfrm>
                          <a:prstGeom prst="ellipse">
                            <a:avLst/>
                          </a:prstGeom>
                          <a:solidFill>
                            <a:srgbClr val="A5A5A5"/>
                          </a:solidFill>
                          <a:ln cap="flat" cmpd="sng" w="1905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841" name="Google Shape;841;p6"/>
                          <p:cNvSpPr/>
                          <p:nvPr/>
                        </p:nvSpPr>
                        <p:spPr>
                          <a:xfrm rot="7768561">
                            <a:off x="6099463" y="1750485"/>
                            <a:ext cx="1032301" cy="1813530"/>
                          </a:xfrm>
                          <a:prstGeom prst="flowChartManualOperation">
                            <a:avLst/>
                          </a:prstGeom>
                          <a:solidFill>
                            <a:srgbClr val="A5A5A5"/>
                          </a:solidFill>
                          <a:ln cap="flat" cmpd="sng" w="1905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842" name="Google Shape;842;p6"/>
                        <p:cNvSpPr/>
                        <p:nvPr/>
                      </p:nvSpPr>
                      <p:spPr>
                        <a:xfrm>
                          <a:off x="5819210" y="2270542"/>
                          <a:ext cx="611999" cy="612001"/>
                        </a:xfrm>
                        <a:prstGeom prst="ellipse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843" name="Google Shape;843;p6"/>
                      <p:cNvSpPr/>
                      <p:nvPr/>
                    </p:nvSpPr>
                    <p:spPr>
                      <a:xfrm rot="7723891">
                        <a:off x="6283368" y="1841295"/>
                        <a:ext cx="919947" cy="1825612"/>
                      </a:xfrm>
                      <a:prstGeom prst="flowChartManualOperation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rgbClr val="A5A5A5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844" name="Google Shape;844;p6"/>
                    <p:cNvSpPr/>
                    <p:nvPr/>
                  </p:nvSpPr>
                  <p:spPr>
                    <a:xfrm>
                      <a:off x="6945606" y="2185786"/>
                      <a:ext cx="288000" cy="288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845" name="Google Shape;845;p6"/>
                  <p:cNvSpPr/>
                  <p:nvPr/>
                </p:nvSpPr>
                <p:spPr>
                  <a:xfrm>
                    <a:off x="6089175" y="2570070"/>
                    <a:ext cx="144000" cy="144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46" name="Google Shape;846;p6"/>
              <p:cNvGrpSpPr/>
              <p:nvPr/>
            </p:nvGrpSpPr>
            <p:grpSpPr>
              <a:xfrm rot="10800000">
                <a:off x="8357826" y="532320"/>
                <a:ext cx="4024102" cy="4438437"/>
                <a:chOff x="5810339" y="1852707"/>
                <a:chExt cx="4024102" cy="4438437"/>
              </a:xfrm>
            </p:grpSpPr>
            <p:grpSp>
              <p:nvGrpSpPr>
                <p:cNvPr id="847" name="Google Shape;847;p6"/>
                <p:cNvGrpSpPr/>
                <p:nvPr/>
              </p:nvGrpSpPr>
              <p:grpSpPr>
                <a:xfrm rot="-799960">
                  <a:off x="6487978" y="4093752"/>
                  <a:ext cx="848023" cy="2128294"/>
                  <a:chOff x="5739808" y="2428623"/>
                  <a:chExt cx="848023" cy="2128294"/>
                </a:xfrm>
              </p:grpSpPr>
              <p:grpSp>
                <p:nvGrpSpPr>
                  <p:cNvPr id="848" name="Google Shape;848;p6"/>
                  <p:cNvGrpSpPr/>
                  <p:nvPr/>
                </p:nvGrpSpPr>
                <p:grpSpPr>
                  <a:xfrm>
                    <a:off x="5739808" y="3709395"/>
                    <a:ext cx="848023" cy="847523"/>
                    <a:chOff x="5739808" y="3709395"/>
                    <a:chExt cx="848023" cy="847523"/>
                  </a:xfrm>
                </p:grpSpPr>
                <p:grpSp>
                  <p:nvGrpSpPr>
                    <p:cNvPr id="849" name="Google Shape;849;p6"/>
                    <p:cNvGrpSpPr/>
                    <p:nvPr/>
                  </p:nvGrpSpPr>
                  <p:grpSpPr>
                    <a:xfrm>
                      <a:off x="5739808" y="3709395"/>
                      <a:ext cx="352110" cy="847261"/>
                      <a:chOff x="5739808" y="3709395"/>
                      <a:chExt cx="352110" cy="847261"/>
                    </a:xfrm>
                  </p:grpSpPr>
                  <p:grpSp>
                    <p:nvGrpSpPr>
                      <p:cNvPr id="850" name="Google Shape;850;p6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851" name="Google Shape;851;p6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852" name="Google Shape;852;p6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853" name="Google Shape;853;p6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54" name="Google Shape;854;p6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855" name="Google Shape;855;p6"/>
                    <p:cNvGrpSpPr/>
                    <p:nvPr/>
                  </p:nvGrpSpPr>
                  <p:grpSpPr>
                    <a:xfrm flipH="1">
                      <a:off x="6235721" y="3709657"/>
                      <a:ext cx="352110" cy="847261"/>
                      <a:chOff x="5739808" y="3709395"/>
                      <a:chExt cx="352110" cy="847261"/>
                    </a:xfrm>
                  </p:grpSpPr>
                  <p:grpSp>
                    <p:nvGrpSpPr>
                      <p:cNvPr id="856" name="Google Shape;856;p6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857" name="Google Shape;857;p6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858" name="Google Shape;858;p6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859" name="Google Shape;859;p6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60" name="Google Shape;860;p6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861" name="Google Shape;861;p6"/>
                  <p:cNvGrpSpPr/>
                  <p:nvPr/>
                </p:nvGrpSpPr>
                <p:grpSpPr>
                  <a:xfrm>
                    <a:off x="5775048" y="2428623"/>
                    <a:ext cx="779055" cy="1666542"/>
                    <a:chOff x="5775048" y="2428623"/>
                    <a:chExt cx="779055" cy="1666542"/>
                  </a:xfrm>
                </p:grpSpPr>
                <p:grpSp>
                  <p:nvGrpSpPr>
                    <p:cNvPr id="862" name="Google Shape;862;p6"/>
                    <p:cNvGrpSpPr/>
                    <p:nvPr/>
                  </p:nvGrpSpPr>
                  <p:grpSpPr>
                    <a:xfrm>
                      <a:off x="5775707" y="2428623"/>
                      <a:ext cx="778396" cy="1666542"/>
                      <a:chOff x="5775707" y="2428623"/>
                      <a:chExt cx="778396" cy="1666542"/>
                    </a:xfrm>
                  </p:grpSpPr>
                  <p:grpSp>
                    <p:nvGrpSpPr>
                      <p:cNvPr id="863" name="Google Shape;863;p6"/>
                      <p:cNvGrpSpPr/>
                      <p:nvPr/>
                    </p:nvGrpSpPr>
                    <p:grpSpPr>
                      <a:xfrm>
                        <a:off x="5775707" y="2428623"/>
                        <a:ext cx="778396" cy="1321607"/>
                        <a:chOff x="5728098" y="3524079"/>
                        <a:chExt cx="778396" cy="1321607"/>
                      </a:xfrm>
                    </p:grpSpPr>
                    <p:grpSp>
                      <p:nvGrpSpPr>
                        <p:cNvPr id="864" name="Google Shape;864;p6"/>
                        <p:cNvGrpSpPr/>
                        <p:nvPr/>
                      </p:nvGrpSpPr>
                      <p:grpSpPr>
                        <a:xfrm>
                          <a:off x="5882065" y="3524079"/>
                          <a:ext cx="468000" cy="773094"/>
                          <a:chOff x="5755916" y="3285424"/>
                          <a:chExt cx="468000" cy="773094"/>
                        </a:xfrm>
                      </p:grpSpPr>
                      <p:sp>
                        <p:nvSpPr>
                          <p:cNvPr id="865" name="Google Shape;865;p6"/>
                          <p:cNvSpPr/>
                          <p:nvPr/>
                        </p:nvSpPr>
                        <p:spPr>
                          <a:xfrm>
                            <a:off x="5755916" y="3285424"/>
                            <a:ext cx="468000" cy="468000"/>
                          </a:xfrm>
                          <a:prstGeom prst="ellipse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866" name="Google Shape;866;p6"/>
                          <p:cNvGrpSpPr/>
                          <p:nvPr/>
                        </p:nvGrpSpPr>
                        <p:grpSpPr>
                          <a:xfrm>
                            <a:off x="5809916" y="3734518"/>
                            <a:ext cx="360000" cy="324000"/>
                            <a:chOff x="5827652" y="3885379"/>
                            <a:chExt cx="360000" cy="324000"/>
                          </a:xfrm>
                        </p:grpSpPr>
                        <p:sp>
                          <p:nvSpPr>
                            <p:cNvPr id="867" name="Google Shape;867;p6"/>
                            <p:cNvSpPr/>
                            <p:nvPr/>
                          </p:nvSpPr>
                          <p:spPr>
                            <a:xfrm>
                              <a:off x="5917652" y="3885379"/>
                              <a:ext cx="180000" cy="180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868" name="Google Shape;868;p6"/>
                            <p:cNvSpPr/>
                            <p:nvPr/>
                          </p:nvSpPr>
                          <p:spPr>
                            <a:xfrm>
                              <a:off x="5827652" y="4065379"/>
                              <a:ext cx="360000" cy="144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869" name="Google Shape;869;p6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870" name="Google Shape;870;p6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577531"/>
                            <a:chOff x="5728098" y="4268155"/>
                            <a:chExt cx="778396" cy="577531"/>
                          </a:xfrm>
                        </p:grpSpPr>
                        <p:grpSp>
                          <p:nvGrpSpPr>
                            <p:cNvPr id="871" name="Google Shape;871;p6"/>
                            <p:cNvGrpSpPr/>
                            <p:nvPr/>
                          </p:nvGrpSpPr>
                          <p:grpSpPr>
                            <a:xfrm>
                              <a:off x="5728098" y="4268155"/>
                              <a:ext cx="778396" cy="468000"/>
                              <a:chOff x="5728098" y="4268155"/>
                              <a:chExt cx="778396" cy="468000"/>
                            </a:xfrm>
                          </p:grpSpPr>
                          <p:sp>
                            <p:nvSpPr>
                              <p:cNvPr id="872" name="Google Shape;872;p6"/>
                              <p:cNvSpPr/>
                              <p:nvPr/>
                            </p:nvSpPr>
                            <p:spPr>
                              <a:xfrm>
                                <a:off x="5728098" y="4659003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873" name="Google Shape;873;p6"/>
                              <p:cNvSpPr/>
                              <p:nvPr/>
                            </p:nvSpPr>
                            <p:spPr>
                              <a:xfrm>
                                <a:off x="6348799" y="4661385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874" name="Google Shape;874;p6"/>
                              <p:cNvSpPr/>
                              <p:nvPr/>
                            </p:nvSpPr>
                            <p:spPr>
                              <a:xfrm>
                                <a:off x="5847296" y="4268155"/>
                                <a:ext cx="540000" cy="468000"/>
                              </a:xfrm>
                              <a:prstGeom prst="frame">
                                <a:avLst>
                                  <a:gd fmla="val 7853" name="adj1"/>
                                </a:avLst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875" name="Google Shape;875;p6"/>
                            <p:cNvGrpSpPr/>
                            <p:nvPr/>
                          </p:nvGrpSpPr>
                          <p:grpSpPr>
                            <a:xfrm>
                              <a:off x="5728099" y="4698144"/>
                              <a:ext cx="777647" cy="147542"/>
                              <a:chOff x="5728099" y="4698144"/>
                              <a:chExt cx="777647" cy="147542"/>
                            </a:xfrm>
                          </p:grpSpPr>
                          <p:sp>
                            <p:nvSpPr>
                              <p:cNvPr id="876" name="Google Shape;876;p6"/>
                              <p:cNvSpPr/>
                              <p:nvPr/>
                            </p:nvSpPr>
                            <p:spPr>
                              <a:xfrm>
                                <a:off x="5849450" y="4698833"/>
                                <a:ext cx="537845" cy="45719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877" name="Google Shape;877;p6"/>
                              <p:cNvSpPr/>
                              <p:nvPr/>
                            </p:nvSpPr>
                            <p:spPr>
                              <a:xfrm>
                                <a:off x="5728099" y="4698144"/>
                                <a:ext cx="118291" cy="147542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878" name="Google Shape;878;p6"/>
                              <p:cNvSpPr/>
                              <p:nvPr/>
                            </p:nvSpPr>
                            <p:spPr>
                              <a:xfrm>
                                <a:off x="6385142" y="4698144"/>
                                <a:ext cx="120604" cy="147542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b="0" i="0" sz="1800" u="none" cap="none" strike="noStrike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879" name="Google Shape;879;p6"/>
                          <p:cNvGrpSpPr/>
                          <p:nvPr/>
                        </p:nvGrpSpPr>
                        <p:grpSpPr>
                          <a:xfrm>
                            <a:off x="5969948" y="4385231"/>
                            <a:ext cx="300588" cy="306875"/>
                            <a:chOff x="6707431" y="4143645"/>
                            <a:chExt cx="398381" cy="433766"/>
                          </a:xfrm>
                        </p:grpSpPr>
                        <p:sp>
                          <p:nvSpPr>
                            <p:cNvPr id="880" name="Google Shape;880;p6"/>
                            <p:cNvSpPr/>
                            <p:nvPr/>
                          </p:nvSpPr>
                          <p:spPr>
                            <a:xfrm>
                              <a:off x="6708632" y="4255261"/>
                              <a:ext cx="396000" cy="21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881" name="Google Shape;881;p6"/>
                            <p:cNvSpPr/>
                            <p:nvPr/>
                          </p:nvSpPr>
                          <p:spPr>
                            <a:xfrm>
                              <a:off x="6709813" y="4143645"/>
                              <a:ext cx="395999" cy="108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882" name="Google Shape;882;p6"/>
                            <p:cNvSpPr/>
                            <p:nvPr/>
                          </p:nvSpPr>
                          <p:spPr>
                            <a:xfrm>
                              <a:off x="6707431" y="4469411"/>
                              <a:ext cx="396000" cy="108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883" name="Google Shape;883;p6"/>
                      <p:cNvSpPr/>
                      <p:nvPr/>
                    </p:nvSpPr>
                    <p:spPr>
                      <a:xfrm>
                        <a:off x="6139226" y="3643061"/>
                        <a:ext cx="45719" cy="452104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884" name="Google Shape;884;p6"/>
                    <p:cNvGrpSpPr/>
                    <p:nvPr/>
                  </p:nvGrpSpPr>
                  <p:grpSpPr>
                    <a:xfrm>
                      <a:off x="5775048" y="3892549"/>
                      <a:ext cx="778309" cy="59708"/>
                      <a:chOff x="5775048" y="3892549"/>
                      <a:chExt cx="778309" cy="59708"/>
                    </a:xfrm>
                  </p:grpSpPr>
                  <p:sp>
                    <p:nvSpPr>
                      <p:cNvPr id="885" name="Google Shape;885;p6"/>
                      <p:cNvSpPr/>
                      <p:nvPr/>
                    </p:nvSpPr>
                    <p:spPr>
                      <a:xfrm rot="-54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86" name="Google Shape;886;p6"/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87" name="Google Shape;887;p6"/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888" name="Google Shape;888;p6"/>
                <p:cNvGrpSpPr/>
                <p:nvPr/>
              </p:nvGrpSpPr>
              <p:grpSpPr>
                <a:xfrm rot="-2396551">
                  <a:off x="7106035" y="2351271"/>
                  <a:ext cx="2320919" cy="2112818"/>
                  <a:chOff x="5701956" y="1773008"/>
                  <a:chExt cx="2320919" cy="2112818"/>
                </a:xfrm>
              </p:grpSpPr>
              <p:grpSp>
                <p:nvGrpSpPr>
                  <p:cNvPr id="889" name="Google Shape;889;p6"/>
                  <p:cNvGrpSpPr/>
                  <p:nvPr/>
                </p:nvGrpSpPr>
                <p:grpSpPr>
                  <a:xfrm>
                    <a:off x="5701956" y="1773008"/>
                    <a:ext cx="2320919" cy="2112818"/>
                    <a:chOff x="5797343" y="2178392"/>
                    <a:chExt cx="2320919" cy="2112818"/>
                  </a:xfrm>
                </p:grpSpPr>
                <p:grpSp>
                  <p:nvGrpSpPr>
                    <p:cNvPr id="890" name="Google Shape;890;p6"/>
                    <p:cNvGrpSpPr/>
                    <p:nvPr/>
                  </p:nvGrpSpPr>
                  <p:grpSpPr>
                    <a:xfrm>
                      <a:off x="5797343" y="2178392"/>
                      <a:ext cx="2320919" cy="2112818"/>
                      <a:chOff x="5587545" y="1682358"/>
                      <a:chExt cx="2320919" cy="2112818"/>
                    </a:xfrm>
                  </p:grpSpPr>
                  <p:sp>
                    <p:nvSpPr>
                      <p:cNvPr id="891" name="Google Shape;891;p6"/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92" name="Google Shape;892;p6"/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893" name="Google Shape;893;p6"/>
                    <p:cNvSpPr/>
                    <p:nvPr/>
                  </p:nvSpPr>
                  <p:spPr>
                    <a:xfrm>
                      <a:off x="5830183" y="2277270"/>
                      <a:ext cx="612000" cy="612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894" name="Google Shape;894;p6"/>
                  <p:cNvSpPr/>
                  <p:nvPr/>
                </p:nvSpPr>
                <p:spPr>
                  <a:xfrm rot="7768561">
                    <a:off x="6244837" y="1851730"/>
                    <a:ext cx="976518" cy="1813530"/>
                  </a:xfrm>
                  <a:prstGeom prst="flowChartManualOperation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95" name="Google Shape;895;p6"/>
                <p:cNvGrpSpPr/>
                <p:nvPr/>
              </p:nvGrpSpPr>
              <p:grpSpPr>
                <a:xfrm rot="-2396551">
                  <a:off x="6162387" y="3010985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896" name="Google Shape;896;p6"/>
                  <p:cNvGrpSpPr/>
                  <p:nvPr/>
                </p:nvGrpSpPr>
                <p:grpSpPr>
                  <a:xfrm>
                    <a:off x="5811486" y="1624311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897" name="Google Shape;897;p6"/>
                    <p:cNvGrpSpPr/>
                    <p:nvPr/>
                  </p:nvGrpSpPr>
                  <p:grpSpPr>
                    <a:xfrm rot="-3495342">
                      <a:off x="6006485" y="1890354"/>
                      <a:ext cx="1278085" cy="1170790"/>
                      <a:chOff x="5701956" y="1773008"/>
                      <a:chExt cx="2320919" cy="2112818"/>
                    </a:xfrm>
                  </p:grpSpPr>
                  <p:grpSp>
                    <p:nvGrpSpPr>
                      <p:cNvPr id="898" name="Google Shape;898;p6"/>
                      <p:cNvGrpSpPr/>
                      <p:nvPr/>
                    </p:nvGrpSpPr>
                    <p:grpSpPr>
                      <a:xfrm>
                        <a:off x="5701956" y="1773008"/>
                        <a:ext cx="2320919" cy="2112818"/>
                        <a:chOff x="5797343" y="2178392"/>
                        <a:chExt cx="2320919" cy="2112818"/>
                      </a:xfrm>
                    </p:grpSpPr>
                    <p:grpSp>
                      <p:nvGrpSpPr>
                        <p:cNvPr id="899" name="Google Shape;899;p6"/>
                        <p:cNvGrpSpPr/>
                        <p:nvPr/>
                      </p:nvGrpSpPr>
                      <p:grpSpPr>
                        <a:xfrm>
                          <a:off x="5797343" y="2178392"/>
                          <a:ext cx="2320919" cy="2112818"/>
                          <a:chOff x="5587545" y="1682358"/>
                          <a:chExt cx="2320919" cy="2112818"/>
                        </a:xfrm>
                      </p:grpSpPr>
                      <p:sp>
                        <p:nvSpPr>
                          <p:cNvPr id="900" name="Google Shape;900;p6"/>
                          <p:cNvSpPr/>
                          <p:nvPr/>
                        </p:nvSpPr>
                        <p:spPr>
                          <a:xfrm>
                            <a:off x="6850705" y="2763143"/>
                            <a:ext cx="1057759" cy="1032033"/>
                          </a:xfrm>
                          <a:prstGeom prst="ellipse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901" name="Google Shape;901;p6"/>
                          <p:cNvSpPr/>
                          <p:nvPr/>
                        </p:nvSpPr>
                        <p:spPr>
                          <a:xfrm rot="7768561">
                            <a:off x="6099463" y="1750485"/>
                            <a:ext cx="1032301" cy="1813530"/>
                          </a:xfrm>
                          <a:prstGeom prst="flowChartManualOperation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902" name="Google Shape;902;p6"/>
                        <p:cNvSpPr/>
                        <p:nvPr/>
                      </p:nvSpPr>
                      <p:spPr>
                        <a:xfrm>
                          <a:off x="5819210" y="2270542"/>
                          <a:ext cx="611999" cy="612001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903" name="Google Shape;903;p6"/>
                      <p:cNvSpPr/>
                      <p:nvPr/>
                    </p:nvSpPr>
                    <p:spPr>
                      <a:xfrm rot="7723891">
                        <a:off x="6283368" y="1841295"/>
                        <a:ext cx="919947" cy="1825612"/>
                      </a:xfrm>
                      <a:prstGeom prst="flowChartManualOperation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904" name="Google Shape;904;p6"/>
                    <p:cNvSpPr/>
                    <p:nvPr/>
                  </p:nvSpPr>
                  <p:spPr>
                    <a:xfrm>
                      <a:off x="6945606" y="2185786"/>
                      <a:ext cx="288000" cy="288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905" name="Google Shape;905;p6"/>
                  <p:cNvSpPr/>
                  <p:nvPr/>
                </p:nvSpPr>
                <p:spPr>
                  <a:xfrm>
                    <a:off x="6089175" y="2570070"/>
                    <a:ext cx="144000" cy="144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906" name="Google Shape;906;p6"/>
            <p:cNvSpPr/>
            <p:nvPr/>
          </p:nvSpPr>
          <p:spPr>
            <a:xfrm>
              <a:off x="9102825" y="2901452"/>
              <a:ext cx="126153" cy="74416"/>
            </a:xfrm>
            <a:prstGeom prst="ellipse">
              <a:avLst/>
            </a:prstGeom>
            <a:solidFill>
              <a:srgbClr val="FFFF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6"/>
            <p:cNvSpPr/>
            <p:nvPr/>
          </p:nvSpPr>
          <p:spPr>
            <a:xfrm rot="-5400000">
              <a:off x="8624933" y="3365123"/>
              <a:ext cx="126153" cy="74416"/>
            </a:xfrm>
            <a:prstGeom prst="ellipse">
              <a:avLst/>
            </a:prstGeom>
            <a:solidFill>
              <a:srgbClr val="FFFF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8" name="Google Shape;908;p6"/>
          <p:cNvSpPr txBox="1"/>
          <p:nvPr>
            <p:ph type="ctrTitle"/>
          </p:nvPr>
        </p:nvSpPr>
        <p:spPr>
          <a:xfrm>
            <a:off x="605208" y="49566"/>
            <a:ext cx="11068575" cy="121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MANUAL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Rotación segundo Eslabón</a:t>
            </a:r>
            <a:endParaRPr/>
          </a:p>
        </p:txBody>
      </p:sp>
      <p:sp>
        <p:nvSpPr>
          <p:cNvPr id="909" name="Google Shape;909;p6"/>
          <p:cNvSpPr txBox="1"/>
          <p:nvPr>
            <p:ph idx="1" type="subTitle"/>
          </p:nvPr>
        </p:nvSpPr>
        <p:spPr>
          <a:xfrm>
            <a:off x="201679" y="1366390"/>
            <a:ext cx="5413306" cy="5493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¿Botón M3 presionado?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rotar brazo en sentido horario o arriba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3.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¿sensor S2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inhabilitar botón M3 y habilitar botón M4.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1.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¿Botón M4 presionado?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rotar brazo en sentido antihorario.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1 (</a:t>
            </a:r>
            <a:r>
              <a:rPr lang="es-ES">
                <a:highlight>
                  <a:srgbClr val="FFFF00"/>
                </a:highlight>
              </a:rPr>
              <a:t>Analizar otro pulsador</a:t>
            </a:r>
            <a:r>
              <a:rPr lang="es-ES"/>
              <a:t>).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¿sensor S2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inhabilitar botón M4 y habilitar botón M3.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10" name="Google Shape;910;p6"/>
          <p:cNvSpPr/>
          <p:nvPr/>
        </p:nvSpPr>
        <p:spPr>
          <a:xfrm>
            <a:off x="10084128" y="3126105"/>
            <a:ext cx="252000" cy="252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6"/>
          <p:cNvSpPr txBox="1"/>
          <p:nvPr/>
        </p:nvSpPr>
        <p:spPr>
          <a:xfrm>
            <a:off x="10157262" y="3016610"/>
            <a:ext cx="2039081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S2</a:t>
            </a:r>
            <a:endParaRPr/>
          </a:p>
        </p:txBody>
      </p:sp>
      <p:grpSp>
        <p:nvGrpSpPr>
          <p:cNvPr id="912" name="Google Shape;912;p6"/>
          <p:cNvGrpSpPr/>
          <p:nvPr/>
        </p:nvGrpSpPr>
        <p:grpSpPr>
          <a:xfrm>
            <a:off x="8565460" y="3001143"/>
            <a:ext cx="1192486" cy="1369240"/>
            <a:chOff x="7991273" y="3108960"/>
            <a:chExt cx="1192486" cy="1369240"/>
          </a:xfrm>
        </p:grpSpPr>
        <p:grpSp>
          <p:nvGrpSpPr>
            <p:cNvPr id="913" name="Google Shape;913;p6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914" name="Google Shape;914;p6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15" name="Google Shape;915;p6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916" name="Google Shape;916;p6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7" name="Google Shape;917;p6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18" name="Google Shape;918;p6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919" name="Google Shape;919;p6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920" name="Google Shape;920;p6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1" name="Google Shape;921;p6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2" name="Google Shape;922;p6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923" name="Google Shape;923;p6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6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6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6" name="Google Shape;926;p6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927" name="Google Shape;927;p6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8" name="Google Shape;928;p6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9" name="Google Shape;929;p6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30" name="Google Shape;930;p6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931" name="Google Shape;931;p6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6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6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34" name="Google Shape;934;p6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935" name="Google Shape;935;p6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6" name="Google Shape;936;p6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7" name="Google Shape;937;p6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938" name="Google Shape;938;p6"/>
          <p:cNvSpPr/>
          <p:nvPr/>
        </p:nvSpPr>
        <p:spPr>
          <a:xfrm>
            <a:off x="9105893" y="3082500"/>
            <a:ext cx="108000" cy="108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9" name="Google Shape;939;p6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940" name="Google Shape;940;p6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6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42" name="Google Shape;942;p6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943" name="Google Shape;943;p6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944" name="Google Shape;944;p6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945" name="Google Shape;945;p6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6" name="Google Shape;946;p6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47" name="Google Shape;947;p6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948" name="Google Shape;948;p6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949" name="Google Shape;949;p6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50" name="Google Shape;950;p6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51" name="Google Shape;951;p6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952" name="Google Shape;952;p6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53" name="Google Shape;953;p6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954" name="Google Shape;954;p6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955" name="Google Shape;955;p6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" name="Google Shape;956;p6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57" name="Google Shape;957;p6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958" name="Google Shape;958;p6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9" name="Google Shape;959;p6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0" name="Google Shape;960;p6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61" name="Google Shape;961;p6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2" name="Google Shape;962;p6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963" name="Google Shape;963;p6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964" name="Google Shape;964;p6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" name="Google Shape;965;p6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6" name="Google Shape;966;p6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7" name="Google Shape;967;p6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968" name="Google Shape;968;p6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6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6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971" name="Google Shape;9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48637" y="364184"/>
            <a:ext cx="674156" cy="449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3000" fill="hold"/>
                                        <p:tgtEl>
                                          <p:spTgt spid="7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7"/>
          <p:cNvSpPr txBox="1"/>
          <p:nvPr>
            <p:ph type="ctrTitle"/>
          </p:nvPr>
        </p:nvSpPr>
        <p:spPr>
          <a:xfrm>
            <a:off x="101610" y="82380"/>
            <a:ext cx="4011517" cy="7778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Flujograma </a:t>
            </a:r>
            <a:endParaRPr/>
          </a:p>
        </p:txBody>
      </p:sp>
      <p:pic>
        <p:nvPicPr>
          <p:cNvPr id="977" name="Google Shape;9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0714" y="860226"/>
            <a:ext cx="7710572" cy="5822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2" name="Google Shape;982;p8"/>
          <p:cNvGrpSpPr/>
          <p:nvPr/>
        </p:nvGrpSpPr>
        <p:grpSpPr>
          <a:xfrm>
            <a:off x="7371166" y="1817534"/>
            <a:ext cx="2881220" cy="2751969"/>
            <a:chOff x="6880842" y="1698266"/>
            <a:chExt cx="2881220" cy="2751969"/>
          </a:xfrm>
        </p:grpSpPr>
        <p:grpSp>
          <p:nvGrpSpPr>
            <p:cNvPr id="983" name="Google Shape;983;p8"/>
            <p:cNvGrpSpPr/>
            <p:nvPr/>
          </p:nvGrpSpPr>
          <p:grpSpPr>
            <a:xfrm rot="-1136906">
              <a:off x="7160992" y="2017842"/>
              <a:ext cx="2320919" cy="2112818"/>
              <a:chOff x="5701956" y="1773008"/>
              <a:chExt cx="2320919" cy="2112818"/>
            </a:xfrm>
          </p:grpSpPr>
          <p:grpSp>
            <p:nvGrpSpPr>
              <p:cNvPr id="984" name="Google Shape;984;p8"/>
              <p:cNvGrpSpPr/>
              <p:nvPr/>
            </p:nvGrpSpPr>
            <p:grpSpPr>
              <a:xfrm>
                <a:off x="5701956" y="1773008"/>
                <a:ext cx="2320919" cy="2112818"/>
                <a:chOff x="5797343" y="2178392"/>
                <a:chExt cx="2320919" cy="2112818"/>
              </a:xfrm>
            </p:grpSpPr>
            <p:grpSp>
              <p:nvGrpSpPr>
                <p:cNvPr id="985" name="Google Shape;985;p8"/>
                <p:cNvGrpSpPr/>
                <p:nvPr/>
              </p:nvGrpSpPr>
              <p:grpSpPr>
                <a:xfrm>
                  <a:off x="5797343" y="2178392"/>
                  <a:ext cx="2320919" cy="2112818"/>
                  <a:chOff x="5587545" y="1682358"/>
                  <a:chExt cx="2320919" cy="2112818"/>
                </a:xfrm>
              </p:grpSpPr>
              <p:sp>
                <p:nvSpPr>
                  <p:cNvPr id="986" name="Google Shape;986;p8"/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7" name="Google Shape;987;p8"/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88" name="Google Shape;988;p8"/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89" name="Google Shape;989;p8"/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solidFill>
                <a:srgbClr val="A5A5A5"/>
              </a:solidFill>
              <a:ln cap="flat" cmpd="sng" w="19050">
                <a:solidFill>
                  <a:srgbClr val="A5A5A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90" name="Google Shape;990;p8"/>
            <p:cNvSpPr/>
            <p:nvPr/>
          </p:nvSpPr>
          <p:spPr>
            <a:xfrm rot="-3991007">
              <a:off x="7532936" y="2785552"/>
              <a:ext cx="126153" cy="74416"/>
            </a:xfrm>
            <a:prstGeom prst="ellipse">
              <a:avLst/>
            </a:prstGeom>
            <a:solidFill>
              <a:srgbClr val="FFFF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8"/>
            <p:cNvSpPr/>
            <p:nvPr/>
          </p:nvSpPr>
          <p:spPr>
            <a:xfrm rot="1201570">
              <a:off x="7338584" y="2319225"/>
              <a:ext cx="126153" cy="74416"/>
            </a:xfrm>
            <a:prstGeom prst="ellipse">
              <a:avLst/>
            </a:prstGeom>
            <a:solidFill>
              <a:srgbClr val="FFFF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2" name="Google Shape;992;p8"/>
          <p:cNvSpPr txBox="1"/>
          <p:nvPr>
            <p:ph type="ctrTitle"/>
          </p:nvPr>
        </p:nvSpPr>
        <p:spPr>
          <a:xfrm>
            <a:off x="605208" y="49566"/>
            <a:ext cx="11068575" cy="121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MANUAL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Rotación tercer Eslabón</a:t>
            </a:r>
            <a:endParaRPr/>
          </a:p>
        </p:txBody>
      </p:sp>
      <p:sp>
        <p:nvSpPr>
          <p:cNvPr id="993" name="Google Shape;993;p8"/>
          <p:cNvSpPr txBox="1"/>
          <p:nvPr>
            <p:ph idx="1" type="subTitle"/>
          </p:nvPr>
        </p:nvSpPr>
        <p:spPr>
          <a:xfrm>
            <a:off x="56868" y="1364211"/>
            <a:ext cx="5316445" cy="5493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¿Botón M5 presionado?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rotar brazo en sentido horario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3.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¿sensor S3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inhabilitar botón M5 y habilitar botón M6.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1.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¿Botón M6 presionado?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rotar brazo en sentido antihorario.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</a:t>
            </a:r>
            <a:r>
              <a:rPr b="1" lang="es-ES"/>
              <a:t> X </a:t>
            </a:r>
            <a:r>
              <a:rPr lang="es-ES"/>
              <a:t>(</a:t>
            </a:r>
            <a:r>
              <a:rPr lang="es-ES">
                <a:highlight>
                  <a:srgbClr val="FFFF00"/>
                </a:highlight>
              </a:rPr>
              <a:t>Analizar otro pulsador</a:t>
            </a:r>
            <a:r>
              <a:rPr lang="es-ES"/>
              <a:t>).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¿sensor S3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inhabilitar botón M6 y habilitar botón M5.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94" name="Google Shape;994;p8"/>
          <p:cNvSpPr/>
          <p:nvPr/>
        </p:nvSpPr>
        <p:spPr>
          <a:xfrm>
            <a:off x="7858173" y="1800156"/>
            <a:ext cx="252000" cy="252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8"/>
          <p:cNvSpPr txBox="1"/>
          <p:nvPr/>
        </p:nvSpPr>
        <p:spPr>
          <a:xfrm>
            <a:off x="7958300" y="1678005"/>
            <a:ext cx="2039081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S3</a:t>
            </a:r>
            <a:endParaRPr/>
          </a:p>
        </p:txBody>
      </p:sp>
      <p:grpSp>
        <p:nvGrpSpPr>
          <p:cNvPr id="996" name="Google Shape;996;p8"/>
          <p:cNvGrpSpPr/>
          <p:nvPr/>
        </p:nvGrpSpPr>
        <p:grpSpPr>
          <a:xfrm>
            <a:off x="9055784" y="3120411"/>
            <a:ext cx="1192486" cy="1369240"/>
            <a:chOff x="7991273" y="3108960"/>
            <a:chExt cx="1192486" cy="1369240"/>
          </a:xfrm>
        </p:grpSpPr>
        <p:grpSp>
          <p:nvGrpSpPr>
            <p:cNvPr id="997" name="Google Shape;997;p8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998" name="Google Shape;998;p8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9" name="Google Shape;999;p8"/>
              <p:cNvGrpSpPr/>
              <p:nvPr/>
            </p:nvGrpSpPr>
            <p:grpSpPr>
              <a:xfrm>
                <a:off x="7991273" y="2956064"/>
                <a:ext cx="1378938" cy="1522136"/>
                <a:chOff x="7991273" y="2943364"/>
                <a:chExt cx="1378938" cy="1522136"/>
              </a:xfrm>
            </p:grpSpPr>
            <p:sp>
              <p:nvSpPr>
                <p:cNvPr id="1000" name="Google Shape;1000;p8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1" name="Google Shape;1001;p8"/>
                <p:cNvSpPr/>
                <p:nvPr/>
              </p:nvSpPr>
              <p:spPr>
                <a:xfrm>
                  <a:off x="8263838" y="2943364"/>
                  <a:ext cx="832576" cy="82853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02" name="Google Shape;1002;p8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1003" name="Google Shape;1003;p8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1004" name="Google Shape;1004;p8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5" name="Google Shape;1005;p8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06" name="Google Shape;1006;p8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1007" name="Google Shape;1007;p8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8" name="Google Shape;1008;p8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9" name="Google Shape;1009;p8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10" name="Google Shape;1010;p8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1011" name="Google Shape;1011;p8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8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3" name="Google Shape;1013;p8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14" name="Google Shape;1014;p8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1015" name="Google Shape;1015;p8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6" name="Google Shape;1016;p8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7" name="Google Shape;1017;p8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18" name="Google Shape;1018;p8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1019" name="Google Shape;1019;p8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0" name="Google Shape;1020;p8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1" name="Google Shape;1021;p8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022" name="Google Shape;1022;p8"/>
          <p:cNvGrpSpPr/>
          <p:nvPr/>
        </p:nvGrpSpPr>
        <p:grpSpPr>
          <a:xfrm>
            <a:off x="8430133" y="4527000"/>
            <a:ext cx="3600000" cy="2124000"/>
            <a:chOff x="7379270" y="4515549"/>
            <a:chExt cx="3600000" cy="2124000"/>
          </a:xfrm>
        </p:grpSpPr>
        <p:sp>
          <p:nvSpPr>
            <p:cNvPr id="1023" name="Google Shape;1023;p8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8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5" name="Google Shape;1025;p8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1026" name="Google Shape;1026;p8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1027" name="Google Shape;1027;p8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1028" name="Google Shape;1028;p8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9" name="Google Shape;1029;p8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30" name="Google Shape;1030;p8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1031" name="Google Shape;1031;p8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1032" name="Google Shape;1032;p8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33" name="Google Shape;1033;p8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034" name="Google Shape;1034;p8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1035" name="Google Shape;1035;p8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36" name="Google Shape;1036;p8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1037" name="Google Shape;1037;p8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1038" name="Google Shape;1038;p8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8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40" name="Google Shape;1040;p8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1041" name="Google Shape;1041;p8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8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" name="Google Shape;1043;p8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44" name="Google Shape;1044;p8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5" name="Google Shape;1045;p8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1046" name="Google Shape;1046;p8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1047" name="Google Shape;1047;p8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8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49" name="Google Shape;1049;p8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0" name="Google Shape;1050;p8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1051" name="Google Shape;1051;p8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8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8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054" name="Google Shape;10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48637" y="364184"/>
            <a:ext cx="674156" cy="4491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5" name="Google Shape;1055;p8"/>
          <p:cNvGrpSpPr/>
          <p:nvPr/>
        </p:nvGrpSpPr>
        <p:grpSpPr>
          <a:xfrm rot="10800000">
            <a:off x="6034194" y="940428"/>
            <a:ext cx="3033814" cy="2852888"/>
            <a:chOff x="5002696" y="1329092"/>
            <a:chExt cx="3033814" cy="2852888"/>
          </a:xfrm>
        </p:grpSpPr>
        <p:grpSp>
          <p:nvGrpSpPr>
            <p:cNvPr id="1056" name="Google Shape;1056;p8"/>
            <p:cNvGrpSpPr/>
            <p:nvPr/>
          </p:nvGrpSpPr>
          <p:grpSpPr>
            <a:xfrm rot="1767083">
              <a:off x="5471127" y="1982722"/>
              <a:ext cx="848023" cy="2128294"/>
              <a:chOff x="5739808" y="2428623"/>
              <a:chExt cx="848023" cy="2128294"/>
            </a:xfrm>
          </p:grpSpPr>
          <p:grpSp>
            <p:nvGrpSpPr>
              <p:cNvPr id="1057" name="Google Shape;1057;p8"/>
              <p:cNvGrpSpPr/>
              <p:nvPr/>
            </p:nvGrpSpPr>
            <p:grpSpPr>
              <a:xfrm>
                <a:off x="5739808" y="3709395"/>
                <a:ext cx="848023" cy="847523"/>
                <a:chOff x="5739808" y="3709395"/>
                <a:chExt cx="848023" cy="847523"/>
              </a:xfrm>
            </p:grpSpPr>
            <p:grpSp>
              <p:nvGrpSpPr>
                <p:cNvPr id="1058" name="Google Shape;1058;p8"/>
                <p:cNvGrpSpPr/>
                <p:nvPr/>
              </p:nvGrpSpPr>
              <p:grpSpPr>
                <a:xfrm>
                  <a:off x="5739808" y="3709395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1059" name="Google Shape;1059;p8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1060" name="Google Shape;1060;p8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61" name="Google Shape;1061;p8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062" name="Google Shape;1062;p8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3" name="Google Shape;1063;p8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64" name="Google Shape;1064;p8"/>
                <p:cNvGrpSpPr/>
                <p:nvPr/>
              </p:nvGrpSpPr>
              <p:grpSpPr>
                <a:xfrm flipH="1">
                  <a:off x="6235721" y="3709657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1065" name="Google Shape;1065;p8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1066" name="Google Shape;1066;p8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67" name="Google Shape;1067;p8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068" name="Google Shape;1068;p8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9" name="Google Shape;1069;p8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070" name="Google Shape;1070;p8"/>
              <p:cNvGrpSpPr/>
              <p:nvPr/>
            </p:nvGrpSpPr>
            <p:grpSpPr>
              <a:xfrm>
                <a:off x="5775048" y="2428623"/>
                <a:ext cx="779055" cy="1666542"/>
                <a:chOff x="5775048" y="2428623"/>
                <a:chExt cx="779055" cy="1666542"/>
              </a:xfrm>
            </p:grpSpPr>
            <p:grpSp>
              <p:nvGrpSpPr>
                <p:cNvPr id="1071" name="Google Shape;1071;p8"/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</p:grpSpPr>
              <p:grpSp>
                <p:nvGrpSpPr>
                  <p:cNvPr id="1072" name="Google Shape;1072;p8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1073" name="Google Shape;1073;p8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1074" name="Google Shape;1074;p8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1075" name="Google Shape;1075;p8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1076" name="Google Shape;1076;p8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077" name="Google Shape;1077;p8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1078" name="Google Shape;1078;p8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1079" name="Google Shape;1079;p8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1080" name="Google Shape;1080;p8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1081" name="Google Shape;1081;p8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082" name="Google Shape;1082;p8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083" name="Google Shape;1083;p8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084" name="Google Shape;1084;p8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1085" name="Google Shape;1085;p8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086" name="Google Shape;1086;p8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087" name="Google Shape;1087;p8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1088" name="Google Shape;1088;p8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1089" name="Google Shape;1089;p8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090" name="Google Shape;1090;p8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091" name="Google Shape;1091;p8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1092" name="Google Shape;1092;p8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3" name="Google Shape;1093;p8"/>
                <p:cNvGrpSpPr/>
                <p:nvPr/>
              </p:nvGrpSpPr>
              <p:grpSpPr>
                <a:xfrm>
                  <a:off x="5775048" y="3892549"/>
                  <a:ext cx="778309" cy="59708"/>
                  <a:chOff x="5775048" y="3892549"/>
                  <a:chExt cx="778309" cy="59708"/>
                </a:xfrm>
              </p:grpSpPr>
              <p:sp>
                <p:nvSpPr>
                  <p:cNvPr id="1094" name="Google Shape;1094;p8"/>
                  <p:cNvSpPr/>
                  <p:nvPr/>
                </p:nvSpPr>
                <p:spPr>
                  <a:xfrm rot="-5400000">
                    <a:off x="6134348" y="3533249"/>
                    <a:ext cx="59708" cy="7783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5" name="Google Shape;1095;p8"/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6" name="Google Shape;1096;p8"/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097" name="Google Shape;1097;p8"/>
            <p:cNvGrpSpPr/>
            <p:nvPr/>
          </p:nvGrpSpPr>
          <p:grpSpPr>
            <a:xfrm>
              <a:off x="5662747" y="1329092"/>
              <a:ext cx="2373762" cy="2377757"/>
              <a:chOff x="5662747" y="1329092"/>
              <a:chExt cx="2373762" cy="2377757"/>
            </a:xfrm>
          </p:grpSpPr>
          <p:grpSp>
            <p:nvGrpSpPr>
              <p:cNvPr id="1098" name="Google Shape;1098;p8"/>
              <p:cNvGrpSpPr/>
              <p:nvPr/>
            </p:nvGrpSpPr>
            <p:grpSpPr>
              <a:xfrm rot="2420597">
                <a:off x="6015587" y="1666532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1099" name="Google Shape;1099;p8"/>
                <p:cNvGrpSpPr/>
                <p:nvPr/>
              </p:nvGrpSpPr>
              <p:grpSpPr>
                <a:xfrm>
                  <a:off x="5811486" y="1624311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1100" name="Google Shape;1100;p8"/>
                  <p:cNvGrpSpPr/>
                  <p:nvPr/>
                </p:nvGrpSpPr>
                <p:grpSpPr>
                  <a:xfrm rot="-3495342">
                    <a:off x="6006485" y="1890354"/>
                    <a:ext cx="1278085" cy="1170790"/>
                    <a:chOff x="5701956" y="1773008"/>
                    <a:chExt cx="2320919" cy="2112818"/>
                  </a:xfrm>
                </p:grpSpPr>
                <p:grpSp>
                  <p:nvGrpSpPr>
                    <p:cNvPr id="1101" name="Google Shape;1101;p8"/>
                    <p:cNvGrpSpPr/>
                    <p:nvPr/>
                  </p:nvGrpSpPr>
                  <p:grpSpPr>
                    <a:xfrm>
                      <a:off x="5701956" y="1773008"/>
                      <a:ext cx="2320919" cy="2112818"/>
                      <a:chOff x="5797343" y="2178392"/>
                      <a:chExt cx="2320919" cy="2112818"/>
                    </a:xfrm>
                  </p:grpSpPr>
                  <p:grpSp>
                    <p:nvGrpSpPr>
                      <p:cNvPr id="1102" name="Google Shape;1102;p8"/>
                      <p:cNvGrpSpPr/>
                      <p:nvPr/>
                    </p:nvGrpSpPr>
                    <p:grpSpPr>
                      <a:xfrm>
                        <a:off x="5797343" y="2178392"/>
                        <a:ext cx="2320919" cy="2112818"/>
                        <a:chOff x="5587545" y="1682358"/>
                        <a:chExt cx="2320919" cy="2112818"/>
                      </a:xfrm>
                    </p:grpSpPr>
                    <p:sp>
                      <p:nvSpPr>
                        <p:cNvPr id="1103" name="Google Shape;1103;p8"/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104" name="Google Shape;1104;p8"/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1105" name="Google Shape;1105;p8"/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1106" name="Google Shape;1106;p8"/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107" name="Google Shape;1107;p8"/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108" name="Google Shape;1108;p8"/>
                <p:cNvSpPr/>
                <p:nvPr/>
              </p:nvSpPr>
              <p:spPr>
                <a:xfrm>
                  <a:off x="6027038" y="2602851"/>
                  <a:ext cx="144000" cy="1440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09" name="Google Shape;1109;p8"/>
              <p:cNvSpPr/>
              <p:nvPr/>
            </p:nvSpPr>
            <p:spPr>
              <a:xfrm>
                <a:off x="7413976" y="2713934"/>
                <a:ext cx="108000" cy="108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10" name="Google Shape;1110;p8"/>
          <p:cNvGrpSpPr/>
          <p:nvPr/>
        </p:nvGrpSpPr>
        <p:grpSpPr>
          <a:xfrm>
            <a:off x="4998908" y="1448360"/>
            <a:ext cx="5526615" cy="2740355"/>
            <a:chOff x="4508584" y="1329092"/>
            <a:chExt cx="5526615" cy="2740355"/>
          </a:xfrm>
        </p:grpSpPr>
        <p:grpSp>
          <p:nvGrpSpPr>
            <p:cNvPr id="1111" name="Google Shape;1111;p8"/>
            <p:cNvGrpSpPr/>
            <p:nvPr/>
          </p:nvGrpSpPr>
          <p:grpSpPr>
            <a:xfrm>
              <a:off x="4508584" y="1329092"/>
              <a:ext cx="3527926" cy="2398226"/>
              <a:chOff x="4508584" y="1329092"/>
              <a:chExt cx="3527926" cy="2398226"/>
            </a:xfrm>
          </p:grpSpPr>
          <p:grpSp>
            <p:nvGrpSpPr>
              <p:cNvPr id="1112" name="Google Shape;1112;p8"/>
              <p:cNvGrpSpPr/>
              <p:nvPr/>
            </p:nvGrpSpPr>
            <p:grpSpPr>
              <a:xfrm rot="3401511">
                <a:off x="5206754" y="1724444"/>
                <a:ext cx="848023" cy="2128294"/>
                <a:chOff x="5739808" y="2428623"/>
                <a:chExt cx="848023" cy="2128294"/>
              </a:xfrm>
            </p:grpSpPr>
            <p:grpSp>
              <p:nvGrpSpPr>
                <p:cNvPr id="1113" name="Google Shape;1113;p8"/>
                <p:cNvGrpSpPr/>
                <p:nvPr/>
              </p:nvGrpSpPr>
              <p:grpSpPr>
                <a:xfrm>
                  <a:off x="5739808" y="3709395"/>
                  <a:ext cx="848023" cy="847523"/>
                  <a:chOff x="5739808" y="3709395"/>
                  <a:chExt cx="848023" cy="847523"/>
                </a:xfrm>
              </p:grpSpPr>
              <p:grpSp>
                <p:nvGrpSpPr>
                  <p:cNvPr id="1114" name="Google Shape;1114;p8"/>
                  <p:cNvGrpSpPr/>
                  <p:nvPr/>
                </p:nvGrpSpPr>
                <p:grpSpPr>
                  <a:xfrm>
                    <a:off x="5739808" y="3709395"/>
                    <a:ext cx="352110" cy="847261"/>
                    <a:chOff x="5739808" y="3709395"/>
                    <a:chExt cx="352110" cy="847261"/>
                  </a:xfrm>
                </p:grpSpPr>
                <p:grpSp>
                  <p:nvGrpSpPr>
                    <p:cNvPr id="1115" name="Google Shape;1115;p8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1116" name="Google Shape;1116;p8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117" name="Google Shape;1117;p8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lt1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1118" name="Google Shape;1118;p8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19" name="Google Shape;1119;p8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20" name="Google Shape;1120;p8"/>
                  <p:cNvGrpSpPr/>
                  <p:nvPr/>
                </p:nvGrpSpPr>
                <p:grpSpPr>
                  <a:xfrm flipH="1">
                    <a:off x="6235721" y="3709657"/>
                    <a:ext cx="352110" cy="847261"/>
                    <a:chOff x="5739808" y="3709395"/>
                    <a:chExt cx="352110" cy="847261"/>
                  </a:xfrm>
                </p:grpSpPr>
                <p:grpSp>
                  <p:nvGrpSpPr>
                    <p:cNvPr id="1121" name="Google Shape;1121;p8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1122" name="Google Shape;1122;p8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123" name="Google Shape;1123;p8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lt1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1124" name="Google Shape;1124;p8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25" name="Google Shape;1125;p8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126" name="Google Shape;1126;p8"/>
                <p:cNvGrpSpPr/>
                <p:nvPr/>
              </p:nvGrpSpPr>
              <p:grpSpPr>
                <a:xfrm>
                  <a:off x="5775048" y="2428623"/>
                  <a:ext cx="779055" cy="1666542"/>
                  <a:chOff x="5775048" y="2428623"/>
                  <a:chExt cx="779055" cy="1666542"/>
                </a:xfrm>
              </p:grpSpPr>
              <p:grpSp>
                <p:nvGrpSpPr>
                  <p:cNvPr id="1127" name="Google Shape;1127;p8"/>
                  <p:cNvGrpSpPr/>
                  <p:nvPr/>
                </p:nvGrpSpPr>
                <p:grpSpPr>
                  <a:xfrm>
                    <a:off x="5775707" y="2428623"/>
                    <a:ext cx="778396" cy="1666542"/>
                    <a:chOff x="5775707" y="2428623"/>
                    <a:chExt cx="778396" cy="1666542"/>
                  </a:xfrm>
                </p:grpSpPr>
                <p:grpSp>
                  <p:nvGrpSpPr>
                    <p:cNvPr id="1128" name="Google Shape;1128;p8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1129" name="Google Shape;1129;p8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1130" name="Google Shape;1130;p8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1131" name="Google Shape;1131;p8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1132" name="Google Shape;1132;p8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133" name="Google Shape;1133;p8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1134" name="Google Shape;1134;p8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1135" name="Google Shape;1135;p8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1136" name="Google Shape;1136;p8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1137" name="Google Shape;1137;p8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138" name="Google Shape;1138;p8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139" name="Google Shape;1139;p8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1140" name="Google Shape;1140;p8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1141" name="Google Shape;1141;p8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142" name="Google Shape;1142;p8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143" name="Google Shape;1143;p8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1144" name="Google Shape;1144;p8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1145" name="Google Shape;1145;p8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rgbClr val="595959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146" name="Google Shape;1146;p8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147" name="Google Shape;1147;p8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1148" name="Google Shape;1148;p8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49" name="Google Shape;1149;p8"/>
                  <p:cNvGrpSpPr/>
                  <p:nvPr/>
                </p:nvGrpSpPr>
                <p:grpSpPr>
                  <a:xfrm>
                    <a:off x="5775048" y="3892549"/>
                    <a:ext cx="778309" cy="59708"/>
                    <a:chOff x="5775048" y="3892549"/>
                    <a:chExt cx="778309" cy="59708"/>
                  </a:xfrm>
                </p:grpSpPr>
                <p:sp>
                  <p:nvSpPr>
                    <p:cNvPr id="1150" name="Google Shape;1150;p8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1" name="Google Shape;1151;p8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52" name="Google Shape;1152;p8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1153" name="Google Shape;1153;p8"/>
              <p:cNvGrpSpPr/>
              <p:nvPr/>
            </p:nvGrpSpPr>
            <p:grpSpPr>
              <a:xfrm>
                <a:off x="5662747" y="1329092"/>
                <a:ext cx="2373762" cy="2377757"/>
                <a:chOff x="5662747" y="1329092"/>
                <a:chExt cx="2373762" cy="2377757"/>
              </a:xfrm>
            </p:grpSpPr>
            <p:grpSp>
              <p:nvGrpSpPr>
                <p:cNvPr id="1154" name="Google Shape;1154;p8"/>
                <p:cNvGrpSpPr/>
                <p:nvPr/>
              </p:nvGrpSpPr>
              <p:grpSpPr>
                <a:xfrm rot="2420597">
                  <a:off x="6015587" y="1666532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1155" name="Google Shape;1155;p8"/>
                  <p:cNvGrpSpPr/>
                  <p:nvPr/>
                </p:nvGrpSpPr>
                <p:grpSpPr>
                  <a:xfrm>
                    <a:off x="5811486" y="1624311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1156" name="Google Shape;1156;p8"/>
                    <p:cNvGrpSpPr/>
                    <p:nvPr/>
                  </p:nvGrpSpPr>
                  <p:grpSpPr>
                    <a:xfrm rot="-3495342">
                      <a:off x="6006485" y="1890354"/>
                      <a:ext cx="1278085" cy="1170790"/>
                      <a:chOff x="5701956" y="1773008"/>
                      <a:chExt cx="2320919" cy="2112818"/>
                    </a:xfrm>
                  </p:grpSpPr>
                  <p:grpSp>
                    <p:nvGrpSpPr>
                      <p:cNvPr id="1157" name="Google Shape;1157;p8"/>
                      <p:cNvGrpSpPr/>
                      <p:nvPr/>
                    </p:nvGrpSpPr>
                    <p:grpSpPr>
                      <a:xfrm>
                        <a:off x="5701956" y="1773008"/>
                        <a:ext cx="2320919" cy="2112818"/>
                        <a:chOff x="5797343" y="2178392"/>
                        <a:chExt cx="2320919" cy="2112818"/>
                      </a:xfrm>
                    </p:grpSpPr>
                    <p:grpSp>
                      <p:nvGrpSpPr>
                        <p:cNvPr id="1158" name="Google Shape;1158;p8"/>
                        <p:cNvGrpSpPr/>
                        <p:nvPr/>
                      </p:nvGrpSpPr>
                      <p:grpSpPr>
                        <a:xfrm>
                          <a:off x="5797343" y="2178392"/>
                          <a:ext cx="2320919" cy="2112818"/>
                          <a:chOff x="5587545" y="1682358"/>
                          <a:chExt cx="2320919" cy="2112818"/>
                        </a:xfrm>
                      </p:grpSpPr>
                      <p:sp>
                        <p:nvSpPr>
                          <p:cNvPr id="1159" name="Google Shape;1159;p8"/>
                          <p:cNvSpPr/>
                          <p:nvPr/>
                        </p:nvSpPr>
                        <p:spPr>
                          <a:xfrm>
                            <a:off x="6850705" y="2763143"/>
                            <a:ext cx="1057759" cy="1032033"/>
                          </a:xfrm>
                          <a:prstGeom prst="ellipse">
                            <a:avLst/>
                          </a:prstGeom>
                          <a:solidFill>
                            <a:srgbClr val="A5A5A5"/>
                          </a:solidFill>
                          <a:ln cap="flat" cmpd="sng" w="1905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160" name="Google Shape;1160;p8"/>
                          <p:cNvSpPr/>
                          <p:nvPr/>
                        </p:nvSpPr>
                        <p:spPr>
                          <a:xfrm rot="7768561">
                            <a:off x="6099463" y="1750485"/>
                            <a:ext cx="1032301" cy="1813530"/>
                          </a:xfrm>
                          <a:prstGeom prst="flowChartManualOperation">
                            <a:avLst/>
                          </a:prstGeom>
                          <a:solidFill>
                            <a:srgbClr val="A5A5A5"/>
                          </a:solidFill>
                          <a:ln cap="flat" cmpd="sng" w="1905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1161" name="Google Shape;1161;p8"/>
                        <p:cNvSpPr/>
                        <p:nvPr/>
                      </p:nvSpPr>
                      <p:spPr>
                        <a:xfrm>
                          <a:off x="5819210" y="2270542"/>
                          <a:ext cx="611999" cy="612001"/>
                        </a:xfrm>
                        <a:prstGeom prst="ellipse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1162" name="Google Shape;1162;p8"/>
                      <p:cNvSpPr/>
                      <p:nvPr/>
                    </p:nvSpPr>
                    <p:spPr>
                      <a:xfrm rot="7723891">
                        <a:off x="6283368" y="1841295"/>
                        <a:ext cx="919947" cy="1825612"/>
                      </a:xfrm>
                      <a:prstGeom prst="flowChartManualOperation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rgbClr val="A5A5A5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1163" name="Google Shape;1163;p8"/>
                    <p:cNvSpPr/>
                    <p:nvPr/>
                  </p:nvSpPr>
                  <p:spPr>
                    <a:xfrm>
                      <a:off x="6945606" y="2185786"/>
                      <a:ext cx="288000" cy="288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164" name="Google Shape;1164;p8"/>
                  <p:cNvSpPr/>
                  <p:nvPr/>
                </p:nvSpPr>
                <p:spPr>
                  <a:xfrm>
                    <a:off x="6027038" y="2602851"/>
                    <a:ext cx="144000" cy="144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165" name="Google Shape;1165;p8"/>
                <p:cNvSpPr/>
                <p:nvPr/>
              </p:nvSpPr>
              <p:spPr>
                <a:xfrm>
                  <a:off x="7413976" y="2713934"/>
                  <a:ext cx="108000" cy="108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166" name="Google Shape;1166;p8"/>
            <p:cNvGrpSpPr/>
            <p:nvPr/>
          </p:nvGrpSpPr>
          <p:grpSpPr>
            <a:xfrm rot="10800000">
              <a:off x="6507274" y="1671221"/>
              <a:ext cx="3527926" cy="2398226"/>
              <a:chOff x="4508584" y="1329092"/>
              <a:chExt cx="3527926" cy="2398226"/>
            </a:xfrm>
          </p:grpSpPr>
          <p:grpSp>
            <p:nvGrpSpPr>
              <p:cNvPr id="1167" name="Google Shape;1167;p8"/>
              <p:cNvGrpSpPr/>
              <p:nvPr/>
            </p:nvGrpSpPr>
            <p:grpSpPr>
              <a:xfrm rot="3401511">
                <a:off x="5206754" y="1724444"/>
                <a:ext cx="848023" cy="2128294"/>
                <a:chOff x="5739808" y="2428623"/>
                <a:chExt cx="848023" cy="2128294"/>
              </a:xfrm>
            </p:grpSpPr>
            <p:grpSp>
              <p:nvGrpSpPr>
                <p:cNvPr id="1168" name="Google Shape;1168;p8"/>
                <p:cNvGrpSpPr/>
                <p:nvPr/>
              </p:nvGrpSpPr>
              <p:grpSpPr>
                <a:xfrm>
                  <a:off x="5739808" y="3709395"/>
                  <a:ext cx="848023" cy="847523"/>
                  <a:chOff x="5739808" y="3709395"/>
                  <a:chExt cx="848023" cy="847523"/>
                </a:xfrm>
              </p:grpSpPr>
              <p:grpSp>
                <p:nvGrpSpPr>
                  <p:cNvPr id="1169" name="Google Shape;1169;p8"/>
                  <p:cNvGrpSpPr/>
                  <p:nvPr/>
                </p:nvGrpSpPr>
                <p:grpSpPr>
                  <a:xfrm>
                    <a:off x="5739808" y="3709395"/>
                    <a:ext cx="352110" cy="847261"/>
                    <a:chOff x="5739808" y="3709395"/>
                    <a:chExt cx="352110" cy="847261"/>
                  </a:xfrm>
                </p:grpSpPr>
                <p:grpSp>
                  <p:nvGrpSpPr>
                    <p:cNvPr id="1170" name="Google Shape;1170;p8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1171" name="Google Shape;1171;p8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172" name="Google Shape;1172;p8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1173" name="Google Shape;1173;p8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74" name="Google Shape;1174;p8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175" name="Google Shape;1175;p8"/>
                  <p:cNvGrpSpPr/>
                  <p:nvPr/>
                </p:nvGrpSpPr>
                <p:grpSpPr>
                  <a:xfrm flipH="1">
                    <a:off x="6235721" y="3709657"/>
                    <a:ext cx="352110" cy="847261"/>
                    <a:chOff x="5739808" y="3709395"/>
                    <a:chExt cx="352110" cy="847261"/>
                  </a:xfrm>
                </p:grpSpPr>
                <p:grpSp>
                  <p:nvGrpSpPr>
                    <p:cNvPr id="1176" name="Google Shape;1176;p8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1177" name="Google Shape;1177;p8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178" name="Google Shape;1178;p8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1179" name="Google Shape;1179;p8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180" name="Google Shape;1180;p8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181" name="Google Shape;1181;p8"/>
                <p:cNvGrpSpPr/>
                <p:nvPr/>
              </p:nvGrpSpPr>
              <p:grpSpPr>
                <a:xfrm>
                  <a:off x="5775048" y="2428623"/>
                  <a:ext cx="779055" cy="1666542"/>
                  <a:chOff x="5775048" y="2428623"/>
                  <a:chExt cx="779055" cy="1666542"/>
                </a:xfrm>
              </p:grpSpPr>
              <p:grpSp>
                <p:nvGrpSpPr>
                  <p:cNvPr id="1182" name="Google Shape;1182;p8"/>
                  <p:cNvGrpSpPr/>
                  <p:nvPr/>
                </p:nvGrpSpPr>
                <p:grpSpPr>
                  <a:xfrm>
                    <a:off x="5775707" y="2428623"/>
                    <a:ext cx="778396" cy="1666542"/>
                    <a:chOff x="5775707" y="2428623"/>
                    <a:chExt cx="778396" cy="1666542"/>
                  </a:xfrm>
                </p:grpSpPr>
                <p:grpSp>
                  <p:nvGrpSpPr>
                    <p:cNvPr id="1183" name="Google Shape;1183;p8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1184" name="Google Shape;1184;p8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1185" name="Google Shape;1185;p8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1186" name="Google Shape;1186;p8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1187" name="Google Shape;1187;p8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188" name="Google Shape;1188;p8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1189" name="Google Shape;1189;p8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1190" name="Google Shape;1190;p8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1191" name="Google Shape;1191;p8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1192" name="Google Shape;1192;p8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193" name="Google Shape;1193;p8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194" name="Google Shape;1194;p8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1195" name="Google Shape;1195;p8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1196" name="Google Shape;1196;p8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197" name="Google Shape;1197;p8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198" name="Google Shape;1198;p8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1199" name="Google Shape;1199;p8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1200" name="Google Shape;1200;p8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201" name="Google Shape;1201;p8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202" name="Google Shape;1202;p8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1203" name="Google Shape;1203;p8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204" name="Google Shape;1204;p8"/>
                  <p:cNvGrpSpPr/>
                  <p:nvPr/>
                </p:nvGrpSpPr>
                <p:grpSpPr>
                  <a:xfrm>
                    <a:off x="5775048" y="3892549"/>
                    <a:ext cx="778309" cy="59708"/>
                    <a:chOff x="5775048" y="3892549"/>
                    <a:chExt cx="778309" cy="59708"/>
                  </a:xfrm>
                </p:grpSpPr>
                <p:sp>
                  <p:nvSpPr>
                    <p:cNvPr id="1205" name="Google Shape;1205;p8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06" name="Google Shape;1206;p8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07" name="Google Shape;1207;p8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1208" name="Google Shape;1208;p8"/>
              <p:cNvGrpSpPr/>
              <p:nvPr/>
            </p:nvGrpSpPr>
            <p:grpSpPr>
              <a:xfrm>
                <a:off x="5662747" y="1329092"/>
                <a:ext cx="2373762" cy="2377757"/>
                <a:chOff x="5662747" y="1329092"/>
                <a:chExt cx="2373762" cy="2377757"/>
              </a:xfrm>
            </p:grpSpPr>
            <p:grpSp>
              <p:nvGrpSpPr>
                <p:cNvPr id="1209" name="Google Shape;1209;p8"/>
                <p:cNvGrpSpPr/>
                <p:nvPr/>
              </p:nvGrpSpPr>
              <p:grpSpPr>
                <a:xfrm rot="2420597">
                  <a:off x="6015587" y="1666532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1210" name="Google Shape;1210;p8"/>
                  <p:cNvGrpSpPr/>
                  <p:nvPr/>
                </p:nvGrpSpPr>
                <p:grpSpPr>
                  <a:xfrm>
                    <a:off x="5811486" y="1624311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1211" name="Google Shape;1211;p8"/>
                    <p:cNvGrpSpPr/>
                    <p:nvPr/>
                  </p:nvGrpSpPr>
                  <p:grpSpPr>
                    <a:xfrm rot="-3495342">
                      <a:off x="6006485" y="1890354"/>
                      <a:ext cx="1278085" cy="1170790"/>
                      <a:chOff x="5701956" y="1773008"/>
                      <a:chExt cx="2320919" cy="2112818"/>
                    </a:xfrm>
                  </p:grpSpPr>
                  <p:grpSp>
                    <p:nvGrpSpPr>
                      <p:cNvPr id="1212" name="Google Shape;1212;p8"/>
                      <p:cNvGrpSpPr/>
                      <p:nvPr/>
                    </p:nvGrpSpPr>
                    <p:grpSpPr>
                      <a:xfrm>
                        <a:off x="5701956" y="1773008"/>
                        <a:ext cx="2320919" cy="2112818"/>
                        <a:chOff x="5797343" y="2178392"/>
                        <a:chExt cx="2320919" cy="2112818"/>
                      </a:xfrm>
                    </p:grpSpPr>
                    <p:grpSp>
                      <p:nvGrpSpPr>
                        <p:cNvPr id="1213" name="Google Shape;1213;p8"/>
                        <p:cNvGrpSpPr/>
                        <p:nvPr/>
                      </p:nvGrpSpPr>
                      <p:grpSpPr>
                        <a:xfrm>
                          <a:off x="5797343" y="2178392"/>
                          <a:ext cx="2320919" cy="2112818"/>
                          <a:chOff x="5587545" y="1682358"/>
                          <a:chExt cx="2320919" cy="2112818"/>
                        </a:xfrm>
                      </p:grpSpPr>
                      <p:sp>
                        <p:nvSpPr>
                          <p:cNvPr id="1214" name="Google Shape;1214;p8"/>
                          <p:cNvSpPr/>
                          <p:nvPr/>
                        </p:nvSpPr>
                        <p:spPr>
                          <a:xfrm>
                            <a:off x="6850705" y="2763143"/>
                            <a:ext cx="1057759" cy="1032033"/>
                          </a:xfrm>
                          <a:prstGeom prst="ellipse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215" name="Google Shape;1215;p8"/>
                          <p:cNvSpPr/>
                          <p:nvPr/>
                        </p:nvSpPr>
                        <p:spPr>
                          <a:xfrm rot="7768561">
                            <a:off x="6099463" y="1750485"/>
                            <a:ext cx="1032301" cy="1813530"/>
                          </a:xfrm>
                          <a:prstGeom prst="flowChartManualOperation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1216" name="Google Shape;1216;p8"/>
                        <p:cNvSpPr/>
                        <p:nvPr/>
                      </p:nvSpPr>
                      <p:spPr>
                        <a:xfrm>
                          <a:off x="5819210" y="2270542"/>
                          <a:ext cx="611999" cy="612001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1217" name="Google Shape;1217;p8"/>
                      <p:cNvSpPr/>
                      <p:nvPr/>
                    </p:nvSpPr>
                    <p:spPr>
                      <a:xfrm rot="7723891">
                        <a:off x="6283368" y="1841295"/>
                        <a:ext cx="919947" cy="1825612"/>
                      </a:xfrm>
                      <a:prstGeom prst="flowChartManualOperation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1218" name="Google Shape;1218;p8"/>
                    <p:cNvSpPr/>
                    <p:nvPr/>
                  </p:nvSpPr>
                  <p:spPr>
                    <a:xfrm>
                      <a:off x="6945606" y="2185786"/>
                      <a:ext cx="288000" cy="288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219" name="Google Shape;1219;p8"/>
                  <p:cNvSpPr/>
                  <p:nvPr/>
                </p:nvSpPr>
                <p:spPr>
                  <a:xfrm>
                    <a:off x="6027038" y="2602851"/>
                    <a:ext cx="144000" cy="144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220" name="Google Shape;1220;p8"/>
                <p:cNvSpPr/>
                <p:nvPr/>
              </p:nvSpPr>
              <p:spPr>
                <a:xfrm>
                  <a:off x="7413976" y="2713934"/>
                  <a:ext cx="108000" cy="108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3000" fill="hold"/>
                                        <p:tgtEl>
                                          <p:spTgt spid="11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3000" fill="hold"/>
                                        <p:tgtEl>
                                          <p:spTgt spid="11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9"/>
          <p:cNvSpPr txBox="1"/>
          <p:nvPr>
            <p:ph type="ctrTitle"/>
          </p:nvPr>
        </p:nvSpPr>
        <p:spPr>
          <a:xfrm>
            <a:off x="101610" y="82380"/>
            <a:ext cx="4011517" cy="7778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Flujograma </a:t>
            </a:r>
            <a:endParaRPr/>
          </a:p>
        </p:txBody>
      </p:sp>
      <p:pic>
        <p:nvPicPr>
          <p:cNvPr id="1226" name="Google Shape;12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3330" y="860226"/>
            <a:ext cx="7675336" cy="5795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1" name="Google Shape;1231;p10"/>
          <p:cNvGrpSpPr/>
          <p:nvPr/>
        </p:nvGrpSpPr>
        <p:grpSpPr>
          <a:xfrm rot="-6603925">
            <a:off x="4924364" y="2044283"/>
            <a:ext cx="3830921" cy="2194639"/>
            <a:chOff x="4891717" y="1341988"/>
            <a:chExt cx="3830921" cy="2194639"/>
          </a:xfrm>
        </p:grpSpPr>
        <p:grpSp>
          <p:nvGrpSpPr>
            <p:cNvPr id="1232" name="Google Shape;1232;p10"/>
            <p:cNvGrpSpPr/>
            <p:nvPr/>
          </p:nvGrpSpPr>
          <p:grpSpPr>
            <a:xfrm>
              <a:off x="4891717" y="1341988"/>
              <a:ext cx="2291015" cy="1580180"/>
              <a:chOff x="4395477" y="1578952"/>
              <a:chExt cx="2291015" cy="1580180"/>
            </a:xfrm>
          </p:grpSpPr>
          <p:grpSp>
            <p:nvGrpSpPr>
              <p:cNvPr id="1233" name="Google Shape;1233;p10"/>
              <p:cNvGrpSpPr/>
              <p:nvPr/>
            </p:nvGrpSpPr>
            <p:grpSpPr>
              <a:xfrm rot="6713015">
                <a:off x="5116973" y="1304893"/>
                <a:ext cx="848023" cy="2128296"/>
                <a:chOff x="5739808" y="2428621"/>
                <a:chExt cx="848023" cy="2128296"/>
              </a:xfrm>
            </p:grpSpPr>
            <p:grpSp>
              <p:nvGrpSpPr>
                <p:cNvPr id="1234" name="Google Shape;1234;p10"/>
                <p:cNvGrpSpPr/>
                <p:nvPr/>
              </p:nvGrpSpPr>
              <p:grpSpPr>
                <a:xfrm>
                  <a:off x="5739808" y="3709395"/>
                  <a:ext cx="848023" cy="847523"/>
                  <a:chOff x="5739808" y="3709395"/>
                  <a:chExt cx="848023" cy="847523"/>
                </a:xfrm>
              </p:grpSpPr>
              <p:grpSp>
                <p:nvGrpSpPr>
                  <p:cNvPr id="1235" name="Google Shape;1235;p10"/>
                  <p:cNvGrpSpPr/>
                  <p:nvPr/>
                </p:nvGrpSpPr>
                <p:grpSpPr>
                  <a:xfrm>
                    <a:off x="5739808" y="3709395"/>
                    <a:ext cx="352110" cy="847261"/>
                    <a:chOff x="5739808" y="3709395"/>
                    <a:chExt cx="352110" cy="847261"/>
                  </a:xfrm>
                </p:grpSpPr>
                <p:grpSp>
                  <p:nvGrpSpPr>
                    <p:cNvPr id="1236" name="Google Shape;1236;p10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1237" name="Google Shape;1237;p10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238" name="Google Shape;1238;p10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lt1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1239" name="Google Shape;1239;p10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40" name="Google Shape;1240;p10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241" name="Google Shape;1241;p10"/>
                  <p:cNvGrpSpPr/>
                  <p:nvPr/>
                </p:nvGrpSpPr>
                <p:grpSpPr>
                  <a:xfrm flipH="1">
                    <a:off x="6235721" y="3709657"/>
                    <a:ext cx="352110" cy="847261"/>
                    <a:chOff x="5739808" y="3709395"/>
                    <a:chExt cx="352110" cy="847261"/>
                  </a:xfrm>
                </p:grpSpPr>
                <p:grpSp>
                  <p:nvGrpSpPr>
                    <p:cNvPr id="1242" name="Google Shape;1242;p10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1243" name="Google Shape;1243;p10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244" name="Google Shape;1244;p10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lt1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1245" name="Google Shape;1245;p10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46" name="Google Shape;1246;p10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247" name="Google Shape;1247;p10"/>
                <p:cNvGrpSpPr/>
                <p:nvPr/>
              </p:nvGrpSpPr>
              <p:grpSpPr>
                <a:xfrm>
                  <a:off x="5775048" y="2428621"/>
                  <a:ext cx="779055" cy="1666544"/>
                  <a:chOff x="5775048" y="2428621"/>
                  <a:chExt cx="779055" cy="1666544"/>
                </a:xfrm>
              </p:grpSpPr>
              <p:grpSp>
                <p:nvGrpSpPr>
                  <p:cNvPr id="1248" name="Google Shape;1248;p10"/>
                  <p:cNvGrpSpPr/>
                  <p:nvPr/>
                </p:nvGrpSpPr>
                <p:grpSpPr>
                  <a:xfrm>
                    <a:off x="5775707" y="2428621"/>
                    <a:ext cx="778396" cy="1666544"/>
                    <a:chOff x="5775707" y="2428621"/>
                    <a:chExt cx="778396" cy="1666544"/>
                  </a:xfrm>
                </p:grpSpPr>
                <p:grpSp>
                  <p:nvGrpSpPr>
                    <p:cNvPr id="1249" name="Google Shape;1249;p10"/>
                    <p:cNvGrpSpPr/>
                    <p:nvPr/>
                  </p:nvGrpSpPr>
                  <p:grpSpPr>
                    <a:xfrm>
                      <a:off x="5775707" y="2428621"/>
                      <a:ext cx="778396" cy="1321609"/>
                      <a:chOff x="5728098" y="3524077"/>
                      <a:chExt cx="778396" cy="1321609"/>
                    </a:xfrm>
                  </p:grpSpPr>
                  <p:grpSp>
                    <p:nvGrpSpPr>
                      <p:cNvPr id="1250" name="Google Shape;1250;p10"/>
                      <p:cNvGrpSpPr/>
                      <p:nvPr/>
                    </p:nvGrpSpPr>
                    <p:grpSpPr>
                      <a:xfrm>
                        <a:off x="5882066" y="3524077"/>
                        <a:ext cx="468000" cy="773096"/>
                        <a:chOff x="5755917" y="3285422"/>
                        <a:chExt cx="468000" cy="773096"/>
                      </a:xfrm>
                    </p:grpSpPr>
                    <p:sp>
                      <p:nvSpPr>
                        <p:cNvPr id="1251" name="Google Shape;1251;p10"/>
                        <p:cNvSpPr/>
                        <p:nvPr/>
                      </p:nvSpPr>
                      <p:spPr>
                        <a:xfrm>
                          <a:off x="5755917" y="3285422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1252" name="Google Shape;1252;p10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1253" name="Google Shape;1253;p10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254" name="Google Shape;1254;p10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1255" name="Google Shape;1255;p10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1256" name="Google Shape;1256;p10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1257" name="Google Shape;1257;p10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1258" name="Google Shape;1258;p10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259" name="Google Shape;1259;p10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260" name="Google Shape;1260;p10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1261" name="Google Shape;1261;p10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1262" name="Google Shape;1262;p10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263" name="Google Shape;1263;p10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264" name="Google Shape;1264;p10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1265" name="Google Shape;1265;p10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1266" name="Google Shape;1266;p10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rgbClr val="595959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267" name="Google Shape;1267;p10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268" name="Google Shape;1268;p10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1269" name="Google Shape;1269;p10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270" name="Google Shape;1270;p10"/>
                  <p:cNvGrpSpPr/>
                  <p:nvPr/>
                </p:nvGrpSpPr>
                <p:grpSpPr>
                  <a:xfrm>
                    <a:off x="5775048" y="3892549"/>
                    <a:ext cx="778309" cy="59708"/>
                    <a:chOff x="5775048" y="3892549"/>
                    <a:chExt cx="778309" cy="59708"/>
                  </a:xfrm>
                </p:grpSpPr>
                <p:sp>
                  <p:nvSpPr>
                    <p:cNvPr id="1271" name="Google Shape;1271;p10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72" name="Google Shape;1272;p10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73" name="Google Shape;1273;p10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1274" name="Google Shape;1274;p10"/>
              <p:cNvSpPr/>
              <p:nvPr/>
            </p:nvSpPr>
            <p:spPr>
              <a:xfrm rot="-8074776">
                <a:off x="6394111" y="2512319"/>
                <a:ext cx="126153" cy="74416"/>
              </a:xfrm>
              <a:prstGeom prst="ellipse">
                <a:avLst/>
              </a:prstGeom>
              <a:solidFill>
                <a:srgbClr val="FFFF00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5" name="Google Shape;1275;p10"/>
              <p:cNvSpPr/>
              <p:nvPr/>
            </p:nvSpPr>
            <p:spPr>
              <a:xfrm rot="-335536">
                <a:off x="6269129" y="2836116"/>
                <a:ext cx="126153" cy="74416"/>
              </a:xfrm>
              <a:prstGeom prst="ellipse">
                <a:avLst/>
              </a:prstGeom>
              <a:solidFill>
                <a:srgbClr val="FFFF00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6" name="Google Shape;1276;p10"/>
            <p:cNvGrpSpPr/>
            <p:nvPr/>
          </p:nvGrpSpPr>
          <p:grpSpPr>
            <a:xfrm rot="10800000">
              <a:off x="6431625" y="1956448"/>
              <a:ext cx="2291013" cy="1580179"/>
              <a:chOff x="4395478" y="1578952"/>
              <a:chExt cx="2291013" cy="1580179"/>
            </a:xfrm>
          </p:grpSpPr>
          <p:grpSp>
            <p:nvGrpSpPr>
              <p:cNvPr id="1277" name="Google Shape;1277;p10"/>
              <p:cNvGrpSpPr/>
              <p:nvPr/>
            </p:nvGrpSpPr>
            <p:grpSpPr>
              <a:xfrm rot="6713015">
                <a:off x="5116973" y="1304894"/>
                <a:ext cx="848023" cy="2128294"/>
                <a:chOff x="5739808" y="2428623"/>
                <a:chExt cx="848023" cy="2128294"/>
              </a:xfrm>
            </p:grpSpPr>
            <p:grpSp>
              <p:nvGrpSpPr>
                <p:cNvPr id="1278" name="Google Shape;1278;p10"/>
                <p:cNvGrpSpPr/>
                <p:nvPr/>
              </p:nvGrpSpPr>
              <p:grpSpPr>
                <a:xfrm>
                  <a:off x="5739808" y="3709395"/>
                  <a:ext cx="848023" cy="847523"/>
                  <a:chOff x="5739808" y="3709395"/>
                  <a:chExt cx="848023" cy="847523"/>
                </a:xfrm>
              </p:grpSpPr>
              <p:grpSp>
                <p:nvGrpSpPr>
                  <p:cNvPr id="1279" name="Google Shape;1279;p10"/>
                  <p:cNvGrpSpPr/>
                  <p:nvPr/>
                </p:nvGrpSpPr>
                <p:grpSpPr>
                  <a:xfrm>
                    <a:off x="5739808" y="3709395"/>
                    <a:ext cx="352110" cy="847261"/>
                    <a:chOff x="5739808" y="3709395"/>
                    <a:chExt cx="352110" cy="847261"/>
                  </a:xfrm>
                </p:grpSpPr>
                <p:grpSp>
                  <p:nvGrpSpPr>
                    <p:cNvPr id="1280" name="Google Shape;1280;p10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1281" name="Google Shape;1281;p10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282" name="Google Shape;1282;p10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1283" name="Google Shape;1283;p10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84" name="Google Shape;1284;p10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285" name="Google Shape;1285;p10"/>
                  <p:cNvGrpSpPr/>
                  <p:nvPr/>
                </p:nvGrpSpPr>
                <p:grpSpPr>
                  <a:xfrm flipH="1">
                    <a:off x="6235721" y="3709657"/>
                    <a:ext cx="352110" cy="847261"/>
                    <a:chOff x="5739808" y="3709395"/>
                    <a:chExt cx="352110" cy="847261"/>
                  </a:xfrm>
                </p:grpSpPr>
                <p:grpSp>
                  <p:nvGrpSpPr>
                    <p:cNvPr id="1286" name="Google Shape;1286;p10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1287" name="Google Shape;1287;p10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288" name="Google Shape;1288;p10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1289" name="Google Shape;1289;p10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290" name="Google Shape;1290;p10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291" name="Google Shape;1291;p10"/>
                <p:cNvGrpSpPr/>
                <p:nvPr/>
              </p:nvGrpSpPr>
              <p:grpSpPr>
                <a:xfrm>
                  <a:off x="5775048" y="2428623"/>
                  <a:ext cx="779055" cy="1666542"/>
                  <a:chOff x="5775048" y="2428623"/>
                  <a:chExt cx="779055" cy="1666542"/>
                </a:xfrm>
              </p:grpSpPr>
              <p:grpSp>
                <p:nvGrpSpPr>
                  <p:cNvPr id="1292" name="Google Shape;1292;p10"/>
                  <p:cNvGrpSpPr/>
                  <p:nvPr/>
                </p:nvGrpSpPr>
                <p:grpSpPr>
                  <a:xfrm>
                    <a:off x="5775707" y="2428623"/>
                    <a:ext cx="778396" cy="1666542"/>
                    <a:chOff x="5775707" y="2428623"/>
                    <a:chExt cx="778396" cy="1666542"/>
                  </a:xfrm>
                </p:grpSpPr>
                <p:grpSp>
                  <p:nvGrpSpPr>
                    <p:cNvPr id="1293" name="Google Shape;1293;p10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1294" name="Google Shape;1294;p10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1295" name="Google Shape;1295;p10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1296" name="Google Shape;1296;p10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1297" name="Google Shape;1297;p10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298" name="Google Shape;1298;p10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1299" name="Google Shape;1299;p10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1300" name="Google Shape;1300;p10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1301" name="Google Shape;1301;p10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1302" name="Google Shape;1302;p10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303" name="Google Shape;1303;p10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304" name="Google Shape;1304;p10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1305" name="Google Shape;1305;p10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1306" name="Google Shape;1306;p10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307" name="Google Shape;1307;p10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1308" name="Google Shape;1308;p10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b="0" i="0" sz="1800" u="none" cap="none" strike="noStrike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1309" name="Google Shape;1309;p10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1310" name="Google Shape;1310;p10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311" name="Google Shape;1311;p10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312" name="Google Shape;1312;p10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1313" name="Google Shape;1313;p10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314" name="Google Shape;1314;p10"/>
                  <p:cNvGrpSpPr/>
                  <p:nvPr/>
                </p:nvGrpSpPr>
                <p:grpSpPr>
                  <a:xfrm>
                    <a:off x="5775048" y="3892549"/>
                    <a:ext cx="778309" cy="59708"/>
                    <a:chOff x="5775048" y="3892549"/>
                    <a:chExt cx="778309" cy="59708"/>
                  </a:xfrm>
                </p:grpSpPr>
                <p:sp>
                  <p:nvSpPr>
                    <p:cNvPr id="1315" name="Google Shape;1315;p10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16" name="Google Shape;1316;p10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17" name="Google Shape;1317;p10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1318" name="Google Shape;1318;p10"/>
              <p:cNvSpPr/>
              <p:nvPr/>
            </p:nvSpPr>
            <p:spPr>
              <a:xfrm rot="-4039930">
                <a:off x="6435956" y="2729930"/>
                <a:ext cx="126153" cy="744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9" name="Google Shape;1319;p10"/>
              <p:cNvSpPr/>
              <p:nvPr/>
            </p:nvSpPr>
            <p:spPr>
              <a:xfrm rot="4347199">
                <a:off x="6064532" y="2702208"/>
                <a:ext cx="126153" cy="744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20" name="Google Shape;1320;p10"/>
          <p:cNvGrpSpPr/>
          <p:nvPr/>
        </p:nvGrpSpPr>
        <p:grpSpPr>
          <a:xfrm rot="-1136906">
            <a:off x="7651316" y="2137110"/>
            <a:ext cx="2320919" cy="2112818"/>
            <a:chOff x="5701956" y="1773008"/>
            <a:chExt cx="2320919" cy="2112818"/>
          </a:xfrm>
        </p:grpSpPr>
        <p:grpSp>
          <p:nvGrpSpPr>
            <p:cNvPr id="1321" name="Google Shape;1321;p10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1322" name="Google Shape;1322;p10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1323" name="Google Shape;1323;p10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4" name="Google Shape;1324;p10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25" name="Google Shape;1325;p10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solidFill>
                <a:srgbClr val="A5A5A5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6" name="Google Shape;1326;p10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rgbClr val="A5A5A5"/>
            </a:solidFill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7" name="Google Shape;1327;p10"/>
          <p:cNvSpPr txBox="1"/>
          <p:nvPr>
            <p:ph type="ctrTitle"/>
          </p:nvPr>
        </p:nvSpPr>
        <p:spPr>
          <a:xfrm>
            <a:off x="605208" y="49566"/>
            <a:ext cx="11068575" cy="121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MANUAL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Rotación cuarto Eslabón</a:t>
            </a:r>
            <a:endParaRPr/>
          </a:p>
        </p:txBody>
      </p:sp>
      <p:sp>
        <p:nvSpPr>
          <p:cNvPr id="1328" name="Google Shape;1328;p10"/>
          <p:cNvSpPr txBox="1"/>
          <p:nvPr>
            <p:ph idx="1" type="subTitle"/>
          </p:nvPr>
        </p:nvSpPr>
        <p:spPr>
          <a:xfrm>
            <a:off x="201678" y="1366390"/>
            <a:ext cx="5545721" cy="5493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¿Botón M7 presionado?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rotar brazo en sentido horario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3.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¿sensor S4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inhabilitar botón M7 y habilitar botón M8.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1.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¿Botón M8 presionado?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rotar brazo en sentido antihorario.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X (</a:t>
            </a:r>
            <a:r>
              <a:rPr lang="es-ES">
                <a:highlight>
                  <a:srgbClr val="FFFF00"/>
                </a:highlight>
              </a:rPr>
              <a:t>analizamos sig. pulsador</a:t>
            </a:r>
            <a:r>
              <a:rPr lang="es-ES"/>
              <a:t>).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¿sensor S4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inhabilitar botón M8 y habilitar botón M1.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329" name="Google Shape;1329;p10"/>
          <p:cNvSpPr/>
          <p:nvPr/>
        </p:nvSpPr>
        <p:spPr>
          <a:xfrm>
            <a:off x="7415680" y="1592404"/>
            <a:ext cx="252000" cy="252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10"/>
          <p:cNvSpPr txBox="1"/>
          <p:nvPr/>
        </p:nvSpPr>
        <p:spPr>
          <a:xfrm>
            <a:off x="7509726" y="1486634"/>
            <a:ext cx="2039081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S4</a:t>
            </a:r>
            <a:endParaRPr/>
          </a:p>
        </p:txBody>
      </p:sp>
      <p:grpSp>
        <p:nvGrpSpPr>
          <p:cNvPr id="1331" name="Google Shape;1331;p10"/>
          <p:cNvGrpSpPr/>
          <p:nvPr/>
        </p:nvGrpSpPr>
        <p:grpSpPr>
          <a:xfrm>
            <a:off x="9055784" y="3120411"/>
            <a:ext cx="1192486" cy="1369240"/>
            <a:chOff x="7991273" y="3108960"/>
            <a:chExt cx="1192486" cy="1369240"/>
          </a:xfrm>
        </p:grpSpPr>
        <p:grpSp>
          <p:nvGrpSpPr>
            <p:cNvPr id="1332" name="Google Shape;1332;p10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1333" name="Google Shape;1333;p10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34" name="Google Shape;1334;p10"/>
              <p:cNvGrpSpPr/>
              <p:nvPr/>
            </p:nvGrpSpPr>
            <p:grpSpPr>
              <a:xfrm>
                <a:off x="7991273" y="2956064"/>
                <a:ext cx="1378938" cy="1522136"/>
                <a:chOff x="7991273" y="2943364"/>
                <a:chExt cx="1378938" cy="1522136"/>
              </a:xfrm>
            </p:grpSpPr>
            <p:sp>
              <p:nvSpPr>
                <p:cNvPr id="1335" name="Google Shape;1335;p10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6" name="Google Shape;1336;p10"/>
                <p:cNvSpPr/>
                <p:nvPr/>
              </p:nvSpPr>
              <p:spPr>
                <a:xfrm>
                  <a:off x="8263838" y="2943364"/>
                  <a:ext cx="832576" cy="82853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337" name="Google Shape;1337;p10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1338" name="Google Shape;1338;p10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1339" name="Google Shape;1339;p10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0" name="Google Shape;1340;p10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41" name="Google Shape;1341;p10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1342" name="Google Shape;1342;p10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3" name="Google Shape;1343;p10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4" name="Google Shape;1344;p10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45" name="Google Shape;1345;p10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1346" name="Google Shape;1346;p10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7" name="Google Shape;1347;p10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8" name="Google Shape;1348;p10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49" name="Google Shape;1349;p10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1350" name="Google Shape;1350;p10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1" name="Google Shape;1351;p10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2" name="Google Shape;1352;p10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53" name="Google Shape;1353;p10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1354" name="Google Shape;1354;p10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5" name="Google Shape;1355;p10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6" name="Google Shape;1356;p10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357" name="Google Shape;1357;p10"/>
          <p:cNvGrpSpPr/>
          <p:nvPr/>
        </p:nvGrpSpPr>
        <p:grpSpPr>
          <a:xfrm>
            <a:off x="8430133" y="4527000"/>
            <a:ext cx="3600000" cy="2124000"/>
            <a:chOff x="7379270" y="4515549"/>
            <a:chExt cx="3600000" cy="2124000"/>
          </a:xfrm>
        </p:grpSpPr>
        <p:sp>
          <p:nvSpPr>
            <p:cNvPr id="1358" name="Google Shape;1358;p10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10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60" name="Google Shape;1360;p10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1361" name="Google Shape;1361;p10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1362" name="Google Shape;1362;p10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1363" name="Google Shape;1363;p10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64" name="Google Shape;1364;p10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65" name="Google Shape;1365;p10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1366" name="Google Shape;1366;p10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1367" name="Google Shape;1367;p10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68" name="Google Shape;1368;p10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369" name="Google Shape;1369;p10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1370" name="Google Shape;1370;p10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71" name="Google Shape;1371;p10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1372" name="Google Shape;1372;p10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1373" name="Google Shape;1373;p10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4" name="Google Shape;1374;p10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375" name="Google Shape;1375;p10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1376" name="Google Shape;1376;p10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10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8" name="Google Shape;1378;p10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79" name="Google Shape;1379;p10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80" name="Google Shape;1380;p10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1381" name="Google Shape;1381;p10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1382" name="Google Shape;1382;p10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3" name="Google Shape;1383;p10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84" name="Google Shape;1384;p10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5" name="Google Shape;1385;p10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1386" name="Google Shape;1386;p10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10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10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389" name="Google Shape;138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48637" y="364184"/>
            <a:ext cx="674156" cy="4491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0" name="Google Shape;1390;p10"/>
          <p:cNvGrpSpPr/>
          <p:nvPr/>
        </p:nvGrpSpPr>
        <p:grpSpPr>
          <a:xfrm rot="10800000">
            <a:off x="6034194" y="940428"/>
            <a:ext cx="3033814" cy="2852888"/>
            <a:chOff x="5002696" y="1329092"/>
            <a:chExt cx="3033814" cy="2852888"/>
          </a:xfrm>
        </p:grpSpPr>
        <p:grpSp>
          <p:nvGrpSpPr>
            <p:cNvPr id="1391" name="Google Shape;1391;p10"/>
            <p:cNvGrpSpPr/>
            <p:nvPr/>
          </p:nvGrpSpPr>
          <p:grpSpPr>
            <a:xfrm rot="1767083">
              <a:off x="5471127" y="1982722"/>
              <a:ext cx="848023" cy="2128294"/>
              <a:chOff x="5739808" y="2428623"/>
              <a:chExt cx="848023" cy="2128294"/>
            </a:xfrm>
          </p:grpSpPr>
          <p:grpSp>
            <p:nvGrpSpPr>
              <p:cNvPr id="1392" name="Google Shape;1392;p10"/>
              <p:cNvGrpSpPr/>
              <p:nvPr/>
            </p:nvGrpSpPr>
            <p:grpSpPr>
              <a:xfrm>
                <a:off x="5739808" y="3709395"/>
                <a:ext cx="848023" cy="847523"/>
                <a:chOff x="5739808" y="3709395"/>
                <a:chExt cx="848023" cy="847523"/>
              </a:xfrm>
            </p:grpSpPr>
            <p:grpSp>
              <p:nvGrpSpPr>
                <p:cNvPr id="1393" name="Google Shape;1393;p10"/>
                <p:cNvGrpSpPr/>
                <p:nvPr/>
              </p:nvGrpSpPr>
              <p:grpSpPr>
                <a:xfrm>
                  <a:off x="5739808" y="3709395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1394" name="Google Shape;1394;p10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1395" name="Google Shape;1395;p10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96" name="Google Shape;1396;p10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397" name="Google Shape;1397;p10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98" name="Google Shape;1398;p10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99" name="Google Shape;1399;p10"/>
                <p:cNvGrpSpPr/>
                <p:nvPr/>
              </p:nvGrpSpPr>
              <p:grpSpPr>
                <a:xfrm flipH="1">
                  <a:off x="6235721" y="3709657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1400" name="Google Shape;1400;p10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1401" name="Google Shape;1401;p10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02" name="Google Shape;1402;p10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403" name="Google Shape;1403;p10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04" name="Google Shape;1404;p10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405" name="Google Shape;1405;p10"/>
              <p:cNvGrpSpPr/>
              <p:nvPr/>
            </p:nvGrpSpPr>
            <p:grpSpPr>
              <a:xfrm>
                <a:off x="5775048" y="2428623"/>
                <a:ext cx="779055" cy="1666542"/>
                <a:chOff x="5775048" y="2428623"/>
                <a:chExt cx="779055" cy="1666542"/>
              </a:xfrm>
            </p:grpSpPr>
            <p:grpSp>
              <p:nvGrpSpPr>
                <p:cNvPr id="1406" name="Google Shape;1406;p10"/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</p:grpSpPr>
              <p:grpSp>
                <p:nvGrpSpPr>
                  <p:cNvPr id="1407" name="Google Shape;1407;p10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1408" name="Google Shape;1408;p10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1409" name="Google Shape;1409;p10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1410" name="Google Shape;1410;p10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1411" name="Google Shape;1411;p10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412" name="Google Shape;1412;p10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1413" name="Google Shape;1413;p10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1414" name="Google Shape;1414;p10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1415" name="Google Shape;1415;p10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1416" name="Google Shape;1416;p10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417" name="Google Shape;1417;p10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418" name="Google Shape;1418;p10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419" name="Google Shape;1419;p10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1420" name="Google Shape;1420;p10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421" name="Google Shape;1421;p10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422" name="Google Shape;1422;p10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1423" name="Google Shape;1423;p10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1424" name="Google Shape;1424;p10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425" name="Google Shape;1425;p10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426" name="Google Shape;1426;p10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1427" name="Google Shape;1427;p10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28" name="Google Shape;1428;p10"/>
                <p:cNvGrpSpPr/>
                <p:nvPr/>
              </p:nvGrpSpPr>
              <p:grpSpPr>
                <a:xfrm>
                  <a:off x="5775048" y="3892549"/>
                  <a:ext cx="778309" cy="59708"/>
                  <a:chOff x="5775048" y="3892549"/>
                  <a:chExt cx="778309" cy="59708"/>
                </a:xfrm>
              </p:grpSpPr>
              <p:sp>
                <p:nvSpPr>
                  <p:cNvPr id="1429" name="Google Shape;1429;p10"/>
                  <p:cNvSpPr/>
                  <p:nvPr/>
                </p:nvSpPr>
                <p:spPr>
                  <a:xfrm rot="-5400000">
                    <a:off x="6134348" y="3533249"/>
                    <a:ext cx="59708" cy="7783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30" name="Google Shape;1430;p10"/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31" name="Google Shape;1431;p10"/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432" name="Google Shape;1432;p10"/>
            <p:cNvGrpSpPr/>
            <p:nvPr/>
          </p:nvGrpSpPr>
          <p:grpSpPr>
            <a:xfrm>
              <a:off x="5662747" y="1329092"/>
              <a:ext cx="2373762" cy="2377757"/>
              <a:chOff x="5662747" y="1329092"/>
              <a:chExt cx="2373762" cy="2377757"/>
            </a:xfrm>
          </p:grpSpPr>
          <p:grpSp>
            <p:nvGrpSpPr>
              <p:cNvPr id="1433" name="Google Shape;1433;p10"/>
              <p:cNvGrpSpPr/>
              <p:nvPr/>
            </p:nvGrpSpPr>
            <p:grpSpPr>
              <a:xfrm rot="2420597">
                <a:off x="6015587" y="1666532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1434" name="Google Shape;1434;p10"/>
                <p:cNvGrpSpPr/>
                <p:nvPr/>
              </p:nvGrpSpPr>
              <p:grpSpPr>
                <a:xfrm>
                  <a:off x="5811486" y="1624311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1435" name="Google Shape;1435;p10"/>
                  <p:cNvGrpSpPr/>
                  <p:nvPr/>
                </p:nvGrpSpPr>
                <p:grpSpPr>
                  <a:xfrm rot="-3495342">
                    <a:off x="6006485" y="1890354"/>
                    <a:ext cx="1278085" cy="1170790"/>
                    <a:chOff x="5701956" y="1773008"/>
                    <a:chExt cx="2320919" cy="2112818"/>
                  </a:xfrm>
                </p:grpSpPr>
                <p:grpSp>
                  <p:nvGrpSpPr>
                    <p:cNvPr id="1436" name="Google Shape;1436;p10"/>
                    <p:cNvGrpSpPr/>
                    <p:nvPr/>
                  </p:nvGrpSpPr>
                  <p:grpSpPr>
                    <a:xfrm>
                      <a:off x="5701956" y="1773008"/>
                      <a:ext cx="2320919" cy="2112818"/>
                      <a:chOff x="5797343" y="2178392"/>
                      <a:chExt cx="2320919" cy="2112818"/>
                    </a:xfrm>
                  </p:grpSpPr>
                  <p:grpSp>
                    <p:nvGrpSpPr>
                      <p:cNvPr id="1437" name="Google Shape;1437;p10"/>
                      <p:cNvGrpSpPr/>
                      <p:nvPr/>
                    </p:nvGrpSpPr>
                    <p:grpSpPr>
                      <a:xfrm>
                        <a:off x="5797343" y="2178392"/>
                        <a:ext cx="2320919" cy="2112818"/>
                        <a:chOff x="5587545" y="1682358"/>
                        <a:chExt cx="2320919" cy="2112818"/>
                      </a:xfrm>
                    </p:grpSpPr>
                    <p:sp>
                      <p:nvSpPr>
                        <p:cNvPr id="1438" name="Google Shape;1438;p10"/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439" name="Google Shape;1439;p10"/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1440" name="Google Shape;1440;p10"/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1441" name="Google Shape;1441;p10"/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442" name="Google Shape;1442;p10"/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443" name="Google Shape;1443;p10"/>
                <p:cNvSpPr/>
                <p:nvPr/>
              </p:nvSpPr>
              <p:spPr>
                <a:xfrm>
                  <a:off x="6027038" y="2602851"/>
                  <a:ext cx="144000" cy="1440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444" name="Google Shape;1444;p10"/>
              <p:cNvSpPr/>
              <p:nvPr/>
            </p:nvSpPr>
            <p:spPr>
              <a:xfrm>
                <a:off x="7413976" y="2713934"/>
                <a:ext cx="108000" cy="108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45" name="Google Shape;1445;p10"/>
          <p:cNvGrpSpPr/>
          <p:nvPr/>
        </p:nvGrpSpPr>
        <p:grpSpPr>
          <a:xfrm rot="-2166864">
            <a:off x="6190613" y="1795934"/>
            <a:ext cx="2373762" cy="2377757"/>
            <a:chOff x="5662747" y="1329092"/>
            <a:chExt cx="2373762" cy="2377757"/>
          </a:xfrm>
        </p:grpSpPr>
        <p:grpSp>
          <p:nvGrpSpPr>
            <p:cNvPr id="1446" name="Google Shape;1446;p10"/>
            <p:cNvGrpSpPr/>
            <p:nvPr/>
          </p:nvGrpSpPr>
          <p:grpSpPr>
            <a:xfrm rot="2420597">
              <a:off x="6015587" y="1666532"/>
              <a:ext cx="1668083" cy="1702876"/>
              <a:chOff x="5811486" y="1624311"/>
              <a:chExt cx="1668083" cy="1702876"/>
            </a:xfrm>
          </p:grpSpPr>
          <p:grpSp>
            <p:nvGrpSpPr>
              <p:cNvPr id="1447" name="Google Shape;1447;p10"/>
              <p:cNvGrpSpPr/>
              <p:nvPr/>
            </p:nvGrpSpPr>
            <p:grpSpPr>
              <a:xfrm>
                <a:off x="5811486" y="1624311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1448" name="Google Shape;1448;p10"/>
                <p:cNvGrpSpPr/>
                <p:nvPr/>
              </p:nvGrpSpPr>
              <p:grpSpPr>
                <a:xfrm rot="-3495342">
                  <a:off x="6006485" y="1890354"/>
                  <a:ext cx="1278085" cy="1170790"/>
                  <a:chOff x="5701956" y="1773008"/>
                  <a:chExt cx="2320919" cy="2112818"/>
                </a:xfrm>
              </p:grpSpPr>
              <p:grpSp>
                <p:nvGrpSpPr>
                  <p:cNvPr id="1449" name="Google Shape;1449;p10"/>
                  <p:cNvGrpSpPr/>
                  <p:nvPr/>
                </p:nvGrpSpPr>
                <p:grpSpPr>
                  <a:xfrm>
                    <a:off x="5701956" y="1773008"/>
                    <a:ext cx="2320919" cy="2112818"/>
                    <a:chOff x="5797343" y="2178392"/>
                    <a:chExt cx="2320919" cy="2112818"/>
                  </a:xfrm>
                </p:grpSpPr>
                <p:grpSp>
                  <p:nvGrpSpPr>
                    <p:cNvPr id="1450" name="Google Shape;1450;p10"/>
                    <p:cNvGrpSpPr/>
                    <p:nvPr/>
                  </p:nvGrpSpPr>
                  <p:grpSpPr>
                    <a:xfrm>
                      <a:off x="5797343" y="2178392"/>
                      <a:ext cx="2320919" cy="2112818"/>
                      <a:chOff x="5587545" y="1682358"/>
                      <a:chExt cx="2320919" cy="2112818"/>
                    </a:xfrm>
                  </p:grpSpPr>
                  <p:sp>
                    <p:nvSpPr>
                      <p:cNvPr id="1451" name="Google Shape;1451;p10"/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452" name="Google Shape;1452;p10"/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1453" name="Google Shape;1453;p10"/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454" name="Google Shape;1454;p10"/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455" name="Google Shape;1455;p10"/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456" name="Google Shape;1456;p10"/>
              <p:cNvSpPr/>
              <p:nvPr/>
            </p:nvSpPr>
            <p:spPr>
              <a:xfrm>
                <a:off x="6027038" y="2602851"/>
                <a:ext cx="144000" cy="144000"/>
              </a:xfrm>
              <a:prstGeom prst="ellipse">
                <a:avLst/>
              </a:prstGeom>
              <a:solidFill>
                <a:srgbClr val="3F3F3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57" name="Google Shape;1457;p10"/>
            <p:cNvSpPr/>
            <p:nvPr/>
          </p:nvSpPr>
          <p:spPr>
            <a:xfrm>
              <a:off x="6371404" y="2294835"/>
              <a:ext cx="108000" cy="10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3000" fill="hold"/>
                                        <p:tgtEl>
                                          <p:spTgt spid="12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3000" fill="hold"/>
                                        <p:tgtEl>
                                          <p:spTgt spid="12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11"/>
          <p:cNvSpPr txBox="1"/>
          <p:nvPr>
            <p:ph type="ctrTitle"/>
          </p:nvPr>
        </p:nvSpPr>
        <p:spPr>
          <a:xfrm>
            <a:off x="101610" y="82380"/>
            <a:ext cx="4011517" cy="7778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Flujograma </a:t>
            </a:r>
            <a:endParaRPr/>
          </a:p>
        </p:txBody>
      </p:sp>
      <p:pic>
        <p:nvPicPr>
          <p:cNvPr id="1463" name="Google Shape;14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0848" y="860226"/>
            <a:ext cx="7727496" cy="5835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2"/>
          <p:cNvSpPr/>
          <p:nvPr/>
        </p:nvSpPr>
        <p:spPr>
          <a:xfrm rot="109090">
            <a:off x="6608540" y="2905146"/>
            <a:ext cx="468000" cy="468000"/>
          </a:xfrm>
          <a:prstGeom prst="ellipse">
            <a:avLst/>
          </a:prstGeom>
          <a:solidFill>
            <a:srgbClr val="3F3F3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9" name="Google Shape;1469;p12"/>
          <p:cNvGrpSpPr/>
          <p:nvPr/>
        </p:nvGrpSpPr>
        <p:grpSpPr>
          <a:xfrm rot="4196075">
            <a:off x="5718734" y="1522885"/>
            <a:ext cx="2291013" cy="1580179"/>
            <a:chOff x="4395478" y="1578952"/>
            <a:chExt cx="2291013" cy="1580179"/>
          </a:xfrm>
        </p:grpSpPr>
        <p:grpSp>
          <p:nvGrpSpPr>
            <p:cNvPr id="1470" name="Google Shape;1470;p12"/>
            <p:cNvGrpSpPr/>
            <p:nvPr/>
          </p:nvGrpSpPr>
          <p:grpSpPr>
            <a:xfrm rot="6713015">
              <a:off x="5116973" y="1304894"/>
              <a:ext cx="848023" cy="2128294"/>
              <a:chOff x="5739808" y="2428623"/>
              <a:chExt cx="848023" cy="2128294"/>
            </a:xfrm>
          </p:grpSpPr>
          <p:grpSp>
            <p:nvGrpSpPr>
              <p:cNvPr id="1471" name="Google Shape;1471;p12"/>
              <p:cNvGrpSpPr/>
              <p:nvPr/>
            </p:nvGrpSpPr>
            <p:grpSpPr>
              <a:xfrm>
                <a:off x="5739808" y="3709395"/>
                <a:ext cx="848023" cy="847523"/>
                <a:chOff x="5739808" y="3709395"/>
                <a:chExt cx="848023" cy="847523"/>
              </a:xfrm>
            </p:grpSpPr>
            <p:grpSp>
              <p:nvGrpSpPr>
                <p:cNvPr id="1472" name="Google Shape;1472;p12"/>
                <p:cNvGrpSpPr/>
                <p:nvPr/>
              </p:nvGrpSpPr>
              <p:grpSpPr>
                <a:xfrm>
                  <a:off x="5739808" y="3709395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1473" name="Google Shape;1473;p12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1474" name="Google Shape;1474;p12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75" name="Google Shape;1475;p12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476" name="Google Shape;1476;p12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77" name="Google Shape;1477;p12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78" name="Google Shape;1478;p12"/>
                <p:cNvGrpSpPr/>
                <p:nvPr/>
              </p:nvGrpSpPr>
              <p:grpSpPr>
                <a:xfrm flipH="1">
                  <a:off x="6235721" y="3709657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1479" name="Google Shape;1479;p12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1480" name="Google Shape;1480;p12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481" name="Google Shape;1481;p12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482" name="Google Shape;1482;p12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83" name="Google Shape;1483;p12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484" name="Google Shape;1484;p12"/>
              <p:cNvGrpSpPr/>
              <p:nvPr/>
            </p:nvGrpSpPr>
            <p:grpSpPr>
              <a:xfrm>
                <a:off x="5775048" y="2428623"/>
                <a:ext cx="779055" cy="1666542"/>
                <a:chOff x="5775048" y="2428623"/>
                <a:chExt cx="779055" cy="1666542"/>
              </a:xfrm>
            </p:grpSpPr>
            <p:grpSp>
              <p:nvGrpSpPr>
                <p:cNvPr id="1485" name="Google Shape;1485;p12"/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</p:grpSpPr>
              <p:grpSp>
                <p:nvGrpSpPr>
                  <p:cNvPr id="1486" name="Google Shape;1486;p12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1487" name="Google Shape;1487;p12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1488" name="Google Shape;1488;p12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1489" name="Google Shape;1489;p12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1490" name="Google Shape;1490;p12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491" name="Google Shape;1491;p12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1492" name="Google Shape;1492;p12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1493" name="Google Shape;1493;p12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1494" name="Google Shape;1494;p12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1495" name="Google Shape;1495;p12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496" name="Google Shape;1496;p12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497" name="Google Shape;1497;p12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498" name="Google Shape;1498;p12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1499" name="Google Shape;1499;p12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500" name="Google Shape;1500;p12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501" name="Google Shape;1501;p12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1502" name="Google Shape;1502;p12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1503" name="Google Shape;1503;p12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504" name="Google Shape;1504;p12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505" name="Google Shape;1505;p12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1506" name="Google Shape;1506;p12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507" name="Google Shape;1507;p12"/>
                <p:cNvGrpSpPr/>
                <p:nvPr/>
              </p:nvGrpSpPr>
              <p:grpSpPr>
                <a:xfrm>
                  <a:off x="5775048" y="3892549"/>
                  <a:ext cx="778309" cy="59708"/>
                  <a:chOff x="5775048" y="3892549"/>
                  <a:chExt cx="778309" cy="59708"/>
                </a:xfrm>
              </p:grpSpPr>
              <p:sp>
                <p:nvSpPr>
                  <p:cNvPr id="1508" name="Google Shape;1508;p12"/>
                  <p:cNvSpPr/>
                  <p:nvPr/>
                </p:nvSpPr>
                <p:spPr>
                  <a:xfrm rot="-5400000">
                    <a:off x="6134348" y="3533249"/>
                    <a:ext cx="59708" cy="7783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09" name="Google Shape;1509;p12"/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10" name="Google Shape;1510;p12"/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1511" name="Google Shape;1511;p12"/>
            <p:cNvSpPr/>
            <p:nvPr/>
          </p:nvSpPr>
          <p:spPr>
            <a:xfrm rot="-4039930">
              <a:off x="6435956" y="2729930"/>
              <a:ext cx="126153" cy="74416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12"/>
            <p:cNvSpPr/>
            <p:nvPr/>
          </p:nvSpPr>
          <p:spPr>
            <a:xfrm rot="4347199">
              <a:off x="6064532" y="2702208"/>
              <a:ext cx="126153" cy="74416"/>
            </a:xfrm>
            <a:prstGeom prst="ellipse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3" name="Google Shape;1513;p12"/>
          <p:cNvGrpSpPr/>
          <p:nvPr/>
        </p:nvGrpSpPr>
        <p:grpSpPr>
          <a:xfrm rot="-1136906">
            <a:off x="7651316" y="2137110"/>
            <a:ext cx="2320919" cy="2112818"/>
            <a:chOff x="5701956" y="1773008"/>
            <a:chExt cx="2320919" cy="2112818"/>
          </a:xfrm>
        </p:grpSpPr>
        <p:grpSp>
          <p:nvGrpSpPr>
            <p:cNvPr id="1514" name="Google Shape;1514;p12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1515" name="Google Shape;1515;p12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1516" name="Google Shape;1516;p12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7" name="Google Shape;1517;p12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18" name="Google Shape;1518;p12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solidFill>
                <a:srgbClr val="A5A5A5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19" name="Google Shape;1519;p12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rgbClr val="A5A5A5"/>
            </a:solidFill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0" name="Google Shape;1520;p12"/>
          <p:cNvSpPr txBox="1"/>
          <p:nvPr>
            <p:ph type="ctrTitle"/>
          </p:nvPr>
        </p:nvSpPr>
        <p:spPr>
          <a:xfrm>
            <a:off x="605208" y="49566"/>
            <a:ext cx="11068575" cy="121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MANUAL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Rotación quinto Eslabón</a:t>
            </a:r>
            <a:endParaRPr/>
          </a:p>
        </p:txBody>
      </p:sp>
      <p:sp>
        <p:nvSpPr>
          <p:cNvPr id="1521" name="Google Shape;1521;p12"/>
          <p:cNvSpPr txBox="1"/>
          <p:nvPr>
            <p:ph idx="1" type="subTitle"/>
          </p:nvPr>
        </p:nvSpPr>
        <p:spPr>
          <a:xfrm>
            <a:off x="201679" y="1366390"/>
            <a:ext cx="5543904" cy="5493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¿Botón M9 presionado?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rotar brazo en sentido horario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3.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¿sensor S5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inhabilitar botón M9 y habilitar botón M10.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1.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¿Botón M10 presionado?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rotar brazo en sentido antihorario.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X </a:t>
            </a:r>
            <a:r>
              <a:rPr lang="es-ES">
                <a:highlight>
                  <a:srgbClr val="FFFF00"/>
                </a:highlight>
              </a:rPr>
              <a:t>(analizar sig. pulsador)</a:t>
            </a:r>
            <a:r>
              <a:rPr lang="es-ES"/>
              <a:t>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¿sensor S5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inhabilitar botón M10 y habilitar botón M9.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522" name="Google Shape;1522;p12"/>
          <p:cNvSpPr/>
          <p:nvPr/>
        </p:nvSpPr>
        <p:spPr>
          <a:xfrm>
            <a:off x="7415680" y="1592404"/>
            <a:ext cx="252000" cy="252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12"/>
          <p:cNvSpPr txBox="1"/>
          <p:nvPr/>
        </p:nvSpPr>
        <p:spPr>
          <a:xfrm>
            <a:off x="7509726" y="1486634"/>
            <a:ext cx="2039081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S5</a:t>
            </a:r>
            <a:endParaRPr/>
          </a:p>
        </p:txBody>
      </p:sp>
      <p:grpSp>
        <p:nvGrpSpPr>
          <p:cNvPr id="1524" name="Google Shape;1524;p12"/>
          <p:cNvGrpSpPr/>
          <p:nvPr/>
        </p:nvGrpSpPr>
        <p:grpSpPr>
          <a:xfrm>
            <a:off x="9055784" y="3120411"/>
            <a:ext cx="1192486" cy="1369240"/>
            <a:chOff x="7991273" y="3108960"/>
            <a:chExt cx="1192486" cy="1369240"/>
          </a:xfrm>
        </p:grpSpPr>
        <p:grpSp>
          <p:nvGrpSpPr>
            <p:cNvPr id="1525" name="Google Shape;1525;p12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1526" name="Google Shape;1526;p12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27" name="Google Shape;1527;p12"/>
              <p:cNvGrpSpPr/>
              <p:nvPr/>
            </p:nvGrpSpPr>
            <p:grpSpPr>
              <a:xfrm>
                <a:off x="7991273" y="2956064"/>
                <a:ext cx="1378938" cy="1522136"/>
                <a:chOff x="7991273" y="2943364"/>
                <a:chExt cx="1378938" cy="1522136"/>
              </a:xfrm>
            </p:grpSpPr>
            <p:sp>
              <p:nvSpPr>
                <p:cNvPr id="1528" name="Google Shape;1528;p12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9" name="Google Shape;1529;p12"/>
                <p:cNvSpPr/>
                <p:nvPr/>
              </p:nvSpPr>
              <p:spPr>
                <a:xfrm>
                  <a:off x="8263838" y="2943364"/>
                  <a:ext cx="832576" cy="82853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30" name="Google Shape;1530;p12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1531" name="Google Shape;1531;p12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1532" name="Google Shape;1532;p12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3" name="Google Shape;1533;p12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34" name="Google Shape;1534;p12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1535" name="Google Shape;1535;p12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6" name="Google Shape;1536;p12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7" name="Google Shape;1537;p12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38" name="Google Shape;1538;p12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1539" name="Google Shape;1539;p12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0" name="Google Shape;1540;p12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1" name="Google Shape;1541;p12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42" name="Google Shape;1542;p12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1543" name="Google Shape;1543;p12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4" name="Google Shape;1544;p12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5" name="Google Shape;1545;p12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46" name="Google Shape;1546;p12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1547" name="Google Shape;1547;p12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8" name="Google Shape;1548;p12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9" name="Google Shape;1549;p12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550" name="Google Shape;1550;p12"/>
          <p:cNvGrpSpPr/>
          <p:nvPr/>
        </p:nvGrpSpPr>
        <p:grpSpPr>
          <a:xfrm>
            <a:off x="8430133" y="4527000"/>
            <a:ext cx="3600000" cy="2124000"/>
            <a:chOff x="7379270" y="4515549"/>
            <a:chExt cx="3600000" cy="2124000"/>
          </a:xfrm>
        </p:grpSpPr>
        <p:sp>
          <p:nvSpPr>
            <p:cNvPr id="1551" name="Google Shape;1551;p12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1552;p12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53" name="Google Shape;1553;p12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1554" name="Google Shape;1554;p12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1555" name="Google Shape;1555;p12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1556" name="Google Shape;1556;p12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57" name="Google Shape;1557;p12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558" name="Google Shape;1558;p12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1559" name="Google Shape;1559;p12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1560" name="Google Shape;1560;p12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61" name="Google Shape;1561;p12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562" name="Google Shape;1562;p12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1563" name="Google Shape;1563;p12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564" name="Google Shape;1564;p12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1565" name="Google Shape;1565;p12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1566" name="Google Shape;1566;p12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7" name="Google Shape;1567;p12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68" name="Google Shape;1568;p12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1569" name="Google Shape;1569;p12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0" name="Google Shape;1570;p12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1" name="Google Shape;1571;p12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72" name="Google Shape;1572;p12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73" name="Google Shape;1573;p12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1574" name="Google Shape;1574;p12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1575" name="Google Shape;1575;p12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6" name="Google Shape;1576;p12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77" name="Google Shape;1577;p12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78" name="Google Shape;1578;p12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1579" name="Google Shape;1579;p12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0" name="Google Shape;1580;p12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1" name="Google Shape;1581;p12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582" name="Google Shape;158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48637" y="364184"/>
            <a:ext cx="674156" cy="4491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3" name="Google Shape;1583;p12"/>
          <p:cNvGrpSpPr/>
          <p:nvPr/>
        </p:nvGrpSpPr>
        <p:grpSpPr>
          <a:xfrm rot="-2166864">
            <a:off x="6190612" y="1795935"/>
            <a:ext cx="2373762" cy="2377757"/>
            <a:chOff x="5662747" y="1329092"/>
            <a:chExt cx="2373762" cy="2377757"/>
          </a:xfrm>
        </p:grpSpPr>
        <p:grpSp>
          <p:nvGrpSpPr>
            <p:cNvPr id="1584" name="Google Shape;1584;p12"/>
            <p:cNvGrpSpPr/>
            <p:nvPr/>
          </p:nvGrpSpPr>
          <p:grpSpPr>
            <a:xfrm rot="2420597">
              <a:off x="6015587" y="1666532"/>
              <a:ext cx="1668083" cy="1702876"/>
              <a:chOff x="5811486" y="1624311"/>
              <a:chExt cx="1668083" cy="1702876"/>
            </a:xfrm>
          </p:grpSpPr>
          <p:grpSp>
            <p:nvGrpSpPr>
              <p:cNvPr id="1585" name="Google Shape;1585;p12"/>
              <p:cNvGrpSpPr/>
              <p:nvPr/>
            </p:nvGrpSpPr>
            <p:grpSpPr>
              <a:xfrm>
                <a:off x="5811486" y="1624311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1586" name="Google Shape;1586;p12"/>
                <p:cNvGrpSpPr/>
                <p:nvPr/>
              </p:nvGrpSpPr>
              <p:grpSpPr>
                <a:xfrm rot="-3495342">
                  <a:off x="6006485" y="1890354"/>
                  <a:ext cx="1278085" cy="1170790"/>
                  <a:chOff x="5701956" y="1773008"/>
                  <a:chExt cx="2320919" cy="2112818"/>
                </a:xfrm>
              </p:grpSpPr>
              <p:grpSp>
                <p:nvGrpSpPr>
                  <p:cNvPr id="1587" name="Google Shape;1587;p12"/>
                  <p:cNvGrpSpPr/>
                  <p:nvPr/>
                </p:nvGrpSpPr>
                <p:grpSpPr>
                  <a:xfrm>
                    <a:off x="5701956" y="1773008"/>
                    <a:ext cx="2320919" cy="2112818"/>
                    <a:chOff x="5797343" y="2178392"/>
                    <a:chExt cx="2320919" cy="2112818"/>
                  </a:xfrm>
                </p:grpSpPr>
                <p:grpSp>
                  <p:nvGrpSpPr>
                    <p:cNvPr id="1588" name="Google Shape;1588;p12"/>
                    <p:cNvGrpSpPr/>
                    <p:nvPr/>
                  </p:nvGrpSpPr>
                  <p:grpSpPr>
                    <a:xfrm>
                      <a:off x="5797343" y="2178392"/>
                      <a:ext cx="2320919" cy="2112818"/>
                      <a:chOff x="5587545" y="1682358"/>
                      <a:chExt cx="2320919" cy="2112818"/>
                    </a:xfrm>
                  </p:grpSpPr>
                  <p:sp>
                    <p:nvSpPr>
                      <p:cNvPr id="1589" name="Google Shape;1589;p12"/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590" name="Google Shape;1590;p12"/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1591" name="Google Shape;1591;p12"/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592" name="Google Shape;1592;p12"/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593" name="Google Shape;1593;p12"/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94" name="Google Shape;1594;p12"/>
              <p:cNvSpPr/>
              <p:nvPr/>
            </p:nvSpPr>
            <p:spPr>
              <a:xfrm>
                <a:off x="6027038" y="2602851"/>
                <a:ext cx="144000" cy="144000"/>
              </a:xfrm>
              <a:prstGeom prst="ellipse">
                <a:avLst/>
              </a:prstGeom>
              <a:solidFill>
                <a:srgbClr val="3F3F3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95" name="Google Shape;1595;p12"/>
            <p:cNvSpPr/>
            <p:nvPr/>
          </p:nvSpPr>
          <p:spPr>
            <a:xfrm>
              <a:off x="6371404" y="2294835"/>
              <a:ext cx="108000" cy="10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6" name="Google Shape;1596;p12"/>
          <p:cNvGrpSpPr/>
          <p:nvPr/>
        </p:nvGrpSpPr>
        <p:grpSpPr>
          <a:xfrm>
            <a:off x="6409291" y="3329572"/>
            <a:ext cx="676812" cy="1722742"/>
            <a:chOff x="6409291" y="3329572"/>
            <a:chExt cx="676812" cy="1722742"/>
          </a:xfrm>
        </p:grpSpPr>
        <p:grpSp>
          <p:nvGrpSpPr>
            <p:cNvPr id="1597" name="Google Shape;1597;p12"/>
            <p:cNvGrpSpPr/>
            <p:nvPr/>
          </p:nvGrpSpPr>
          <p:grpSpPr>
            <a:xfrm>
              <a:off x="6409291" y="3369748"/>
              <a:ext cx="676812" cy="1682566"/>
              <a:chOff x="6673495" y="4243853"/>
              <a:chExt cx="676812" cy="1682566"/>
            </a:xfrm>
          </p:grpSpPr>
          <p:grpSp>
            <p:nvGrpSpPr>
              <p:cNvPr id="1598" name="Google Shape;1598;p12"/>
              <p:cNvGrpSpPr/>
              <p:nvPr/>
            </p:nvGrpSpPr>
            <p:grpSpPr>
              <a:xfrm>
                <a:off x="6797698" y="4243853"/>
                <a:ext cx="552609" cy="1682566"/>
                <a:chOff x="6908522" y="4191788"/>
                <a:chExt cx="552609" cy="1682566"/>
              </a:xfrm>
            </p:grpSpPr>
            <p:grpSp>
              <p:nvGrpSpPr>
                <p:cNvPr id="1599" name="Google Shape;1599;p12"/>
                <p:cNvGrpSpPr/>
                <p:nvPr/>
              </p:nvGrpSpPr>
              <p:grpSpPr>
                <a:xfrm>
                  <a:off x="6908522" y="4191788"/>
                  <a:ext cx="552609" cy="1682566"/>
                  <a:chOff x="6908522" y="4191788"/>
                  <a:chExt cx="552609" cy="1682566"/>
                </a:xfrm>
              </p:grpSpPr>
              <p:sp>
                <p:nvSpPr>
                  <p:cNvPr id="1600" name="Google Shape;1600;p12"/>
                  <p:cNvSpPr/>
                  <p:nvPr/>
                </p:nvSpPr>
                <p:spPr>
                  <a:xfrm rot="109090">
                    <a:off x="7107585" y="4194598"/>
                    <a:ext cx="180000" cy="180000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01" name="Google Shape;1601;p12"/>
                  <p:cNvSpPr/>
                  <p:nvPr/>
                </p:nvSpPr>
                <p:spPr>
                  <a:xfrm rot="109090">
                    <a:off x="6920037" y="4490588"/>
                    <a:ext cx="534345" cy="43393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02" name="Google Shape;1602;p12"/>
                  <p:cNvSpPr/>
                  <p:nvPr/>
                </p:nvSpPr>
                <p:spPr>
                  <a:xfrm rot="109090">
                    <a:off x="7013582" y="4374522"/>
                    <a:ext cx="360000" cy="114534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03" name="Google Shape;1603;p12"/>
                  <p:cNvSpPr/>
                  <p:nvPr/>
                </p:nvSpPr>
                <p:spPr>
                  <a:xfrm rot="109090">
                    <a:off x="6913920" y="4887225"/>
                    <a:ext cx="540000" cy="36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04" name="Google Shape;1604;p12"/>
                  <p:cNvSpPr/>
                  <p:nvPr/>
                </p:nvSpPr>
                <p:spPr>
                  <a:xfrm rot="109090">
                    <a:off x="6910727" y="4928705"/>
                    <a:ext cx="539464" cy="147542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05" name="Google Shape;1605;p12"/>
                  <p:cNvSpPr/>
                  <p:nvPr/>
                </p:nvSpPr>
                <p:spPr>
                  <a:xfrm rot="160422">
                    <a:off x="7105790" y="4954673"/>
                    <a:ext cx="143554" cy="568645"/>
                  </a:xfrm>
                  <a:prstGeom prst="roundRect">
                    <a:avLst>
                      <a:gd fmla="val 26362" name="adj"/>
                    </a:avLst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06" name="Google Shape;1606;p12"/>
                  <p:cNvSpPr/>
                  <p:nvPr/>
                </p:nvSpPr>
                <p:spPr>
                  <a:xfrm rot="160422">
                    <a:off x="7101707" y="5552458"/>
                    <a:ext cx="100679" cy="319722"/>
                  </a:xfrm>
                  <a:prstGeom prst="roundRect">
                    <a:avLst>
                      <a:gd fmla="val 26362" name="adj"/>
                    </a:avLst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07" name="Google Shape;1607;p12"/>
                  <p:cNvSpPr/>
                  <p:nvPr/>
                </p:nvSpPr>
                <p:spPr>
                  <a:xfrm rot="160422">
                    <a:off x="7017660" y="5225243"/>
                    <a:ext cx="88085" cy="88461"/>
                  </a:xfrm>
                  <a:prstGeom prst="roundRect">
                    <a:avLst>
                      <a:gd fmla="val 0" name="adj"/>
                    </a:avLst>
                  </a:prstGeom>
                  <a:solidFill>
                    <a:srgbClr val="75707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608" name="Google Shape;1608;p12"/>
                <p:cNvSpPr/>
                <p:nvPr/>
              </p:nvSpPr>
              <p:spPr>
                <a:xfrm rot="160422">
                  <a:off x="7050754" y="5498491"/>
                  <a:ext cx="218125" cy="72459"/>
                </a:xfrm>
                <a:prstGeom prst="roundRect">
                  <a:avLst>
                    <a:gd fmla="val 26362" name="adj"/>
                  </a:avLst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609" name="Google Shape;1609;p12"/>
              <p:cNvSpPr/>
              <p:nvPr/>
            </p:nvSpPr>
            <p:spPr>
              <a:xfrm rot="161502">
                <a:off x="6674216" y="4462582"/>
                <a:ext cx="225348" cy="36000"/>
              </a:xfrm>
              <a:prstGeom prst="roundRect">
                <a:avLst>
                  <a:gd fmla="val 6733" name="adj"/>
                </a:avLst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0" name="Google Shape;1610;p12"/>
              <p:cNvSpPr/>
              <p:nvPr/>
            </p:nvSpPr>
            <p:spPr>
              <a:xfrm rot="267912">
                <a:off x="6705744" y="4455711"/>
                <a:ext cx="64099" cy="45719"/>
              </a:xfrm>
              <a:prstGeom prst="ellipse">
                <a:avLst/>
              </a:prstGeom>
              <a:solidFill>
                <a:srgbClr val="FFFF0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11" name="Google Shape;1611;p12"/>
            <p:cNvGrpSpPr/>
            <p:nvPr/>
          </p:nvGrpSpPr>
          <p:grpSpPr>
            <a:xfrm>
              <a:off x="6416895" y="3329572"/>
              <a:ext cx="509977" cy="216173"/>
              <a:chOff x="6419777" y="3309949"/>
              <a:chExt cx="509977" cy="216173"/>
            </a:xfrm>
          </p:grpSpPr>
          <p:grpSp>
            <p:nvGrpSpPr>
              <p:cNvPr id="1612" name="Google Shape;1612;p12"/>
              <p:cNvGrpSpPr/>
              <p:nvPr/>
            </p:nvGrpSpPr>
            <p:grpSpPr>
              <a:xfrm>
                <a:off x="6438664" y="3309949"/>
                <a:ext cx="104047" cy="216173"/>
                <a:chOff x="6438664" y="3309949"/>
                <a:chExt cx="104047" cy="216173"/>
              </a:xfrm>
            </p:grpSpPr>
            <p:sp>
              <p:nvSpPr>
                <p:cNvPr id="1613" name="Google Shape;1613;p12"/>
                <p:cNvSpPr/>
                <p:nvPr/>
              </p:nvSpPr>
              <p:spPr>
                <a:xfrm rot="-5207091">
                  <a:off x="6474929" y="3278078"/>
                  <a:ext cx="32261" cy="101653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4" name="Google Shape;1614;p12"/>
                <p:cNvSpPr/>
                <p:nvPr/>
              </p:nvSpPr>
              <p:spPr>
                <a:xfrm rot="-5166862">
                  <a:off x="6394778" y="3390086"/>
                  <a:ext cx="183425" cy="83415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615" name="Google Shape;1615;p12"/>
              <p:cNvSpPr/>
              <p:nvPr/>
            </p:nvSpPr>
            <p:spPr>
              <a:xfrm rot="160422">
                <a:off x="6420340" y="3368077"/>
                <a:ext cx="508852" cy="36000"/>
              </a:xfrm>
              <a:prstGeom prst="roundRect">
                <a:avLst>
                  <a:gd fmla="val 6733" name="adj"/>
                </a:avLst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16" name="Google Shape;1616;p12"/>
          <p:cNvGrpSpPr/>
          <p:nvPr/>
        </p:nvGrpSpPr>
        <p:grpSpPr>
          <a:xfrm flipH="1" rot="249994">
            <a:off x="6517111" y="3343631"/>
            <a:ext cx="676812" cy="1722742"/>
            <a:chOff x="6409291" y="3329572"/>
            <a:chExt cx="676812" cy="1722742"/>
          </a:xfrm>
        </p:grpSpPr>
        <p:grpSp>
          <p:nvGrpSpPr>
            <p:cNvPr id="1617" name="Google Shape;1617;p12"/>
            <p:cNvGrpSpPr/>
            <p:nvPr/>
          </p:nvGrpSpPr>
          <p:grpSpPr>
            <a:xfrm>
              <a:off x="6409291" y="3369748"/>
              <a:ext cx="676812" cy="1682566"/>
              <a:chOff x="6673495" y="4243853"/>
              <a:chExt cx="676812" cy="1682566"/>
            </a:xfrm>
          </p:grpSpPr>
          <p:grpSp>
            <p:nvGrpSpPr>
              <p:cNvPr id="1618" name="Google Shape;1618;p12"/>
              <p:cNvGrpSpPr/>
              <p:nvPr/>
            </p:nvGrpSpPr>
            <p:grpSpPr>
              <a:xfrm>
                <a:off x="6797698" y="4243853"/>
                <a:ext cx="552609" cy="1682566"/>
                <a:chOff x="6908522" y="4191788"/>
                <a:chExt cx="552609" cy="1682566"/>
              </a:xfrm>
            </p:grpSpPr>
            <p:grpSp>
              <p:nvGrpSpPr>
                <p:cNvPr id="1619" name="Google Shape;1619;p12"/>
                <p:cNvGrpSpPr/>
                <p:nvPr/>
              </p:nvGrpSpPr>
              <p:grpSpPr>
                <a:xfrm>
                  <a:off x="6908522" y="4191788"/>
                  <a:ext cx="552609" cy="1682566"/>
                  <a:chOff x="6908522" y="4191788"/>
                  <a:chExt cx="552609" cy="1682566"/>
                </a:xfrm>
              </p:grpSpPr>
              <p:sp>
                <p:nvSpPr>
                  <p:cNvPr id="1620" name="Google Shape;1620;p12"/>
                  <p:cNvSpPr/>
                  <p:nvPr/>
                </p:nvSpPr>
                <p:spPr>
                  <a:xfrm rot="109090">
                    <a:off x="7107585" y="4194598"/>
                    <a:ext cx="180000" cy="180000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21" name="Google Shape;1621;p12"/>
                  <p:cNvSpPr/>
                  <p:nvPr/>
                </p:nvSpPr>
                <p:spPr>
                  <a:xfrm rot="109090">
                    <a:off x="6920037" y="4490588"/>
                    <a:ext cx="534345" cy="43393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22" name="Google Shape;1622;p12"/>
                  <p:cNvSpPr/>
                  <p:nvPr/>
                </p:nvSpPr>
                <p:spPr>
                  <a:xfrm rot="109090">
                    <a:off x="7013582" y="4374522"/>
                    <a:ext cx="360000" cy="114534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23" name="Google Shape;1623;p12"/>
                  <p:cNvSpPr/>
                  <p:nvPr/>
                </p:nvSpPr>
                <p:spPr>
                  <a:xfrm rot="109090">
                    <a:off x="6913920" y="4887225"/>
                    <a:ext cx="540000" cy="36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24" name="Google Shape;1624;p12"/>
                  <p:cNvSpPr/>
                  <p:nvPr/>
                </p:nvSpPr>
                <p:spPr>
                  <a:xfrm rot="109090">
                    <a:off x="6910727" y="4928705"/>
                    <a:ext cx="539464" cy="147542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25" name="Google Shape;1625;p12"/>
                  <p:cNvSpPr/>
                  <p:nvPr/>
                </p:nvSpPr>
                <p:spPr>
                  <a:xfrm rot="160422">
                    <a:off x="7105790" y="4954673"/>
                    <a:ext cx="143554" cy="568645"/>
                  </a:xfrm>
                  <a:prstGeom prst="roundRect">
                    <a:avLst>
                      <a:gd fmla="val 26362" name="adj"/>
                    </a:avLst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26" name="Google Shape;1626;p12"/>
                  <p:cNvSpPr/>
                  <p:nvPr/>
                </p:nvSpPr>
                <p:spPr>
                  <a:xfrm rot="160422">
                    <a:off x="7101707" y="5552458"/>
                    <a:ext cx="100679" cy="319722"/>
                  </a:xfrm>
                  <a:prstGeom prst="roundRect">
                    <a:avLst>
                      <a:gd fmla="val 26362" name="adj"/>
                    </a:avLst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27" name="Google Shape;1627;p12"/>
                  <p:cNvSpPr/>
                  <p:nvPr/>
                </p:nvSpPr>
                <p:spPr>
                  <a:xfrm rot="160422">
                    <a:off x="7017660" y="5225243"/>
                    <a:ext cx="88085" cy="88461"/>
                  </a:xfrm>
                  <a:prstGeom prst="roundRect">
                    <a:avLst>
                      <a:gd fmla="val 0" name="adj"/>
                    </a:avLst>
                  </a:prstGeom>
                  <a:solidFill>
                    <a:srgbClr val="75707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628" name="Google Shape;1628;p12"/>
                <p:cNvSpPr/>
                <p:nvPr/>
              </p:nvSpPr>
              <p:spPr>
                <a:xfrm rot="160422">
                  <a:off x="7050754" y="5498491"/>
                  <a:ext cx="218125" cy="72459"/>
                </a:xfrm>
                <a:prstGeom prst="roundRect">
                  <a:avLst>
                    <a:gd fmla="val 26362" name="adj"/>
                  </a:avLst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629" name="Google Shape;1629;p12"/>
              <p:cNvSpPr/>
              <p:nvPr/>
            </p:nvSpPr>
            <p:spPr>
              <a:xfrm rot="161502">
                <a:off x="6674216" y="4462582"/>
                <a:ext cx="225348" cy="36000"/>
              </a:xfrm>
              <a:prstGeom prst="roundRect">
                <a:avLst>
                  <a:gd fmla="val 6733" name="adj"/>
                </a:avLst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0" name="Google Shape;1630;p12"/>
              <p:cNvSpPr/>
              <p:nvPr/>
            </p:nvSpPr>
            <p:spPr>
              <a:xfrm rot="267912">
                <a:off x="6705744" y="4455711"/>
                <a:ext cx="64099" cy="45719"/>
              </a:xfrm>
              <a:prstGeom prst="ellipse">
                <a:avLst/>
              </a:prstGeom>
              <a:solidFill>
                <a:srgbClr val="FFFF0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31" name="Google Shape;1631;p12"/>
            <p:cNvGrpSpPr/>
            <p:nvPr/>
          </p:nvGrpSpPr>
          <p:grpSpPr>
            <a:xfrm>
              <a:off x="6416895" y="3329572"/>
              <a:ext cx="509977" cy="216173"/>
              <a:chOff x="6419777" y="3309949"/>
              <a:chExt cx="509977" cy="216173"/>
            </a:xfrm>
          </p:grpSpPr>
          <p:grpSp>
            <p:nvGrpSpPr>
              <p:cNvPr id="1632" name="Google Shape;1632;p12"/>
              <p:cNvGrpSpPr/>
              <p:nvPr/>
            </p:nvGrpSpPr>
            <p:grpSpPr>
              <a:xfrm>
                <a:off x="6438664" y="3309949"/>
                <a:ext cx="104047" cy="216173"/>
                <a:chOff x="6438664" y="3309949"/>
                <a:chExt cx="104047" cy="216173"/>
              </a:xfrm>
            </p:grpSpPr>
            <p:sp>
              <p:nvSpPr>
                <p:cNvPr id="1633" name="Google Shape;1633;p12"/>
                <p:cNvSpPr/>
                <p:nvPr/>
              </p:nvSpPr>
              <p:spPr>
                <a:xfrm rot="-5207091">
                  <a:off x="6474929" y="3278078"/>
                  <a:ext cx="32261" cy="101653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4" name="Google Shape;1634;p12"/>
                <p:cNvSpPr/>
                <p:nvPr/>
              </p:nvSpPr>
              <p:spPr>
                <a:xfrm rot="-5166862">
                  <a:off x="6394778" y="3390086"/>
                  <a:ext cx="183425" cy="83415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635" name="Google Shape;1635;p12"/>
              <p:cNvSpPr/>
              <p:nvPr/>
            </p:nvSpPr>
            <p:spPr>
              <a:xfrm rot="160422">
                <a:off x="6420340" y="3368077"/>
                <a:ext cx="508852" cy="36000"/>
              </a:xfrm>
              <a:prstGeom prst="roundRect">
                <a:avLst>
                  <a:gd fmla="val 6733" name="adj"/>
                </a:avLst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36" name="Google Shape;1636;p12"/>
          <p:cNvGrpSpPr/>
          <p:nvPr/>
        </p:nvGrpSpPr>
        <p:grpSpPr>
          <a:xfrm>
            <a:off x="6353077" y="3361488"/>
            <a:ext cx="900874" cy="1705261"/>
            <a:chOff x="5238331" y="3394042"/>
            <a:chExt cx="900874" cy="1705261"/>
          </a:xfrm>
        </p:grpSpPr>
        <p:grpSp>
          <p:nvGrpSpPr>
            <p:cNvPr id="1637" name="Google Shape;1637;p12"/>
            <p:cNvGrpSpPr/>
            <p:nvPr/>
          </p:nvGrpSpPr>
          <p:grpSpPr>
            <a:xfrm rot="109090">
              <a:off x="5264756" y="3407073"/>
              <a:ext cx="848023" cy="1679200"/>
              <a:chOff x="5739808" y="2877717"/>
              <a:chExt cx="848023" cy="1679200"/>
            </a:xfrm>
          </p:grpSpPr>
          <p:grpSp>
            <p:nvGrpSpPr>
              <p:cNvPr id="1638" name="Google Shape;1638;p12"/>
              <p:cNvGrpSpPr/>
              <p:nvPr/>
            </p:nvGrpSpPr>
            <p:grpSpPr>
              <a:xfrm>
                <a:off x="5739808" y="3709395"/>
                <a:ext cx="848023" cy="847523"/>
                <a:chOff x="5739808" y="3709395"/>
                <a:chExt cx="848023" cy="847523"/>
              </a:xfrm>
            </p:grpSpPr>
            <p:grpSp>
              <p:nvGrpSpPr>
                <p:cNvPr id="1639" name="Google Shape;1639;p12"/>
                <p:cNvGrpSpPr/>
                <p:nvPr/>
              </p:nvGrpSpPr>
              <p:grpSpPr>
                <a:xfrm>
                  <a:off x="5739808" y="3709395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1640" name="Google Shape;1640;p12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1641" name="Google Shape;1641;p12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42" name="Google Shape;1642;p12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643" name="Google Shape;1643;p12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44" name="Google Shape;1644;p12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645" name="Google Shape;1645;p12"/>
                <p:cNvGrpSpPr/>
                <p:nvPr/>
              </p:nvGrpSpPr>
              <p:grpSpPr>
                <a:xfrm flipH="1">
                  <a:off x="6235721" y="3709657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1646" name="Google Shape;1646;p12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1647" name="Google Shape;1647;p12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48" name="Google Shape;1648;p12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649" name="Google Shape;1649;p12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50" name="Google Shape;1650;p12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651" name="Google Shape;1651;p12"/>
              <p:cNvGrpSpPr/>
              <p:nvPr/>
            </p:nvGrpSpPr>
            <p:grpSpPr>
              <a:xfrm>
                <a:off x="5775048" y="2877717"/>
                <a:ext cx="779055" cy="1217448"/>
                <a:chOff x="5775048" y="2877717"/>
                <a:chExt cx="779055" cy="1217448"/>
              </a:xfrm>
            </p:grpSpPr>
            <p:grpSp>
              <p:nvGrpSpPr>
                <p:cNvPr id="1652" name="Google Shape;1652;p12"/>
                <p:cNvGrpSpPr/>
                <p:nvPr/>
              </p:nvGrpSpPr>
              <p:grpSpPr>
                <a:xfrm>
                  <a:off x="5775707" y="2877717"/>
                  <a:ext cx="778396" cy="1217448"/>
                  <a:chOff x="5775707" y="2877717"/>
                  <a:chExt cx="778396" cy="1217448"/>
                </a:xfrm>
              </p:grpSpPr>
              <p:grpSp>
                <p:nvGrpSpPr>
                  <p:cNvPr id="1653" name="Google Shape;1653;p12"/>
                  <p:cNvGrpSpPr/>
                  <p:nvPr/>
                </p:nvGrpSpPr>
                <p:grpSpPr>
                  <a:xfrm>
                    <a:off x="5775707" y="2877717"/>
                    <a:ext cx="778396" cy="872513"/>
                    <a:chOff x="5728098" y="3973173"/>
                    <a:chExt cx="778396" cy="872513"/>
                  </a:xfrm>
                </p:grpSpPr>
                <p:grpSp>
                  <p:nvGrpSpPr>
                    <p:cNvPr id="1654" name="Google Shape;1654;p12"/>
                    <p:cNvGrpSpPr/>
                    <p:nvPr/>
                  </p:nvGrpSpPr>
                  <p:grpSpPr>
                    <a:xfrm>
                      <a:off x="5935062" y="3973173"/>
                      <a:ext cx="360000" cy="322907"/>
                      <a:chOff x="5826650" y="3885379"/>
                      <a:chExt cx="360000" cy="322907"/>
                    </a:xfrm>
                  </p:grpSpPr>
                  <p:sp>
                    <p:nvSpPr>
                      <p:cNvPr id="1655" name="Google Shape;1655;p12"/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656" name="Google Shape;1656;p12"/>
                      <p:cNvSpPr/>
                      <p:nvPr/>
                    </p:nvSpPr>
                    <p:spPr>
                      <a:xfrm>
                        <a:off x="5826650" y="4064286"/>
                        <a:ext cx="360000" cy="144000"/>
                      </a:xfrm>
                      <a:prstGeom prst="rect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1657" name="Google Shape;1657;p12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1658" name="Google Shape;1658;p12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1659" name="Google Shape;1659;p12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1660" name="Google Shape;1660;p12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661" name="Google Shape;1661;p12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662" name="Google Shape;1662;p12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663" name="Google Shape;1663;p12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1664" name="Google Shape;1664;p12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665" name="Google Shape;1665;p12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666" name="Google Shape;1666;p12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1667" name="Google Shape;1667;p12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1668" name="Google Shape;1668;p12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solidFill>
                          <a:srgbClr val="595959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669" name="Google Shape;1669;p12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670" name="Google Shape;1670;p12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1671" name="Google Shape;1671;p12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672" name="Google Shape;1672;p12"/>
                <p:cNvGrpSpPr/>
                <p:nvPr/>
              </p:nvGrpSpPr>
              <p:grpSpPr>
                <a:xfrm>
                  <a:off x="5775048" y="3892549"/>
                  <a:ext cx="778309" cy="59708"/>
                  <a:chOff x="5775048" y="3892549"/>
                  <a:chExt cx="778309" cy="59708"/>
                </a:xfrm>
              </p:grpSpPr>
              <p:sp>
                <p:nvSpPr>
                  <p:cNvPr id="1673" name="Google Shape;1673;p12"/>
                  <p:cNvSpPr/>
                  <p:nvPr/>
                </p:nvSpPr>
                <p:spPr>
                  <a:xfrm rot="-5400000">
                    <a:off x="6134348" y="3533249"/>
                    <a:ext cx="59708" cy="778309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74" name="Google Shape;1674;p12"/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75" name="Google Shape;1675;p12"/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1676" name="Google Shape;1676;p12"/>
            <p:cNvSpPr/>
            <p:nvPr/>
          </p:nvSpPr>
          <p:spPr>
            <a:xfrm rot="267912">
              <a:off x="5679398" y="3695116"/>
              <a:ext cx="64099" cy="45719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7" name="Google Shape;1677;p12"/>
          <p:cNvGrpSpPr/>
          <p:nvPr/>
        </p:nvGrpSpPr>
        <p:grpSpPr>
          <a:xfrm rot="109090">
            <a:off x="6381220" y="3373969"/>
            <a:ext cx="848023" cy="1679200"/>
            <a:chOff x="5739808" y="2877717"/>
            <a:chExt cx="848023" cy="1679200"/>
          </a:xfrm>
        </p:grpSpPr>
        <p:grpSp>
          <p:nvGrpSpPr>
            <p:cNvPr id="1678" name="Google Shape;1678;p12"/>
            <p:cNvGrpSpPr/>
            <p:nvPr/>
          </p:nvGrpSpPr>
          <p:grpSpPr>
            <a:xfrm>
              <a:off x="5739808" y="3709395"/>
              <a:ext cx="848023" cy="847523"/>
              <a:chOff x="5739808" y="3709395"/>
              <a:chExt cx="848023" cy="847523"/>
            </a:xfrm>
          </p:grpSpPr>
          <p:grpSp>
            <p:nvGrpSpPr>
              <p:cNvPr id="1679" name="Google Shape;1679;p12"/>
              <p:cNvGrpSpPr/>
              <p:nvPr/>
            </p:nvGrpSpPr>
            <p:grpSpPr>
              <a:xfrm>
                <a:off x="5739808" y="3709395"/>
                <a:ext cx="352110" cy="847261"/>
                <a:chOff x="5739808" y="3709395"/>
                <a:chExt cx="352110" cy="847261"/>
              </a:xfrm>
            </p:grpSpPr>
            <p:grpSp>
              <p:nvGrpSpPr>
                <p:cNvPr id="1680" name="Google Shape;1680;p12"/>
                <p:cNvGrpSpPr/>
                <p:nvPr/>
              </p:nvGrpSpPr>
              <p:grpSpPr>
                <a:xfrm>
                  <a:off x="5739808" y="3709395"/>
                  <a:ext cx="296814" cy="499674"/>
                  <a:chOff x="6097258" y="3708381"/>
                  <a:chExt cx="296814" cy="499674"/>
                </a:xfrm>
              </p:grpSpPr>
              <p:sp>
                <p:nvSpPr>
                  <p:cNvPr id="1681" name="Google Shape;1681;p12"/>
                  <p:cNvSpPr/>
                  <p:nvPr/>
                </p:nvSpPr>
                <p:spPr>
                  <a:xfrm rot="-1077969">
                    <a:off x="6166492" y="3721247"/>
                    <a:ext cx="158346" cy="473941"/>
                  </a:xfrm>
                  <a:prstGeom prst="roundRect">
                    <a:avLst>
                      <a:gd fmla="val 16667" name="adj"/>
                    </a:avLst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82" name="Google Shape;1682;p12"/>
                  <p:cNvSpPr/>
                  <p:nvPr/>
                </p:nvSpPr>
                <p:spPr>
                  <a:xfrm flipH="1" rot="231950">
                    <a:off x="6202247" y="3774966"/>
                    <a:ext cx="45719" cy="216078"/>
                  </a:xfrm>
                  <a:prstGeom prst="roundRect">
                    <a:avLst>
                      <a:gd fmla="val 40457" name="adj"/>
                    </a:avLst>
                  </a:prstGeom>
                  <a:solidFill>
                    <a:schemeClr val="lt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683" name="Google Shape;1683;p12"/>
                <p:cNvSpPr/>
                <p:nvPr/>
              </p:nvSpPr>
              <p:spPr>
                <a:xfrm rot="-1153397">
                  <a:off x="5872725" y="4154646"/>
                  <a:ext cx="212428" cy="6040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4" name="Google Shape;1684;p12"/>
                <p:cNvSpPr/>
                <p:nvPr/>
              </p:nvSpPr>
              <p:spPr>
                <a:xfrm rot="-1153397">
                  <a:off x="5969456" y="4217860"/>
                  <a:ext cx="68932" cy="33683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85" name="Google Shape;1685;p12"/>
              <p:cNvGrpSpPr/>
              <p:nvPr/>
            </p:nvGrpSpPr>
            <p:grpSpPr>
              <a:xfrm flipH="1">
                <a:off x="6235721" y="3709657"/>
                <a:ext cx="352110" cy="847261"/>
                <a:chOff x="5739808" y="3709395"/>
                <a:chExt cx="352110" cy="847261"/>
              </a:xfrm>
            </p:grpSpPr>
            <p:grpSp>
              <p:nvGrpSpPr>
                <p:cNvPr id="1686" name="Google Shape;1686;p12"/>
                <p:cNvGrpSpPr/>
                <p:nvPr/>
              </p:nvGrpSpPr>
              <p:grpSpPr>
                <a:xfrm>
                  <a:off x="5739808" y="3709395"/>
                  <a:ext cx="296814" cy="499674"/>
                  <a:chOff x="6097258" y="3708381"/>
                  <a:chExt cx="296814" cy="499674"/>
                </a:xfrm>
              </p:grpSpPr>
              <p:sp>
                <p:nvSpPr>
                  <p:cNvPr id="1687" name="Google Shape;1687;p12"/>
                  <p:cNvSpPr/>
                  <p:nvPr/>
                </p:nvSpPr>
                <p:spPr>
                  <a:xfrm rot="-1077969">
                    <a:off x="6166492" y="3721247"/>
                    <a:ext cx="158346" cy="473941"/>
                  </a:xfrm>
                  <a:prstGeom prst="roundRect">
                    <a:avLst>
                      <a:gd fmla="val 16667" name="adj"/>
                    </a:avLst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88" name="Google Shape;1688;p12"/>
                  <p:cNvSpPr/>
                  <p:nvPr/>
                </p:nvSpPr>
                <p:spPr>
                  <a:xfrm flipH="1" rot="231950">
                    <a:off x="6202247" y="3774966"/>
                    <a:ext cx="45719" cy="216078"/>
                  </a:xfrm>
                  <a:prstGeom prst="roundRect">
                    <a:avLst>
                      <a:gd fmla="val 40457" name="adj"/>
                    </a:avLst>
                  </a:prstGeom>
                  <a:solidFill>
                    <a:schemeClr val="lt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689" name="Google Shape;1689;p12"/>
                <p:cNvSpPr/>
                <p:nvPr/>
              </p:nvSpPr>
              <p:spPr>
                <a:xfrm rot="-1153397">
                  <a:off x="5872725" y="4154646"/>
                  <a:ext cx="212428" cy="6040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0" name="Google Shape;1690;p12"/>
                <p:cNvSpPr/>
                <p:nvPr/>
              </p:nvSpPr>
              <p:spPr>
                <a:xfrm rot="-1153397">
                  <a:off x="5969456" y="4217860"/>
                  <a:ext cx="68932" cy="33683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91" name="Google Shape;1691;p12"/>
            <p:cNvGrpSpPr/>
            <p:nvPr/>
          </p:nvGrpSpPr>
          <p:grpSpPr>
            <a:xfrm>
              <a:off x="5774899" y="2877717"/>
              <a:ext cx="779203" cy="1217448"/>
              <a:chOff x="5774900" y="2877717"/>
              <a:chExt cx="779203" cy="1217448"/>
            </a:xfrm>
          </p:grpSpPr>
          <p:grpSp>
            <p:nvGrpSpPr>
              <p:cNvPr id="1692" name="Google Shape;1692;p12"/>
              <p:cNvGrpSpPr/>
              <p:nvPr/>
            </p:nvGrpSpPr>
            <p:grpSpPr>
              <a:xfrm>
                <a:off x="5775707" y="2877717"/>
                <a:ext cx="778396" cy="1217448"/>
                <a:chOff x="5775707" y="2877717"/>
                <a:chExt cx="778396" cy="1217448"/>
              </a:xfrm>
            </p:grpSpPr>
            <p:grpSp>
              <p:nvGrpSpPr>
                <p:cNvPr id="1693" name="Google Shape;1693;p12"/>
                <p:cNvGrpSpPr/>
                <p:nvPr/>
              </p:nvGrpSpPr>
              <p:grpSpPr>
                <a:xfrm>
                  <a:off x="5775707" y="2877717"/>
                  <a:ext cx="778396" cy="872513"/>
                  <a:chOff x="5728098" y="3973173"/>
                  <a:chExt cx="778396" cy="872513"/>
                </a:xfrm>
              </p:grpSpPr>
              <p:grpSp>
                <p:nvGrpSpPr>
                  <p:cNvPr id="1694" name="Google Shape;1694;p12"/>
                  <p:cNvGrpSpPr/>
                  <p:nvPr/>
                </p:nvGrpSpPr>
                <p:grpSpPr>
                  <a:xfrm>
                    <a:off x="5935062" y="3973173"/>
                    <a:ext cx="360000" cy="322907"/>
                    <a:chOff x="5826650" y="3885379"/>
                    <a:chExt cx="360000" cy="322907"/>
                  </a:xfrm>
                </p:grpSpPr>
                <p:sp>
                  <p:nvSpPr>
                    <p:cNvPr id="1695" name="Google Shape;1695;p12"/>
                    <p:cNvSpPr/>
                    <p:nvPr/>
                  </p:nvSpPr>
                  <p:spPr>
                    <a:xfrm>
                      <a:off x="5917652" y="3885379"/>
                      <a:ext cx="180000" cy="180000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96" name="Google Shape;1696;p12"/>
                    <p:cNvSpPr/>
                    <p:nvPr/>
                  </p:nvSpPr>
                  <p:spPr>
                    <a:xfrm>
                      <a:off x="5826650" y="4064286"/>
                      <a:ext cx="360000" cy="144000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697" name="Google Shape;1697;p12"/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1698" name="Google Shape;1698;p12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1699" name="Google Shape;1699;p12"/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1700" name="Google Shape;1700;p12"/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701" name="Google Shape;1701;p12"/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702" name="Google Shape;1702;p12"/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fmla="val 7853" name="adj1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1703" name="Google Shape;1703;p12"/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1704" name="Google Shape;1704;p12"/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705" name="Google Shape;1705;p12"/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706" name="Google Shape;1706;p12"/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1707" name="Google Shape;1707;p12"/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1708" name="Google Shape;1708;p12"/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rgbClr val="595959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709" name="Google Shape;1709;p12"/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1710" name="Google Shape;1710;p12"/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1711" name="Google Shape;1711;p12"/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12" name="Google Shape;1712;p12"/>
              <p:cNvGrpSpPr/>
              <p:nvPr/>
            </p:nvGrpSpPr>
            <p:grpSpPr>
              <a:xfrm>
                <a:off x="5774900" y="3893172"/>
                <a:ext cx="778309" cy="59708"/>
                <a:chOff x="5774900" y="3893172"/>
                <a:chExt cx="778309" cy="59708"/>
              </a:xfrm>
            </p:grpSpPr>
            <p:sp>
              <p:nvSpPr>
                <p:cNvPr id="1713" name="Google Shape;1713;p12"/>
                <p:cNvSpPr/>
                <p:nvPr/>
              </p:nvSpPr>
              <p:spPr>
                <a:xfrm rot="-5400000">
                  <a:off x="6134200" y="3533871"/>
                  <a:ext cx="59708" cy="77830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4" name="Google Shape;1714;p12"/>
                <p:cNvSpPr/>
                <p:nvPr/>
              </p:nvSpPr>
              <p:spPr>
                <a:xfrm>
                  <a:off x="5845735" y="3901330"/>
                  <a:ext cx="36000" cy="36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5" name="Google Shape;1715;p12"/>
                <p:cNvSpPr/>
                <p:nvPr/>
              </p:nvSpPr>
              <p:spPr>
                <a:xfrm>
                  <a:off x="6446633" y="3904500"/>
                  <a:ext cx="36000" cy="36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13"/>
          <p:cNvSpPr txBox="1"/>
          <p:nvPr>
            <p:ph type="ctrTitle"/>
          </p:nvPr>
        </p:nvSpPr>
        <p:spPr>
          <a:xfrm>
            <a:off x="101610" y="82380"/>
            <a:ext cx="4011517" cy="7778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Flujograma </a:t>
            </a:r>
            <a:endParaRPr/>
          </a:p>
        </p:txBody>
      </p:sp>
      <p:pic>
        <p:nvPicPr>
          <p:cNvPr id="1721" name="Google Shape;172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2836" y="860226"/>
            <a:ext cx="7646327" cy="5773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6" name="Google Shape;1726;p14"/>
          <p:cNvGrpSpPr/>
          <p:nvPr/>
        </p:nvGrpSpPr>
        <p:grpSpPr>
          <a:xfrm>
            <a:off x="6052634" y="2187100"/>
            <a:ext cx="695654" cy="2073060"/>
            <a:chOff x="3246065" y="2845317"/>
            <a:chExt cx="695654" cy="2073060"/>
          </a:xfrm>
        </p:grpSpPr>
        <p:grpSp>
          <p:nvGrpSpPr>
            <p:cNvPr id="1727" name="Google Shape;1727;p14"/>
            <p:cNvGrpSpPr/>
            <p:nvPr/>
          </p:nvGrpSpPr>
          <p:grpSpPr>
            <a:xfrm flipH="1">
              <a:off x="3246065" y="3839200"/>
              <a:ext cx="435993" cy="1079177"/>
              <a:chOff x="5739808" y="3702217"/>
              <a:chExt cx="352110" cy="854438"/>
            </a:xfrm>
          </p:grpSpPr>
          <p:grpSp>
            <p:nvGrpSpPr>
              <p:cNvPr id="1728" name="Google Shape;1728;p14"/>
              <p:cNvGrpSpPr/>
              <p:nvPr/>
            </p:nvGrpSpPr>
            <p:grpSpPr>
              <a:xfrm>
                <a:off x="5739808" y="3702217"/>
                <a:ext cx="319170" cy="506923"/>
                <a:chOff x="6097258" y="3701203"/>
                <a:chExt cx="319170" cy="506923"/>
              </a:xfrm>
            </p:grpSpPr>
            <p:sp>
              <p:nvSpPr>
                <p:cNvPr id="1729" name="Google Shape;1729;p14"/>
                <p:cNvSpPr/>
                <p:nvPr/>
              </p:nvSpPr>
              <p:spPr>
                <a:xfrm rot="-1077969">
                  <a:off x="6165919" y="3717694"/>
                  <a:ext cx="181848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0" name="Google Shape;1730;p14"/>
                <p:cNvSpPr/>
                <p:nvPr/>
              </p:nvSpPr>
              <p:spPr>
                <a:xfrm flipH="1" rot="655801">
                  <a:off x="6207416" y="3774548"/>
                  <a:ext cx="49476" cy="223589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731" name="Google Shape;1731;p14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2" name="Google Shape;1732;p14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3" name="Google Shape;1733;p14"/>
            <p:cNvGrpSpPr/>
            <p:nvPr/>
          </p:nvGrpSpPr>
          <p:grpSpPr>
            <a:xfrm flipH="1" rot="10800000">
              <a:off x="3505726" y="2845317"/>
              <a:ext cx="435993" cy="1070111"/>
              <a:chOff x="5739808" y="3709395"/>
              <a:chExt cx="352110" cy="847261"/>
            </a:xfrm>
          </p:grpSpPr>
          <p:grpSp>
            <p:nvGrpSpPr>
              <p:cNvPr id="1734" name="Google Shape;1734;p14"/>
              <p:cNvGrpSpPr/>
              <p:nvPr/>
            </p:nvGrpSpPr>
            <p:grpSpPr>
              <a:xfrm>
                <a:off x="5739808" y="3709395"/>
                <a:ext cx="296814" cy="499674"/>
                <a:chOff x="6097258" y="3708381"/>
                <a:chExt cx="296814" cy="499674"/>
              </a:xfrm>
            </p:grpSpPr>
            <p:sp>
              <p:nvSpPr>
                <p:cNvPr id="1735" name="Google Shape;1735;p14"/>
                <p:cNvSpPr/>
                <p:nvPr/>
              </p:nvSpPr>
              <p:spPr>
                <a:xfrm rot="-1077969">
                  <a:off x="6166492" y="3721247"/>
                  <a:ext cx="158346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6" name="Google Shape;1736;p14"/>
                <p:cNvSpPr/>
                <p:nvPr/>
              </p:nvSpPr>
              <p:spPr>
                <a:xfrm flipH="1" rot="231950">
                  <a:off x="6202247" y="3774966"/>
                  <a:ext cx="45719" cy="216078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737" name="Google Shape;1737;p14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8" name="Google Shape;1738;p14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39" name="Google Shape;1739;p14"/>
          <p:cNvGrpSpPr/>
          <p:nvPr/>
        </p:nvGrpSpPr>
        <p:grpSpPr>
          <a:xfrm>
            <a:off x="5172386" y="2187652"/>
            <a:ext cx="702197" cy="2072173"/>
            <a:chOff x="2365817" y="2845869"/>
            <a:chExt cx="702197" cy="2072173"/>
          </a:xfrm>
        </p:grpSpPr>
        <p:grpSp>
          <p:nvGrpSpPr>
            <p:cNvPr id="1740" name="Google Shape;1740;p14"/>
            <p:cNvGrpSpPr/>
            <p:nvPr/>
          </p:nvGrpSpPr>
          <p:grpSpPr>
            <a:xfrm>
              <a:off x="2632021" y="3837706"/>
              <a:ext cx="435993" cy="1080336"/>
              <a:chOff x="5739807" y="3701299"/>
              <a:chExt cx="352111" cy="855357"/>
            </a:xfrm>
          </p:grpSpPr>
          <p:grpSp>
            <p:nvGrpSpPr>
              <p:cNvPr id="1741" name="Google Shape;1741;p14"/>
              <p:cNvGrpSpPr/>
              <p:nvPr/>
            </p:nvGrpSpPr>
            <p:grpSpPr>
              <a:xfrm>
                <a:off x="5739807" y="3701299"/>
                <a:ext cx="322028" cy="507850"/>
                <a:chOff x="6097257" y="3700285"/>
                <a:chExt cx="322028" cy="507850"/>
              </a:xfrm>
            </p:grpSpPr>
            <p:sp>
              <p:nvSpPr>
                <p:cNvPr id="1742" name="Google Shape;1742;p14"/>
                <p:cNvSpPr/>
                <p:nvPr/>
              </p:nvSpPr>
              <p:spPr>
                <a:xfrm rot="-1077969">
                  <a:off x="6165845" y="3717239"/>
                  <a:ext cx="184852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3" name="Google Shape;1743;p14"/>
                <p:cNvSpPr/>
                <p:nvPr/>
              </p:nvSpPr>
              <p:spPr>
                <a:xfrm flipH="1" rot="622646">
                  <a:off x="6207873" y="3795106"/>
                  <a:ext cx="46037" cy="203887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744" name="Google Shape;1744;p14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5" name="Google Shape;1745;p14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6" name="Google Shape;1746;p14"/>
            <p:cNvGrpSpPr/>
            <p:nvPr/>
          </p:nvGrpSpPr>
          <p:grpSpPr>
            <a:xfrm rot="10800000">
              <a:off x="2365817" y="2845869"/>
              <a:ext cx="435993" cy="1070111"/>
              <a:chOff x="5739808" y="3709395"/>
              <a:chExt cx="352110" cy="847261"/>
            </a:xfrm>
          </p:grpSpPr>
          <p:grpSp>
            <p:nvGrpSpPr>
              <p:cNvPr id="1747" name="Google Shape;1747;p14"/>
              <p:cNvGrpSpPr/>
              <p:nvPr/>
            </p:nvGrpSpPr>
            <p:grpSpPr>
              <a:xfrm>
                <a:off x="5739808" y="3709395"/>
                <a:ext cx="296814" cy="499674"/>
                <a:chOff x="6097258" y="3708381"/>
                <a:chExt cx="296814" cy="499674"/>
              </a:xfrm>
            </p:grpSpPr>
            <p:sp>
              <p:nvSpPr>
                <p:cNvPr id="1748" name="Google Shape;1748;p14"/>
                <p:cNvSpPr/>
                <p:nvPr/>
              </p:nvSpPr>
              <p:spPr>
                <a:xfrm rot="-1077969">
                  <a:off x="6166492" y="3721247"/>
                  <a:ext cx="158346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9" name="Google Shape;1749;p14"/>
                <p:cNvSpPr/>
                <p:nvPr/>
              </p:nvSpPr>
              <p:spPr>
                <a:xfrm flipH="1" rot="231950">
                  <a:off x="6202247" y="3774966"/>
                  <a:ext cx="45719" cy="216078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750" name="Google Shape;1750;p14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1" name="Google Shape;1751;p14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52" name="Google Shape;1752;p14"/>
          <p:cNvGrpSpPr/>
          <p:nvPr/>
        </p:nvGrpSpPr>
        <p:grpSpPr>
          <a:xfrm>
            <a:off x="5483447" y="1571739"/>
            <a:ext cx="963830" cy="2104882"/>
            <a:chOff x="5775707" y="2428623"/>
            <a:chExt cx="778396" cy="1666542"/>
          </a:xfrm>
        </p:grpSpPr>
        <p:grpSp>
          <p:nvGrpSpPr>
            <p:cNvPr id="1753" name="Google Shape;1753;p14"/>
            <p:cNvGrpSpPr/>
            <p:nvPr/>
          </p:nvGrpSpPr>
          <p:grpSpPr>
            <a:xfrm>
              <a:off x="5775707" y="2428623"/>
              <a:ext cx="778396" cy="1321607"/>
              <a:chOff x="5728098" y="3524079"/>
              <a:chExt cx="778396" cy="1321607"/>
            </a:xfrm>
          </p:grpSpPr>
          <p:grpSp>
            <p:nvGrpSpPr>
              <p:cNvPr id="1754" name="Google Shape;1754;p14"/>
              <p:cNvGrpSpPr/>
              <p:nvPr/>
            </p:nvGrpSpPr>
            <p:grpSpPr>
              <a:xfrm>
                <a:off x="5882065" y="3524079"/>
                <a:ext cx="468000" cy="773094"/>
                <a:chOff x="5755916" y="3285424"/>
                <a:chExt cx="468000" cy="773094"/>
              </a:xfrm>
            </p:grpSpPr>
            <p:sp>
              <p:nvSpPr>
                <p:cNvPr id="1755" name="Google Shape;1755;p14"/>
                <p:cNvSpPr/>
                <p:nvPr/>
              </p:nvSpPr>
              <p:spPr>
                <a:xfrm>
                  <a:off x="5755916" y="3285424"/>
                  <a:ext cx="468000" cy="468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56" name="Google Shape;1756;p14"/>
                <p:cNvGrpSpPr/>
                <p:nvPr/>
              </p:nvGrpSpPr>
              <p:grpSpPr>
                <a:xfrm>
                  <a:off x="5809916" y="3734518"/>
                  <a:ext cx="360000" cy="324000"/>
                  <a:chOff x="5827652" y="3885379"/>
                  <a:chExt cx="360000" cy="324000"/>
                </a:xfrm>
              </p:grpSpPr>
              <p:sp>
                <p:nvSpPr>
                  <p:cNvPr id="1757" name="Google Shape;1757;p14"/>
                  <p:cNvSpPr/>
                  <p:nvPr/>
                </p:nvSpPr>
                <p:spPr>
                  <a:xfrm>
                    <a:off x="5917652" y="3885379"/>
                    <a:ext cx="180000" cy="180000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8" name="Google Shape;1758;p14"/>
                  <p:cNvSpPr/>
                  <p:nvPr/>
                </p:nvSpPr>
                <p:spPr>
                  <a:xfrm>
                    <a:off x="5827652" y="4065379"/>
                    <a:ext cx="360000" cy="144000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759" name="Google Shape;1759;p14"/>
              <p:cNvGrpSpPr/>
              <p:nvPr/>
            </p:nvGrpSpPr>
            <p:grpSpPr>
              <a:xfrm>
                <a:off x="5728098" y="4268155"/>
                <a:ext cx="778396" cy="577531"/>
                <a:chOff x="5728098" y="4268155"/>
                <a:chExt cx="778396" cy="577531"/>
              </a:xfrm>
            </p:grpSpPr>
            <p:grpSp>
              <p:nvGrpSpPr>
                <p:cNvPr id="1760" name="Google Shape;1760;p14"/>
                <p:cNvGrpSpPr/>
                <p:nvPr/>
              </p:nvGrpSpPr>
              <p:grpSpPr>
                <a:xfrm>
                  <a:off x="5728098" y="4268155"/>
                  <a:ext cx="778396" cy="577531"/>
                  <a:chOff x="5728098" y="4268155"/>
                  <a:chExt cx="778396" cy="577531"/>
                </a:xfrm>
              </p:grpSpPr>
              <p:grpSp>
                <p:nvGrpSpPr>
                  <p:cNvPr id="1761" name="Google Shape;1761;p14"/>
                  <p:cNvGrpSpPr/>
                  <p:nvPr/>
                </p:nvGrpSpPr>
                <p:grpSpPr>
                  <a:xfrm>
                    <a:off x="5728098" y="4268155"/>
                    <a:ext cx="778396" cy="468000"/>
                    <a:chOff x="5728098" y="4268155"/>
                    <a:chExt cx="778396" cy="468000"/>
                  </a:xfrm>
                </p:grpSpPr>
                <p:sp>
                  <p:nvSpPr>
                    <p:cNvPr id="1762" name="Google Shape;1762;p14"/>
                    <p:cNvSpPr/>
                    <p:nvPr/>
                  </p:nvSpPr>
                  <p:spPr>
                    <a:xfrm>
                      <a:off x="5728098" y="4659003"/>
                      <a:ext cx="157695" cy="36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763" name="Google Shape;1763;p14"/>
                    <p:cNvSpPr/>
                    <p:nvPr/>
                  </p:nvSpPr>
                  <p:spPr>
                    <a:xfrm>
                      <a:off x="6348799" y="4661385"/>
                      <a:ext cx="157695" cy="36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764" name="Google Shape;1764;p14"/>
                    <p:cNvSpPr/>
                    <p:nvPr/>
                  </p:nvSpPr>
                  <p:spPr>
                    <a:xfrm>
                      <a:off x="5847296" y="4268155"/>
                      <a:ext cx="540000" cy="468000"/>
                    </a:xfrm>
                    <a:prstGeom prst="frame">
                      <a:avLst>
                        <a:gd fmla="val 7853" name="adj1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765" name="Google Shape;1765;p14"/>
                  <p:cNvGrpSpPr/>
                  <p:nvPr/>
                </p:nvGrpSpPr>
                <p:grpSpPr>
                  <a:xfrm>
                    <a:off x="5728099" y="4698144"/>
                    <a:ext cx="777647" cy="147542"/>
                    <a:chOff x="5728099" y="4698144"/>
                    <a:chExt cx="777647" cy="147542"/>
                  </a:xfrm>
                </p:grpSpPr>
                <p:sp>
                  <p:nvSpPr>
                    <p:cNvPr id="1766" name="Google Shape;1766;p14"/>
                    <p:cNvSpPr/>
                    <p:nvPr/>
                  </p:nvSpPr>
                  <p:spPr>
                    <a:xfrm>
                      <a:off x="5849450" y="4698833"/>
                      <a:ext cx="537845" cy="45719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767" name="Google Shape;1767;p14"/>
                    <p:cNvSpPr/>
                    <p:nvPr/>
                  </p:nvSpPr>
                  <p:spPr>
                    <a:xfrm>
                      <a:off x="5728099" y="4698144"/>
                      <a:ext cx="118291" cy="147542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768" name="Google Shape;1768;p14"/>
                    <p:cNvSpPr/>
                    <p:nvPr/>
                  </p:nvSpPr>
                  <p:spPr>
                    <a:xfrm>
                      <a:off x="6385142" y="4698144"/>
                      <a:ext cx="120604" cy="147542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769" name="Google Shape;1769;p14"/>
                <p:cNvGrpSpPr/>
                <p:nvPr/>
              </p:nvGrpSpPr>
              <p:grpSpPr>
                <a:xfrm>
                  <a:off x="5969948" y="4385231"/>
                  <a:ext cx="300588" cy="306875"/>
                  <a:chOff x="6707431" y="4143645"/>
                  <a:chExt cx="398381" cy="433766"/>
                </a:xfrm>
              </p:grpSpPr>
              <p:sp>
                <p:nvSpPr>
                  <p:cNvPr id="1770" name="Google Shape;1770;p14"/>
                  <p:cNvSpPr/>
                  <p:nvPr/>
                </p:nvSpPr>
                <p:spPr>
                  <a:xfrm>
                    <a:off x="6708632" y="4255261"/>
                    <a:ext cx="396000" cy="216000"/>
                  </a:xfrm>
                  <a:prstGeom prst="rect">
                    <a:avLst/>
                  </a:prstGeom>
                  <a:solidFill>
                    <a:srgbClr val="59595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71" name="Google Shape;1771;p14"/>
                  <p:cNvSpPr/>
                  <p:nvPr/>
                </p:nvSpPr>
                <p:spPr>
                  <a:xfrm>
                    <a:off x="6709813" y="4143645"/>
                    <a:ext cx="395999" cy="108000"/>
                  </a:xfrm>
                  <a:prstGeom prst="rect">
                    <a:avLst/>
                  </a:prstGeom>
                  <a:solidFill>
                    <a:srgbClr val="D8D8D8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72" name="Google Shape;1772;p14"/>
                  <p:cNvSpPr/>
                  <p:nvPr/>
                </p:nvSpPr>
                <p:spPr>
                  <a:xfrm>
                    <a:off x="6707431" y="4469411"/>
                    <a:ext cx="396000" cy="108000"/>
                  </a:xfrm>
                  <a:prstGeom prst="rect">
                    <a:avLst/>
                  </a:prstGeom>
                  <a:solidFill>
                    <a:srgbClr val="D8D8D8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1773" name="Google Shape;1773;p14"/>
            <p:cNvSpPr/>
            <p:nvPr/>
          </p:nvSpPr>
          <p:spPr>
            <a:xfrm>
              <a:off x="6139226" y="3643061"/>
              <a:ext cx="45719" cy="452104"/>
            </a:xfrm>
            <a:prstGeom prst="rect">
              <a:avLst/>
            </a:prstGeom>
            <a:solidFill>
              <a:srgbClr val="A5A5A5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74" name="Google Shape;1774;p14"/>
          <p:cNvGrpSpPr/>
          <p:nvPr/>
        </p:nvGrpSpPr>
        <p:grpSpPr>
          <a:xfrm>
            <a:off x="5482630" y="3435091"/>
            <a:ext cx="963722" cy="137200"/>
            <a:chOff x="2676061" y="4093308"/>
            <a:chExt cx="963722" cy="137200"/>
          </a:xfrm>
        </p:grpSpPr>
        <p:sp>
          <p:nvSpPr>
            <p:cNvPr id="1775" name="Google Shape;1775;p14"/>
            <p:cNvSpPr/>
            <p:nvPr/>
          </p:nvSpPr>
          <p:spPr>
            <a:xfrm>
              <a:off x="3235261" y="4093308"/>
              <a:ext cx="72000" cy="360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76" name="Google Shape;1776;p14"/>
            <p:cNvGrpSpPr/>
            <p:nvPr/>
          </p:nvGrpSpPr>
          <p:grpSpPr>
            <a:xfrm>
              <a:off x="2676061" y="4130452"/>
              <a:ext cx="963722" cy="100056"/>
              <a:chOff x="2676061" y="4130452"/>
              <a:chExt cx="963722" cy="100056"/>
            </a:xfrm>
          </p:grpSpPr>
          <p:grpSp>
            <p:nvGrpSpPr>
              <p:cNvPr id="1777" name="Google Shape;1777;p14"/>
              <p:cNvGrpSpPr/>
              <p:nvPr/>
            </p:nvGrpSpPr>
            <p:grpSpPr>
              <a:xfrm>
                <a:off x="2676061" y="4130452"/>
                <a:ext cx="963722" cy="75413"/>
                <a:chOff x="5775048" y="3892549"/>
                <a:chExt cx="778309" cy="59708"/>
              </a:xfrm>
            </p:grpSpPr>
            <p:sp>
              <p:nvSpPr>
                <p:cNvPr id="1778" name="Google Shape;1778;p14"/>
                <p:cNvSpPr/>
                <p:nvPr/>
              </p:nvSpPr>
              <p:spPr>
                <a:xfrm rot="-5400000">
                  <a:off x="6134348" y="3533249"/>
                  <a:ext cx="59708" cy="77830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9" name="Google Shape;1779;p14"/>
                <p:cNvSpPr/>
                <p:nvPr/>
              </p:nvSpPr>
              <p:spPr>
                <a:xfrm>
                  <a:off x="5845735" y="3901330"/>
                  <a:ext cx="36000" cy="36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0" name="Google Shape;1780;p14"/>
                <p:cNvSpPr/>
                <p:nvPr/>
              </p:nvSpPr>
              <p:spPr>
                <a:xfrm>
                  <a:off x="6446633" y="3904500"/>
                  <a:ext cx="36000" cy="36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781" name="Google Shape;1781;p14"/>
              <p:cNvSpPr/>
              <p:nvPr/>
            </p:nvSpPr>
            <p:spPr>
              <a:xfrm>
                <a:off x="3012721" y="4194508"/>
                <a:ext cx="72000" cy="36000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82" name="Google Shape;1782;p14"/>
          <p:cNvSpPr txBox="1"/>
          <p:nvPr>
            <p:ph type="ctrTitle"/>
          </p:nvPr>
        </p:nvSpPr>
        <p:spPr>
          <a:xfrm>
            <a:off x="690058" y="-219184"/>
            <a:ext cx="110685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haroni"/>
              <a:buNone/>
            </a:pPr>
            <a:r>
              <a:rPr lang="es-ES" sz="36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MANUAL</a:t>
            </a:r>
            <a:br>
              <a:rPr lang="es-ES" sz="36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3600">
                <a:latin typeface="Aharoni"/>
                <a:ea typeface="Aharoni"/>
                <a:cs typeface="Aharoni"/>
                <a:sym typeface="Aharoni"/>
              </a:rPr>
              <a:t>Garra </a:t>
            </a:r>
            <a:endParaRPr/>
          </a:p>
        </p:txBody>
      </p:sp>
      <p:sp>
        <p:nvSpPr>
          <p:cNvPr id="1783" name="Google Shape;1783;p14"/>
          <p:cNvSpPr txBox="1"/>
          <p:nvPr>
            <p:ph idx="1" type="subTitle"/>
          </p:nvPr>
        </p:nvSpPr>
        <p:spPr>
          <a:xfrm>
            <a:off x="362873" y="1589003"/>
            <a:ext cx="4949452" cy="4593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¿Botón M11 presionado y sensor S7 </a:t>
            </a:r>
            <a:r>
              <a:rPr lang="es-ES">
                <a:highlight>
                  <a:srgbClr val="FFFF00"/>
                </a:highlight>
              </a:rPr>
              <a:t>NO</a:t>
            </a:r>
            <a:r>
              <a:rPr lang="es-ES">
                <a:solidFill>
                  <a:srgbClr val="0070C0"/>
                </a:solidFill>
              </a:rPr>
              <a:t>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Cerrar garra (desplazamiento, abajo)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2.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¿Botón M12 presionado y sensor S6 </a:t>
            </a:r>
            <a:r>
              <a:rPr lang="es-ES">
                <a:highlight>
                  <a:srgbClr val="FFFF00"/>
                </a:highlight>
              </a:rPr>
              <a:t>NO</a:t>
            </a:r>
            <a:r>
              <a:rPr lang="es-ES">
                <a:solidFill>
                  <a:srgbClr val="0070C0"/>
                </a:solidFill>
              </a:rPr>
              <a:t>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rotar brazo en sentido antihorario.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3.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s-ES"/>
              <a:t>Limpiar registros E y F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rabicPeriod"/>
            </a:pPr>
            <a:r>
              <a:rPr b="1" lang="es-ES">
                <a:solidFill>
                  <a:srgbClr val="FF0000"/>
                </a:solidFill>
              </a:rPr>
              <a:t>retornar</a:t>
            </a:r>
            <a:endParaRPr/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784" name="Google Shape;1784;p14"/>
          <p:cNvSpPr/>
          <p:nvPr/>
        </p:nvSpPr>
        <p:spPr>
          <a:xfrm>
            <a:off x="7415680" y="1592404"/>
            <a:ext cx="252000" cy="252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14"/>
          <p:cNvSpPr txBox="1"/>
          <p:nvPr/>
        </p:nvSpPr>
        <p:spPr>
          <a:xfrm>
            <a:off x="10256892" y="1874827"/>
            <a:ext cx="1843588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S6</a:t>
            </a:r>
            <a:endParaRPr/>
          </a:p>
        </p:txBody>
      </p:sp>
      <p:grpSp>
        <p:nvGrpSpPr>
          <p:cNvPr id="1786" name="Google Shape;1786;p14"/>
          <p:cNvGrpSpPr/>
          <p:nvPr/>
        </p:nvGrpSpPr>
        <p:grpSpPr>
          <a:xfrm rot="10800000">
            <a:off x="6034194" y="940428"/>
            <a:ext cx="3033814" cy="2852888"/>
            <a:chOff x="5002696" y="1329092"/>
            <a:chExt cx="3033814" cy="2852888"/>
          </a:xfrm>
        </p:grpSpPr>
        <p:grpSp>
          <p:nvGrpSpPr>
            <p:cNvPr id="1787" name="Google Shape;1787;p14"/>
            <p:cNvGrpSpPr/>
            <p:nvPr/>
          </p:nvGrpSpPr>
          <p:grpSpPr>
            <a:xfrm rot="1767083">
              <a:off x="5471127" y="1982722"/>
              <a:ext cx="848023" cy="2128294"/>
              <a:chOff x="5739808" y="2428623"/>
              <a:chExt cx="848023" cy="2128294"/>
            </a:xfrm>
          </p:grpSpPr>
          <p:grpSp>
            <p:nvGrpSpPr>
              <p:cNvPr id="1788" name="Google Shape;1788;p14"/>
              <p:cNvGrpSpPr/>
              <p:nvPr/>
            </p:nvGrpSpPr>
            <p:grpSpPr>
              <a:xfrm>
                <a:off x="5739808" y="3709395"/>
                <a:ext cx="848023" cy="847523"/>
                <a:chOff x="5739808" y="3709395"/>
                <a:chExt cx="848023" cy="847523"/>
              </a:xfrm>
            </p:grpSpPr>
            <p:grpSp>
              <p:nvGrpSpPr>
                <p:cNvPr id="1789" name="Google Shape;1789;p14"/>
                <p:cNvGrpSpPr/>
                <p:nvPr/>
              </p:nvGrpSpPr>
              <p:grpSpPr>
                <a:xfrm>
                  <a:off x="5739808" y="3709395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1790" name="Google Shape;1790;p14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1791" name="Google Shape;1791;p14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792" name="Google Shape;1792;p14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793" name="Google Shape;1793;p14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94" name="Google Shape;1794;p14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95" name="Google Shape;1795;p14"/>
                <p:cNvGrpSpPr/>
                <p:nvPr/>
              </p:nvGrpSpPr>
              <p:grpSpPr>
                <a:xfrm flipH="1">
                  <a:off x="6235721" y="3709657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1796" name="Google Shape;1796;p14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1797" name="Google Shape;1797;p14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798" name="Google Shape;1798;p14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799" name="Google Shape;1799;p14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0" name="Google Shape;1800;p14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801" name="Google Shape;1801;p14"/>
              <p:cNvGrpSpPr/>
              <p:nvPr/>
            </p:nvGrpSpPr>
            <p:grpSpPr>
              <a:xfrm>
                <a:off x="5775048" y="2428623"/>
                <a:ext cx="779055" cy="1666542"/>
                <a:chOff x="5775048" y="2428623"/>
                <a:chExt cx="779055" cy="1666542"/>
              </a:xfrm>
            </p:grpSpPr>
            <p:grpSp>
              <p:nvGrpSpPr>
                <p:cNvPr id="1802" name="Google Shape;1802;p14"/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</p:grpSpPr>
              <p:grpSp>
                <p:nvGrpSpPr>
                  <p:cNvPr id="1803" name="Google Shape;1803;p14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1804" name="Google Shape;1804;p14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1805" name="Google Shape;1805;p14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1806" name="Google Shape;1806;p14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1807" name="Google Shape;1807;p14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808" name="Google Shape;1808;p14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1809" name="Google Shape;1809;p14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1810" name="Google Shape;1810;p14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1811" name="Google Shape;1811;p14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1812" name="Google Shape;1812;p14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813" name="Google Shape;1813;p14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814" name="Google Shape;1814;p14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815" name="Google Shape;1815;p14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1816" name="Google Shape;1816;p14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817" name="Google Shape;1817;p14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818" name="Google Shape;1818;p14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1819" name="Google Shape;1819;p14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1820" name="Google Shape;1820;p14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821" name="Google Shape;1821;p14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822" name="Google Shape;1822;p14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1823" name="Google Shape;1823;p14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824" name="Google Shape;1824;p14"/>
                <p:cNvGrpSpPr/>
                <p:nvPr/>
              </p:nvGrpSpPr>
              <p:grpSpPr>
                <a:xfrm>
                  <a:off x="5775048" y="3892549"/>
                  <a:ext cx="778309" cy="59708"/>
                  <a:chOff x="5775048" y="3892549"/>
                  <a:chExt cx="778309" cy="59708"/>
                </a:xfrm>
              </p:grpSpPr>
              <p:sp>
                <p:nvSpPr>
                  <p:cNvPr id="1825" name="Google Shape;1825;p14"/>
                  <p:cNvSpPr/>
                  <p:nvPr/>
                </p:nvSpPr>
                <p:spPr>
                  <a:xfrm rot="-5400000">
                    <a:off x="6134348" y="3533249"/>
                    <a:ext cx="59708" cy="7783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26" name="Google Shape;1826;p14"/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27" name="Google Shape;1827;p14"/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828" name="Google Shape;1828;p14"/>
            <p:cNvGrpSpPr/>
            <p:nvPr/>
          </p:nvGrpSpPr>
          <p:grpSpPr>
            <a:xfrm>
              <a:off x="5662747" y="1329092"/>
              <a:ext cx="2373762" cy="2377757"/>
              <a:chOff x="5662747" y="1329092"/>
              <a:chExt cx="2373762" cy="2377757"/>
            </a:xfrm>
          </p:grpSpPr>
          <p:grpSp>
            <p:nvGrpSpPr>
              <p:cNvPr id="1829" name="Google Shape;1829;p14"/>
              <p:cNvGrpSpPr/>
              <p:nvPr/>
            </p:nvGrpSpPr>
            <p:grpSpPr>
              <a:xfrm rot="2420597">
                <a:off x="6015587" y="1666532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1830" name="Google Shape;1830;p14"/>
                <p:cNvGrpSpPr/>
                <p:nvPr/>
              </p:nvGrpSpPr>
              <p:grpSpPr>
                <a:xfrm>
                  <a:off x="5811486" y="1624311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1831" name="Google Shape;1831;p14"/>
                  <p:cNvGrpSpPr/>
                  <p:nvPr/>
                </p:nvGrpSpPr>
                <p:grpSpPr>
                  <a:xfrm rot="-3495342">
                    <a:off x="6006485" y="1890354"/>
                    <a:ext cx="1278085" cy="1170790"/>
                    <a:chOff x="5701956" y="1773008"/>
                    <a:chExt cx="2320919" cy="2112818"/>
                  </a:xfrm>
                </p:grpSpPr>
                <p:grpSp>
                  <p:nvGrpSpPr>
                    <p:cNvPr id="1832" name="Google Shape;1832;p14"/>
                    <p:cNvGrpSpPr/>
                    <p:nvPr/>
                  </p:nvGrpSpPr>
                  <p:grpSpPr>
                    <a:xfrm>
                      <a:off x="5701956" y="1773008"/>
                      <a:ext cx="2320919" cy="2112818"/>
                      <a:chOff x="5797343" y="2178392"/>
                      <a:chExt cx="2320919" cy="2112818"/>
                    </a:xfrm>
                  </p:grpSpPr>
                  <p:grpSp>
                    <p:nvGrpSpPr>
                      <p:cNvPr id="1833" name="Google Shape;1833;p14"/>
                      <p:cNvGrpSpPr/>
                      <p:nvPr/>
                    </p:nvGrpSpPr>
                    <p:grpSpPr>
                      <a:xfrm>
                        <a:off x="5797343" y="2178392"/>
                        <a:ext cx="2320919" cy="2112818"/>
                        <a:chOff x="5587545" y="1682358"/>
                        <a:chExt cx="2320919" cy="2112818"/>
                      </a:xfrm>
                    </p:grpSpPr>
                    <p:sp>
                      <p:nvSpPr>
                        <p:cNvPr id="1834" name="Google Shape;1834;p14"/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1835" name="Google Shape;1835;p14"/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1836" name="Google Shape;1836;p14"/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1837" name="Google Shape;1837;p14"/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838" name="Google Shape;1838;p14"/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839" name="Google Shape;1839;p14"/>
                <p:cNvSpPr/>
                <p:nvPr/>
              </p:nvSpPr>
              <p:spPr>
                <a:xfrm>
                  <a:off x="6027038" y="2602851"/>
                  <a:ext cx="144000" cy="1440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40" name="Google Shape;1840;p14"/>
              <p:cNvSpPr/>
              <p:nvPr/>
            </p:nvSpPr>
            <p:spPr>
              <a:xfrm>
                <a:off x="7413976" y="2713934"/>
                <a:ext cx="108000" cy="108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41" name="Google Shape;1841;p14"/>
          <p:cNvGrpSpPr/>
          <p:nvPr/>
        </p:nvGrpSpPr>
        <p:grpSpPr>
          <a:xfrm>
            <a:off x="6726180" y="869986"/>
            <a:ext cx="2873821" cy="2668540"/>
            <a:chOff x="5701956" y="1773008"/>
            <a:chExt cx="2320919" cy="2112818"/>
          </a:xfrm>
        </p:grpSpPr>
        <p:grpSp>
          <p:nvGrpSpPr>
            <p:cNvPr id="1842" name="Google Shape;1842;p14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1843" name="Google Shape;1843;p14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1844" name="Google Shape;1844;p14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5" name="Google Shape;1845;p14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46" name="Google Shape;1846;p14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solidFill>
                <a:srgbClr val="A5A5A5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47" name="Google Shape;1847;p14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rgbClr val="A5A5A5"/>
            </a:solidFill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8" name="Google Shape;1848;p14"/>
          <p:cNvGrpSpPr/>
          <p:nvPr/>
        </p:nvGrpSpPr>
        <p:grpSpPr>
          <a:xfrm>
            <a:off x="8262208" y="2414488"/>
            <a:ext cx="1476566" cy="1729382"/>
            <a:chOff x="7991273" y="3108960"/>
            <a:chExt cx="1192486" cy="1369240"/>
          </a:xfrm>
        </p:grpSpPr>
        <p:grpSp>
          <p:nvGrpSpPr>
            <p:cNvPr id="1849" name="Google Shape;1849;p14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1850" name="Google Shape;1850;p14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51" name="Google Shape;1851;p14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1852" name="Google Shape;1852;p14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3" name="Google Shape;1853;p14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854" name="Google Shape;1854;p14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1855" name="Google Shape;1855;p14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1856" name="Google Shape;1856;p14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7" name="Google Shape;1857;p14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58" name="Google Shape;1858;p14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1859" name="Google Shape;1859;p14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0" name="Google Shape;1860;p14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1" name="Google Shape;1861;p14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62" name="Google Shape;1862;p14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1863" name="Google Shape;1863;p14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4" name="Google Shape;1864;p14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5" name="Google Shape;1865;p14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66" name="Google Shape;1866;p14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1867" name="Google Shape;1867;p14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8" name="Google Shape;1868;p14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9" name="Google Shape;1869;p14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70" name="Google Shape;1870;p14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1871" name="Google Shape;1871;p14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2" name="Google Shape;1872;p14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3" name="Google Shape;1873;p14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874" name="Google Shape;1874;p14"/>
          <p:cNvGrpSpPr/>
          <p:nvPr/>
        </p:nvGrpSpPr>
        <p:grpSpPr>
          <a:xfrm>
            <a:off x="5563140" y="539341"/>
            <a:ext cx="2065462" cy="2150773"/>
            <a:chOff x="5811486" y="1624311"/>
            <a:chExt cx="1668083" cy="1702876"/>
          </a:xfrm>
        </p:grpSpPr>
        <p:grpSp>
          <p:nvGrpSpPr>
            <p:cNvPr id="1875" name="Google Shape;1875;p14"/>
            <p:cNvGrpSpPr/>
            <p:nvPr/>
          </p:nvGrpSpPr>
          <p:grpSpPr>
            <a:xfrm>
              <a:off x="5811486" y="1624311"/>
              <a:ext cx="1668083" cy="1702876"/>
              <a:chOff x="5811486" y="1624311"/>
              <a:chExt cx="1668083" cy="1702876"/>
            </a:xfrm>
          </p:grpSpPr>
          <p:grpSp>
            <p:nvGrpSpPr>
              <p:cNvPr id="1876" name="Google Shape;1876;p14"/>
              <p:cNvGrpSpPr/>
              <p:nvPr/>
            </p:nvGrpSpPr>
            <p:grpSpPr>
              <a:xfrm rot="-3495342">
                <a:off x="6006485" y="1890354"/>
                <a:ext cx="1278085" cy="1170790"/>
                <a:chOff x="5701956" y="1773008"/>
                <a:chExt cx="2320919" cy="2112818"/>
              </a:xfrm>
            </p:grpSpPr>
            <p:grpSp>
              <p:nvGrpSpPr>
                <p:cNvPr id="1877" name="Google Shape;1877;p14"/>
                <p:cNvGrpSpPr/>
                <p:nvPr/>
              </p:nvGrpSpPr>
              <p:grpSpPr>
                <a:xfrm>
                  <a:off x="5701956" y="1773008"/>
                  <a:ext cx="2320919" cy="2112818"/>
                  <a:chOff x="5797343" y="2178392"/>
                  <a:chExt cx="2320919" cy="2112818"/>
                </a:xfrm>
              </p:grpSpPr>
              <p:grpSp>
                <p:nvGrpSpPr>
                  <p:cNvPr id="1878" name="Google Shape;1878;p14"/>
                  <p:cNvGrpSpPr/>
                  <p:nvPr/>
                </p:nvGrpSpPr>
                <p:grpSpPr>
                  <a:xfrm>
                    <a:off x="5797343" y="2178392"/>
                    <a:ext cx="2320919" cy="2112818"/>
                    <a:chOff x="5587545" y="1682358"/>
                    <a:chExt cx="2320919" cy="2112818"/>
                  </a:xfrm>
                </p:grpSpPr>
                <p:sp>
                  <p:nvSpPr>
                    <p:cNvPr id="1879" name="Google Shape;1879;p14"/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880" name="Google Shape;1880;p14"/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1881" name="Google Shape;1881;p14"/>
                  <p:cNvSpPr/>
                  <p:nvPr/>
                </p:nvSpPr>
                <p:spPr>
                  <a:xfrm>
                    <a:off x="5819210" y="2270542"/>
                    <a:ext cx="611999" cy="612001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882" name="Google Shape;1882;p14"/>
                <p:cNvSpPr/>
                <p:nvPr/>
              </p:nvSpPr>
              <p:spPr>
                <a:xfrm rot="7723891">
                  <a:off x="6283368" y="1841295"/>
                  <a:ext cx="919947" cy="1825612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83" name="Google Shape;1883;p14"/>
              <p:cNvSpPr/>
              <p:nvPr/>
            </p:nvSpPr>
            <p:spPr>
              <a:xfrm>
                <a:off x="6945606" y="2185786"/>
                <a:ext cx="288000" cy="288000"/>
              </a:xfrm>
              <a:prstGeom prst="ellipse">
                <a:avLst/>
              </a:prstGeom>
              <a:solidFill>
                <a:srgbClr val="3F3F3F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84" name="Google Shape;1884;p14"/>
            <p:cNvSpPr/>
            <p:nvPr/>
          </p:nvSpPr>
          <p:spPr>
            <a:xfrm>
              <a:off x="6089175" y="2570070"/>
              <a:ext cx="144000" cy="144000"/>
            </a:xfrm>
            <a:prstGeom prst="ellipse">
              <a:avLst/>
            </a:prstGeom>
            <a:solidFill>
              <a:srgbClr val="3F3F3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5" name="Google Shape;1885;p14"/>
          <p:cNvSpPr/>
          <p:nvPr/>
        </p:nvSpPr>
        <p:spPr>
          <a:xfrm>
            <a:off x="6157474" y="1683607"/>
            <a:ext cx="133728" cy="136407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14"/>
          <p:cNvSpPr/>
          <p:nvPr/>
        </p:nvSpPr>
        <p:spPr>
          <a:xfrm>
            <a:off x="5924362" y="2321643"/>
            <a:ext cx="133728" cy="136407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p14"/>
          <p:cNvSpPr/>
          <p:nvPr/>
        </p:nvSpPr>
        <p:spPr>
          <a:xfrm>
            <a:off x="8070008" y="4007147"/>
            <a:ext cx="133728" cy="136407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14"/>
          <p:cNvSpPr/>
          <p:nvPr/>
        </p:nvSpPr>
        <p:spPr>
          <a:xfrm>
            <a:off x="8931386" y="2517243"/>
            <a:ext cx="133728" cy="136407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14"/>
          <p:cNvSpPr/>
          <p:nvPr/>
        </p:nvSpPr>
        <p:spPr>
          <a:xfrm>
            <a:off x="6950051" y="1134921"/>
            <a:ext cx="133728" cy="136407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0" name="Google Shape;1890;p14"/>
          <p:cNvSpPr/>
          <p:nvPr/>
        </p:nvSpPr>
        <p:spPr>
          <a:xfrm>
            <a:off x="10152303" y="2709503"/>
            <a:ext cx="216000" cy="216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14"/>
          <p:cNvSpPr/>
          <p:nvPr/>
        </p:nvSpPr>
        <p:spPr>
          <a:xfrm>
            <a:off x="10150846" y="2014866"/>
            <a:ext cx="216000" cy="216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92" name="Google Shape;1892;p14"/>
          <p:cNvGrpSpPr/>
          <p:nvPr/>
        </p:nvGrpSpPr>
        <p:grpSpPr>
          <a:xfrm>
            <a:off x="7504410" y="4191043"/>
            <a:ext cx="4457611" cy="2682662"/>
            <a:chOff x="7379270" y="4515549"/>
            <a:chExt cx="3600000" cy="2124000"/>
          </a:xfrm>
        </p:grpSpPr>
        <p:sp>
          <p:nvSpPr>
            <p:cNvPr id="1893" name="Google Shape;1893;p14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4" name="Google Shape;1894;p14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95" name="Google Shape;1895;p14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1896" name="Google Shape;1896;p14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1897" name="Google Shape;1897;p14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1898" name="Google Shape;1898;p14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99" name="Google Shape;1899;p14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900" name="Google Shape;1900;p14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1901" name="Google Shape;1901;p14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1902" name="Google Shape;1902;p14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03" name="Google Shape;1903;p14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1904" name="Google Shape;1904;p14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1905" name="Google Shape;1905;p14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906" name="Google Shape;1906;p14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1907" name="Google Shape;1907;p14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1908" name="Google Shape;1908;p14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9" name="Google Shape;1909;p14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10" name="Google Shape;1910;p14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1911" name="Google Shape;1911;p14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2" name="Google Shape;1912;p14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3" name="Google Shape;1913;p14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14" name="Google Shape;1914;p14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5" name="Google Shape;1915;p14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1916" name="Google Shape;1916;p14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1917" name="Google Shape;1917;p14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8" name="Google Shape;1918;p14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919" name="Google Shape;1919;p14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20" name="Google Shape;1920;p14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1921" name="Google Shape;1921;p14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14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14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4" name="Google Shape;1924;p14"/>
          <p:cNvSpPr txBox="1"/>
          <p:nvPr/>
        </p:nvSpPr>
        <p:spPr>
          <a:xfrm>
            <a:off x="10272828" y="2558949"/>
            <a:ext cx="1843588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S7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7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7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7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17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p15"/>
          <p:cNvSpPr txBox="1"/>
          <p:nvPr>
            <p:ph type="ctrTitle"/>
          </p:nvPr>
        </p:nvSpPr>
        <p:spPr>
          <a:xfrm>
            <a:off x="101610" y="82380"/>
            <a:ext cx="4011517" cy="7778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Flujograma </a:t>
            </a:r>
            <a:endParaRPr/>
          </a:p>
        </p:txBody>
      </p:sp>
      <p:pic>
        <p:nvPicPr>
          <p:cNvPr id="1930" name="Google Shape;19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1276" y="1316861"/>
            <a:ext cx="5781675" cy="427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1" name="Google Shape;1931;p15"/>
          <p:cNvSpPr txBox="1"/>
          <p:nvPr>
            <p:ph idx="1" type="subTitle"/>
          </p:nvPr>
        </p:nvSpPr>
        <p:spPr>
          <a:xfrm>
            <a:off x="432935" y="1298718"/>
            <a:ext cx="4949452" cy="4593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¿Botón M11 presionado y sensor S7 </a:t>
            </a:r>
            <a:r>
              <a:rPr lang="es-ES">
                <a:highlight>
                  <a:srgbClr val="FFFF00"/>
                </a:highlight>
              </a:rPr>
              <a:t>NO</a:t>
            </a:r>
            <a:r>
              <a:rPr lang="es-ES">
                <a:solidFill>
                  <a:srgbClr val="0070C0"/>
                </a:solidFill>
              </a:rPr>
              <a:t>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Cerrar garra (desplazamiento, abajo)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2.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¿Botón M12 presionado y sensor S6 </a:t>
            </a:r>
            <a:r>
              <a:rPr lang="es-ES">
                <a:highlight>
                  <a:srgbClr val="FFFF00"/>
                </a:highlight>
              </a:rPr>
              <a:t>NO</a:t>
            </a:r>
            <a:r>
              <a:rPr lang="es-ES">
                <a:solidFill>
                  <a:srgbClr val="0070C0"/>
                </a:solidFill>
              </a:rPr>
              <a:t>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rotar brazo en sentido antihorario.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3.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s-ES"/>
              <a:t>Limpiar registros E y F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rabicPeriod"/>
            </a:pPr>
            <a:r>
              <a:rPr b="1" lang="es-ES">
                <a:solidFill>
                  <a:srgbClr val="FF0000"/>
                </a:solidFill>
              </a:rPr>
              <a:t>retornar</a:t>
            </a:r>
            <a:endParaRPr/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p16"/>
          <p:cNvSpPr txBox="1"/>
          <p:nvPr>
            <p:ph type="ctrTitle"/>
          </p:nvPr>
        </p:nvSpPr>
        <p:spPr>
          <a:xfrm>
            <a:off x="543339" y="182216"/>
            <a:ext cx="11105322" cy="86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haroni"/>
              <a:buNone/>
            </a:pPr>
            <a:r>
              <a:rPr lang="es-ES" sz="4800">
                <a:latin typeface="Aharoni"/>
                <a:ea typeface="Aharoni"/>
                <a:cs typeface="Aharoni"/>
                <a:sym typeface="Aharoni"/>
              </a:rPr>
              <a:t>Configuración inicial del PIC 16f1946</a:t>
            </a:r>
            <a:endParaRPr/>
          </a:p>
        </p:txBody>
      </p:sp>
      <p:sp>
        <p:nvSpPr>
          <p:cNvPr id="1937" name="Google Shape;1937;p16"/>
          <p:cNvSpPr txBox="1"/>
          <p:nvPr>
            <p:ph idx="1" type="subTitle"/>
          </p:nvPr>
        </p:nvSpPr>
        <p:spPr>
          <a:xfrm>
            <a:off x="2345635" y="992246"/>
            <a:ext cx="7659756" cy="9947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b="1" lang="es-ES" sz="44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Puertos de I/O</a:t>
            </a:r>
            <a:endParaRPr b="1" sz="6000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938" name="Google Shape;1938;p16"/>
          <p:cNvSpPr txBox="1"/>
          <p:nvPr/>
        </p:nvSpPr>
        <p:spPr>
          <a:xfrm>
            <a:off x="331304" y="1751949"/>
            <a:ext cx="11317357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puerto cuenta con tres registros estándar para su funcionamiento.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16"/>
          <p:cNvSpPr txBox="1"/>
          <p:nvPr/>
        </p:nvSpPr>
        <p:spPr>
          <a:xfrm>
            <a:off x="331304" y="2221949"/>
            <a:ext cx="6096000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Estos registros son:</a:t>
            </a:r>
            <a:endParaRPr/>
          </a:p>
        </p:txBody>
      </p:sp>
      <p:sp>
        <p:nvSpPr>
          <p:cNvPr id="1940" name="Google Shape;1940;p16"/>
          <p:cNvSpPr txBox="1"/>
          <p:nvPr/>
        </p:nvSpPr>
        <p:spPr>
          <a:xfrm>
            <a:off x="2491408" y="2796979"/>
            <a:ext cx="7871792" cy="1260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Registros </a:t>
            </a:r>
            <a:r>
              <a:rPr b="1" i="0" lang="es-E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TRIS</a:t>
            </a:r>
            <a:r>
              <a:rPr b="1" i="0" lang="es-E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(dirección de datos)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Registros</a:t>
            </a:r>
            <a:r>
              <a:rPr b="1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s-ES" sz="24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PORT</a:t>
            </a:r>
            <a:r>
              <a:rPr b="1" i="0" lang="es-E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(lee los niveles en los pines del dispositivo)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Registros </a:t>
            </a:r>
            <a:r>
              <a:rPr b="1" i="0" lang="es-ES" sz="24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LAT</a:t>
            </a:r>
            <a:r>
              <a:rPr b="1" i="0" lang="es-E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(latch de salida)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1" name="Google Shape;1941;p16"/>
          <p:cNvSpPr txBox="1"/>
          <p:nvPr/>
        </p:nvSpPr>
        <p:spPr>
          <a:xfrm>
            <a:off x="437322" y="4405219"/>
            <a:ext cx="113173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Algunos puertos pueden tener uno o más de los siguientes registros adicionales: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2" name="Google Shape;1942;p16"/>
          <p:cNvSpPr txBox="1"/>
          <p:nvPr/>
        </p:nvSpPr>
        <p:spPr>
          <a:xfrm>
            <a:off x="2491408" y="5433167"/>
            <a:ext cx="6096000" cy="865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Registros </a:t>
            </a:r>
            <a:r>
              <a:rPr b="1" lang="es-ES" sz="2400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ANSEL</a:t>
            </a:r>
            <a:r>
              <a:rPr b="1"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(selección analógica)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Registros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ES" sz="2400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WPU</a:t>
            </a:r>
            <a:r>
              <a:rPr b="1"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(tracción débil)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16"/>
          <p:cNvSpPr txBox="1"/>
          <p:nvPr/>
        </p:nvSpPr>
        <p:spPr>
          <a:xfrm>
            <a:off x="437322" y="4910118"/>
            <a:ext cx="6096000" cy="4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Estos registros son: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17"/>
          <p:cNvSpPr txBox="1"/>
          <p:nvPr>
            <p:ph type="ctrTitle"/>
          </p:nvPr>
        </p:nvSpPr>
        <p:spPr>
          <a:xfrm>
            <a:off x="543339" y="182216"/>
            <a:ext cx="11105322" cy="86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haroni"/>
              <a:buNone/>
            </a:pPr>
            <a:r>
              <a:rPr lang="es-ES" sz="4800">
                <a:latin typeface="Aharoni"/>
                <a:ea typeface="Aharoni"/>
                <a:cs typeface="Aharoni"/>
                <a:sym typeface="Aharoni"/>
              </a:rPr>
              <a:t>Configuración inicial del PIC 16f1946</a:t>
            </a:r>
            <a:endParaRPr/>
          </a:p>
        </p:txBody>
      </p:sp>
      <p:sp>
        <p:nvSpPr>
          <p:cNvPr id="1949" name="Google Shape;1949;p17"/>
          <p:cNvSpPr txBox="1"/>
          <p:nvPr>
            <p:ph idx="1" type="subTitle"/>
          </p:nvPr>
        </p:nvSpPr>
        <p:spPr>
          <a:xfrm>
            <a:off x="2345635" y="992246"/>
            <a:ext cx="7659756" cy="650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s-ES" sz="2800">
                <a:solidFill>
                  <a:srgbClr val="FF0000"/>
                </a:solidFill>
              </a:rPr>
              <a:t>Configuración de puertos de entrada/salida I/O</a:t>
            </a:r>
            <a:endParaRPr/>
          </a:p>
        </p:txBody>
      </p:sp>
      <p:sp>
        <p:nvSpPr>
          <p:cNvPr id="1950" name="Google Shape;1950;p17"/>
          <p:cNvSpPr txBox="1"/>
          <p:nvPr/>
        </p:nvSpPr>
        <p:spPr>
          <a:xfrm>
            <a:off x="198783" y="1456427"/>
            <a:ext cx="11449878" cy="864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configurar los puertos de I/O del microcontrolador, este asocia tres registros que se describen a continuación:</a:t>
            </a:r>
            <a:endParaRPr/>
          </a:p>
        </p:txBody>
      </p:sp>
      <p:sp>
        <p:nvSpPr>
          <p:cNvPr id="1951" name="Google Shape;1951;p17"/>
          <p:cNvSpPr txBox="1"/>
          <p:nvPr/>
        </p:nvSpPr>
        <p:spPr>
          <a:xfrm>
            <a:off x="2736572" y="3937394"/>
            <a:ext cx="695739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TRIS</a:t>
            </a:r>
            <a:r>
              <a:rPr b="1"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Registro de dirección de datos de PORT</a:t>
            </a:r>
            <a:r>
              <a:rPr b="1"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TRISx = 0:  Pin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PORTx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configurado como </a:t>
            </a:r>
            <a:r>
              <a:rPr b="1"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salida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TRISx = 1: Pin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PORTx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configurado como </a:t>
            </a:r>
            <a:r>
              <a:rPr b="1" lang="es-ES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entrada</a:t>
            </a:r>
            <a:endParaRPr/>
          </a:p>
        </p:txBody>
      </p:sp>
      <p:sp>
        <p:nvSpPr>
          <p:cNvPr id="1952" name="Google Shape;1952;p17"/>
          <p:cNvSpPr txBox="1"/>
          <p:nvPr/>
        </p:nvSpPr>
        <p:spPr>
          <a:xfrm>
            <a:off x="768627" y="2196336"/>
            <a:ext cx="189506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TRIS</a:t>
            </a:r>
            <a:r>
              <a:rPr b="1" lang="es-ES" sz="5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graphicFrame>
        <p:nvGraphicFramePr>
          <p:cNvPr id="1953" name="Google Shape;1953;p17"/>
          <p:cNvGraphicFramePr/>
          <p:nvPr/>
        </p:nvGraphicFramePr>
        <p:xfrm>
          <a:off x="3123097" y="21963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{05FDC67B-3DD0-4242-BC27-FB84868C3B8F}</a:tableStyleId>
              </a:tblPr>
              <a:tblGrid>
                <a:gridCol w="1017650"/>
                <a:gridCol w="1017650"/>
                <a:gridCol w="1017650"/>
                <a:gridCol w="1017650"/>
                <a:gridCol w="1017650"/>
                <a:gridCol w="1017650"/>
                <a:gridCol w="1017650"/>
                <a:gridCol w="1017650"/>
              </a:tblGrid>
              <a:tr h="461200">
                <a:tc gridSpan="8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3200" u="none" cap="none" strike="noStrike">
                          <a:solidFill>
                            <a:schemeClr val="dk1"/>
                          </a:solidFill>
                        </a:rPr>
                        <a:t>TRIS</a:t>
                      </a:r>
                      <a:r>
                        <a:rPr b="1" lang="es-ES" sz="3200" u="none" cap="none" strike="noStrike">
                          <a:solidFill>
                            <a:srgbClr val="FF0000"/>
                          </a:solidFill>
                        </a:rPr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74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4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954" name="Google Shape;1954;p17"/>
          <p:cNvSpPr txBox="1"/>
          <p:nvPr/>
        </p:nvSpPr>
        <p:spPr>
          <a:xfrm>
            <a:off x="309218" y="3001753"/>
            <a:ext cx="25974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A,B,C,D,E,F y G</a:t>
            </a:r>
            <a:endParaRPr b="1" sz="2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17"/>
          <p:cNvSpPr txBox="1"/>
          <p:nvPr/>
        </p:nvSpPr>
        <p:spPr>
          <a:xfrm>
            <a:off x="309218" y="4878112"/>
            <a:ext cx="11688417" cy="1797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ES" sz="24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Ejemplo: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TRIS</a:t>
            </a:r>
            <a:r>
              <a:rPr b="1"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1 : Pin de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</a:t>
            </a:r>
            <a:r>
              <a:rPr b="1"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configurado como entrada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TRIS</a:t>
            </a:r>
            <a:r>
              <a:rPr b="1"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00001111b o 0x0fh : Pin de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</a:t>
            </a:r>
            <a:r>
              <a:rPr b="1"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configurado como entrada en los 4 LSB y configurado como salida en los 4 MSB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9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18"/>
          <p:cNvSpPr txBox="1"/>
          <p:nvPr>
            <p:ph type="ctrTitle"/>
          </p:nvPr>
        </p:nvSpPr>
        <p:spPr>
          <a:xfrm>
            <a:off x="543339" y="182217"/>
            <a:ext cx="11105322" cy="8258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haroni"/>
              <a:buNone/>
            </a:pPr>
            <a:r>
              <a:rPr lang="es-ES" sz="4800">
                <a:latin typeface="Aharoni"/>
                <a:ea typeface="Aharoni"/>
                <a:cs typeface="Aharoni"/>
                <a:sym typeface="Aharoni"/>
              </a:rPr>
              <a:t>Configuración inicial del PIC 16f1946</a:t>
            </a:r>
            <a:endParaRPr/>
          </a:p>
        </p:txBody>
      </p:sp>
      <p:sp>
        <p:nvSpPr>
          <p:cNvPr id="1961" name="Google Shape;1961;p18"/>
          <p:cNvSpPr txBox="1"/>
          <p:nvPr>
            <p:ph idx="1" type="subTitle"/>
          </p:nvPr>
        </p:nvSpPr>
        <p:spPr>
          <a:xfrm>
            <a:off x="2323547" y="938714"/>
            <a:ext cx="7659756" cy="650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s-ES" sz="2800">
                <a:solidFill>
                  <a:srgbClr val="FF0000"/>
                </a:solidFill>
              </a:rPr>
              <a:t>Configuración de puertos de entrada/salida I/O</a:t>
            </a:r>
            <a:endParaRPr/>
          </a:p>
        </p:txBody>
      </p:sp>
      <p:sp>
        <p:nvSpPr>
          <p:cNvPr id="1962" name="Google Shape;1962;p18"/>
          <p:cNvSpPr txBox="1"/>
          <p:nvPr/>
        </p:nvSpPr>
        <p:spPr>
          <a:xfrm>
            <a:off x="432901" y="2302130"/>
            <a:ext cx="273436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PORT</a:t>
            </a:r>
            <a:r>
              <a:rPr b="1" lang="es-ES" sz="5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graphicFrame>
        <p:nvGraphicFramePr>
          <p:cNvPr id="1963" name="Google Shape;1963;p18"/>
          <p:cNvGraphicFramePr/>
          <p:nvPr/>
        </p:nvGraphicFramePr>
        <p:xfrm>
          <a:off x="3507413" y="21705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{05FDC67B-3DD0-4242-BC27-FB84868C3B8F}</a:tableStyleId>
              </a:tblPr>
              <a:tblGrid>
                <a:gridCol w="1017650"/>
                <a:gridCol w="1017650"/>
                <a:gridCol w="1017650"/>
                <a:gridCol w="1017650"/>
                <a:gridCol w="1017650"/>
                <a:gridCol w="1017650"/>
                <a:gridCol w="1017650"/>
                <a:gridCol w="1017650"/>
              </a:tblGrid>
              <a:tr h="461200">
                <a:tc gridSpan="8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3200" u="none" cap="none" strike="noStrike">
                          <a:solidFill>
                            <a:schemeClr val="dk1"/>
                          </a:solidFill>
                        </a:rPr>
                        <a:t>PORT</a:t>
                      </a:r>
                      <a:r>
                        <a:rPr b="1" lang="es-ES" sz="3200" u="none" cap="none" strike="noStrike">
                          <a:solidFill>
                            <a:srgbClr val="FF0000"/>
                          </a:solidFill>
                        </a:rPr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74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4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964" name="Google Shape;1964;p18"/>
          <p:cNvSpPr txBox="1"/>
          <p:nvPr/>
        </p:nvSpPr>
        <p:spPr>
          <a:xfrm>
            <a:off x="481495" y="3067647"/>
            <a:ext cx="25974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A,B,C,D,E,F y G</a:t>
            </a:r>
            <a:endParaRPr b="1" sz="2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18"/>
          <p:cNvSpPr txBox="1"/>
          <p:nvPr/>
        </p:nvSpPr>
        <p:spPr>
          <a:xfrm>
            <a:off x="309217" y="1448948"/>
            <a:ext cx="1133944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PORT</a:t>
            </a:r>
            <a:r>
              <a:rPr b="1"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.- Puerto bidireccional de 8 bits, sirve para leer niveles en los pines del dispositivo.</a:t>
            </a:r>
            <a:r>
              <a:rPr b="1"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966" name="Google Shape;1966;p18"/>
          <p:cNvSpPr txBox="1"/>
          <p:nvPr/>
        </p:nvSpPr>
        <p:spPr>
          <a:xfrm>
            <a:off x="432901" y="5457304"/>
            <a:ext cx="11688417" cy="865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Nota 1:</a:t>
            </a:r>
            <a:r>
              <a:rPr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escrituras en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</a:t>
            </a:r>
            <a:r>
              <a:rPr b="1"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realidad se escriben en el registro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LAT</a:t>
            </a:r>
            <a:r>
              <a:rPr b="1"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correspondiente. Las lecturas del registro PORTA son el retorno de los valores reales de los pines de E/S.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p18"/>
          <p:cNvSpPr txBox="1"/>
          <p:nvPr/>
        </p:nvSpPr>
        <p:spPr>
          <a:xfrm>
            <a:off x="2361094" y="4058187"/>
            <a:ext cx="723568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 7-0 		R</a:t>
            </a:r>
            <a:r>
              <a:rPr b="1"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&lt;7:0&gt;: Bits de valor de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</a:t>
            </a:r>
            <a:r>
              <a:rPr b="1"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I/O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   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El pin del puerto es &gt; VIH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   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El pin del puerto es &lt;VIL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19"/>
          <p:cNvSpPr txBox="1"/>
          <p:nvPr>
            <p:ph type="ctrTitle"/>
          </p:nvPr>
        </p:nvSpPr>
        <p:spPr>
          <a:xfrm>
            <a:off x="543339" y="182216"/>
            <a:ext cx="11105322" cy="864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haroni"/>
              <a:buNone/>
            </a:pPr>
            <a:r>
              <a:rPr lang="es-ES" sz="4800">
                <a:latin typeface="Aharoni"/>
                <a:ea typeface="Aharoni"/>
                <a:cs typeface="Aharoni"/>
                <a:sym typeface="Aharoni"/>
              </a:rPr>
              <a:t>Configuración inicial del PIC 16f1946</a:t>
            </a:r>
            <a:endParaRPr/>
          </a:p>
        </p:txBody>
      </p:sp>
      <p:sp>
        <p:nvSpPr>
          <p:cNvPr id="1973" name="Google Shape;1973;p19"/>
          <p:cNvSpPr txBox="1"/>
          <p:nvPr>
            <p:ph idx="1" type="subTitle"/>
          </p:nvPr>
        </p:nvSpPr>
        <p:spPr>
          <a:xfrm>
            <a:off x="2345635" y="992246"/>
            <a:ext cx="7659756" cy="6505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b="1" lang="es-ES" sz="2800">
                <a:solidFill>
                  <a:srgbClr val="FF0000"/>
                </a:solidFill>
              </a:rPr>
              <a:t>Configuración de puertos de entrada/salida I/O</a:t>
            </a:r>
            <a:endParaRPr/>
          </a:p>
        </p:txBody>
      </p:sp>
      <p:sp>
        <p:nvSpPr>
          <p:cNvPr id="1974" name="Google Shape;1974;p19"/>
          <p:cNvSpPr txBox="1"/>
          <p:nvPr/>
        </p:nvSpPr>
        <p:spPr>
          <a:xfrm>
            <a:off x="198783" y="1456427"/>
            <a:ext cx="11449878" cy="864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registro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ANSEL</a:t>
            </a:r>
            <a:r>
              <a:rPr b="1"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utiliza para configurar el modo de entrada de un pin de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E/S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analógico.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5" name="Google Shape;1975;p19"/>
          <p:cNvSpPr txBox="1"/>
          <p:nvPr/>
        </p:nvSpPr>
        <p:spPr>
          <a:xfrm>
            <a:off x="430696" y="2196336"/>
            <a:ext cx="235447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ANSEL</a:t>
            </a:r>
            <a:r>
              <a:rPr b="1" lang="es-ES" sz="5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graphicFrame>
        <p:nvGraphicFramePr>
          <p:cNvPr id="1976" name="Google Shape;1976;p19"/>
          <p:cNvGraphicFramePr/>
          <p:nvPr/>
        </p:nvGraphicFramePr>
        <p:xfrm>
          <a:off x="3123097" y="21963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{05FDC67B-3DD0-4242-BC27-FB84868C3B8F}</a:tableStyleId>
              </a:tblPr>
              <a:tblGrid>
                <a:gridCol w="1017650"/>
                <a:gridCol w="1017650"/>
                <a:gridCol w="1017650"/>
                <a:gridCol w="1017650"/>
                <a:gridCol w="1017650"/>
                <a:gridCol w="1017650"/>
                <a:gridCol w="1017650"/>
                <a:gridCol w="1017650"/>
              </a:tblGrid>
              <a:tr h="461200">
                <a:tc gridSpan="8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3200" u="none" cap="none" strike="noStrike">
                          <a:solidFill>
                            <a:schemeClr val="dk1"/>
                          </a:solidFill>
                        </a:rPr>
                        <a:t>ANSEL</a:t>
                      </a:r>
                      <a:r>
                        <a:rPr b="1" lang="es-ES" sz="3200" u="none" cap="none" strike="noStrike">
                          <a:solidFill>
                            <a:srgbClr val="FF0000"/>
                          </a:solidFill>
                        </a:rPr>
                        <a:t>x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74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Bit 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4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977" name="Google Shape;1977;p19"/>
          <p:cNvSpPr txBox="1"/>
          <p:nvPr/>
        </p:nvSpPr>
        <p:spPr>
          <a:xfrm>
            <a:off x="218659" y="3005370"/>
            <a:ext cx="25974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A,E,F y G</a:t>
            </a:r>
            <a:endParaRPr b="1" sz="2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8" name="Google Shape;1978;p19"/>
          <p:cNvSpPr txBox="1"/>
          <p:nvPr/>
        </p:nvSpPr>
        <p:spPr>
          <a:xfrm>
            <a:off x="198783" y="4074329"/>
            <a:ext cx="1167516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 n-m ANSG&lt;n:m&gt;: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Selección analógica entre función analógica o digital en los pines RG&lt;n:m&gt;, respectivamente:</a:t>
            </a:r>
            <a:endParaRPr/>
          </a:p>
        </p:txBody>
      </p:sp>
      <p:sp>
        <p:nvSpPr>
          <p:cNvPr id="1979" name="Google Shape;1979;p19"/>
          <p:cNvSpPr txBox="1"/>
          <p:nvPr/>
        </p:nvSpPr>
        <p:spPr>
          <a:xfrm>
            <a:off x="1537250" y="5097121"/>
            <a:ext cx="972709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Char char="•"/>
            </a:pPr>
            <a:r>
              <a:rPr b="1" lang="es-ES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E/S digitales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El pin se asigna al puerto o función especial digital.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Char char="•"/>
            </a:pPr>
            <a:r>
              <a:rPr b="1" lang="es-ES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Entrada/salida analógica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El pin se asigna como entrada analógica.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p20"/>
          <p:cNvSpPr txBox="1"/>
          <p:nvPr>
            <p:ph type="ctrTitle"/>
          </p:nvPr>
        </p:nvSpPr>
        <p:spPr>
          <a:xfrm>
            <a:off x="331300" y="39543"/>
            <a:ext cx="11529393" cy="766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haroni"/>
              <a:buNone/>
            </a:pPr>
            <a:r>
              <a:rPr lang="es-ES" sz="4400">
                <a:latin typeface="Aharoni"/>
                <a:ea typeface="Aharoni"/>
                <a:cs typeface="Aharoni"/>
                <a:sym typeface="Aharoni"/>
              </a:rPr>
              <a:t>Elementos de entrada/salida del sistema</a:t>
            </a:r>
            <a:endParaRPr/>
          </a:p>
        </p:txBody>
      </p:sp>
      <p:sp>
        <p:nvSpPr>
          <p:cNvPr id="1985" name="Google Shape;1985;p20"/>
          <p:cNvSpPr txBox="1"/>
          <p:nvPr>
            <p:ph idx="1" type="subTitle"/>
          </p:nvPr>
        </p:nvSpPr>
        <p:spPr>
          <a:xfrm>
            <a:off x="331300" y="1245940"/>
            <a:ext cx="11529392" cy="8969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/>
              <a:t>Los sensores del brazo de 6 grados de libertad proporcionan señales digitales 1 cuando se detecta la posición y 0 cuando no esta en posición.</a:t>
            </a:r>
            <a:endParaRPr/>
          </a:p>
        </p:txBody>
      </p:sp>
      <p:sp>
        <p:nvSpPr>
          <p:cNvPr id="1986" name="Google Shape;1986;p20"/>
          <p:cNvSpPr txBox="1"/>
          <p:nvPr/>
        </p:nvSpPr>
        <p:spPr>
          <a:xfrm>
            <a:off x="318052" y="615875"/>
            <a:ext cx="115426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Sensores:</a:t>
            </a:r>
            <a:endParaRPr/>
          </a:p>
        </p:txBody>
      </p:sp>
      <p:sp>
        <p:nvSpPr>
          <p:cNvPr id="1987" name="Google Shape;1987;p20"/>
          <p:cNvSpPr txBox="1"/>
          <p:nvPr/>
        </p:nvSpPr>
        <p:spPr>
          <a:xfrm>
            <a:off x="172274" y="2356312"/>
            <a:ext cx="4764156" cy="5533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El sistema cuenta con:</a:t>
            </a:r>
            <a:endParaRPr/>
          </a:p>
        </p:txBody>
      </p:sp>
      <p:pic>
        <p:nvPicPr>
          <p:cNvPr id="1988" name="Google Shape;19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4991" y="1836679"/>
            <a:ext cx="5208102" cy="4634182"/>
          </a:xfrm>
          <a:prstGeom prst="rect">
            <a:avLst/>
          </a:prstGeom>
          <a:noFill/>
          <a:ln>
            <a:noFill/>
          </a:ln>
        </p:spPr>
      </p:pic>
      <p:sp>
        <p:nvSpPr>
          <p:cNvPr id="1989" name="Google Shape;1989;p20"/>
          <p:cNvSpPr txBox="1"/>
          <p:nvPr/>
        </p:nvSpPr>
        <p:spPr>
          <a:xfrm>
            <a:off x="214699" y="3123063"/>
            <a:ext cx="6347700" cy="27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FF6600"/>
                </a:solidFill>
                <a:latin typeface="Calibri"/>
                <a:ea typeface="Calibri"/>
                <a:cs typeface="Calibri"/>
                <a:sym typeface="Calibri"/>
              </a:rPr>
              <a:t>Garra: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finales de carrera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Articulacion1 </a:t>
            </a:r>
            <a:r>
              <a:rPr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de proximidad magnética 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Articulacion2 </a:t>
            </a:r>
            <a:r>
              <a:rPr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de proximidad magnética 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Articulacion3</a:t>
            </a:r>
            <a:r>
              <a:rPr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de proximidad magnética 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Articulacion4 </a:t>
            </a:r>
            <a:r>
              <a:rPr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de proximidad magnética 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Articulacion5 </a:t>
            </a:r>
            <a:r>
              <a:rPr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de proximidad magnética 5</a:t>
            </a:r>
            <a:endParaRPr/>
          </a:p>
        </p:txBody>
      </p:sp>
      <p:sp>
        <p:nvSpPr>
          <p:cNvPr id="1990" name="Google Shape;1990;p20"/>
          <p:cNvSpPr txBox="1"/>
          <p:nvPr/>
        </p:nvSpPr>
        <p:spPr>
          <a:xfrm>
            <a:off x="172273" y="5928060"/>
            <a:ext cx="724894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Cantidad de entradas digitales necesarias = </a:t>
            </a:r>
            <a:r>
              <a:rPr b="1" lang="es-ES" sz="24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7 input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21"/>
          <p:cNvSpPr txBox="1"/>
          <p:nvPr>
            <p:ph type="ctrTitle"/>
          </p:nvPr>
        </p:nvSpPr>
        <p:spPr>
          <a:xfrm>
            <a:off x="331300" y="39543"/>
            <a:ext cx="11529393" cy="766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haroni"/>
              <a:buNone/>
            </a:pPr>
            <a:r>
              <a:rPr lang="es-ES" sz="4400">
                <a:latin typeface="Aharoni"/>
                <a:ea typeface="Aharoni"/>
                <a:cs typeface="Aharoni"/>
                <a:sym typeface="Aharoni"/>
              </a:rPr>
              <a:t>Elementos de entrada/salida del sistema</a:t>
            </a:r>
            <a:endParaRPr/>
          </a:p>
        </p:txBody>
      </p:sp>
      <p:sp>
        <p:nvSpPr>
          <p:cNvPr id="1996" name="Google Shape;1996;p21"/>
          <p:cNvSpPr txBox="1"/>
          <p:nvPr>
            <p:ph idx="1" type="subTitle"/>
          </p:nvPr>
        </p:nvSpPr>
        <p:spPr>
          <a:xfrm>
            <a:off x="331300" y="1245940"/>
            <a:ext cx="11529392" cy="8969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/>
              <a:t>El panel de control es el que proporciona una cantidad mayor de entradas digitales, a continuación se describe dicho panel.</a:t>
            </a:r>
            <a:endParaRPr/>
          </a:p>
        </p:txBody>
      </p:sp>
      <p:sp>
        <p:nvSpPr>
          <p:cNvPr id="1997" name="Google Shape;1997;p21"/>
          <p:cNvSpPr txBox="1"/>
          <p:nvPr/>
        </p:nvSpPr>
        <p:spPr>
          <a:xfrm>
            <a:off x="331302" y="615875"/>
            <a:ext cx="115293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Panel de control:</a:t>
            </a:r>
            <a:endParaRPr/>
          </a:p>
        </p:txBody>
      </p:sp>
      <p:sp>
        <p:nvSpPr>
          <p:cNvPr id="1998" name="Google Shape;1998;p21"/>
          <p:cNvSpPr txBox="1"/>
          <p:nvPr/>
        </p:nvSpPr>
        <p:spPr>
          <a:xfrm>
            <a:off x="172274" y="2048452"/>
            <a:ext cx="4764156" cy="5533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El sistema cuenta con:</a:t>
            </a:r>
            <a:endParaRPr/>
          </a:p>
        </p:txBody>
      </p:sp>
      <p:sp>
        <p:nvSpPr>
          <p:cNvPr id="1999" name="Google Shape;1999;p21"/>
          <p:cNvSpPr txBox="1"/>
          <p:nvPr/>
        </p:nvSpPr>
        <p:spPr>
          <a:xfrm>
            <a:off x="195459" y="2582523"/>
            <a:ext cx="6347795" cy="3344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Articulacion1 </a:t>
            </a:r>
            <a:r>
              <a:rPr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pulsadores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Articulacion2 </a:t>
            </a:r>
            <a:r>
              <a:rPr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pulsadores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Articulacion3</a:t>
            </a:r>
            <a:r>
              <a:rPr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pulsadores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Articulacion4 </a:t>
            </a:r>
            <a:r>
              <a:rPr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pulsadores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Articulacion5 </a:t>
            </a:r>
            <a:r>
              <a:rPr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pulsadores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Garra </a:t>
            </a:r>
            <a:r>
              <a:rPr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pulsadores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0" name="Google Shape;20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996" y="2242953"/>
            <a:ext cx="6082750" cy="4115774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21"/>
          <p:cNvSpPr txBox="1"/>
          <p:nvPr/>
        </p:nvSpPr>
        <p:spPr>
          <a:xfrm>
            <a:off x="172274" y="5612060"/>
            <a:ext cx="634779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Cantidad de entradas digitales necesarias para las articulaciones en el panel de control = </a:t>
            </a:r>
            <a:r>
              <a:rPr b="1" lang="es-ES" sz="24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12 input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p22"/>
          <p:cNvSpPr txBox="1"/>
          <p:nvPr>
            <p:ph type="ctrTitle"/>
          </p:nvPr>
        </p:nvSpPr>
        <p:spPr>
          <a:xfrm>
            <a:off x="331300" y="39543"/>
            <a:ext cx="11529393" cy="766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haroni"/>
              <a:buNone/>
            </a:pPr>
            <a:r>
              <a:rPr lang="es-ES" sz="4400">
                <a:latin typeface="Aharoni"/>
                <a:ea typeface="Aharoni"/>
                <a:cs typeface="Aharoni"/>
                <a:sym typeface="Aharoni"/>
              </a:rPr>
              <a:t>Elementos de entrada/salida del sistema</a:t>
            </a:r>
            <a:endParaRPr/>
          </a:p>
        </p:txBody>
      </p:sp>
      <p:sp>
        <p:nvSpPr>
          <p:cNvPr id="2007" name="Google Shape;2007;p22"/>
          <p:cNvSpPr txBox="1"/>
          <p:nvPr>
            <p:ph idx="1" type="subTitle"/>
          </p:nvPr>
        </p:nvSpPr>
        <p:spPr>
          <a:xfrm>
            <a:off x="331300" y="1245940"/>
            <a:ext cx="11529392" cy="8969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/>
              <a:t>El panel de control es el que proporciona una cantidad mayor de entradas digitales, a continuación se describe dicho panel.</a:t>
            </a:r>
            <a:endParaRPr/>
          </a:p>
        </p:txBody>
      </p:sp>
      <p:sp>
        <p:nvSpPr>
          <p:cNvPr id="2008" name="Google Shape;2008;p22"/>
          <p:cNvSpPr txBox="1"/>
          <p:nvPr/>
        </p:nvSpPr>
        <p:spPr>
          <a:xfrm>
            <a:off x="331302" y="615875"/>
            <a:ext cx="115293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Panel de control:</a:t>
            </a:r>
            <a:endParaRPr/>
          </a:p>
        </p:txBody>
      </p:sp>
      <p:sp>
        <p:nvSpPr>
          <p:cNvPr id="2009" name="Google Shape;2009;p22"/>
          <p:cNvSpPr txBox="1"/>
          <p:nvPr/>
        </p:nvSpPr>
        <p:spPr>
          <a:xfrm>
            <a:off x="172274" y="2048452"/>
            <a:ext cx="4764156" cy="5533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El sistema cuenta con:</a:t>
            </a:r>
            <a:endParaRPr/>
          </a:p>
        </p:txBody>
      </p:sp>
      <p:sp>
        <p:nvSpPr>
          <p:cNvPr id="2010" name="Google Shape;2010;p22"/>
          <p:cNvSpPr txBox="1"/>
          <p:nvPr/>
        </p:nvSpPr>
        <p:spPr>
          <a:xfrm>
            <a:off x="195459" y="2582523"/>
            <a:ext cx="6347795" cy="28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Seta de emergencia </a:t>
            </a:r>
            <a:r>
              <a:rPr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Corta suministro de energía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Selector MCU/PLC </a:t>
            </a:r>
            <a:r>
              <a:rPr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Deriva la conexión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Automático / Manual</a:t>
            </a:r>
            <a:r>
              <a:rPr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pulsadores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Reset </a:t>
            </a:r>
            <a:r>
              <a:rPr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pulsadores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Start </a:t>
            </a:r>
            <a:r>
              <a:rPr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pulsadores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Stop </a:t>
            </a:r>
            <a:r>
              <a:rPr lang="es-E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pulsadores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1" name="Google Shape;2011;p22"/>
          <p:cNvPicPr preferRelativeResize="0"/>
          <p:nvPr/>
        </p:nvPicPr>
        <p:blipFill rotWithShape="1">
          <a:blip r:embed="rId3">
            <a:alphaModFix/>
          </a:blip>
          <a:srcRect b="35114" l="48146" r="8715" t="43093"/>
          <a:stretch/>
        </p:blipFill>
        <p:spPr>
          <a:xfrm>
            <a:off x="6567046" y="4432575"/>
            <a:ext cx="5293646" cy="18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2" name="Google Shape;2012;p22"/>
          <p:cNvSpPr txBox="1"/>
          <p:nvPr/>
        </p:nvSpPr>
        <p:spPr>
          <a:xfrm>
            <a:off x="172274" y="5612060"/>
            <a:ext cx="634779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Cantidad de entradas digitales necesarias para las articulaciones en el panel de control = </a:t>
            </a:r>
            <a:r>
              <a:rPr b="1" lang="es-ES" sz="24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4 input</a:t>
            </a:r>
            <a:endParaRPr/>
          </a:p>
        </p:txBody>
      </p:sp>
      <p:pic>
        <p:nvPicPr>
          <p:cNvPr id="2013" name="Google Shape;20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5167" y="1730045"/>
            <a:ext cx="3097403" cy="2095797"/>
          </a:xfrm>
          <a:prstGeom prst="rect">
            <a:avLst/>
          </a:prstGeom>
          <a:noFill/>
          <a:ln>
            <a:noFill/>
          </a:ln>
        </p:spPr>
      </p:pic>
      <p:sp>
        <p:nvSpPr>
          <p:cNvPr id="2014" name="Google Shape;2014;p22"/>
          <p:cNvSpPr/>
          <p:nvPr/>
        </p:nvSpPr>
        <p:spPr>
          <a:xfrm>
            <a:off x="9057107" y="3812590"/>
            <a:ext cx="313521" cy="60673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23"/>
          <p:cNvSpPr txBox="1"/>
          <p:nvPr>
            <p:ph type="ctrTitle"/>
          </p:nvPr>
        </p:nvSpPr>
        <p:spPr>
          <a:xfrm>
            <a:off x="331300" y="39543"/>
            <a:ext cx="11529393" cy="766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haroni"/>
              <a:buNone/>
            </a:pPr>
            <a:r>
              <a:rPr lang="es-ES" sz="4400">
                <a:latin typeface="Aharoni"/>
                <a:ea typeface="Aharoni"/>
                <a:cs typeface="Aharoni"/>
                <a:sym typeface="Aharoni"/>
              </a:rPr>
              <a:t>Elementos de entrada/salida del sistema</a:t>
            </a:r>
            <a:endParaRPr/>
          </a:p>
        </p:txBody>
      </p:sp>
      <p:sp>
        <p:nvSpPr>
          <p:cNvPr id="2020" name="Google Shape;2020;p23"/>
          <p:cNvSpPr txBox="1"/>
          <p:nvPr/>
        </p:nvSpPr>
        <p:spPr>
          <a:xfrm>
            <a:off x="331302" y="615875"/>
            <a:ext cx="115293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Puertos de entrada requeridos:</a:t>
            </a:r>
            <a:endParaRPr/>
          </a:p>
        </p:txBody>
      </p:sp>
      <p:sp>
        <p:nvSpPr>
          <p:cNvPr id="2021" name="Google Shape;2021;p23"/>
          <p:cNvSpPr txBox="1"/>
          <p:nvPr/>
        </p:nvSpPr>
        <p:spPr>
          <a:xfrm>
            <a:off x="212026" y="2015673"/>
            <a:ext cx="588397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se requiere 16 entradas digitales se hace uso de los puertos  A,B y C configurando las mismas como entradas. </a:t>
            </a:r>
            <a:endParaRPr b="1" sz="20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23"/>
          <p:cNvSpPr txBox="1"/>
          <p:nvPr/>
        </p:nvSpPr>
        <p:spPr>
          <a:xfrm>
            <a:off x="212026" y="1224266"/>
            <a:ext cx="630803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Cantidad de entradas digitales necesarias para los sensores de las  articulaciones y el panel de control son = </a:t>
            </a:r>
            <a:r>
              <a:rPr b="1" lang="es-ES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16 input.</a:t>
            </a:r>
            <a:endParaRPr/>
          </a:p>
        </p:txBody>
      </p:sp>
      <p:sp>
        <p:nvSpPr>
          <p:cNvPr id="2023" name="Google Shape;2023;p23"/>
          <p:cNvSpPr txBox="1"/>
          <p:nvPr/>
        </p:nvSpPr>
        <p:spPr>
          <a:xfrm>
            <a:off x="503580" y="2968993"/>
            <a:ext cx="435996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0070C0"/>
                </a:solidFill>
                <a:latin typeface="Aharoni"/>
                <a:ea typeface="Aharoni"/>
                <a:cs typeface="Aharoni"/>
                <a:sym typeface="Aharoni"/>
              </a:rPr>
              <a:t>Sensores</a:t>
            </a:r>
            <a:endParaRPr/>
          </a:p>
        </p:txBody>
      </p:sp>
      <p:pic>
        <p:nvPicPr>
          <p:cNvPr id="2024" name="Google Shape;2024;p23"/>
          <p:cNvPicPr preferRelativeResize="0"/>
          <p:nvPr/>
        </p:nvPicPr>
        <p:blipFill rotWithShape="1">
          <a:blip r:embed="rId3">
            <a:alphaModFix/>
          </a:blip>
          <a:srcRect b="0" l="0" r="6193" t="0"/>
          <a:stretch/>
        </p:blipFill>
        <p:spPr>
          <a:xfrm>
            <a:off x="331300" y="3826664"/>
            <a:ext cx="5075580" cy="2415461"/>
          </a:xfrm>
          <a:prstGeom prst="rect">
            <a:avLst/>
          </a:prstGeom>
          <a:noFill/>
          <a:ln>
            <a:noFill/>
          </a:ln>
        </p:spPr>
      </p:pic>
      <p:sp>
        <p:nvSpPr>
          <p:cNvPr id="2025" name="Google Shape;2025;p23"/>
          <p:cNvSpPr txBox="1"/>
          <p:nvPr/>
        </p:nvSpPr>
        <p:spPr>
          <a:xfrm>
            <a:off x="7142919" y="1285821"/>
            <a:ext cx="435996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0070C0"/>
                </a:solidFill>
                <a:latin typeface="Aharoni"/>
                <a:ea typeface="Aharoni"/>
                <a:cs typeface="Aharoni"/>
                <a:sym typeface="Aharoni"/>
              </a:rPr>
              <a:t>Panel de control</a:t>
            </a:r>
            <a:endParaRPr/>
          </a:p>
        </p:txBody>
      </p:sp>
      <p:pic>
        <p:nvPicPr>
          <p:cNvPr id="2026" name="Google Shape;2026;p23"/>
          <p:cNvPicPr preferRelativeResize="0"/>
          <p:nvPr/>
        </p:nvPicPr>
        <p:blipFill rotWithShape="1">
          <a:blip r:embed="rId4">
            <a:alphaModFix/>
          </a:blip>
          <a:srcRect b="0" l="0" r="2148" t="0"/>
          <a:stretch/>
        </p:blipFill>
        <p:spPr>
          <a:xfrm>
            <a:off x="6241781" y="2015673"/>
            <a:ext cx="5075580" cy="4320176"/>
          </a:xfrm>
          <a:prstGeom prst="rect">
            <a:avLst/>
          </a:prstGeom>
          <a:noFill/>
          <a:ln>
            <a:noFill/>
          </a:ln>
        </p:spPr>
      </p:pic>
      <p:sp>
        <p:nvSpPr>
          <p:cNvPr id="2027" name="Google Shape;2027;p23"/>
          <p:cNvSpPr/>
          <p:nvPr/>
        </p:nvSpPr>
        <p:spPr>
          <a:xfrm>
            <a:off x="3677476" y="4231954"/>
            <a:ext cx="2014330" cy="19383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PUERTO D[0:6]</a:t>
            </a:r>
            <a:endParaRPr/>
          </a:p>
        </p:txBody>
      </p:sp>
      <p:sp>
        <p:nvSpPr>
          <p:cNvPr id="2028" name="Google Shape;2028;p23"/>
          <p:cNvSpPr/>
          <p:nvPr/>
        </p:nvSpPr>
        <p:spPr>
          <a:xfrm>
            <a:off x="10270447" y="2523504"/>
            <a:ext cx="1616765" cy="85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CC00CC"/>
                </a:solidFill>
                <a:latin typeface="Calibri"/>
                <a:ea typeface="Calibri"/>
                <a:cs typeface="Calibri"/>
                <a:sym typeface="Calibri"/>
              </a:rPr>
              <a:t>PUERTO R[0:5]</a:t>
            </a:r>
            <a:endParaRPr/>
          </a:p>
        </p:txBody>
      </p:sp>
      <p:sp>
        <p:nvSpPr>
          <p:cNvPr id="2029" name="Google Shape;2029;p23"/>
          <p:cNvSpPr/>
          <p:nvPr/>
        </p:nvSpPr>
        <p:spPr>
          <a:xfrm>
            <a:off x="9909307" y="3969169"/>
            <a:ext cx="2282693" cy="12319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CC00CC"/>
                </a:solidFill>
                <a:latin typeface="Calibri"/>
                <a:ea typeface="Calibri"/>
                <a:cs typeface="Calibri"/>
                <a:sym typeface="Calibri"/>
              </a:rPr>
              <a:t>PUERTO B[1:5]</a:t>
            </a:r>
            <a:endParaRPr/>
          </a:p>
        </p:txBody>
      </p:sp>
      <p:sp>
        <p:nvSpPr>
          <p:cNvPr id="2030" name="Google Shape;2030;p23"/>
          <p:cNvSpPr/>
          <p:nvPr/>
        </p:nvSpPr>
        <p:spPr>
          <a:xfrm>
            <a:off x="10103125" y="5374322"/>
            <a:ext cx="2102666" cy="5973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CC00CC"/>
                </a:solidFill>
                <a:latin typeface="Calibri"/>
                <a:ea typeface="Calibri"/>
                <a:cs typeface="Calibri"/>
                <a:sym typeface="Calibri"/>
              </a:rPr>
              <a:t>PUERTO C[0,1,3:5]</a:t>
            </a:r>
            <a:endParaRPr/>
          </a:p>
        </p:txBody>
      </p:sp>
      <p:sp>
        <p:nvSpPr>
          <p:cNvPr id="2031" name="Google Shape;2031;p23"/>
          <p:cNvSpPr/>
          <p:nvPr/>
        </p:nvSpPr>
        <p:spPr>
          <a:xfrm>
            <a:off x="3677475" y="3922643"/>
            <a:ext cx="430709" cy="2247637"/>
          </a:xfrm>
          <a:prstGeom prst="rightBrace">
            <a:avLst>
              <a:gd fmla="val 45255" name="adj1"/>
              <a:gd fmla="val 5000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2" name="Google Shape;2032;p23"/>
          <p:cNvSpPr/>
          <p:nvPr/>
        </p:nvSpPr>
        <p:spPr>
          <a:xfrm>
            <a:off x="9909307" y="2222670"/>
            <a:ext cx="430709" cy="1496843"/>
          </a:xfrm>
          <a:prstGeom prst="rightBrace">
            <a:avLst>
              <a:gd fmla="val 45255" name="adj1"/>
              <a:gd fmla="val 5000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3" name="Google Shape;2033;p23"/>
          <p:cNvSpPr/>
          <p:nvPr/>
        </p:nvSpPr>
        <p:spPr>
          <a:xfrm>
            <a:off x="9922589" y="3822509"/>
            <a:ext cx="430709" cy="1231948"/>
          </a:xfrm>
          <a:prstGeom prst="rightBrace">
            <a:avLst>
              <a:gd fmla="val 45255" name="adj1"/>
              <a:gd fmla="val 5000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23"/>
          <p:cNvSpPr/>
          <p:nvPr/>
        </p:nvSpPr>
        <p:spPr>
          <a:xfrm>
            <a:off x="9808289" y="5103901"/>
            <a:ext cx="430709" cy="1138224"/>
          </a:xfrm>
          <a:prstGeom prst="rightBrace">
            <a:avLst>
              <a:gd fmla="val 45255" name="adj1"/>
              <a:gd fmla="val 5000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p24"/>
          <p:cNvSpPr txBox="1"/>
          <p:nvPr>
            <p:ph type="ctrTitle"/>
          </p:nvPr>
        </p:nvSpPr>
        <p:spPr>
          <a:xfrm>
            <a:off x="561712" y="254558"/>
            <a:ext cx="11068575" cy="1189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Subrutina Keycan</a:t>
            </a:r>
            <a:b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Subrutina ModoAuto</a:t>
            </a:r>
            <a:endParaRPr sz="4000"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040" name="Google Shape;20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3447" y="1045367"/>
            <a:ext cx="4172708" cy="4767265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24"/>
          <p:cNvSpPr txBox="1"/>
          <p:nvPr>
            <p:ph idx="1" type="subTitle"/>
          </p:nvPr>
        </p:nvSpPr>
        <p:spPr>
          <a:xfrm>
            <a:off x="708705" y="1995557"/>
            <a:ext cx="5242151" cy="341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¿Botón Start presionado?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Run = 1 </a:t>
            </a:r>
            <a:r>
              <a:rPr lang="es-ES"/>
              <a:t>(inicia secuencia automática)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2.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¿Botón Stop presionado?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Run = 0 </a:t>
            </a:r>
            <a:r>
              <a:rPr lang="es-ES"/>
              <a:t>(detiene secuencia automática).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3.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s-ES"/>
              <a:t>retornar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p25"/>
          <p:cNvSpPr txBox="1"/>
          <p:nvPr>
            <p:ph type="ctrTitle"/>
          </p:nvPr>
        </p:nvSpPr>
        <p:spPr>
          <a:xfrm>
            <a:off x="0" y="116115"/>
            <a:ext cx="8283568" cy="11468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Subrutina Check</a:t>
            </a:r>
            <a:b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comprobación de estado inicial</a:t>
            </a:r>
            <a:endParaRPr sz="4000"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047" name="Google Shape;2047;p25"/>
          <p:cNvSpPr txBox="1"/>
          <p:nvPr>
            <p:ph idx="1" type="subTitle"/>
          </p:nvPr>
        </p:nvSpPr>
        <p:spPr>
          <a:xfrm>
            <a:off x="708705" y="1278704"/>
            <a:ext cx="5822724" cy="54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¿Sensor S1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ct val="100000"/>
              <a:buNone/>
            </a:pPr>
            <a:r>
              <a:rPr b="1" lang="es-ES">
                <a:solidFill>
                  <a:srgbClr val="00B050"/>
                </a:solidFill>
              </a:rPr>
              <a:t>Si, Zero1 = 0 </a:t>
            </a:r>
            <a:r>
              <a:rPr lang="es-ES"/>
              <a:t>(esta en posición inicial)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s-ES">
                <a:solidFill>
                  <a:srgbClr val="FF0000"/>
                </a:solidFill>
              </a:rPr>
              <a:t>No, Zero1 = 1</a:t>
            </a:r>
            <a:r>
              <a:rPr lang="es-ES"/>
              <a:t> (no esta en posición inicial).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¿Sensor S2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ct val="100000"/>
              <a:buNone/>
            </a:pPr>
            <a:r>
              <a:rPr b="1" lang="es-ES">
                <a:solidFill>
                  <a:srgbClr val="00B050"/>
                </a:solidFill>
              </a:rPr>
              <a:t>Si, Zero2 = 0 </a:t>
            </a:r>
            <a:r>
              <a:rPr lang="es-ES"/>
              <a:t>(esta en posición inicial)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s-ES">
                <a:solidFill>
                  <a:srgbClr val="FF0000"/>
                </a:solidFill>
              </a:rPr>
              <a:t>No, Zero2 = 1</a:t>
            </a:r>
            <a:r>
              <a:rPr lang="es-ES"/>
              <a:t> (no esta en posición inicial).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¿Sensor S3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ct val="100000"/>
              <a:buNone/>
            </a:pPr>
            <a:r>
              <a:rPr b="1" lang="es-ES">
                <a:solidFill>
                  <a:srgbClr val="00B050"/>
                </a:solidFill>
              </a:rPr>
              <a:t>Si, Zero3 = 0 </a:t>
            </a:r>
            <a:r>
              <a:rPr lang="es-ES"/>
              <a:t>(esta en posición inicial)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s-ES">
                <a:solidFill>
                  <a:srgbClr val="FF0000"/>
                </a:solidFill>
              </a:rPr>
              <a:t>No, Zero3 = 1</a:t>
            </a:r>
            <a:r>
              <a:rPr lang="es-ES"/>
              <a:t> (no esta en posición inicial).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¿Sensor S4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ct val="100000"/>
              <a:buNone/>
            </a:pPr>
            <a:r>
              <a:rPr b="1" lang="es-ES">
                <a:solidFill>
                  <a:srgbClr val="00B050"/>
                </a:solidFill>
              </a:rPr>
              <a:t>Si, Zero4 = 0 </a:t>
            </a:r>
            <a:r>
              <a:rPr lang="es-ES"/>
              <a:t>(esta en posición inicial)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s-ES">
                <a:solidFill>
                  <a:srgbClr val="FF0000"/>
                </a:solidFill>
              </a:rPr>
              <a:t>No, Zero4 = 1</a:t>
            </a:r>
            <a:r>
              <a:rPr lang="es-ES"/>
              <a:t> (no esta en posición inicial).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¿Sensor S5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ct val="100000"/>
              <a:buNone/>
            </a:pPr>
            <a:r>
              <a:rPr b="1" lang="es-ES">
                <a:solidFill>
                  <a:srgbClr val="00B050"/>
                </a:solidFill>
              </a:rPr>
              <a:t>Si, Zero5 = 0 </a:t>
            </a:r>
            <a:r>
              <a:rPr lang="es-ES"/>
              <a:t>(esta en posición inicial)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s-ES">
                <a:solidFill>
                  <a:srgbClr val="FF0000"/>
                </a:solidFill>
              </a:rPr>
              <a:t>No, Zero5 = 1</a:t>
            </a:r>
            <a:r>
              <a:rPr lang="es-ES"/>
              <a:t> (no esta en posición inicial).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retornar</a:t>
            </a:r>
            <a:endParaRPr/>
          </a:p>
        </p:txBody>
      </p:sp>
      <p:pic>
        <p:nvPicPr>
          <p:cNvPr id="2048" name="Google Shape;20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3705" y="128814"/>
            <a:ext cx="3733384" cy="6600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p26"/>
          <p:cNvSpPr txBox="1"/>
          <p:nvPr>
            <p:ph type="ctrTitle"/>
          </p:nvPr>
        </p:nvSpPr>
        <p:spPr>
          <a:xfrm>
            <a:off x="1954216" y="150796"/>
            <a:ext cx="8283568" cy="6098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Programa principal</a:t>
            </a:r>
            <a:endParaRPr sz="4000"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054" name="Google Shape;2054;p26"/>
          <p:cNvSpPr txBox="1"/>
          <p:nvPr>
            <p:ph idx="1" type="subTitle"/>
          </p:nvPr>
        </p:nvSpPr>
        <p:spPr>
          <a:xfrm>
            <a:off x="420914" y="1133561"/>
            <a:ext cx="6056540" cy="54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s-ES"/>
              <a:t>Iniciar puertos de entrada/salida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s-ES"/>
              <a:t>Iniciar el modo PWM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¿Pulsador </a:t>
            </a:r>
            <a:r>
              <a:rPr b="1" lang="es-ES">
                <a:solidFill>
                  <a:srgbClr val="0070C0"/>
                </a:solidFill>
              </a:rPr>
              <a:t>auto</a:t>
            </a:r>
            <a:r>
              <a:rPr lang="es-ES">
                <a:solidFill>
                  <a:srgbClr val="0070C0"/>
                </a:solidFill>
              </a:rPr>
              <a:t> presionado?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 </a:t>
            </a:r>
            <a:r>
              <a:rPr lang="es-ES"/>
              <a:t>(saltar al paso 4)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</a:t>
            </a:r>
            <a:r>
              <a:rPr lang="es-ES"/>
              <a:t> (saltar al paso </a:t>
            </a:r>
            <a:r>
              <a:rPr b="1" lang="es-ES"/>
              <a:t>AUTOMATICO</a:t>
            </a:r>
            <a:r>
              <a:rPr lang="es-ES"/>
              <a:t> ).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Subrutina</a:t>
            </a:r>
            <a:r>
              <a:rPr b="1" lang="es-ES">
                <a:solidFill>
                  <a:srgbClr val="0070C0"/>
                </a:solidFill>
              </a:rPr>
              <a:t> ModoAuto </a:t>
            </a:r>
            <a:r>
              <a:rPr lang="es-ES"/>
              <a:t>(verifica si se presiona start o stop)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Subrutina </a:t>
            </a:r>
            <a:r>
              <a:rPr b="1" lang="es-ES">
                <a:solidFill>
                  <a:srgbClr val="0070C0"/>
                </a:solidFill>
              </a:rPr>
              <a:t>Chequeo</a:t>
            </a:r>
            <a:r>
              <a:rPr lang="es-ES">
                <a:solidFill>
                  <a:srgbClr val="0070C0"/>
                </a:solidFill>
              </a:rPr>
              <a:t> </a:t>
            </a:r>
            <a:r>
              <a:rPr lang="es-ES"/>
              <a:t>(verifica si algún eslabón esta en su limite)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Subrutina </a:t>
            </a:r>
            <a:r>
              <a:rPr b="1" lang="es-ES">
                <a:solidFill>
                  <a:srgbClr val="0070C0"/>
                </a:solidFill>
              </a:rPr>
              <a:t>Manual</a:t>
            </a:r>
            <a:r>
              <a:rPr lang="es-ES">
                <a:solidFill>
                  <a:srgbClr val="0070C0"/>
                </a:solidFill>
              </a:rPr>
              <a:t> </a:t>
            </a:r>
            <a:r>
              <a:rPr lang="es-ES"/>
              <a:t>(ejecuta movimientos en función de los pulsadores dedicados)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s-ES"/>
              <a:t>Volver al paso 3</a:t>
            </a:r>
            <a:endParaRPr/>
          </a:p>
        </p:txBody>
      </p:sp>
      <p:pic>
        <p:nvPicPr>
          <p:cNvPr id="2055" name="Google Shape;20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7816" y="1000351"/>
            <a:ext cx="4933270" cy="5396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0" name="Google Shape;2060;p27"/>
          <p:cNvGrpSpPr/>
          <p:nvPr/>
        </p:nvGrpSpPr>
        <p:grpSpPr>
          <a:xfrm>
            <a:off x="6289694" y="9189"/>
            <a:ext cx="5758824" cy="6571589"/>
            <a:chOff x="3182302" y="369290"/>
            <a:chExt cx="5758824" cy="6571589"/>
          </a:xfrm>
        </p:grpSpPr>
        <p:grpSp>
          <p:nvGrpSpPr>
            <p:cNvPr id="2061" name="Google Shape;2061;p27"/>
            <p:cNvGrpSpPr/>
            <p:nvPr/>
          </p:nvGrpSpPr>
          <p:grpSpPr>
            <a:xfrm rot="5400000">
              <a:off x="2775919" y="775672"/>
              <a:ext cx="6571589" cy="5758824"/>
              <a:chOff x="5810339" y="532320"/>
              <a:chExt cx="6571589" cy="5758824"/>
            </a:xfrm>
          </p:grpSpPr>
          <p:grpSp>
            <p:nvGrpSpPr>
              <p:cNvPr id="2062" name="Google Shape;2062;p27"/>
              <p:cNvGrpSpPr/>
              <p:nvPr/>
            </p:nvGrpSpPr>
            <p:grpSpPr>
              <a:xfrm>
                <a:off x="5810339" y="1852707"/>
                <a:ext cx="4024102" cy="4438437"/>
                <a:chOff x="5810339" y="1852707"/>
                <a:chExt cx="4024102" cy="4438437"/>
              </a:xfrm>
            </p:grpSpPr>
            <p:grpSp>
              <p:nvGrpSpPr>
                <p:cNvPr id="2063" name="Google Shape;2063;p27"/>
                <p:cNvGrpSpPr/>
                <p:nvPr/>
              </p:nvGrpSpPr>
              <p:grpSpPr>
                <a:xfrm rot="-799960">
                  <a:off x="6487978" y="4093752"/>
                  <a:ext cx="848023" cy="2128294"/>
                  <a:chOff x="5739808" y="2428623"/>
                  <a:chExt cx="848023" cy="2128294"/>
                </a:xfrm>
              </p:grpSpPr>
              <p:grpSp>
                <p:nvGrpSpPr>
                  <p:cNvPr id="2064" name="Google Shape;2064;p27"/>
                  <p:cNvGrpSpPr/>
                  <p:nvPr/>
                </p:nvGrpSpPr>
                <p:grpSpPr>
                  <a:xfrm>
                    <a:off x="5739808" y="3709395"/>
                    <a:ext cx="848023" cy="847523"/>
                    <a:chOff x="5739808" y="3709395"/>
                    <a:chExt cx="848023" cy="847523"/>
                  </a:xfrm>
                </p:grpSpPr>
                <p:grpSp>
                  <p:nvGrpSpPr>
                    <p:cNvPr id="2065" name="Google Shape;2065;p27"/>
                    <p:cNvGrpSpPr/>
                    <p:nvPr/>
                  </p:nvGrpSpPr>
                  <p:grpSpPr>
                    <a:xfrm>
                      <a:off x="5739808" y="3709395"/>
                      <a:ext cx="352110" cy="847261"/>
                      <a:chOff x="5739808" y="3709395"/>
                      <a:chExt cx="352110" cy="847261"/>
                    </a:xfrm>
                  </p:grpSpPr>
                  <p:grpSp>
                    <p:nvGrpSpPr>
                      <p:cNvPr id="2066" name="Google Shape;2066;p27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2067" name="Google Shape;2067;p27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068" name="Google Shape;2068;p27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lt1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2069" name="Google Shape;2069;p27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070" name="Google Shape;2070;p27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2071" name="Google Shape;2071;p27"/>
                    <p:cNvGrpSpPr/>
                    <p:nvPr/>
                  </p:nvGrpSpPr>
                  <p:grpSpPr>
                    <a:xfrm flipH="1">
                      <a:off x="6235721" y="3709657"/>
                      <a:ext cx="352110" cy="847261"/>
                      <a:chOff x="5739808" y="3709395"/>
                      <a:chExt cx="352110" cy="847261"/>
                    </a:xfrm>
                  </p:grpSpPr>
                  <p:grpSp>
                    <p:nvGrpSpPr>
                      <p:cNvPr id="2072" name="Google Shape;2072;p27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2073" name="Google Shape;2073;p27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074" name="Google Shape;2074;p27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lt1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2075" name="Google Shape;2075;p27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076" name="Google Shape;2076;p27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2077" name="Google Shape;2077;p27"/>
                  <p:cNvGrpSpPr/>
                  <p:nvPr/>
                </p:nvGrpSpPr>
                <p:grpSpPr>
                  <a:xfrm>
                    <a:off x="5775048" y="2428623"/>
                    <a:ext cx="779055" cy="1666542"/>
                    <a:chOff x="5775048" y="2428623"/>
                    <a:chExt cx="779055" cy="1666542"/>
                  </a:xfrm>
                </p:grpSpPr>
                <p:grpSp>
                  <p:nvGrpSpPr>
                    <p:cNvPr id="2078" name="Google Shape;2078;p27"/>
                    <p:cNvGrpSpPr/>
                    <p:nvPr/>
                  </p:nvGrpSpPr>
                  <p:grpSpPr>
                    <a:xfrm>
                      <a:off x="5775707" y="2428623"/>
                      <a:ext cx="778396" cy="1666542"/>
                      <a:chOff x="5775707" y="2428623"/>
                      <a:chExt cx="778396" cy="1666542"/>
                    </a:xfrm>
                  </p:grpSpPr>
                  <p:grpSp>
                    <p:nvGrpSpPr>
                      <p:cNvPr id="2079" name="Google Shape;2079;p27"/>
                      <p:cNvGrpSpPr/>
                      <p:nvPr/>
                    </p:nvGrpSpPr>
                    <p:grpSpPr>
                      <a:xfrm>
                        <a:off x="5775707" y="2428623"/>
                        <a:ext cx="778396" cy="1321607"/>
                        <a:chOff x="5728098" y="3524079"/>
                        <a:chExt cx="778396" cy="1321607"/>
                      </a:xfrm>
                    </p:grpSpPr>
                    <p:grpSp>
                      <p:nvGrpSpPr>
                        <p:cNvPr id="2080" name="Google Shape;2080;p27"/>
                        <p:cNvGrpSpPr/>
                        <p:nvPr/>
                      </p:nvGrpSpPr>
                      <p:grpSpPr>
                        <a:xfrm>
                          <a:off x="5882065" y="3524079"/>
                          <a:ext cx="468000" cy="773094"/>
                          <a:chOff x="5755916" y="3285424"/>
                          <a:chExt cx="468000" cy="773094"/>
                        </a:xfrm>
                      </p:grpSpPr>
                      <p:sp>
                        <p:nvSpPr>
                          <p:cNvPr id="2081" name="Google Shape;2081;p27"/>
                          <p:cNvSpPr/>
                          <p:nvPr/>
                        </p:nvSpPr>
                        <p:spPr>
                          <a:xfrm>
                            <a:off x="5755916" y="3285424"/>
                            <a:ext cx="468000" cy="468000"/>
                          </a:xfrm>
                          <a:prstGeom prst="ellipse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2082" name="Google Shape;2082;p27"/>
                          <p:cNvGrpSpPr/>
                          <p:nvPr/>
                        </p:nvGrpSpPr>
                        <p:grpSpPr>
                          <a:xfrm>
                            <a:off x="5809916" y="3734518"/>
                            <a:ext cx="360000" cy="324000"/>
                            <a:chOff x="5827652" y="3885379"/>
                            <a:chExt cx="360000" cy="324000"/>
                          </a:xfrm>
                        </p:grpSpPr>
                        <p:sp>
                          <p:nvSpPr>
                            <p:cNvPr id="2083" name="Google Shape;2083;p27"/>
                            <p:cNvSpPr/>
                            <p:nvPr/>
                          </p:nvSpPr>
                          <p:spPr>
                            <a:xfrm>
                              <a:off x="5917652" y="3885379"/>
                              <a:ext cx="180000" cy="180000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1270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084" name="Google Shape;2084;p27"/>
                            <p:cNvSpPr/>
                            <p:nvPr/>
                          </p:nvSpPr>
                          <p:spPr>
                            <a:xfrm>
                              <a:off x="5827652" y="4065379"/>
                              <a:ext cx="360000" cy="144000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1270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2085" name="Google Shape;2085;p27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2086" name="Google Shape;2086;p27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577531"/>
                            <a:chOff x="5728098" y="4268155"/>
                            <a:chExt cx="778396" cy="577531"/>
                          </a:xfrm>
                        </p:grpSpPr>
                        <p:grpSp>
                          <p:nvGrpSpPr>
                            <p:cNvPr id="2087" name="Google Shape;2087;p27"/>
                            <p:cNvGrpSpPr/>
                            <p:nvPr/>
                          </p:nvGrpSpPr>
                          <p:grpSpPr>
                            <a:xfrm>
                              <a:off x="5728098" y="4268155"/>
                              <a:ext cx="778396" cy="468000"/>
                              <a:chOff x="5728098" y="4268155"/>
                              <a:chExt cx="778396" cy="468000"/>
                            </a:xfrm>
                          </p:grpSpPr>
                          <p:sp>
                            <p:nvSpPr>
                              <p:cNvPr id="2088" name="Google Shape;2088;p27"/>
                              <p:cNvSpPr/>
                              <p:nvPr/>
                            </p:nvSpPr>
                            <p:spPr>
                              <a:xfrm>
                                <a:off x="5728098" y="4659003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rgbClr val="A5A5A5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089" name="Google Shape;2089;p27"/>
                              <p:cNvSpPr/>
                              <p:nvPr/>
                            </p:nvSpPr>
                            <p:spPr>
                              <a:xfrm>
                                <a:off x="6348799" y="4661385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rgbClr val="A5A5A5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090" name="Google Shape;2090;p27"/>
                              <p:cNvSpPr/>
                              <p:nvPr/>
                            </p:nvSpPr>
                            <p:spPr>
                              <a:xfrm>
                                <a:off x="5847296" y="4268155"/>
                                <a:ext cx="540000" cy="468000"/>
                              </a:xfrm>
                              <a:prstGeom prst="frame">
                                <a:avLst>
                                  <a:gd fmla="val 7853" name="adj1"/>
                                </a:avLst>
                              </a:prstGeom>
                              <a:solidFill>
                                <a:srgbClr val="A5A5A5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2091" name="Google Shape;2091;p27"/>
                            <p:cNvGrpSpPr/>
                            <p:nvPr/>
                          </p:nvGrpSpPr>
                          <p:grpSpPr>
                            <a:xfrm>
                              <a:off x="5728099" y="4698144"/>
                              <a:ext cx="777647" cy="147542"/>
                              <a:chOff x="5728099" y="4698144"/>
                              <a:chExt cx="777647" cy="147542"/>
                            </a:xfrm>
                          </p:grpSpPr>
                          <p:sp>
                            <p:nvSpPr>
                              <p:cNvPr id="2092" name="Google Shape;2092;p27"/>
                              <p:cNvSpPr/>
                              <p:nvPr/>
                            </p:nvSpPr>
                            <p:spPr>
                              <a:xfrm>
                                <a:off x="5849450" y="4698833"/>
                                <a:ext cx="537845" cy="45719"/>
                              </a:xfrm>
                              <a:prstGeom prst="rect">
                                <a:avLst/>
                              </a:prstGeom>
                              <a:solidFill>
                                <a:srgbClr val="3F3F3F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093" name="Google Shape;2093;p27"/>
                              <p:cNvSpPr/>
                              <p:nvPr/>
                            </p:nvSpPr>
                            <p:spPr>
                              <a:xfrm>
                                <a:off x="5728099" y="4698144"/>
                                <a:ext cx="118291" cy="147542"/>
                              </a:xfrm>
                              <a:prstGeom prst="rect">
                                <a:avLst/>
                              </a:prstGeom>
                              <a:solidFill>
                                <a:srgbClr val="3F3F3F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094" name="Google Shape;2094;p27"/>
                              <p:cNvSpPr/>
                              <p:nvPr/>
                            </p:nvSpPr>
                            <p:spPr>
                              <a:xfrm>
                                <a:off x="6385142" y="4698144"/>
                                <a:ext cx="120604" cy="147542"/>
                              </a:xfrm>
                              <a:prstGeom prst="rect">
                                <a:avLst/>
                              </a:prstGeom>
                              <a:solidFill>
                                <a:srgbClr val="3F3F3F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2095" name="Google Shape;2095;p27"/>
                          <p:cNvGrpSpPr/>
                          <p:nvPr/>
                        </p:nvGrpSpPr>
                        <p:grpSpPr>
                          <a:xfrm>
                            <a:off x="5969948" y="4385231"/>
                            <a:ext cx="300588" cy="306875"/>
                            <a:chOff x="6707431" y="4143645"/>
                            <a:chExt cx="398381" cy="433766"/>
                          </a:xfrm>
                        </p:grpSpPr>
                        <p:sp>
                          <p:nvSpPr>
                            <p:cNvPr id="2096" name="Google Shape;2096;p27"/>
                            <p:cNvSpPr/>
                            <p:nvPr/>
                          </p:nvSpPr>
                          <p:spPr>
                            <a:xfrm>
                              <a:off x="6708632" y="4255261"/>
                              <a:ext cx="396000" cy="216000"/>
                            </a:xfrm>
                            <a:prstGeom prst="rect">
                              <a:avLst/>
                            </a:prstGeom>
                            <a:solidFill>
                              <a:srgbClr val="595959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097" name="Google Shape;2097;p27"/>
                            <p:cNvSpPr/>
                            <p:nvPr/>
                          </p:nvSpPr>
                          <p:spPr>
                            <a:xfrm>
                              <a:off x="6709813" y="4143645"/>
                              <a:ext cx="395999" cy="108000"/>
                            </a:xfrm>
                            <a:prstGeom prst="rect">
                              <a:avLst/>
                            </a:prstGeom>
                            <a:solidFill>
                              <a:srgbClr val="D8D8D8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098" name="Google Shape;2098;p27"/>
                            <p:cNvSpPr/>
                            <p:nvPr/>
                          </p:nvSpPr>
                          <p:spPr>
                            <a:xfrm>
                              <a:off x="6707431" y="4469411"/>
                              <a:ext cx="396000" cy="108000"/>
                            </a:xfrm>
                            <a:prstGeom prst="rect">
                              <a:avLst/>
                            </a:prstGeom>
                            <a:solidFill>
                              <a:srgbClr val="D8D8D8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2099" name="Google Shape;2099;p27"/>
                      <p:cNvSpPr/>
                      <p:nvPr/>
                    </p:nvSpPr>
                    <p:spPr>
                      <a:xfrm>
                        <a:off x="6139226" y="3643061"/>
                        <a:ext cx="45719" cy="452104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2100" name="Google Shape;2100;p27"/>
                    <p:cNvGrpSpPr/>
                    <p:nvPr/>
                  </p:nvGrpSpPr>
                  <p:grpSpPr>
                    <a:xfrm>
                      <a:off x="5775048" y="3892549"/>
                      <a:ext cx="778309" cy="59708"/>
                      <a:chOff x="5775048" y="3892549"/>
                      <a:chExt cx="778309" cy="59708"/>
                    </a:xfrm>
                  </p:grpSpPr>
                  <p:sp>
                    <p:nvSpPr>
                      <p:cNvPr id="2101" name="Google Shape;2101;p27"/>
                      <p:cNvSpPr/>
                      <p:nvPr/>
                    </p:nvSpPr>
                    <p:spPr>
                      <a:xfrm rot="-54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102" name="Google Shape;2102;p27"/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103" name="Google Shape;2103;p27"/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2104" name="Google Shape;2104;p27"/>
                <p:cNvGrpSpPr/>
                <p:nvPr/>
              </p:nvGrpSpPr>
              <p:grpSpPr>
                <a:xfrm rot="-2396551">
                  <a:off x="7106035" y="2351271"/>
                  <a:ext cx="2320919" cy="2112818"/>
                  <a:chOff x="5701956" y="1773008"/>
                  <a:chExt cx="2320919" cy="2112818"/>
                </a:xfrm>
              </p:grpSpPr>
              <p:grpSp>
                <p:nvGrpSpPr>
                  <p:cNvPr id="2105" name="Google Shape;2105;p27"/>
                  <p:cNvGrpSpPr/>
                  <p:nvPr/>
                </p:nvGrpSpPr>
                <p:grpSpPr>
                  <a:xfrm>
                    <a:off x="5701956" y="1773008"/>
                    <a:ext cx="2320919" cy="2112818"/>
                    <a:chOff x="5797343" y="2178392"/>
                    <a:chExt cx="2320919" cy="2112818"/>
                  </a:xfrm>
                </p:grpSpPr>
                <p:grpSp>
                  <p:nvGrpSpPr>
                    <p:cNvPr id="2106" name="Google Shape;2106;p27"/>
                    <p:cNvGrpSpPr/>
                    <p:nvPr/>
                  </p:nvGrpSpPr>
                  <p:grpSpPr>
                    <a:xfrm>
                      <a:off x="5797343" y="2178392"/>
                      <a:ext cx="2320919" cy="2112818"/>
                      <a:chOff x="5587545" y="1682358"/>
                      <a:chExt cx="2320919" cy="2112818"/>
                    </a:xfrm>
                  </p:grpSpPr>
                  <p:sp>
                    <p:nvSpPr>
                      <p:cNvPr id="2107" name="Google Shape;2107;p27"/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108" name="Google Shape;2108;p27"/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109" name="Google Shape;2109;p27"/>
                    <p:cNvSpPr/>
                    <p:nvPr/>
                  </p:nvSpPr>
                  <p:spPr>
                    <a:xfrm>
                      <a:off x="5830183" y="2277270"/>
                      <a:ext cx="612000" cy="612000"/>
                    </a:xfrm>
                    <a:prstGeom prst="ellipse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110" name="Google Shape;2110;p27"/>
                  <p:cNvSpPr/>
                  <p:nvPr/>
                </p:nvSpPr>
                <p:spPr>
                  <a:xfrm rot="7768561">
                    <a:off x="6244837" y="1851730"/>
                    <a:ext cx="976518" cy="1813530"/>
                  </a:xfrm>
                  <a:prstGeom prst="flowChartManualOperation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11" name="Google Shape;2111;p27"/>
                <p:cNvGrpSpPr/>
                <p:nvPr/>
              </p:nvGrpSpPr>
              <p:grpSpPr>
                <a:xfrm rot="-2396551">
                  <a:off x="6162387" y="3010985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2112" name="Google Shape;2112;p27"/>
                  <p:cNvGrpSpPr/>
                  <p:nvPr/>
                </p:nvGrpSpPr>
                <p:grpSpPr>
                  <a:xfrm>
                    <a:off x="5811486" y="1624311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2113" name="Google Shape;2113;p27"/>
                    <p:cNvGrpSpPr/>
                    <p:nvPr/>
                  </p:nvGrpSpPr>
                  <p:grpSpPr>
                    <a:xfrm rot="-3495342">
                      <a:off x="6006485" y="1890354"/>
                      <a:ext cx="1278085" cy="1170790"/>
                      <a:chOff x="5701956" y="1773008"/>
                      <a:chExt cx="2320919" cy="2112818"/>
                    </a:xfrm>
                  </p:grpSpPr>
                  <p:grpSp>
                    <p:nvGrpSpPr>
                      <p:cNvPr id="2114" name="Google Shape;2114;p27"/>
                      <p:cNvGrpSpPr/>
                      <p:nvPr/>
                    </p:nvGrpSpPr>
                    <p:grpSpPr>
                      <a:xfrm>
                        <a:off x="5701956" y="1773008"/>
                        <a:ext cx="2320919" cy="2112818"/>
                        <a:chOff x="5797343" y="2178392"/>
                        <a:chExt cx="2320919" cy="2112818"/>
                      </a:xfrm>
                    </p:grpSpPr>
                    <p:grpSp>
                      <p:nvGrpSpPr>
                        <p:cNvPr id="2115" name="Google Shape;2115;p27"/>
                        <p:cNvGrpSpPr/>
                        <p:nvPr/>
                      </p:nvGrpSpPr>
                      <p:grpSpPr>
                        <a:xfrm>
                          <a:off x="5797343" y="2178392"/>
                          <a:ext cx="2320919" cy="2112818"/>
                          <a:chOff x="5587545" y="1682358"/>
                          <a:chExt cx="2320919" cy="2112818"/>
                        </a:xfrm>
                      </p:grpSpPr>
                      <p:sp>
                        <p:nvSpPr>
                          <p:cNvPr id="2116" name="Google Shape;2116;p27"/>
                          <p:cNvSpPr/>
                          <p:nvPr/>
                        </p:nvSpPr>
                        <p:spPr>
                          <a:xfrm>
                            <a:off x="6850705" y="2763143"/>
                            <a:ext cx="1057759" cy="1032033"/>
                          </a:xfrm>
                          <a:prstGeom prst="ellipse">
                            <a:avLst/>
                          </a:prstGeom>
                          <a:solidFill>
                            <a:srgbClr val="A5A5A5"/>
                          </a:solidFill>
                          <a:ln cap="flat" cmpd="sng" w="1905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117" name="Google Shape;2117;p27"/>
                          <p:cNvSpPr/>
                          <p:nvPr/>
                        </p:nvSpPr>
                        <p:spPr>
                          <a:xfrm rot="7768561">
                            <a:off x="6099463" y="1750485"/>
                            <a:ext cx="1032301" cy="1813530"/>
                          </a:xfrm>
                          <a:prstGeom prst="flowChartManualOperation">
                            <a:avLst/>
                          </a:prstGeom>
                          <a:solidFill>
                            <a:srgbClr val="A5A5A5"/>
                          </a:solidFill>
                          <a:ln cap="flat" cmpd="sng" w="1905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2118" name="Google Shape;2118;p27"/>
                        <p:cNvSpPr/>
                        <p:nvPr/>
                      </p:nvSpPr>
                      <p:spPr>
                        <a:xfrm>
                          <a:off x="5819210" y="2270542"/>
                          <a:ext cx="611999" cy="612001"/>
                        </a:xfrm>
                        <a:prstGeom prst="ellipse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2119" name="Google Shape;2119;p27"/>
                      <p:cNvSpPr/>
                      <p:nvPr/>
                    </p:nvSpPr>
                    <p:spPr>
                      <a:xfrm rot="7723891">
                        <a:off x="6283368" y="1841295"/>
                        <a:ext cx="919947" cy="1825612"/>
                      </a:xfrm>
                      <a:prstGeom prst="flowChartManualOperation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rgbClr val="A5A5A5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120" name="Google Shape;2120;p27"/>
                    <p:cNvSpPr/>
                    <p:nvPr/>
                  </p:nvSpPr>
                  <p:spPr>
                    <a:xfrm>
                      <a:off x="6945606" y="2185786"/>
                      <a:ext cx="288000" cy="288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121" name="Google Shape;2121;p27"/>
                  <p:cNvSpPr/>
                  <p:nvPr/>
                </p:nvSpPr>
                <p:spPr>
                  <a:xfrm>
                    <a:off x="6089175" y="2570070"/>
                    <a:ext cx="144000" cy="144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122" name="Google Shape;2122;p27"/>
              <p:cNvGrpSpPr/>
              <p:nvPr/>
            </p:nvGrpSpPr>
            <p:grpSpPr>
              <a:xfrm rot="10800000">
                <a:off x="8357826" y="532320"/>
                <a:ext cx="4024102" cy="4438437"/>
                <a:chOff x="5810339" y="1852707"/>
                <a:chExt cx="4024102" cy="4438437"/>
              </a:xfrm>
            </p:grpSpPr>
            <p:grpSp>
              <p:nvGrpSpPr>
                <p:cNvPr id="2123" name="Google Shape;2123;p27"/>
                <p:cNvGrpSpPr/>
                <p:nvPr/>
              </p:nvGrpSpPr>
              <p:grpSpPr>
                <a:xfrm rot="-799960">
                  <a:off x="6487978" y="4093752"/>
                  <a:ext cx="848023" cy="2128294"/>
                  <a:chOff x="5739808" y="2428623"/>
                  <a:chExt cx="848023" cy="2128294"/>
                </a:xfrm>
              </p:grpSpPr>
              <p:grpSp>
                <p:nvGrpSpPr>
                  <p:cNvPr id="2124" name="Google Shape;2124;p27"/>
                  <p:cNvGrpSpPr/>
                  <p:nvPr/>
                </p:nvGrpSpPr>
                <p:grpSpPr>
                  <a:xfrm>
                    <a:off x="5739808" y="3709395"/>
                    <a:ext cx="848023" cy="847523"/>
                    <a:chOff x="5739808" y="3709395"/>
                    <a:chExt cx="848023" cy="847523"/>
                  </a:xfrm>
                </p:grpSpPr>
                <p:grpSp>
                  <p:nvGrpSpPr>
                    <p:cNvPr id="2125" name="Google Shape;2125;p27"/>
                    <p:cNvGrpSpPr/>
                    <p:nvPr/>
                  </p:nvGrpSpPr>
                  <p:grpSpPr>
                    <a:xfrm>
                      <a:off x="5739808" y="3709395"/>
                      <a:ext cx="352110" cy="847261"/>
                      <a:chOff x="5739808" y="3709395"/>
                      <a:chExt cx="352110" cy="847261"/>
                    </a:xfrm>
                  </p:grpSpPr>
                  <p:grpSp>
                    <p:nvGrpSpPr>
                      <p:cNvPr id="2126" name="Google Shape;2126;p27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2127" name="Google Shape;2127;p27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128" name="Google Shape;2128;p27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2129" name="Google Shape;2129;p27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130" name="Google Shape;2130;p27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2131" name="Google Shape;2131;p27"/>
                    <p:cNvGrpSpPr/>
                    <p:nvPr/>
                  </p:nvGrpSpPr>
                  <p:grpSpPr>
                    <a:xfrm flipH="1">
                      <a:off x="6235721" y="3709657"/>
                      <a:ext cx="352110" cy="847261"/>
                      <a:chOff x="5739808" y="3709395"/>
                      <a:chExt cx="352110" cy="847261"/>
                    </a:xfrm>
                  </p:grpSpPr>
                  <p:grpSp>
                    <p:nvGrpSpPr>
                      <p:cNvPr id="2132" name="Google Shape;2132;p27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2133" name="Google Shape;2133;p27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134" name="Google Shape;2134;p27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2135" name="Google Shape;2135;p27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136" name="Google Shape;2136;p27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2137" name="Google Shape;2137;p27"/>
                  <p:cNvGrpSpPr/>
                  <p:nvPr/>
                </p:nvGrpSpPr>
                <p:grpSpPr>
                  <a:xfrm>
                    <a:off x="5775048" y="2428623"/>
                    <a:ext cx="779055" cy="1666542"/>
                    <a:chOff x="5775048" y="2428623"/>
                    <a:chExt cx="779055" cy="1666542"/>
                  </a:xfrm>
                </p:grpSpPr>
                <p:grpSp>
                  <p:nvGrpSpPr>
                    <p:cNvPr id="2138" name="Google Shape;2138;p27"/>
                    <p:cNvGrpSpPr/>
                    <p:nvPr/>
                  </p:nvGrpSpPr>
                  <p:grpSpPr>
                    <a:xfrm>
                      <a:off x="5775707" y="2428623"/>
                      <a:ext cx="778396" cy="1666542"/>
                      <a:chOff x="5775707" y="2428623"/>
                      <a:chExt cx="778396" cy="1666542"/>
                    </a:xfrm>
                  </p:grpSpPr>
                  <p:grpSp>
                    <p:nvGrpSpPr>
                      <p:cNvPr id="2139" name="Google Shape;2139;p27"/>
                      <p:cNvGrpSpPr/>
                      <p:nvPr/>
                    </p:nvGrpSpPr>
                    <p:grpSpPr>
                      <a:xfrm>
                        <a:off x="5775707" y="2428623"/>
                        <a:ext cx="778396" cy="1321607"/>
                        <a:chOff x="5728098" y="3524079"/>
                        <a:chExt cx="778396" cy="1321607"/>
                      </a:xfrm>
                    </p:grpSpPr>
                    <p:grpSp>
                      <p:nvGrpSpPr>
                        <p:cNvPr id="2140" name="Google Shape;2140;p27"/>
                        <p:cNvGrpSpPr/>
                        <p:nvPr/>
                      </p:nvGrpSpPr>
                      <p:grpSpPr>
                        <a:xfrm>
                          <a:off x="5882065" y="3524079"/>
                          <a:ext cx="468000" cy="773094"/>
                          <a:chOff x="5755916" y="3285424"/>
                          <a:chExt cx="468000" cy="773094"/>
                        </a:xfrm>
                      </p:grpSpPr>
                      <p:sp>
                        <p:nvSpPr>
                          <p:cNvPr id="2141" name="Google Shape;2141;p27"/>
                          <p:cNvSpPr/>
                          <p:nvPr/>
                        </p:nvSpPr>
                        <p:spPr>
                          <a:xfrm>
                            <a:off x="5755916" y="3285424"/>
                            <a:ext cx="468000" cy="468000"/>
                          </a:xfrm>
                          <a:prstGeom prst="ellipse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2142" name="Google Shape;2142;p27"/>
                          <p:cNvGrpSpPr/>
                          <p:nvPr/>
                        </p:nvGrpSpPr>
                        <p:grpSpPr>
                          <a:xfrm>
                            <a:off x="5809916" y="3734518"/>
                            <a:ext cx="360000" cy="324000"/>
                            <a:chOff x="5827652" y="3885379"/>
                            <a:chExt cx="360000" cy="324000"/>
                          </a:xfrm>
                        </p:grpSpPr>
                        <p:sp>
                          <p:nvSpPr>
                            <p:cNvPr id="2143" name="Google Shape;2143;p27"/>
                            <p:cNvSpPr/>
                            <p:nvPr/>
                          </p:nvSpPr>
                          <p:spPr>
                            <a:xfrm>
                              <a:off x="5917652" y="3885379"/>
                              <a:ext cx="180000" cy="180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144" name="Google Shape;2144;p27"/>
                            <p:cNvSpPr/>
                            <p:nvPr/>
                          </p:nvSpPr>
                          <p:spPr>
                            <a:xfrm>
                              <a:off x="5827652" y="4065379"/>
                              <a:ext cx="360000" cy="144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2145" name="Google Shape;2145;p27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2146" name="Google Shape;2146;p27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577531"/>
                            <a:chOff x="5728098" y="4268155"/>
                            <a:chExt cx="778396" cy="577531"/>
                          </a:xfrm>
                        </p:grpSpPr>
                        <p:grpSp>
                          <p:nvGrpSpPr>
                            <p:cNvPr id="2147" name="Google Shape;2147;p27"/>
                            <p:cNvGrpSpPr/>
                            <p:nvPr/>
                          </p:nvGrpSpPr>
                          <p:grpSpPr>
                            <a:xfrm>
                              <a:off x="5728098" y="4268155"/>
                              <a:ext cx="778396" cy="468000"/>
                              <a:chOff x="5728098" y="4268155"/>
                              <a:chExt cx="778396" cy="468000"/>
                            </a:xfrm>
                          </p:grpSpPr>
                          <p:sp>
                            <p:nvSpPr>
                              <p:cNvPr id="2148" name="Google Shape;2148;p27"/>
                              <p:cNvSpPr/>
                              <p:nvPr/>
                            </p:nvSpPr>
                            <p:spPr>
                              <a:xfrm>
                                <a:off x="5728098" y="4659003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149" name="Google Shape;2149;p27"/>
                              <p:cNvSpPr/>
                              <p:nvPr/>
                            </p:nvSpPr>
                            <p:spPr>
                              <a:xfrm>
                                <a:off x="6348799" y="4661385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150" name="Google Shape;2150;p27"/>
                              <p:cNvSpPr/>
                              <p:nvPr/>
                            </p:nvSpPr>
                            <p:spPr>
                              <a:xfrm>
                                <a:off x="5847296" y="4268155"/>
                                <a:ext cx="540000" cy="468000"/>
                              </a:xfrm>
                              <a:prstGeom prst="frame">
                                <a:avLst>
                                  <a:gd fmla="val 7853" name="adj1"/>
                                </a:avLst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2151" name="Google Shape;2151;p27"/>
                            <p:cNvGrpSpPr/>
                            <p:nvPr/>
                          </p:nvGrpSpPr>
                          <p:grpSpPr>
                            <a:xfrm>
                              <a:off x="5728099" y="4698144"/>
                              <a:ext cx="777647" cy="147542"/>
                              <a:chOff x="5728099" y="4698144"/>
                              <a:chExt cx="777647" cy="147542"/>
                            </a:xfrm>
                          </p:grpSpPr>
                          <p:sp>
                            <p:nvSpPr>
                              <p:cNvPr id="2152" name="Google Shape;2152;p27"/>
                              <p:cNvSpPr/>
                              <p:nvPr/>
                            </p:nvSpPr>
                            <p:spPr>
                              <a:xfrm>
                                <a:off x="5849450" y="4698833"/>
                                <a:ext cx="537845" cy="45719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153" name="Google Shape;2153;p27"/>
                              <p:cNvSpPr/>
                              <p:nvPr/>
                            </p:nvSpPr>
                            <p:spPr>
                              <a:xfrm>
                                <a:off x="5728099" y="4698144"/>
                                <a:ext cx="118291" cy="147542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154" name="Google Shape;2154;p27"/>
                              <p:cNvSpPr/>
                              <p:nvPr/>
                            </p:nvSpPr>
                            <p:spPr>
                              <a:xfrm>
                                <a:off x="6385142" y="4698144"/>
                                <a:ext cx="120604" cy="147542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2155" name="Google Shape;2155;p27"/>
                          <p:cNvGrpSpPr/>
                          <p:nvPr/>
                        </p:nvGrpSpPr>
                        <p:grpSpPr>
                          <a:xfrm>
                            <a:off x="5969948" y="4385231"/>
                            <a:ext cx="300588" cy="306875"/>
                            <a:chOff x="6707431" y="4143645"/>
                            <a:chExt cx="398381" cy="433766"/>
                          </a:xfrm>
                        </p:grpSpPr>
                        <p:sp>
                          <p:nvSpPr>
                            <p:cNvPr id="2156" name="Google Shape;2156;p27"/>
                            <p:cNvSpPr/>
                            <p:nvPr/>
                          </p:nvSpPr>
                          <p:spPr>
                            <a:xfrm>
                              <a:off x="6708632" y="4255261"/>
                              <a:ext cx="396000" cy="21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157" name="Google Shape;2157;p27"/>
                            <p:cNvSpPr/>
                            <p:nvPr/>
                          </p:nvSpPr>
                          <p:spPr>
                            <a:xfrm>
                              <a:off x="6709813" y="4143645"/>
                              <a:ext cx="395999" cy="108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158" name="Google Shape;2158;p27"/>
                            <p:cNvSpPr/>
                            <p:nvPr/>
                          </p:nvSpPr>
                          <p:spPr>
                            <a:xfrm>
                              <a:off x="6707431" y="4469411"/>
                              <a:ext cx="396000" cy="108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2159" name="Google Shape;2159;p27"/>
                      <p:cNvSpPr/>
                      <p:nvPr/>
                    </p:nvSpPr>
                    <p:spPr>
                      <a:xfrm>
                        <a:off x="6139226" y="3643061"/>
                        <a:ext cx="45719" cy="452104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2160" name="Google Shape;2160;p27"/>
                    <p:cNvGrpSpPr/>
                    <p:nvPr/>
                  </p:nvGrpSpPr>
                  <p:grpSpPr>
                    <a:xfrm>
                      <a:off x="5775048" y="3892549"/>
                      <a:ext cx="778309" cy="59708"/>
                      <a:chOff x="5775048" y="3892549"/>
                      <a:chExt cx="778309" cy="59708"/>
                    </a:xfrm>
                  </p:grpSpPr>
                  <p:sp>
                    <p:nvSpPr>
                      <p:cNvPr id="2161" name="Google Shape;2161;p27"/>
                      <p:cNvSpPr/>
                      <p:nvPr/>
                    </p:nvSpPr>
                    <p:spPr>
                      <a:xfrm rot="-54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162" name="Google Shape;2162;p27"/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163" name="Google Shape;2163;p27"/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2164" name="Google Shape;2164;p27"/>
                <p:cNvGrpSpPr/>
                <p:nvPr/>
              </p:nvGrpSpPr>
              <p:grpSpPr>
                <a:xfrm rot="-2396551">
                  <a:off x="7106035" y="2351271"/>
                  <a:ext cx="2320919" cy="2112818"/>
                  <a:chOff x="5701956" y="1773008"/>
                  <a:chExt cx="2320919" cy="2112818"/>
                </a:xfrm>
              </p:grpSpPr>
              <p:grpSp>
                <p:nvGrpSpPr>
                  <p:cNvPr id="2165" name="Google Shape;2165;p27"/>
                  <p:cNvGrpSpPr/>
                  <p:nvPr/>
                </p:nvGrpSpPr>
                <p:grpSpPr>
                  <a:xfrm>
                    <a:off x="5701956" y="1773008"/>
                    <a:ext cx="2320919" cy="2112818"/>
                    <a:chOff x="5797343" y="2178392"/>
                    <a:chExt cx="2320919" cy="2112818"/>
                  </a:xfrm>
                </p:grpSpPr>
                <p:grpSp>
                  <p:nvGrpSpPr>
                    <p:cNvPr id="2166" name="Google Shape;2166;p27"/>
                    <p:cNvGrpSpPr/>
                    <p:nvPr/>
                  </p:nvGrpSpPr>
                  <p:grpSpPr>
                    <a:xfrm>
                      <a:off x="5797343" y="2178392"/>
                      <a:ext cx="2320919" cy="2112818"/>
                      <a:chOff x="5587545" y="1682358"/>
                      <a:chExt cx="2320919" cy="2112818"/>
                    </a:xfrm>
                  </p:grpSpPr>
                  <p:sp>
                    <p:nvSpPr>
                      <p:cNvPr id="2167" name="Google Shape;2167;p27"/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168" name="Google Shape;2168;p27"/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169" name="Google Shape;2169;p27"/>
                    <p:cNvSpPr/>
                    <p:nvPr/>
                  </p:nvSpPr>
                  <p:spPr>
                    <a:xfrm>
                      <a:off x="5830183" y="2277270"/>
                      <a:ext cx="612000" cy="612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170" name="Google Shape;2170;p27"/>
                  <p:cNvSpPr/>
                  <p:nvPr/>
                </p:nvSpPr>
                <p:spPr>
                  <a:xfrm rot="7768561">
                    <a:off x="6244837" y="1851730"/>
                    <a:ext cx="976518" cy="1813530"/>
                  </a:xfrm>
                  <a:prstGeom prst="flowChartManualOperation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71" name="Google Shape;2171;p27"/>
                <p:cNvGrpSpPr/>
                <p:nvPr/>
              </p:nvGrpSpPr>
              <p:grpSpPr>
                <a:xfrm rot="-2396551">
                  <a:off x="6162387" y="3010985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2172" name="Google Shape;2172;p27"/>
                  <p:cNvGrpSpPr/>
                  <p:nvPr/>
                </p:nvGrpSpPr>
                <p:grpSpPr>
                  <a:xfrm>
                    <a:off x="5811486" y="1624311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2173" name="Google Shape;2173;p27"/>
                    <p:cNvGrpSpPr/>
                    <p:nvPr/>
                  </p:nvGrpSpPr>
                  <p:grpSpPr>
                    <a:xfrm rot="-3495342">
                      <a:off x="6006485" y="1890354"/>
                      <a:ext cx="1278085" cy="1170790"/>
                      <a:chOff x="5701956" y="1773008"/>
                      <a:chExt cx="2320919" cy="2112818"/>
                    </a:xfrm>
                  </p:grpSpPr>
                  <p:grpSp>
                    <p:nvGrpSpPr>
                      <p:cNvPr id="2174" name="Google Shape;2174;p27"/>
                      <p:cNvGrpSpPr/>
                      <p:nvPr/>
                    </p:nvGrpSpPr>
                    <p:grpSpPr>
                      <a:xfrm>
                        <a:off x="5701956" y="1773008"/>
                        <a:ext cx="2320919" cy="2112818"/>
                        <a:chOff x="5797343" y="2178392"/>
                        <a:chExt cx="2320919" cy="2112818"/>
                      </a:xfrm>
                    </p:grpSpPr>
                    <p:grpSp>
                      <p:nvGrpSpPr>
                        <p:cNvPr id="2175" name="Google Shape;2175;p27"/>
                        <p:cNvGrpSpPr/>
                        <p:nvPr/>
                      </p:nvGrpSpPr>
                      <p:grpSpPr>
                        <a:xfrm>
                          <a:off x="5797343" y="2178392"/>
                          <a:ext cx="2320919" cy="2112818"/>
                          <a:chOff x="5587545" y="1682358"/>
                          <a:chExt cx="2320919" cy="2112818"/>
                        </a:xfrm>
                      </p:grpSpPr>
                      <p:sp>
                        <p:nvSpPr>
                          <p:cNvPr id="2176" name="Google Shape;2176;p27"/>
                          <p:cNvSpPr/>
                          <p:nvPr/>
                        </p:nvSpPr>
                        <p:spPr>
                          <a:xfrm>
                            <a:off x="6850705" y="2763143"/>
                            <a:ext cx="1057759" cy="1032033"/>
                          </a:xfrm>
                          <a:prstGeom prst="ellipse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177" name="Google Shape;2177;p27"/>
                          <p:cNvSpPr/>
                          <p:nvPr/>
                        </p:nvSpPr>
                        <p:spPr>
                          <a:xfrm rot="7768561">
                            <a:off x="6099463" y="1750485"/>
                            <a:ext cx="1032301" cy="1813530"/>
                          </a:xfrm>
                          <a:prstGeom prst="flowChartManualOperation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2178" name="Google Shape;2178;p27"/>
                        <p:cNvSpPr/>
                        <p:nvPr/>
                      </p:nvSpPr>
                      <p:spPr>
                        <a:xfrm>
                          <a:off x="5819210" y="2270542"/>
                          <a:ext cx="611999" cy="612001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2179" name="Google Shape;2179;p27"/>
                      <p:cNvSpPr/>
                      <p:nvPr/>
                    </p:nvSpPr>
                    <p:spPr>
                      <a:xfrm rot="7723891">
                        <a:off x="6283368" y="1841295"/>
                        <a:ext cx="919947" cy="1825612"/>
                      </a:xfrm>
                      <a:prstGeom prst="flowChartManualOperation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180" name="Google Shape;2180;p27"/>
                    <p:cNvSpPr/>
                    <p:nvPr/>
                  </p:nvSpPr>
                  <p:spPr>
                    <a:xfrm>
                      <a:off x="6945606" y="2185786"/>
                      <a:ext cx="288000" cy="288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181" name="Google Shape;2181;p27"/>
                  <p:cNvSpPr/>
                  <p:nvPr/>
                </p:nvSpPr>
                <p:spPr>
                  <a:xfrm>
                    <a:off x="6089175" y="2570070"/>
                    <a:ext cx="144000" cy="144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2182" name="Google Shape;2182;p27"/>
            <p:cNvSpPr/>
            <p:nvPr/>
          </p:nvSpPr>
          <p:spPr>
            <a:xfrm>
              <a:off x="5978760" y="3971749"/>
              <a:ext cx="216000" cy="180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3" name="Google Shape;2183;p27"/>
          <p:cNvSpPr txBox="1"/>
          <p:nvPr>
            <p:ph type="ctrTitle"/>
          </p:nvPr>
        </p:nvSpPr>
        <p:spPr>
          <a:xfrm>
            <a:off x="161745" y="130679"/>
            <a:ext cx="5975355" cy="24259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AUTOMATICO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Posicionamiento en origen o reset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solidFill>
                  <a:srgbClr val="0070C0"/>
                </a:solidFill>
                <a:latin typeface="Aharoni"/>
                <a:ea typeface="Aharoni"/>
                <a:cs typeface="Aharoni"/>
                <a:sym typeface="Aharoni"/>
              </a:rPr>
              <a:t>subrutina reset</a:t>
            </a:r>
            <a:endParaRPr sz="4000">
              <a:solidFill>
                <a:srgbClr val="0070C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2184" name="Google Shape;2184;p27"/>
          <p:cNvSpPr/>
          <p:nvPr/>
        </p:nvSpPr>
        <p:spPr>
          <a:xfrm>
            <a:off x="10084128" y="3126105"/>
            <a:ext cx="252000" cy="25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5" name="Google Shape;2185;p27"/>
          <p:cNvSpPr txBox="1"/>
          <p:nvPr/>
        </p:nvSpPr>
        <p:spPr>
          <a:xfrm>
            <a:off x="10471648" y="3016610"/>
            <a:ext cx="1724695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S2</a:t>
            </a:r>
            <a:endParaRPr/>
          </a:p>
        </p:txBody>
      </p:sp>
      <p:grpSp>
        <p:nvGrpSpPr>
          <p:cNvPr id="2186" name="Google Shape;2186;p27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2187" name="Google Shape;2187;p27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2188" name="Google Shape;2188;p27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89" name="Google Shape;2189;p27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2190" name="Google Shape;2190;p27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1" name="Google Shape;2191;p27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192" name="Google Shape;2192;p27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2193" name="Google Shape;2193;p27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2194" name="Google Shape;2194;p27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5" name="Google Shape;2195;p27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96" name="Google Shape;2196;p27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2197" name="Google Shape;2197;p27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8" name="Google Shape;2198;p27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9" name="Google Shape;2199;p27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00" name="Google Shape;2200;p27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2201" name="Google Shape;2201;p27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2" name="Google Shape;2202;p27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3" name="Google Shape;2203;p27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04" name="Google Shape;2204;p27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2205" name="Google Shape;2205;p27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6" name="Google Shape;2206;p27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7" name="Google Shape;2207;p27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08" name="Google Shape;2208;p27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2209" name="Google Shape;2209;p27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0" name="Google Shape;2210;p27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1" name="Google Shape;2211;p27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2212" name="Google Shape;2212;p27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2213" name="Google Shape;2213;p27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4" name="Google Shape;2214;p27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15" name="Google Shape;2215;p27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2216" name="Google Shape;2216;p27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2217" name="Google Shape;2217;p27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2218" name="Google Shape;2218;p27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9" name="Google Shape;2219;p27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20" name="Google Shape;2220;p27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2221" name="Google Shape;2221;p27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2222" name="Google Shape;2222;p27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23" name="Google Shape;2223;p27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224" name="Google Shape;2224;p27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2225" name="Google Shape;2225;p27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26" name="Google Shape;2226;p27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2227" name="Google Shape;2227;p27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2228" name="Google Shape;2228;p27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9" name="Google Shape;2229;p27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230" name="Google Shape;2230;p27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2231" name="Google Shape;2231;p27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2" name="Google Shape;2232;p27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3" name="Google Shape;2233;p27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34" name="Google Shape;2234;p27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35" name="Google Shape;2235;p27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2236" name="Google Shape;2236;p27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2237" name="Google Shape;2237;p27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8" name="Google Shape;2238;p27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239" name="Google Shape;2239;p27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40" name="Google Shape;2240;p27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2241" name="Google Shape;2241;p27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2" name="Google Shape;2242;p27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3" name="Google Shape;2243;p27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44" name="Google Shape;2244;p27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5" name="Google Shape;2245;p27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6" name="Google Shape;2246;p27"/>
          <p:cNvSpPr txBox="1"/>
          <p:nvPr/>
        </p:nvSpPr>
        <p:spPr>
          <a:xfrm>
            <a:off x="9561893" y="62421"/>
            <a:ext cx="2785332" cy="7036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00B050"/>
                </a:solidFill>
                <a:latin typeface="Aharoni"/>
                <a:ea typeface="Aharoni"/>
                <a:cs typeface="Aharoni"/>
                <a:sym typeface="Aharoni"/>
              </a:rPr>
              <a:t>Eslabón 2</a:t>
            </a:r>
            <a:endParaRPr/>
          </a:p>
        </p:txBody>
      </p:sp>
      <p:pic>
        <p:nvPicPr>
          <p:cNvPr id="2247" name="Google Shape;224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4107" y="3537502"/>
            <a:ext cx="299085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8" name="Google Shape;2248;p27"/>
          <p:cNvSpPr txBox="1"/>
          <p:nvPr>
            <p:ph idx="1" type="subTitle"/>
          </p:nvPr>
        </p:nvSpPr>
        <p:spPr>
          <a:xfrm>
            <a:off x="286784" y="2950635"/>
            <a:ext cx="4388290" cy="2378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¿Sensor s2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(inhibir movimiento)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</a:t>
            </a:r>
            <a:r>
              <a:rPr lang="es-ES"/>
              <a:t>(mover eslabón abajo).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Analizar sig. sensor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2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" name="Google Shape;2253;p28"/>
          <p:cNvGrpSpPr/>
          <p:nvPr/>
        </p:nvGrpSpPr>
        <p:grpSpPr>
          <a:xfrm rot="-2643">
            <a:off x="7374761" y="1993591"/>
            <a:ext cx="2320919" cy="2112818"/>
            <a:chOff x="5701956" y="1773008"/>
            <a:chExt cx="2320919" cy="2112818"/>
          </a:xfrm>
        </p:grpSpPr>
        <p:grpSp>
          <p:nvGrpSpPr>
            <p:cNvPr id="2254" name="Google Shape;2254;p28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2255" name="Google Shape;2255;p28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2256" name="Google Shape;2256;p28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57" name="Google Shape;2257;p28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258" name="Google Shape;2258;p28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solidFill>
                <a:srgbClr val="A5A5A5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59" name="Google Shape;2259;p28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rgbClr val="A5A5A5"/>
            </a:solidFill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60" name="Google Shape;2260;p28"/>
          <p:cNvGrpSpPr/>
          <p:nvPr/>
        </p:nvGrpSpPr>
        <p:grpSpPr>
          <a:xfrm rot="-8406092">
            <a:off x="8557717" y="1386292"/>
            <a:ext cx="4024102" cy="4438437"/>
            <a:chOff x="5810339" y="1852707"/>
            <a:chExt cx="4024102" cy="4438437"/>
          </a:xfrm>
        </p:grpSpPr>
        <p:grpSp>
          <p:nvGrpSpPr>
            <p:cNvPr id="2261" name="Google Shape;2261;p28"/>
            <p:cNvGrpSpPr/>
            <p:nvPr/>
          </p:nvGrpSpPr>
          <p:grpSpPr>
            <a:xfrm rot="-799960">
              <a:off x="6487978" y="4093752"/>
              <a:ext cx="848023" cy="2128294"/>
              <a:chOff x="5739808" y="2428623"/>
              <a:chExt cx="848023" cy="2128294"/>
            </a:xfrm>
          </p:grpSpPr>
          <p:grpSp>
            <p:nvGrpSpPr>
              <p:cNvPr id="2262" name="Google Shape;2262;p28"/>
              <p:cNvGrpSpPr/>
              <p:nvPr/>
            </p:nvGrpSpPr>
            <p:grpSpPr>
              <a:xfrm>
                <a:off x="5739808" y="3709395"/>
                <a:ext cx="848023" cy="847523"/>
                <a:chOff x="5739808" y="3709395"/>
                <a:chExt cx="848023" cy="847523"/>
              </a:xfrm>
            </p:grpSpPr>
            <p:grpSp>
              <p:nvGrpSpPr>
                <p:cNvPr id="2263" name="Google Shape;2263;p28"/>
                <p:cNvGrpSpPr/>
                <p:nvPr/>
              </p:nvGrpSpPr>
              <p:grpSpPr>
                <a:xfrm>
                  <a:off x="5739808" y="3709395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2264" name="Google Shape;2264;p28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2265" name="Google Shape;2265;p28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66" name="Google Shape;2266;p28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267" name="Google Shape;2267;p28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68" name="Google Shape;2268;p28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9" name="Google Shape;2269;p28"/>
                <p:cNvGrpSpPr/>
                <p:nvPr/>
              </p:nvGrpSpPr>
              <p:grpSpPr>
                <a:xfrm flipH="1">
                  <a:off x="6235721" y="3709657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2270" name="Google Shape;2270;p28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2271" name="Google Shape;2271;p28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72" name="Google Shape;2272;p28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273" name="Google Shape;2273;p28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74" name="Google Shape;2274;p28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275" name="Google Shape;2275;p28"/>
              <p:cNvGrpSpPr/>
              <p:nvPr/>
            </p:nvGrpSpPr>
            <p:grpSpPr>
              <a:xfrm>
                <a:off x="5775048" y="2428623"/>
                <a:ext cx="779055" cy="1666542"/>
                <a:chOff x="5775048" y="2428623"/>
                <a:chExt cx="779055" cy="1666542"/>
              </a:xfrm>
            </p:grpSpPr>
            <p:grpSp>
              <p:nvGrpSpPr>
                <p:cNvPr id="2276" name="Google Shape;2276;p28"/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</p:grpSpPr>
              <p:grpSp>
                <p:nvGrpSpPr>
                  <p:cNvPr id="2277" name="Google Shape;2277;p28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2278" name="Google Shape;2278;p28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2279" name="Google Shape;2279;p28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2280" name="Google Shape;2280;p28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2281" name="Google Shape;2281;p28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282" name="Google Shape;2282;p28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2283" name="Google Shape;2283;p28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2284" name="Google Shape;2284;p28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2285" name="Google Shape;2285;p28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2286" name="Google Shape;2286;p28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287" name="Google Shape;2287;p28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288" name="Google Shape;2288;p28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289" name="Google Shape;2289;p28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2290" name="Google Shape;2290;p28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291" name="Google Shape;2291;p28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292" name="Google Shape;2292;p28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2293" name="Google Shape;2293;p28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2294" name="Google Shape;2294;p28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295" name="Google Shape;2295;p28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296" name="Google Shape;2296;p28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2297" name="Google Shape;2297;p28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98" name="Google Shape;2298;p28"/>
                <p:cNvGrpSpPr/>
                <p:nvPr/>
              </p:nvGrpSpPr>
              <p:grpSpPr>
                <a:xfrm>
                  <a:off x="5775048" y="3892549"/>
                  <a:ext cx="778309" cy="59708"/>
                  <a:chOff x="5775048" y="3892549"/>
                  <a:chExt cx="778309" cy="59708"/>
                </a:xfrm>
              </p:grpSpPr>
              <p:sp>
                <p:nvSpPr>
                  <p:cNvPr id="2299" name="Google Shape;2299;p28"/>
                  <p:cNvSpPr/>
                  <p:nvPr/>
                </p:nvSpPr>
                <p:spPr>
                  <a:xfrm rot="-5400000">
                    <a:off x="6134348" y="3533249"/>
                    <a:ext cx="59708" cy="7783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00" name="Google Shape;2300;p28"/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01" name="Google Shape;2301;p28"/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302" name="Google Shape;2302;p28"/>
            <p:cNvGrpSpPr/>
            <p:nvPr/>
          </p:nvGrpSpPr>
          <p:grpSpPr>
            <a:xfrm rot="-2396551">
              <a:off x="7106035" y="2351271"/>
              <a:ext cx="2320919" cy="2112818"/>
              <a:chOff x="5701956" y="1773008"/>
              <a:chExt cx="2320919" cy="2112818"/>
            </a:xfrm>
          </p:grpSpPr>
          <p:grpSp>
            <p:nvGrpSpPr>
              <p:cNvPr id="2303" name="Google Shape;2303;p28"/>
              <p:cNvGrpSpPr/>
              <p:nvPr/>
            </p:nvGrpSpPr>
            <p:grpSpPr>
              <a:xfrm>
                <a:off x="5701956" y="1773008"/>
                <a:ext cx="2320919" cy="2112818"/>
                <a:chOff x="5797343" y="2178392"/>
                <a:chExt cx="2320919" cy="2112818"/>
              </a:xfrm>
            </p:grpSpPr>
            <p:grpSp>
              <p:nvGrpSpPr>
                <p:cNvPr id="2304" name="Google Shape;2304;p28"/>
                <p:cNvGrpSpPr/>
                <p:nvPr/>
              </p:nvGrpSpPr>
              <p:grpSpPr>
                <a:xfrm>
                  <a:off x="5797343" y="2178392"/>
                  <a:ext cx="2320919" cy="2112818"/>
                  <a:chOff x="5587545" y="1682358"/>
                  <a:chExt cx="2320919" cy="2112818"/>
                </a:xfrm>
              </p:grpSpPr>
              <p:sp>
                <p:nvSpPr>
                  <p:cNvPr id="2305" name="Google Shape;2305;p28"/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06" name="Google Shape;2306;p28"/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307" name="Google Shape;2307;p28"/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308" name="Google Shape;2308;p28"/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09" name="Google Shape;2309;p28"/>
            <p:cNvGrpSpPr/>
            <p:nvPr/>
          </p:nvGrpSpPr>
          <p:grpSpPr>
            <a:xfrm rot="-2396551">
              <a:off x="6162387" y="3010985"/>
              <a:ext cx="1668083" cy="1702876"/>
              <a:chOff x="5811486" y="1624311"/>
              <a:chExt cx="1668083" cy="1702876"/>
            </a:xfrm>
          </p:grpSpPr>
          <p:grpSp>
            <p:nvGrpSpPr>
              <p:cNvPr id="2310" name="Google Shape;2310;p28"/>
              <p:cNvGrpSpPr/>
              <p:nvPr/>
            </p:nvGrpSpPr>
            <p:grpSpPr>
              <a:xfrm>
                <a:off x="5811486" y="1624311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2311" name="Google Shape;2311;p28"/>
                <p:cNvGrpSpPr/>
                <p:nvPr/>
              </p:nvGrpSpPr>
              <p:grpSpPr>
                <a:xfrm rot="-3495342">
                  <a:off x="6006485" y="1890354"/>
                  <a:ext cx="1278085" cy="1170790"/>
                  <a:chOff x="5701956" y="1773008"/>
                  <a:chExt cx="2320919" cy="2112818"/>
                </a:xfrm>
              </p:grpSpPr>
              <p:grpSp>
                <p:nvGrpSpPr>
                  <p:cNvPr id="2312" name="Google Shape;2312;p28"/>
                  <p:cNvGrpSpPr/>
                  <p:nvPr/>
                </p:nvGrpSpPr>
                <p:grpSpPr>
                  <a:xfrm>
                    <a:off x="5701956" y="1773008"/>
                    <a:ext cx="2320919" cy="2112818"/>
                    <a:chOff x="5797343" y="2178392"/>
                    <a:chExt cx="2320919" cy="2112818"/>
                  </a:xfrm>
                </p:grpSpPr>
                <p:grpSp>
                  <p:nvGrpSpPr>
                    <p:cNvPr id="2313" name="Google Shape;2313;p28"/>
                    <p:cNvGrpSpPr/>
                    <p:nvPr/>
                  </p:nvGrpSpPr>
                  <p:grpSpPr>
                    <a:xfrm>
                      <a:off x="5797343" y="2178392"/>
                      <a:ext cx="2320919" cy="2112818"/>
                      <a:chOff x="5587545" y="1682358"/>
                      <a:chExt cx="2320919" cy="2112818"/>
                    </a:xfrm>
                  </p:grpSpPr>
                  <p:sp>
                    <p:nvSpPr>
                      <p:cNvPr id="2314" name="Google Shape;2314;p28"/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315" name="Google Shape;2315;p28"/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316" name="Google Shape;2316;p28"/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317" name="Google Shape;2317;p28"/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318" name="Google Shape;2318;p28"/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319" name="Google Shape;2319;p28"/>
              <p:cNvSpPr/>
              <p:nvPr/>
            </p:nvSpPr>
            <p:spPr>
              <a:xfrm>
                <a:off x="6089175" y="2570070"/>
                <a:ext cx="144000" cy="144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20" name="Google Shape;2320;p28"/>
          <p:cNvSpPr/>
          <p:nvPr/>
        </p:nvSpPr>
        <p:spPr>
          <a:xfrm rot="-3006092">
            <a:off x="9389158" y="373689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1" name="Google Shape;2321;p28"/>
          <p:cNvSpPr txBox="1"/>
          <p:nvPr>
            <p:ph type="ctrTitle"/>
          </p:nvPr>
        </p:nvSpPr>
        <p:spPr>
          <a:xfrm>
            <a:off x="561712" y="206369"/>
            <a:ext cx="11068575" cy="11076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AUTOMATICO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Posicionamiento en origen</a:t>
            </a:r>
            <a:endParaRPr/>
          </a:p>
        </p:txBody>
      </p:sp>
      <p:sp>
        <p:nvSpPr>
          <p:cNvPr id="2322" name="Google Shape;2322;p28"/>
          <p:cNvSpPr/>
          <p:nvPr/>
        </p:nvSpPr>
        <p:spPr>
          <a:xfrm>
            <a:off x="9931357" y="1163588"/>
            <a:ext cx="252000" cy="252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3" name="Google Shape;2323;p28"/>
          <p:cNvSpPr txBox="1"/>
          <p:nvPr/>
        </p:nvSpPr>
        <p:spPr>
          <a:xfrm>
            <a:off x="10318877" y="1054093"/>
            <a:ext cx="1724695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S2</a:t>
            </a:r>
            <a:endParaRPr/>
          </a:p>
        </p:txBody>
      </p:sp>
      <p:grpSp>
        <p:nvGrpSpPr>
          <p:cNvPr id="2324" name="Google Shape;2324;p28"/>
          <p:cNvGrpSpPr/>
          <p:nvPr/>
        </p:nvGrpSpPr>
        <p:grpSpPr>
          <a:xfrm>
            <a:off x="8605216" y="3291423"/>
            <a:ext cx="1123872" cy="1369240"/>
            <a:chOff x="7991273" y="3108960"/>
            <a:chExt cx="1192486" cy="1369240"/>
          </a:xfrm>
        </p:grpSpPr>
        <p:grpSp>
          <p:nvGrpSpPr>
            <p:cNvPr id="2325" name="Google Shape;2325;p28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2326" name="Google Shape;2326;p28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27" name="Google Shape;2327;p28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2328" name="Google Shape;2328;p28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9" name="Google Shape;2329;p28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330" name="Google Shape;2330;p28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2331" name="Google Shape;2331;p28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2332" name="Google Shape;2332;p28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3" name="Google Shape;2333;p28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334" name="Google Shape;2334;p28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2335" name="Google Shape;2335;p28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6" name="Google Shape;2336;p28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7" name="Google Shape;2337;p28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338" name="Google Shape;2338;p28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2339" name="Google Shape;2339;p28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40" name="Google Shape;2340;p28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41" name="Google Shape;2341;p28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342" name="Google Shape;2342;p28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2343" name="Google Shape;2343;p28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44" name="Google Shape;2344;p28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45" name="Google Shape;2345;p28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346" name="Google Shape;2346;p28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2347" name="Google Shape;2347;p28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48" name="Google Shape;2348;p28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49" name="Google Shape;2349;p28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2350" name="Google Shape;2350;p28"/>
          <p:cNvGrpSpPr/>
          <p:nvPr/>
        </p:nvGrpSpPr>
        <p:grpSpPr>
          <a:xfrm>
            <a:off x="7939809" y="4698012"/>
            <a:ext cx="3600000" cy="2124000"/>
            <a:chOff x="7379270" y="4515549"/>
            <a:chExt cx="3600000" cy="2124000"/>
          </a:xfrm>
        </p:grpSpPr>
        <p:sp>
          <p:nvSpPr>
            <p:cNvPr id="2351" name="Google Shape;2351;p28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2" name="Google Shape;2352;p28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53" name="Google Shape;2353;p28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2354" name="Google Shape;2354;p28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2355" name="Google Shape;2355;p28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2356" name="Google Shape;2356;p28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7" name="Google Shape;2357;p28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58" name="Google Shape;2358;p28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2359" name="Google Shape;2359;p28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2360" name="Google Shape;2360;p28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61" name="Google Shape;2361;p28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362" name="Google Shape;2362;p28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2363" name="Google Shape;2363;p28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64" name="Google Shape;2364;p28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2365" name="Google Shape;2365;p28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2366" name="Google Shape;2366;p28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67" name="Google Shape;2367;p28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368" name="Google Shape;2368;p28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2369" name="Google Shape;2369;p28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0" name="Google Shape;2370;p28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1" name="Google Shape;2371;p28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72" name="Google Shape;2372;p28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73" name="Google Shape;2373;p28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2374" name="Google Shape;2374;p28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2375" name="Google Shape;2375;p28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76" name="Google Shape;2376;p28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377" name="Google Shape;2377;p28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8" name="Google Shape;2378;p28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2379" name="Google Shape;2379;p28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0" name="Google Shape;2380;p28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1" name="Google Shape;2381;p28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82" name="Google Shape;2382;p28"/>
          <p:cNvSpPr/>
          <p:nvPr/>
        </p:nvSpPr>
        <p:spPr>
          <a:xfrm rot="5400000">
            <a:off x="8790088" y="379673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p28"/>
          <p:cNvSpPr/>
          <p:nvPr/>
        </p:nvSpPr>
        <p:spPr>
          <a:xfrm rot="5400000">
            <a:off x="9427628" y="377846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4" name="Google Shape;2384;p28"/>
          <p:cNvSpPr txBox="1"/>
          <p:nvPr/>
        </p:nvSpPr>
        <p:spPr>
          <a:xfrm>
            <a:off x="559720" y="1408733"/>
            <a:ext cx="2785332" cy="7036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00B050"/>
                </a:solidFill>
                <a:latin typeface="Aharoni"/>
                <a:ea typeface="Aharoni"/>
                <a:cs typeface="Aharoni"/>
                <a:sym typeface="Aharoni"/>
              </a:rPr>
              <a:t>Eslabón 3</a:t>
            </a:r>
            <a:endParaRPr/>
          </a:p>
        </p:txBody>
      </p:sp>
      <p:sp>
        <p:nvSpPr>
          <p:cNvPr id="2385" name="Google Shape;2385;p28"/>
          <p:cNvSpPr/>
          <p:nvPr/>
        </p:nvSpPr>
        <p:spPr>
          <a:xfrm>
            <a:off x="9961786" y="2762600"/>
            <a:ext cx="252000" cy="25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p28"/>
          <p:cNvSpPr txBox="1"/>
          <p:nvPr/>
        </p:nvSpPr>
        <p:spPr>
          <a:xfrm>
            <a:off x="10349306" y="2653105"/>
            <a:ext cx="1724695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S3</a:t>
            </a:r>
            <a:endParaRPr/>
          </a:p>
        </p:txBody>
      </p:sp>
      <p:sp>
        <p:nvSpPr>
          <p:cNvPr id="2387" name="Google Shape;2387;p28"/>
          <p:cNvSpPr/>
          <p:nvPr/>
        </p:nvSpPr>
        <p:spPr>
          <a:xfrm rot="5400000">
            <a:off x="7660195" y="2686153"/>
            <a:ext cx="72000" cy="72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8" name="Google Shape;2388;p28"/>
          <p:cNvSpPr/>
          <p:nvPr/>
        </p:nvSpPr>
        <p:spPr>
          <a:xfrm rot="5400000">
            <a:off x="7987462" y="2326610"/>
            <a:ext cx="72000" cy="72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9" name="Google Shape;2389;p28"/>
          <p:cNvGrpSpPr/>
          <p:nvPr/>
        </p:nvGrpSpPr>
        <p:grpSpPr>
          <a:xfrm>
            <a:off x="4654604" y="-634449"/>
            <a:ext cx="6099460" cy="6076606"/>
            <a:chOff x="4654604" y="-924729"/>
            <a:chExt cx="6099460" cy="6076606"/>
          </a:xfrm>
        </p:grpSpPr>
        <p:grpSp>
          <p:nvGrpSpPr>
            <p:cNvPr id="2390" name="Google Shape;2390;p28"/>
            <p:cNvGrpSpPr/>
            <p:nvPr/>
          </p:nvGrpSpPr>
          <p:grpSpPr>
            <a:xfrm rot="3450152">
              <a:off x="5518269" y="-109814"/>
              <a:ext cx="4372130" cy="4446776"/>
              <a:chOff x="5518269" y="-71714"/>
              <a:chExt cx="4372130" cy="4446776"/>
            </a:xfrm>
          </p:grpSpPr>
          <p:grpSp>
            <p:nvGrpSpPr>
              <p:cNvPr id="2391" name="Google Shape;2391;p28"/>
              <p:cNvGrpSpPr/>
              <p:nvPr/>
            </p:nvGrpSpPr>
            <p:grpSpPr>
              <a:xfrm>
                <a:off x="5518269" y="1441854"/>
                <a:ext cx="2585591" cy="2933208"/>
                <a:chOff x="5518269" y="1441854"/>
                <a:chExt cx="2585591" cy="2933208"/>
              </a:xfrm>
            </p:grpSpPr>
            <p:grpSp>
              <p:nvGrpSpPr>
                <p:cNvPr id="2392" name="Google Shape;2392;p28"/>
                <p:cNvGrpSpPr/>
                <p:nvPr/>
              </p:nvGrpSpPr>
              <p:grpSpPr>
                <a:xfrm rot="1593948">
                  <a:off x="5949416" y="2169491"/>
                  <a:ext cx="848023" cy="2128294"/>
                  <a:chOff x="5739808" y="2428623"/>
                  <a:chExt cx="848023" cy="2128294"/>
                </a:xfrm>
              </p:grpSpPr>
              <p:grpSp>
                <p:nvGrpSpPr>
                  <p:cNvPr id="2393" name="Google Shape;2393;p28"/>
                  <p:cNvGrpSpPr/>
                  <p:nvPr/>
                </p:nvGrpSpPr>
                <p:grpSpPr>
                  <a:xfrm>
                    <a:off x="5739808" y="3709395"/>
                    <a:ext cx="848023" cy="847523"/>
                    <a:chOff x="5739808" y="3709395"/>
                    <a:chExt cx="848023" cy="847523"/>
                  </a:xfrm>
                </p:grpSpPr>
                <p:grpSp>
                  <p:nvGrpSpPr>
                    <p:cNvPr id="2394" name="Google Shape;2394;p28"/>
                    <p:cNvGrpSpPr/>
                    <p:nvPr/>
                  </p:nvGrpSpPr>
                  <p:grpSpPr>
                    <a:xfrm>
                      <a:off x="5739808" y="3709395"/>
                      <a:ext cx="352110" cy="847261"/>
                      <a:chOff x="5739808" y="3709395"/>
                      <a:chExt cx="352110" cy="847261"/>
                    </a:xfrm>
                  </p:grpSpPr>
                  <p:grpSp>
                    <p:nvGrpSpPr>
                      <p:cNvPr id="2395" name="Google Shape;2395;p28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2396" name="Google Shape;2396;p28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397" name="Google Shape;2397;p28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lt1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2398" name="Google Shape;2398;p28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399" name="Google Shape;2399;p28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2400" name="Google Shape;2400;p28"/>
                    <p:cNvGrpSpPr/>
                    <p:nvPr/>
                  </p:nvGrpSpPr>
                  <p:grpSpPr>
                    <a:xfrm flipH="1">
                      <a:off x="6235721" y="3709657"/>
                      <a:ext cx="352110" cy="847261"/>
                      <a:chOff x="5739808" y="3709395"/>
                      <a:chExt cx="352110" cy="847261"/>
                    </a:xfrm>
                  </p:grpSpPr>
                  <p:grpSp>
                    <p:nvGrpSpPr>
                      <p:cNvPr id="2401" name="Google Shape;2401;p28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2402" name="Google Shape;2402;p28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403" name="Google Shape;2403;p28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lt1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2404" name="Google Shape;2404;p28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405" name="Google Shape;2405;p28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2406" name="Google Shape;2406;p28"/>
                  <p:cNvGrpSpPr/>
                  <p:nvPr/>
                </p:nvGrpSpPr>
                <p:grpSpPr>
                  <a:xfrm>
                    <a:off x="5775048" y="2428623"/>
                    <a:ext cx="779055" cy="1666542"/>
                    <a:chOff x="5775048" y="2428623"/>
                    <a:chExt cx="779055" cy="1666542"/>
                  </a:xfrm>
                </p:grpSpPr>
                <p:grpSp>
                  <p:nvGrpSpPr>
                    <p:cNvPr id="2407" name="Google Shape;2407;p28"/>
                    <p:cNvGrpSpPr/>
                    <p:nvPr/>
                  </p:nvGrpSpPr>
                  <p:grpSpPr>
                    <a:xfrm>
                      <a:off x="5775707" y="2428623"/>
                      <a:ext cx="778396" cy="1666542"/>
                      <a:chOff x="5775707" y="2428623"/>
                      <a:chExt cx="778396" cy="1666542"/>
                    </a:xfrm>
                  </p:grpSpPr>
                  <p:grpSp>
                    <p:nvGrpSpPr>
                      <p:cNvPr id="2408" name="Google Shape;2408;p28"/>
                      <p:cNvGrpSpPr/>
                      <p:nvPr/>
                    </p:nvGrpSpPr>
                    <p:grpSpPr>
                      <a:xfrm>
                        <a:off x="5775707" y="2428623"/>
                        <a:ext cx="778396" cy="1321607"/>
                        <a:chOff x="5728098" y="3524079"/>
                        <a:chExt cx="778396" cy="1321607"/>
                      </a:xfrm>
                    </p:grpSpPr>
                    <p:grpSp>
                      <p:nvGrpSpPr>
                        <p:cNvPr id="2409" name="Google Shape;2409;p28"/>
                        <p:cNvGrpSpPr/>
                        <p:nvPr/>
                      </p:nvGrpSpPr>
                      <p:grpSpPr>
                        <a:xfrm>
                          <a:off x="5882065" y="3524079"/>
                          <a:ext cx="468000" cy="773094"/>
                          <a:chOff x="5755916" y="3285424"/>
                          <a:chExt cx="468000" cy="773094"/>
                        </a:xfrm>
                      </p:grpSpPr>
                      <p:sp>
                        <p:nvSpPr>
                          <p:cNvPr id="2410" name="Google Shape;2410;p28"/>
                          <p:cNvSpPr/>
                          <p:nvPr/>
                        </p:nvSpPr>
                        <p:spPr>
                          <a:xfrm>
                            <a:off x="5755916" y="3285424"/>
                            <a:ext cx="468000" cy="468000"/>
                          </a:xfrm>
                          <a:prstGeom prst="ellipse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2411" name="Google Shape;2411;p28"/>
                          <p:cNvGrpSpPr/>
                          <p:nvPr/>
                        </p:nvGrpSpPr>
                        <p:grpSpPr>
                          <a:xfrm>
                            <a:off x="5809916" y="3734518"/>
                            <a:ext cx="360000" cy="324000"/>
                            <a:chOff x="5827652" y="3885379"/>
                            <a:chExt cx="360000" cy="324000"/>
                          </a:xfrm>
                        </p:grpSpPr>
                        <p:sp>
                          <p:nvSpPr>
                            <p:cNvPr id="2412" name="Google Shape;2412;p28"/>
                            <p:cNvSpPr/>
                            <p:nvPr/>
                          </p:nvSpPr>
                          <p:spPr>
                            <a:xfrm>
                              <a:off x="5917652" y="3885379"/>
                              <a:ext cx="180000" cy="180000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1270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413" name="Google Shape;2413;p28"/>
                            <p:cNvSpPr/>
                            <p:nvPr/>
                          </p:nvSpPr>
                          <p:spPr>
                            <a:xfrm>
                              <a:off x="5827652" y="4065379"/>
                              <a:ext cx="360000" cy="144000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1270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2414" name="Google Shape;2414;p28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2415" name="Google Shape;2415;p28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577531"/>
                            <a:chOff x="5728098" y="4268155"/>
                            <a:chExt cx="778396" cy="577531"/>
                          </a:xfrm>
                        </p:grpSpPr>
                        <p:grpSp>
                          <p:nvGrpSpPr>
                            <p:cNvPr id="2416" name="Google Shape;2416;p28"/>
                            <p:cNvGrpSpPr/>
                            <p:nvPr/>
                          </p:nvGrpSpPr>
                          <p:grpSpPr>
                            <a:xfrm>
                              <a:off x="5728098" y="4268155"/>
                              <a:ext cx="778396" cy="468000"/>
                              <a:chOff x="5728098" y="4268155"/>
                              <a:chExt cx="778396" cy="468000"/>
                            </a:xfrm>
                          </p:grpSpPr>
                          <p:sp>
                            <p:nvSpPr>
                              <p:cNvPr id="2417" name="Google Shape;2417;p28"/>
                              <p:cNvSpPr/>
                              <p:nvPr/>
                            </p:nvSpPr>
                            <p:spPr>
                              <a:xfrm>
                                <a:off x="5728098" y="4659003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rgbClr val="A5A5A5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18" name="Google Shape;2418;p28"/>
                              <p:cNvSpPr/>
                              <p:nvPr/>
                            </p:nvSpPr>
                            <p:spPr>
                              <a:xfrm>
                                <a:off x="6348799" y="4661385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rgbClr val="A5A5A5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19" name="Google Shape;2419;p28"/>
                              <p:cNvSpPr/>
                              <p:nvPr/>
                            </p:nvSpPr>
                            <p:spPr>
                              <a:xfrm>
                                <a:off x="5847296" y="4268155"/>
                                <a:ext cx="540000" cy="468000"/>
                              </a:xfrm>
                              <a:prstGeom prst="frame">
                                <a:avLst>
                                  <a:gd fmla="val 7853" name="adj1"/>
                                </a:avLst>
                              </a:prstGeom>
                              <a:solidFill>
                                <a:srgbClr val="A5A5A5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2420" name="Google Shape;2420;p28"/>
                            <p:cNvGrpSpPr/>
                            <p:nvPr/>
                          </p:nvGrpSpPr>
                          <p:grpSpPr>
                            <a:xfrm>
                              <a:off x="5728099" y="4698144"/>
                              <a:ext cx="777647" cy="147542"/>
                              <a:chOff x="5728099" y="4698144"/>
                              <a:chExt cx="777647" cy="147542"/>
                            </a:xfrm>
                          </p:grpSpPr>
                          <p:sp>
                            <p:nvSpPr>
                              <p:cNvPr id="2421" name="Google Shape;2421;p28"/>
                              <p:cNvSpPr/>
                              <p:nvPr/>
                            </p:nvSpPr>
                            <p:spPr>
                              <a:xfrm>
                                <a:off x="5849450" y="4698833"/>
                                <a:ext cx="537845" cy="45719"/>
                              </a:xfrm>
                              <a:prstGeom prst="rect">
                                <a:avLst/>
                              </a:prstGeom>
                              <a:solidFill>
                                <a:srgbClr val="3F3F3F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22" name="Google Shape;2422;p28"/>
                              <p:cNvSpPr/>
                              <p:nvPr/>
                            </p:nvSpPr>
                            <p:spPr>
                              <a:xfrm>
                                <a:off x="5728099" y="4698144"/>
                                <a:ext cx="118291" cy="147542"/>
                              </a:xfrm>
                              <a:prstGeom prst="rect">
                                <a:avLst/>
                              </a:prstGeom>
                              <a:solidFill>
                                <a:srgbClr val="3F3F3F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23" name="Google Shape;2423;p28"/>
                              <p:cNvSpPr/>
                              <p:nvPr/>
                            </p:nvSpPr>
                            <p:spPr>
                              <a:xfrm>
                                <a:off x="6385142" y="4698144"/>
                                <a:ext cx="120604" cy="147542"/>
                              </a:xfrm>
                              <a:prstGeom prst="rect">
                                <a:avLst/>
                              </a:prstGeom>
                              <a:solidFill>
                                <a:srgbClr val="3F3F3F"/>
                              </a:solidFill>
                              <a:ln cap="flat" cmpd="sng" w="9525">
                                <a:solidFill>
                                  <a:schemeClr val="dk1"/>
                                </a:solidFill>
                                <a:prstDash val="solid"/>
                                <a:miter lim="800000"/>
                                <a:headEnd len="sm" w="sm" type="none"/>
                                <a:tailEnd len="sm" w="sm" type="none"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2424" name="Google Shape;2424;p28"/>
                          <p:cNvGrpSpPr/>
                          <p:nvPr/>
                        </p:nvGrpSpPr>
                        <p:grpSpPr>
                          <a:xfrm>
                            <a:off x="5969948" y="4385231"/>
                            <a:ext cx="300588" cy="306875"/>
                            <a:chOff x="6707431" y="4143645"/>
                            <a:chExt cx="398381" cy="433766"/>
                          </a:xfrm>
                        </p:grpSpPr>
                        <p:sp>
                          <p:nvSpPr>
                            <p:cNvPr id="2425" name="Google Shape;2425;p28"/>
                            <p:cNvSpPr/>
                            <p:nvPr/>
                          </p:nvSpPr>
                          <p:spPr>
                            <a:xfrm>
                              <a:off x="6708632" y="4255261"/>
                              <a:ext cx="396000" cy="216000"/>
                            </a:xfrm>
                            <a:prstGeom prst="rect">
                              <a:avLst/>
                            </a:prstGeom>
                            <a:solidFill>
                              <a:srgbClr val="595959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426" name="Google Shape;2426;p28"/>
                            <p:cNvSpPr/>
                            <p:nvPr/>
                          </p:nvSpPr>
                          <p:spPr>
                            <a:xfrm>
                              <a:off x="6709813" y="4143645"/>
                              <a:ext cx="395999" cy="108000"/>
                            </a:xfrm>
                            <a:prstGeom prst="rect">
                              <a:avLst/>
                            </a:prstGeom>
                            <a:solidFill>
                              <a:srgbClr val="D8D8D8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427" name="Google Shape;2427;p28"/>
                            <p:cNvSpPr/>
                            <p:nvPr/>
                          </p:nvSpPr>
                          <p:spPr>
                            <a:xfrm>
                              <a:off x="6707431" y="4469411"/>
                              <a:ext cx="396000" cy="108000"/>
                            </a:xfrm>
                            <a:prstGeom prst="rect">
                              <a:avLst/>
                            </a:prstGeom>
                            <a:solidFill>
                              <a:srgbClr val="D8D8D8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2428" name="Google Shape;2428;p28"/>
                      <p:cNvSpPr/>
                      <p:nvPr/>
                    </p:nvSpPr>
                    <p:spPr>
                      <a:xfrm>
                        <a:off x="6139226" y="3643061"/>
                        <a:ext cx="45719" cy="452104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2429" name="Google Shape;2429;p28"/>
                    <p:cNvGrpSpPr/>
                    <p:nvPr/>
                  </p:nvGrpSpPr>
                  <p:grpSpPr>
                    <a:xfrm>
                      <a:off x="5775048" y="3892549"/>
                      <a:ext cx="778309" cy="59708"/>
                      <a:chOff x="5775048" y="3892549"/>
                      <a:chExt cx="778309" cy="59708"/>
                    </a:xfrm>
                  </p:grpSpPr>
                  <p:sp>
                    <p:nvSpPr>
                      <p:cNvPr id="2430" name="Google Shape;2430;p28"/>
                      <p:cNvSpPr/>
                      <p:nvPr/>
                    </p:nvSpPr>
                    <p:spPr>
                      <a:xfrm rot="-54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431" name="Google Shape;2431;p28"/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432" name="Google Shape;2432;p28"/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2433" name="Google Shape;2433;p28"/>
                <p:cNvGrpSpPr/>
                <p:nvPr/>
              </p:nvGrpSpPr>
              <p:grpSpPr>
                <a:xfrm rot="-2643">
                  <a:off x="6435122" y="1442495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2434" name="Google Shape;2434;p28"/>
                  <p:cNvGrpSpPr/>
                  <p:nvPr/>
                </p:nvGrpSpPr>
                <p:grpSpPr>
                  <a:xfrm>
                    <a:off x="5811486" y="1624311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2435" name="Google Shape;2435;p28"/>
                    <p:cNvGrpSpPr/>
                    <p:nvPr/>
                  </p:nvGrpSpPr>
                  <p:grpSpPr>
                    <a:xfrm rot="-3495342">
                      <a:off x="6006485" y="1890354"/>
                      <a:ext cx="1278085" cy="1170790"/>
                      <a:chOff x="5701956" y="1773008"/>
                      <a:chExt cx="2320919" cy="2112818"/>
                    </a:xfrm>
                  </p:grpSpPr>
                  <p:grpSp>
                    <p:nvGrpSpPr>
                      <p:cNvPr id="2436" name="Google Shape;2436;p28"/>
                      <p:cNvGrpSpPr/>
                      <p:nvPr/>
                    </p:nvGrpSpPr>
                    <p:grpSpPr>
                      <a:xfrm>
                        <a:off x="5701956" y="1773008"/>
                        <a:ext cx="2320919" cy="2112818"/>
                        <a:chOff x="5797343" y="2178392"/>
                        <a:chExt cx="2320919" cy="2112818"/>
                      </a:xfrm>
                    </p:grpSpPr>
                    <p:grpSp>
                      <p:nvGrpSpPr>
                        <p:cNvPr id="2437" name="Google Shape;2437;p28"/>
                        <p:cNvGrpSpPr/>
                        <p:nvPr/>
                      </p:nvGrpSpPr>
                      <p:grpSpPr>
                        <a:xfrm>
                          <a:off x="5797343" y="2178392"/>
                          <a:ext cx="2320919" cy="2112818"/>
                          <a:chOff x="5587545" y="1682358"/>
                          <a:chExt cx="2320919" cy="2112818"/>
                        </a:xfrm>
                      </p:grpSpPr>
                      <p:sp>
                        <p:nvSpPr>
                          <p:cNvPr id="2438" name="Google Shape;2438;p28"/>
                          <p:cNvSpPr/>
                          <p:nvPr/>
                        </p:nvSpPr>
                        <p:spPr>
                          <a:xfrm>
                            <a:off x="6850705" y="2763143"/>
                            <a:ext cx="1057759" cy="1032033"/>
                          </a:xfrm>
                          <a:prstGeom prst="ellipse">
                            <a:avLst/>
                          </a:prstGeom>
                          <a:solidFill>
                            <a:srgbClr val="A5A5A5"/>
                          </a:solidFill>
                          <a:ln cap="flat" cmpd="sng" w="1905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439" name="Google Shape;2439;p28"/>
                          <p:cNvSpPr/>
                          <p:nvPr/>
                        </p:nvSpPr>
                        <p:spPr>
                          <a:xfrm rot="7768561">
                            <a:off x="6099463" y="1750485"/>
                            <a:ext cx="1032301" cy="1813530"/>
                          </a:xfrm>
                          <a:prstGeom prst="flowChartManualOperation">
                            <a:avLst/>
                          </a:prstGeom>
                          <a:solidFill>
                            <a:srgbClr val="A5A5A5"/>
                          </a:solidFill>
                          <a:ln cap="flat" cmpd="sng" w="1905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2440" name="Google Shape;2440;p28"/>
                        <p:cNvSpPr/>
                        <p:nvPr/>
                      </p:nvSpPr>
                      <p:spPr>
                        <a:xfrm>
                          <a:off x="5819210" y="2270542"/>
                          <a:ext cx="611999" cy="612001"/>
                        </a:xfrm>
                        <a:prstGeom prst="ellipse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2441" name="Google Shape;2441;p28"/>
                      <p:cNvSpPr/>
                      <p:nvPr/>
                    </p:nvSpPr>
                    <p:spPr>
                      <a:xfrm rot="7723891">
                        <a:off x="6283368" y="1841295"/>
                        <a:ext cx="919947" cy="1825612"/>
                      </a:xfrm>
                      <a:prstGeom prst="flowChartManualOperation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rgbClr val="A5A5A5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442" name="Google Shape;2442;p28"/>
                    <p:cNvSpPr/>
                    <p:nvPr/>
                  </p:nvSpPr>
                  <p:spPr>
                    <a:xfrm>
                      <a:off x="6945606" y="2185786"/>
                      <a:ext cx="288000" cy="288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443" name="Google Shape;2443;p28"/>
                  <p:cNvSpPr/>
                  <p:nvPr/>
                </p:nvSpPr>
                <p:spPr>
                  <a:xfrm>
                    <a:off x="6089175" y="2570070"/>
                    <a:ext cx="144000" cy="144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444" name="Google Shape;2444;p28"/>
              <p:cNvGrpSpPr/>
              <p:nvPr/>
            </p:nvGrpSpPr>
            <p:grpSpPr>
              <a:xfrm rot="10800000">
                <a:off x="7304808" y="-71714"/>
                <a:ext cx="2585591" cy="2933208"/>
                <a:chOff x="5518269" y="1441854"/>
                <a:chExt cx="2585591" cy="2933208"/>
              </a:xfrm>
            </p:grpSpPr>
            <p:grpSp>
              <p:nvGrpSpPr>
                <p:cNvPr id="2445" name="Google Shape;2445;p28"/>
                <p:cNvGrpSpPr/>
                <p:nvPr/>
              </p:nvGrpSpPr>
              <p:grpSpPr>
                <a:xfrm rot="1593948">
                  <a:off x="5949416" y="2169491"/>
                  <a:ext cx="848023" cy="2128294"/>
                  <a:chOff x="5739808" y="2428623"/>
                  <a:chExt cx="848023" cy="2128294"/>
                </a:xfrm>
              </p:grpSpPr>
              <p:grpSp>
                <p:nvGrpSpPr>
                  <p:cNvPr id="2446" name="Google Shape;2446;p28"/>
                  <p:cNvGrpSpPr/>
                  <p:nvPr/>
                </p:nvGrpSpPr>
                <p:grpSpPr>
                  <a:xfrm>
                    <a:off x="5739808" y="3709395"/>
                    <a:ext cx="848023" cy="847523"/>
                    <a:chOff x="5739808" y="3709395"/>
                    <a:chExt cx="848023" cy="847523"/>
                  </a:xfrm>
                </p:grpSpPr>
                <p:grpSp>
                  <p:nvGrpSpPr>
                    <p:cNvPr id="2447" name="Google Shape;2447;p28"/>
                    <p:cNvGrpSpPr/>
                    <p:nvPr/>
                  </p:nvGrpSpPr>
                  <p:grpSpPr>
                    <a:xfrm>
                      <a:off x="5739808" y="3709395"/>
                      <a:ext cx="352110" cy="847261"/>
                      <a:chOff x="5739808" y="3709395"/>
                      <a:chExt cx="352110" cy="847261"/>
                    </a:xfrm>
                  </p:grpSpPr>
                  <p:grpSp>
                    <p:nvGrpSpPr>
                      <p:cNvPr id="2448" name="Google Shape;2448;p28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2449" name="Google Shape;2449;p28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450" name="Google Shape;2450;p28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2451" name="Google Shape;2451;p28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452" name="Google Shape;2452;p28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2453" name="Google Shape;2453;p28"/>
                    <p:cNvGrpSpPr/>
                    <p:nvPr/>
                  </p:nvGrpSpPr>
                  <p:grpSpPr>
                    <a:xfrm flipH="1">
                      <a:off x="6235721" y="3709657"/>
                      <a:ext cx="352110" cy="847261"/>
                      <a:chOff x="5739808" y="3709395"/>
                      <a:chExt cx="352110" cy="847261"/>
                    </a:xfrm>
                  </p:grpSpPr>
                  <p:grpSp>
                    <p:nvGrpSpPr>
                      <p:cNvPr id="2454" name="Google Shape;2454;p28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2455" name="Google Shape;2455;p28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456" name="Google Shape;2456;p28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2457" name="Google Shape;2457;p28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458" name="Google Shape;2458;p28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2459" name="Google Shape;2459;p28"/>
                  <p:cNvGrpSpPr/>
                  <p:nvPr/>
                </p:nvGrpSpPr>
                <p:grpSpPr>
                  <a:xfrm>
                    <a:off x="5775048" y="2428623"/>
                    <a:ext cx="779055" cy="1666542"/>
                    <a:chOff x="5775048" y="2428623"/>
                    <a:chExt cx="779055" cy="1666542"/>
                  </a:xfrm>
                </p:grpSpPr>
                <p:grpSp>
                  <p:nvGrpSpPr>
                    <p:cNvPr id="2460" name="Google Shape;2460;p28"/>
                    <p:cNvGrpSpPr/>
                    <p:nvPr/>
                  </p:nvGrpSpPr>
                  <p:grpSpPr>
                    <a:xfrm>
                      <a:off x="5775707" y="2428623"/>
                      <a:ext cx="778396" cy="1666542"/>
                      <a:chOff x="5775707" y="2428623"/>
                      <a:chExt cx="778396" cy="1666542"/>
                    </a:xfrm>
                  </p:grpSpPr>
                  <p:grpSp>
                    <p:nvGrpSpPr>
                      <p:cNvPr id="2461" name="Google Shape;2461;p28"/>
                      <p:cNvGrpSpPr/>
                      <p:nvPr/>
                    </p:nvGrpSpPr>
                    <p:grpSpPr>
                      <a:xfrm>
                        <a:off x="5775707" y="2428623"/>
                        <a:ext cx="778396" cy="1321607"/>
                        <a:chOff x="5728098" y="3524079"/>
                        <a:chExt cx="778396" cy="1321607"/>
                      </a:xfrm>
                    </p:grpSpPr>
                    <p:grpSp>
                      <p:nvGrpSpPr>
                        <p:cNvPr id="2462" name="Google Shape;2462;p28"/>
                        <p:cNvGrpSpPr/>
                        <p:nvPr/>
                      </p:nvGrpSpPr>
                      <p:grpSpPr>
                        <a:xfrm>
                          <a:off x="5882065" y="3524079"/>
                          <a:ext cx="468000" cy="773094"/>
                          <a:chOff x="5755916" y="3285424"/>
                          <a:chExt cx="468000" cy="773094"/>
                        </a:xfrm>
                      </p:grpSpPr>
                      <p:sp>
                        <p:nvSpPr>
                          <p:cNvPr id="2463" name="Google Shape;2463;p28"/>
                          <p:cNvSpPr/>
                          <p:nvPr/>
                        </p:nvSpPr>
                        <p:spPr>
                          <a:xfrm>
                            <a:off x="5755916" y="3285424"/>
                            <a:ext cx="468000" cy="468000"/>
                          </a:xfrm>
                          <a:prstGeom prst="ellipse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2464" name="Google Shape;2464;p28"/>
                          <p:cNvGrpSpPr/>
                          <p:nvPr/>
                        </p:nvGrpSpPr>
                        <p:grpSpPr>
                          <a:xfrm>
                            <a:off x="5809916" y="3734518"/>
                            <a:ext cx="360000" cy="324000"/>
                            <a:chOff x="5827652" y="3885379"/>
                            <a:chExt cx="360000" cy="324000"/>
                          </a:xfrm>
                        </p:grpSpPr>
                        <p:sp>
                          <p:nvSpPr>
                            <p:cNvPr id="2465" name="Google Shape;2465;p28"/>
                            <p:cNvSpPr/>
                            <p:nvPr/>
                          </p:nvSpPr>
                          <p:spPr>
                            <a:xfrm>
                              <a:off x="5917652" y="3885379"/>
                              <a:ext cx="180000" cy="180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466" name="Google Shape;2466;p28"/>
                            <p:cNvSpPr/>
                            <p:nvPr/>
                          </p:nvSpPr>
                          <p:spPr>
                            <a:xfrm>
                              <a:off x="5827652" y="4065379"/>
                              <a:ext cx="360000" cy="144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2467" name="Google Shape;2467;p28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2468" name="Google Shape;2468;p28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577531"/>
                            <a:chOff x="5728098" y="4268155"/>
                            <a:chExt cx="778396" cy="577531"/>
                          </a:xfrm>
                        </p:grpSpPr>
                        <p:grpSp>
                          <p:nvGrpSpPr>
                            <p:cNvPr id="2469" name="Google Shape;2469;p28"/>
                            <p:cNvGrpSpPr/>
                            <p:nvPr/>
                          </p:nvGrpSpPr>
                          <p:grpSpPr>
                            <a:xfrm>
                              <a:off x="5728098" y="4268155"/>
                              <a:ext cx="778396" cy="468000"/>
                              <a:chOff x="5728098" y="4268155"/>
                              <a:chExt cx="778396" cy="468000"/>
                            </a:xfrm>
                          </p:grpSpPr>
                          <p:sp>
                            <p:nvSpPr>
                              <p:cNvPr id="2470" name="Google Shape;2470;p28"/>
                              <p:cNvSpPr/>
                              <p:nvPr/>
                            </p:nvSpPr>
                            <p:spPr>
                              <a:xfrm>
                                <a:off x="5728098" y="4659003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71" name="Google Shape;2471;p28"/>
                              <p:cNvSpPr/>
                              <p:nvPr/>
                            </p:nvSpPr>
                            <p:spPr>
                              <a:xfrm>
                                <a:off x="6348799" y="4661385"/>
                                <a:ext cx="157695" cy="360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72" name="Google Shape;2472;p28"/>
                              <p:cNvSpPr/>
                              <p:nvPr/>
                            </p:nvSpPr>
                            <p:spPr>
                              <a:xfrm>
                                <a:off x="5847296" y="4268155"/>
                                <a:ext cx="540000" cy="468000"/>
                              </a:xfrm>
                              <a:prstGeom prst="frame">
                                <a:avLst>
                                  <a:gd fmla="val 7853" name="adj1"/>
                                </a:avLst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dk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2473" name="Google Shape;2473;p28"/>
                            <p:cNvGrpSpPr/>
                            <p:nvPr/>
                          </p:nvGrpSpPr>
                          <p:grpSpPr>
                            <a:xfrm>
                              <a:off x="5728099" y="4698144"/>
                              <a:ext cx="777647" cy="147542"/>
                              <a:chOff x="5728099" y="4698144"/>
                              <a:chExt cx="777647" cy="147542"/>
                            </a:xfrm>
                          </p:grpSpPr>
                          <p:sp>
                            <p:nvSpPr>
                              <p:cNvPr id="2474" name="Google Shape;2474;p28"/>
                              <p:cNvSpPr/>
                              <p:nvPr/>
                            </p:nvSpPr>
                            <p:spPr>
                              <a:xfrm>
                                <a:off x="5849450" y="4698833"/>
                                <a:ext cx="537845" cy="45719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75" name="Google Shape;2475;p28"/>
                              <p:cNvSpPr/>
                              <p:nvPr/>
                            </p:nvSpPr>
                            <p:spPr>
                              <a:xfrm>
                                <a:off x="5728099" y="4698144"/>
                                <a:ext cx="118291" cy="147542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76" name="Google Shape;2476;p28"/>
                              <p:cNvSpPr/>
                              <p:nvPr/>
                            </p:nvSpPr>
                            <p:spPr>
                              <a:xfrm>
                                <a:off x="6385142" y="4698144"/>
                                <a:ext cx="120604" cy="147542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accent1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anchorCtr="0" anchor="ctr" bIns="45700" lIns="91425" spcFirstLastPara="1" rIns="91425" wrap="square" tIns="45700">
                                <a:noAutofit/>
                              </a:bodyPr>
                              <a:lstStyle/>
                              <a:p>
                                <a:pPr indent="0" lvl="0" marL="0" marR="0" rtl="0" algn="ctr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r>
                                  <a:t/>
                                </a:r>
                                <a:endParaRPr sz="1800">
                                  <a:solidFill>
                                    <a:schemeClr val="lt1"/>
                                  </a:solidFill>
                                  <a:latin typeface="Calibri"/>
                                  <a:ea typeface="Calibri"/>
                                  <a:cs typeface="Calibri"/>
                                  <a:sym typeface="Calibri"/>
                                </a:endParaRPr>
                              </a:p>
                            </p:txBody>
                          </p:sp>
                        </p:grpSp>
                      </p:grpSp>
                      <p:grpSp>
                        <p:nvGrpSpPr>
                          <p:cNvPr id="2477" name="Google Shape;2477;p28"/>
                          <p:cNvGrpSpPr/>
                          <p:nvPr/>
                        </p:nvGrpSpPr>
                        <p:grpSpPr>
                          <a:xfrm>
                            <a:off x="5969948" y="4385231"/>
                            <a:ext cx="300588" cy="306875"/>
                            <a:chOff x="6707431" y="4143645"/>
                            <a:chExt cx="398381" cy="433766"/>
                          </a:xfrm>
                        </p:grpSpPr>
                        <p:sp>
                          <p:nvSpPr>
                            <p:cNvPr id="2478" name="Google Shape;2478;p28"/>
                            <p:cNvSpPr/>
                            <p:nvPr/>
                          </p:nvSpPr>
                          <p:spPr>
                            <a:xfrm>
                              <a:off x="6708632" y="4255261"/>
                              <a:ext cx="396000" cy="21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479" name="Google Shape;2479;p28"/>
                            <p:cNvSpPr/>
                            <p:nvPr/>
                          </p:nvSpPr>
                          <p:spPr>
                            <a:xfrm>
                              <a:off x="6709813" y="4143645"/>
                              <a:ext cx="395999" cy="108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480" name="Google Shape;2480;p28"/>
                            <p:cNvSpPr/>
                            <p:nvPr/>
                          </p:nvSpPr>
                          <p:spPr>
                            <a:xfrm>
                              <a:off x="6707431" y="4469411"/>
                              <a:ext cx="396000" cy="108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2481" name="Google Shape;2481;p28"/>
                      <p:cNvSpPr/>
                      <p:nvPr/>
                    </p:nvSpPr>
                    <p:spPr>
                      <a:xfrm>
                        <a:off x="6139226" y="3643061"/>
                        <a:ext cx="45719" cy="452104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2482" name="Google Shape;2482;p28"/>
                    <p:cNvGrpSpPr/>
                    <p:nvPr/>
                  </p:nvGrpSpPr>
                  <p:grpSpPr>
                    <a:xfrm>
                      <a:off x="5775048" y="3892549"/>
                      <a:ext cx="778309" cy="59708"/>
                      <a:chOff x="5775048" y="3892549"/>
                      <a:chExt cx="778309" cy="59708"/>
                    </a:xfrm>
                  </p:grpSpPr>
                  <p:sp>
                    <p:nvSpPr>
                      <p:cNvPr id="2483" name="Google Shape;2483;p28"/>
                      <p:cNvSpPr/>
                      <p:nvPr/>
                    </p:nvSpPr>
                    <p:spPr>
                      <a:xfrm rot="-54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484" name="Google Shape;2484;p28"/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485" name="Google Shape;2485;p28"/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2486" name="Google Shape;2486;p28"/>
                <p:cNvGrpSpPr/>
                <p:nvPr/>
              </p:nvGrpSpPr>
              <p:grpSpPr>
                <a:xfrm rot="-2643">
                  <a:off x="6435122" y="1442495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2487" name="Google Shape;2487;p28"/>
                  <p:cNvGrpSpPr/>
                  <p:nvPr/>
                </p:nvGrpSpPr>
                <p:grpSpPr>
                  <a:xfrm>
                    <a:off x="5811486" y="1624311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2488" name="Google Shape;2488;p28"/>
                    <p:cNvGrpSpPr/>
                    <p:nvPr/>
                  </p:nvGrpSpPr>
                  <p:grpSpPr>
                    <a:xfrm rot="-3495342">
                      <a:off x="6006485" y="1890354"/>
                      <a:ext cx="1278085" cy="1170790"/>
                      <a:chOff x="5701956" y="1773008"/>
                      <a:chExt cx="2320919" cy="2112818"/>
                    </a:xfrm>
                  </p:grpSpPr>
                  <p:grpSp>
                    <p:nvGrpSpPr>
                      <p:cNvPr id="2489" name="Google Shape;2489;p28"/>
                      <p:cNvGrpSpPr/>
                      <p:nvPr/>
                    </p:nvGrpSpPr>
                    <p:grpSpPr>
                      <a:xfrm>
                        <a:off x="5701956" y="1773008"/>
                        <a:ext cx="2320919" cy="2112818"/>
                        <a:chOff x="5797343" y="2178392"/>
                        <a:chExt cx="2320919" cy="2112818"/>
                      </a:xfrm>
                    </p:grpSpPr>
                    <p:grpSp>
                      <p:nvGrpSpPr>
                        <p:cNvPr id="2490" name="Google Shape;2490;p28"/>
                        <p:cNvGrpSpPr/>
                        <p:nvPr/>
                      </p:nvGrpSpPr>
                      <p:grpSpPr>
                        <a:xfrm>
                          <a:off x="5797343" y="2178392"/>
                          <a:ext cx="2320919" cy="2112818"/>
                          <a:chOff x="5587545" y="1682358"/>
                          <a:chExt cx="2320919" cy="2112818"/>
                        </a:xfrm>
                      </p:grpSpPr>
                      <p:sp>
                        <p:nvSpPr>
                          <p:cNvPr id="2491" name="Google Shape;2491;p28"/>
                          <p:cNvSpPr/>
                          <p:nvPr/>
                        </p:nvSpPr>
                        <p:spPr>
                          <a:xfrm>
                            <a:off x="6850705" y="2763143"/>
                            <a:ext cx="1057759" cy="1032033"/>
                          </a:xfrm>
                          <a:prstGeom prst="ellipse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492" name="Google Shape;2492;p28"/>
                          <p:cNvSpPr/>
                          <p:nvPr/>
                        </p:nvSpPr>
                        <p:spPr>
                          <a:xfrm rot="7768561">
                            <a:off x="6099463" y="1750485"/>
                            <a:ext cx="1032301" cy="1813530"/>
                          </a:xfrm>
                          <a:prstGeom prst="flowChartManualOperation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2493" name="Google Shape;2493;p28"/>
                        <p:cNvSpPr/>
                        <p:nvPr/>
                      </p:nvSpPr>
                      <p:spPr>
                        <a:xfrm>
                          <a:off x="5819210" y="2270542"/>
                          <a:ext cx="611999" cy="612001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2494" name="Google Shape;2494;p28"/>
                      <p:cNvSpPr/>
                      <p:nvPr/>
                    </p:nvSpPr>
                    <p:spPr>
                      <a:xfrm rot="7723891">
                        <a:off x="6283368" y="1841295"/>
                        <a:ext cx="919947" cy="1825612"/>
                      </a:xfrm>
                      <a:prstGeom prst="flowChartManualOperation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495" name="Google Shape;2495;p28"/>
                    <p:cNvSpPr/>
                    <p:nvPr/>
                  </p:nvSpPr>
                  <p:spPr>
                    <a:xfrm>
                      <a:off x="6945606" y="2185786"/>
                      <a:ext cx="288000" cy="288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496" name="Google Shape;2496;p28"/>
                  <p:cNvSpPr/>
                  <p:nvPr/>
                </p:nvSpPr>
                <p:spPr>
                  <a:xfrm>
                    <a:off x="6089175" y="2570070"/>
                    <a:ext cx="144000" cy="144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2497" name="Google Shape;2497;p28"/>
            <p:cNvSpPr/>
            <p:nvPr/>
          </p:nvSpPr>
          <p:spPr>
            <a:xfrm rot="5400000">
              <a:off x="7806880" y="2188133"/>
              <a:ext cx="108000" cy="1080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98" name="Google Shape;249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8227" y="3076480"/>
            <a:ext cx="2800350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9" name="Google Shape;2499;p28"/>
          <p:cNvSpPr txBox="1"/>
          <p:nvPr>
            <p:ph idx="1" type="subTitle"/>
          </p:nvPr>
        </p:nvSpPr>
        <p:spPr>
          <a:xfrm>
            <a:off x="342528" y="3167612"/>
            <a:ext cx="4388290" cy="2378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¿Sensor s3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(inhibir movimiento)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</a:t>
            </a:r>
            <a:r>
              <a:rPr lang="es-ES"/>
              <a:t>(mover eslabón a</a:t>
            </a:r>
            <a:r>
              <a:rPr b="1" lang="es-ES"/>
              <a:t>b</a:t>
            </a:r>
            <a:r>
              <a:rPr lang="es-ES"/>
              <a:t>ajo).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Analizar sig. sensor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238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3" name="Shape 2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4" name="Google Shape;2504;p29"/>
          <p:cNvGrpSpPr/>
          <p:nvPr/>
        </p:nvGrpSpPr>
        <p:grpSpPr>
          <a:xfrm>
            <a:off x="4380139" y="-73545"/>
            <a:ext cx="4622503" cy="4599334"/>
            <a:chOff x="4380139" y="-73545"/>
            <a:chExt cx="4622503" cy="4599334"/>
          </a:xfrm>
        </p:grpSpPr>
        <p:grpSp>
          <p:nvGrpSpPr>
            <p:cNvPr id="2505" name="Google Shape;2505;p29"/>
            <p:cNvGrpSpPr/>
            <p:nvPr/>
          </p:nvGrpSpPr>
          <p:grpSpPr>
            <a:xfrm rot="2845467">
              <a:off x="5156545" y="497634"/>
              <a:ext cx="3069691" cy="3456974"/>
              <a:chOff x="5156545" y="497634"/>
              <a:chExt cx="3069691" cy="3456974"/>
            </a:xfrm>
          </p:grpSpPr>
          <p:grpSp>
            <p:nvGrpSpPr>
              <p:cNvPr id="2506" name="Google Shape;2506;p29"/>
              <p:cNvGrpSpPr/>
              <p:nvPr/>
            </p:nvGrpSpPr>
            <p:grpSpPr>
              <a:xfrm rot="2381638">
                <a:off x="5738453" y="1800825"/>
                <a:ext cx="848023" cy="2128294"/>
                <a:chOff x="5739808" y="2428623"/>
                <a:chExt cx="848023" cy="2128294"/>
              </a:xfrm>
            </p:grpSpPr>
            <p:grpSp>
              <p:nvGrpSpPr>
                <p:cNvPr id="2507" name="Google Shape;2507;p29"/>
                <p:cNvGrpSpPr/>
                <p:nvPr/>
              </p:nvGrpSpPr>
              <p:grpSpPr>
                <a:xfrm>
                  <a:off x="5739808" y="3709395"/>
                  <a:ext cx="848023" cy="847523"/>
                  <a:chOff x="5739808" y="3709395"/>
                  <a:chExt cx="848023" cy="847523"/>
                </a:xfrm>
              </p:grpSpPr>
              <p:grpSp>
                <p:nvGrpSpPr>
                  <p:cNvPr id="2508" name="Google Shape;2508;p29"/>
                  <p:cNvGrpSpPr/>
                  <p:nvPr/>
                </p:nvGrpSpPr>
                <p:grpSpPr>
                  <a:xfrm>
                    <a:off x="5739808" y="3709395"/>
                    <a:ext cx="352110" cy="847261"/>
                    <a:chOff x="5739808" y="3709395"/>
                    <a:chExt cx="352110" cy="847261"/>
                  </a:xfrm>
                </p:grpSpPr>
                <p:grpSp>
                  <p:nvGrpSpPr>
                    <p:cNvPr id="2509" name="Google Shape;2509;p29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2510" name="Google Shape;2510;p29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511" name="Google Shape;2511;p29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lt1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512" name="Google Shape;2512;p29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13" name="Google Shape;2513;p29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514" name="Google Shape;2514;p29"/>
                  <p:cNvGrpSpPr/>
                  <p:nvPr/>
                </p:nvGrpSpPr>
                <p:grpSpPr>
                  <a:xfrm flipH="1">
                    <a:off x="6235721" y="3709657"/>
                    <a:ext cx="352110" cy="847261"/>
                    <a:chOff x="5739808" y="3709395"/>
                    <a:chExt cx="352110" cy="847261"/>
                  </a:xfrm>
                </p:grpSpPr>
                <p:grpSp>
                  <p:nvGrpSpPr>
                    <p:cNvPr id="2515" name="Google Shape;2515;p29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2516" name="Google Shape;2516;p29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517" name="Google Shape;2517;p29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lt1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518" name="Google Shape;2518;p29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19" name="Google Shape;2519;p29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520" name="Google Shape;2520;p29"/>
                <p:cNvGrpSpPr/>
                <p:nvPr/>
              </p:nvGrpSpPr>
              <p:grpSpPr>
                <a:xfrm>
                  <a:off x="5775048" y="2428623"/>
                  <a:ext cx="779055" cy="1666542"/>
                  <a:chOff x="5775048" y="2428623"/>
                  <a:chExt cx="779055" cy="1666542"/>
                </a:xfrm>
              </p:grpSpPr>
              <p:grpSp>
                <p:nvGrpSpPr>
                  <p:cNvPr id="2521" name="Google Shape;2521;p29"/>
                  <p:cNvGrpSpPr/>
                  <p:nvPr/>
                </p:nvGrpSpPr>
                <p:grpSpPr>
                  <a:xfrm>
                    <a:off x="5775707" y="2428623"/>
                    <a:ext cx="778396" cy="1666542"/>
                    <a:chOff x="5775707" y="2428623"/>
                    <a:chExt cx="778396" cy="1666542"/>
                  </a:xfrm>
                </p:grpSpPr>
                <p:grpSp>
                  <p:nvGrpSpPr>
                    <p:cNvPr id="2522" name="Google Shape;2522;p29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2523" name="Google Shape;2523;p29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2524" name="Google Shape;2524;p29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2525" name="Google Shape;2525;p29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2526" name="Google Shape;2526;p29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527" name="Google Shape;2527;p29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2528" name="Google Shape;2528;p29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2529" name="Google Shape;2529;p29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2530" name="Google Shape;2530;p29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2531" name="Google Shape;2531;p29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532" name="Google Shape;2532;p29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533" name="Google Shape;2533;p29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2534" name="Google Shape;2534;p29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2535" name="Google Shape;2535;p29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536" name="Google Shape;2536;p29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537" name="Google Shape;2537;p29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2538" name="Google Shape;2538;p29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2539" name="Google Shape;2539;p29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rgbClr val="595959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540" name="Google Shape;2540;p29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541" name="Google Shape;2541;p29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2542" name="Google Shape;2542;p29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543" name="Google Shape;2543;p29"/>
                  <p:cNvGrpSpPr/>
                  <p:nvPr/>
                </p:nvGrpSpPr>
                <p:grpSpPr>
                  <a:xfrm>
                    <a:off x="5775048" y="3892549"/>
                    <a:ext cx="778309" cy="59708"/>
                    <a:chOff x="5775048" y="3892549"/>
                    <a:chExt cx="778309" cy="59708"/>
                  </a:xfrm>
                </p:grpSpPr>
                <p:sp>
                  <p:nvSpPr>
                    <p:cNvPr id="2544" name="Google Shape;2544;p29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45" name="Google Shape;2545;p29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46" name="Google Shape;2546;p29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2547" name="Google Shape;2547;p29"/>
              <p:cNvGrpSpPr/>
              <p:nvPr/>
            </p:nvGrpSpPr>
            <p:grpSpPr>
              <a:xfrm rot="-8418362">
                <a:off x="6796305" y="523124"/>
                <a:ext cx="848023" cy="2128294"/>
                <a:chOff x="5739808" y="2428623"/>
                <a:chExt cx="848023" cy="2128294"/>
              </a:xfrm>
            </p:grpSpPr>
            <p:grpSp>
              <p:nvGrpSpPr>
                <p:cNvPr id="2548" name="Google Shape;2548;p29"/>
                <p:cNvGrpSpPr/>
                <p:nvPr/>
              </p:nvGrpSpPr>
              <p:grpSpPr>
                <a:xfrm>
                  <a:off x="5739808" y="3709395"/>
                  <a:ext cx="848023" cy="847523"/>
                  <a:chOff x="5739808" y="3709395"/>
                  <a:chExt cx="848023" cy="847523"/>
                </a:xfrm>
              </p:grpSpPr>
              <p:grpSp>
                <p:nvGrpSpPr>
                  <p:cNvPr id="2549" name="Google Shape;2549;p29"/>
                  <p:cNvGrpSpPr/>
                  <p:nvPr/>
                </p:nvGrpSpPr>
                <p:grpSpPr>
                  <a:xfrm>
                    <a:off x="5739808" y="3709395"/>
                    <a:ext cx="352110" cy="847261"/>
                    <a:chOff x="5739808" y="3709395"/>
                    <a:chExt cx="352110" cy="847261"/>
                  </a:xfrm>
                </p:grpSpPr>
                <p:grpSp>
                  <p:nvGrpSpPr>
                    <p:cNvPr id="2550" name="Google Shape;2550;p29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2551" name="Google Shape;2551;p29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552" name="Google Shape;2552;p29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553" name="Google Shape;2553;p29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54" name="Google Shape;2554;p29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555" name="Google Shape;2555;p29"/>
                  <p:cNvGrpSpPr/>
                  <p:nvPr/>
                </p:nvGrpSpPr>
                <p:grpSpPr>
                  <a:xfrm flipH="1">
                    <a:off x="6235721" y="3709657"/>
                    <a:ext cx="352110" cy="847261"/>
                    <a:chOff x="5739808" y="3709395"/>
                    <a:chExt cx="352110" cy="847261"/>
                  </a:xfrm>
                </p:grpSpPr>
                <p:grpSp>
                  <p:nvGrpSpPr>
                    <p:cNvPr id="2556" name="Google Shape;2556;p29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2557" name="Google Shape;2557;p29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558" name="Google Shape;2558;p29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559" name="Google Shape;2559;p29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60" name="Google Shape;2560;p29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561" name="Google Shape;2561;p29"/>
                <p:cNvGrpSpPr/>
                <p:nvPr/>
              </p:nvGrpSpPr>
              <p:grpSpPr>
                <a:xfrm>
                  <a:off x="5775048" y="2428623"/>
                  <a:ext cx="779055" cy="1666542"/>
                  <a:chOff x="5775048" y="2428623"/>
                  <a:chExt cx="779055" cy="1666542"/>
                </a:xfrm>
              </p:grpSpPr>
              <p:grpSp>
                <p:nvGrpSpPr>
                  <p:cNvPr id="2562" name="Google Shape;2562;p29"/>
                  <p:cNvGrpSpPr/>
                  <p:nvPr/>
                </p:nvGrpSpPr>
                <p:grpSpPr>
                  <a:xfrm>
                    <a:off x="5775707" y="2428623"/>
                    <a:ext cx="778396" cy="1666542"/>
                    <a:chOff x="5775707" y="2428623"/>
                    <a:chExt cx="778396" cy="1666542"/>
                  </a:xfrm>
                </p:grpSpPr>
                <p:grpSp>
                  <p:nvGrpSpPr>
                    <p:cNvPr id="2563" name="Google Shape;2563;p29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2564" name="Google Shape;2564;p29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2565" name="Google Shape;2565;p29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2566" name="Google Shape;2566;p29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2567" name="Google Shape;2567;p29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568" name="Google Shape;2568;p29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2569" name="Google Shape;2569;p29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2570" name="Google Shape;2570;p29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2571" name="Google Shape;2571;p29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2572" name="Google Shape;2572;p29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573" name="Google Shape;2573;p29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574" name="Google Shape;2574;p29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2575" name="Google Shape;2575;p29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2576" name="Google Shape;2576;p29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577" name="Google Shape;2577;p29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2578" name="Google Shape;2578;p29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2579" name="Google Shape;2579;p29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2580" name="Google Shape;2580;p29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581" name="Google Shape;2581;p29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582" name="Google Shape;2582;p29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2583" name="Google Shape;2583;p29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584" name="Google Shape;2584;p29"/>
                  <p:cNvGrpSpPr/>
                  <p:nvPr/>
                </p:nvGrpSpPr>
                <p:grpSpPr>
                  <a:xfrm>
                    <a:off x="5775048" y="3892549"/>
                    <a:ext cx="778309" cy="59708"/>
                    <a:chOff x="5775048" y="3892549"/>
                    <a:chExt cx="778309" cy="59708"/>
                  </a:xfrm>
                </p:grpSpPr>
                <p:sp>
                  <p:nvSpPr>
                    <p:cNvPr id="2585" name="Google Shape;2585;p29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86" name="Google Shape;2586;p29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87" name="Google Shape;2587;p29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2588" name="Google Shape;2588;p29"/>
            <p:cNvGrpSpPr/>
            <p:nvPr/>
          </p:nvGrpSpPr>
          <p:grpSpPr>
            <a:xfrm>
              <a:off x="6738251" y="2015334"/>
              <a:ext cx="80317" cy="397725"/>
              <a:chOff x="6738251" y="2015334"/>
              <a:chExt cx="80317" cy="397725"/>
            </a:xfrm>
          </p:grpSpPr>
          <p:sp>
            <p:nvSpPr>
              <p:cNvPr id="2589" name="Google Shape;2589;p29"/>
              <p:cNvSpPr/>
              <p:nvPr/>
            </p:nvSpPr>
            <p:spPr>
              <a:xfrm rot="5400000">
                <a:off x="6746568" y="2341059"/>
                <a:ext cx="72000" cy="72000"/>
              </a:xfrm>
              <a:prstGeom prst="ellipse">
                <a:avLst/>
              </a:prstGeom>
              <a:solidFill>
                <a:srgbClr val="FFFF00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0" name="Google Shape;2590;p29"/>
              <p:cNvSpPr/>
              <p:nvPr/>
            </p:nvSpPr>
            <p:spPr>
              <a:xfrm rot="5400000">
                <a:off x="6738251" y="2015334"/>
                <a:ext cx="72000" cy="72000"/>
              </a:xfrm>
              <a:prstGeom prst="ellipse">
                <a:avLst/>
              </a:prstGeom>
              <a:solidFill>
                <a:srgbClr val="FFFF00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91" name="Google Shape;2591;p29"/>
          <p:cNvGrpSpPr/>
          <p:nvPr/>
        </p:nvGrpSpPr>
        <p:grpSpPr>
          <a:xfrm rot="-2643">
            <a:off x="7374761" y="1703311"/>
            <a:ext cx="2320919" cy="2112818"/>
            <a:chOff x="5701956" y="1773008"/>
            <a:chExt cx="2320919" cy="2112818"/>
          </a:xfrm>
        </p:grpSpPr>
        <p:grpSp>
          <p:nvGrpSpPr>
            <p:cNvPr id="2592" name="Google Shape;2592;p29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2593" name="Google Shape;2593;p29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2594" name="Google Shape;2594;p29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95" name="Google Shape;2595;p29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596" name="Google Shape;2596;p29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solidFill>
                <a:srgbClr val="A5A5A5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97" name="Google Shape;2597;p29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rgbClr val="A5A5A5"/>
            </a:solidFill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8" name="Google Shape;2598;p29"/>
          <p:cNvGrpSpPr/>
          <p:nvPr/>
        </p:nvGrpSpPr>
        <p:grpSpPr>
          <a:xfrm rot="-8406092">
            <a:off x="8557717" y="1386292"/>
            <a:ext cx="4024102" cy="4438437"/>
            <a:chOff x="5810339" y="1852707"/>
            <a:chExt cx="4024102" cy="4438437"/>
          </a:xfrm>
        </p:grpSpPr>
        <p:grpSp>
          <p:nvGrpSpPr>
            <p:cNvPr id="2599" name="Google Shape;2599;p29"/>
            <p:cNvGrpSpPr/>
            <p:nvPr/>
          </p:nvGrpSpPr>
          <p:grpSpPr>
            <a:xfrm rot="-799960">
              <a:off x="6487978" y="4093752"/>
              <a:ext cx="848023" cy="2128294"/>
              <a:chOff x="5739808" y="2428623"/>
              <a:chExt cx="848023" cy="2128294"/>
            </a:xfrm>
          </p:grpSpPr>
          <p:grpSp>
            <p:nvGrpSpPr>
              <p:cNvPr id="2600" name="Google Shape;2600;p29"/>
              <p:cNvGrpSpPr/>
              <p:nvPr/>
            </p:nvGrpSpPr>
            <p:grpSpPr>
              <a:xfrm>
                <a:off x="5739808" y="3709395"/>
                <a:ext cx="848023" cy="847523"/>
                <a:chOff x="5739808" y="3709395"/>
                <a:chExt cx="848023" cy="847523"/>
              </a:xfrm>
            </p:grpSpPr>
            <p:grpSp>
              <p:nvGrpSpPr>
                <p:cNvPr id="2601" name="Google Shape;2601;p29"/>
                <p:cNvGrpSpPr/>
                <p:nvPr/>
              </p:nvGrpSpPr>
              <p:grpSpPr>
                <a:xfrm>
                  <a:off x="5739808" y="3709395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2602" name="Google Shape;2602;p29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2603" name="Google Shape;2603;p29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04" name="Google Shape;2604;p29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605" name="Google Shape;2605;p29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06" name="Google Shape;2606;p29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07" name="Google Shape;2607;p29"/>
                <p:cNvGrpSpPr/>
                <p:nvPr/>
              </p:nvGrpSpPr>
              <p:grpSpPr>
                <a:xfrm flipH="1">
                  <a:off x="6235721" y="3709657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2608" name="Google Shape;2608;p29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2609" name="Google Shape;2609;p29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10" name="Google Shape;2610;p29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611" name="Google Shape;2611;p29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12" name="Google Shape;2612;p29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613" name="Google Shape;2613;p29"/>
              <p:cNvGrpSpPr/>
              <p:nvPr/>
            </p:nvGrpSpPr>
            <p:grpSpPr>
              <a:xfrm>
                <a:off x="5775048" y="2428623"/>
                <a:ext cx="779055" cy="1666542"/>
                <a:chOff x="5775048" y="2428623"/>
                <a:chExt cx="779055" cy="1666542"/>
              </a:xfrm>
            </p:grpSpPr>
            <p:grpSp>
              <p:nvGrpSpPr>
                <p:cNvPr id="2614" name="Google Shape;2614;p29"/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</p:grpSpPr>
              <p:grpSp>
                <p:nvGrpSpPr>
                  <p:cNvPr id="2615" name="Google Shape;2615;p29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2616" name="Google Shape;2616;p29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2617" name="Google Shape;2617;p29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2618" name="Google Shape;2618;p29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2619" name="Google Shape;2619;p29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620" name="Google Shape;2620;p29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2621" name="Google Shape;2621;p29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2622" name="Google Shape;2622;p29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2623" name="Google Shape;2623;p29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2624" name="Google Shape;2624;p29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625" name="Google Shape;2625;p29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626" name="Google Shape;2626;p29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627" name="Google Shape;2627;p29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2628" name="Google Shape;2628;p29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629" name="Google Shape;2629;p29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630" name="Google Shape;2630;p29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2631" name="Google Shape;2631;p29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2632" name="Google Shape;2632;p29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633" name="Google Shape;2633;p29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634" name="Google Shape;2634;p29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2635" name="Google Shape;2635;p29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36" name="Google Shape;2636;p29"/>
                <p:cNvGrpSpPr/>
                <p:nvPr/>
              </p:nvGrpSpPr>
              <p:grpSpPr>
                <a:xfrm>
                  <a:off x="5775048" y="3892549"/>
                  <a:ext cx="778309" cy="59708"/>
                  <a:chOff x="5775048" y="3892549"/>
                  <a:chExt cx="778309" cy="59708"/>
                </a:xfrm>
              </p:grpSpPr>
              <p:sp>
                <p:nvSpPr>
                  <p:cNvPr id="2637" name="Google Shape;2637;p29"/>
                  <p:cNvSpPr/>
                  <p:nvPr/>
                </p:nvSpPr>
                <p:spPr>
                  <a:xfrm rot="-5400000">
                    <a:off x="6134348" y="3533249"/>
                    <a:ext cx="59708" cy="7783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38" name="Google Shape;2638;p29"/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39" name="Google Shape;2639;p29"/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640" name="Google Shape;2640;p29"/>
            <p:cNvGrpSpPr/>
            <p:nvPr/>
          </p:nvGrpSpPr>
          <p:grpSpPr>
            <a:xfrm rot="-2396551">
              <a:off x="7106035" y="2351271"/>
              <a:ext cx="2320919" cy="2112818"/>
              <a:chOff x="5701956" y="1773008"/>
              <a:chExt cx="2320919" cy="2112818"/>
            </a:xfrm>
          </p:grpSpPr>
          <p:grpSp>
            <p:nvGrpSpPr>
              <p:cNvPr id="2641" name="Google Shape;2641;p29"/>
              <p:cNvGrpSpPr/>
              <p:nvPr/>
            </p:nvGrpSpPr>
            <p:grpSpPr>
              <a:xfrm>
                <a:off x="5701956" y="1773008"/>
                <a:ext cx="2320919" cy="2112818"/>
                <a:chOff x="5797343" y="2178392"/>
                <a:chExt cx="2320919" cy="2112818"/>
              </a:xfrm>
            </p:grpSpPr>
            <p:grpSp>
              <p:nvGrpSpPr>
                <p:cNvPr id="2642" name="Google Shape;2642;p29"/>
                <p:cNvGrpSpPr/>
                <p:nvPr/>
              </p:nvGrpSpPr>
              <p:grpSpPr>
                <a:xfrm>
                  <a:off x="5797343" y="2178392"/>
                  <a:ext cx="2320919" cy="2112818"/>
                  <a:chOff x="5587545" y="1682358"/>
                  <a:chExt cx="2320919" cy="2112818"/>
                </a:xfrm>
              </p:grpSpPr>
              <p:sp>
                <p:nvSpPr>
                  <p:cNvPr id="2643" name="Google Shape;2643;p29"/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4" name="Google Shape;2644;p29"/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645" name="Google Shape;2645;p29"/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646" name="Google Shape;2646;p29"/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47" name="Google Shape;2647;p29"/>
            <p:cNvGrpSpPr/>
            <p:nvPr/>
          </p:nvGrpSpPr>
          <p:grpSpPr>
            <a:xfrm rot="-2396551">
              <a:off x="6162387" y="3010985"/>
              <a:ext cx="1668083" cy="1702876"/>
              <a:chOff x="5811486" y="1624311"/>
              <a:chExt cx="1668083" cy="1702876"/>
            </a:xfrm>
          </p:grpSpPr>
          <p:grpSp>
            <p:nvGrpSpPr>
              <p:cNvPr id="2648" name="Google Shape;2648;p29"/>
              <p:cNvGrpSpPr/>
              <p:nvPr/>
            </p:nvGrpSpPr>
            <p:grpSpPr>
              <a:xfrm>
                <a:off x="5811486" y="1624311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2649" name="Google Shape;2649;p29"/>
                <p:cNvGrpSpPr/>
                <p:nvPr/>
              </p:nvGrpSpPr>
              <p:grpSpPr>
                <a:xfrm rot="-3495342">
                  <a:off x="6006485" y="1890354"/>
                  <a:ext cx="1278085" cy="1170790"/>
                  <a:chOff x="5701956" y="1773008"/>
                  <a:chExt cx="2320919" cy="2112818"/>
                </a:xfrm>
              </p:grpSpPr>
              <p:grpSp>
                <p:nvGrpSpPr>
                  <p:cNvPr id="2650" name="Google Shape;2650;p29"/>
                  <p:cNvGrpSpPr/>
                  <p:nvPr/>
                </p:nvGrpSpPr>
                <p:grpSpPr>
                  <a:xfrm>
                    <a:off x="5701956" y="1773008"/>
                    <a:ext cx="2320919" cy="2112818"/>
                    <a:chOff x="5797343" y="2178392"/>
                    <a:chExt cx="2320919" cy="2112818"/>
                  </a:xfrm>
                </p:grpSpPr>
                <p:grpSp>
                  <p:nvGrpSpPr>
                    <p:cNvPr id="2651" name="Google Shape;2651;p29"/>
                    <p:cNvGrpSpPr/>
                    <p:nvPr/>
                  </p:nvGrpSpPr>
                  <p:grpSpPr>
                    <a:xfrm>
                      <a:off x="5797343" y="2178392"/>
                      <a:ext cx="2320919" cy="2112818"/>
                      <a:chOff x="5587545" y="1682358"/>
                      <a:chExt cx="2320919" cy="2112818"/>
                    </a:xfrm>
                  </p:grpSpPr>
                  <p:sp>
                    <p:nvSpPr>
                      <p:cNvPr id="2652" name="Google Shape;2652;p29"/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653" name="Google Shape;2653;p29"/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654" name="Google Shape;2654;p29"/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655" name="Google Shape;2655;p29"/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656" name="Google Shape;2656;p29"/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657" name="Google Shape;2657;p29"/>
              <p:cNvSpPr/>
              <p:nvPr/>
            </p:nvSpPr>
            <p:spPr>
              <a:xfrm>
                <a:off x="6089175" y="2570070"/>
                <a:ext cx="144000" cy="144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658" name="Google Shape;2658;p29"/>
          <p:cNvSpPr/>
          <p:nvPr/>
        </p:nvSpPr>
        <p:spPr>
          <a:xfrm rot="-3006092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9" name="Google Shape;2659;p29"/>
          <p:cNvSpPr txBox="1"/>
          <p:nvPr>
            <p:ph type="ctrTitle"/>
          </p:nvPr>
        </p:nvSpPr>
        <p:spPr>
          <a:xfrm>
            <a:off x="561712" y="582769"/>
            <a:ext cx="11068575" cy="7319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AUTOMATICO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Posicionamiento en origen</a:t>
            </a:r>
            <a:endParaRPr/>
          </a:p>
        </p:txBody>
      </p:sp>
      <p:sp>
        <p:nvSpPr>
          <p:cNvPr id="2660" name="Google Shape;2660;p29"/>
          <p:cNvSpPr/>
          <p:nvPr/>
        </p:nvSpPr>
        <p:spPr>
          <a:xfrm>
            <a:off x="9931357" y="873308"/>
            <a:ext cx="252000" cy="252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1" name="Google Shape;2661;p29"/>
          <p:cNvSpPr txBox="1"/>
          <p:nvPr/>
        </p:nvSpPr>
        <p:spPr>
          <a:xfrm>
            <a:off x="10318877" y="763813"/>
            <a:ext cx="1724695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S2</a:t>
            </a:r>
            <a:endParaRPr/>
          </a:p>
        </p:txBody>
      </p:sp>
      <p:grpSp>
        <p:nvGrpSpPr>
          <p:cNvPr id="2662" name="Google Shape;2662;p29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2663" name="Google Shape;2663;p29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2664" name="Google Shape;2664;p29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65" name="Google Shape;2665;p29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2666" name="Google Shape;2666;p29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7" name="Google Shape;2667;p29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68" name="Google Shape;2668;p29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2669" name="Google Shape;2669;p29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2670" name="Google Shape;2670;p29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1" name="Google Shape;2671;p29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72" name="Google Shape;2672;p29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2673" name="Google Shape;2673;p29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4" name="Google Shape;2674;p29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5" name="Google Shape;2675;p29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76" name="Google Shape;2676;p29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2677" name="Google Shape;2677;p29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8" name="Google Shape;2678;p29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9" name="Google Shape;2679;p29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80" name="Google Shape;2680;p29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2681" name="Google Shape;2681;p29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2" name="Google Shape;2682;p29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3" name="Google Shape;2683;p29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84" name="Google Shape;2684;p29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2685" name="Google Shape;2685;p29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6" name="Google Shape;2686;p29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7" name="Google Shape;2687;p29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2688" name="Google Shape;2688;p29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2689" name="Google Shape;2689;p29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0" name="Google Shape;2690;p29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91" name="Google Shape;2691;p29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2692" name="Google Shape;2692;p29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2693" name="Google Shape;2693;p29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2694" name="Google Shape;2694;p29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95" name="Google Shape;2695;p29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96" name="Google Shape;2696;p29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2697" name="Google Shape;2697;p29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2698" name="Google Shape;2698;p29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699" name="Google Shape;2699;p29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700" name="Google Shape;2700;p29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2701" name="Google Shape;2701;p29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02" name="Google Shape;2702;p29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2703" name="Google Shape;2703;p29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2704" name="Google Shape;2704;p29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05" name="Google Shape;2705;p29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706" name="Google Shape;2706;p29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2707" name="Google Shape;2707;p29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8" name="Google Shape;2708;p29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9" name="Google Shape;2709;p29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10" name="Google Shape;2710;p29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11" name="Google Shape;2711;p29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2712" name="Google Shape;2712;p29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2713" name="Google Shape;2713;p29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14" name="Google Shape;2714;p29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715" name="Google Shape;2715;p29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16" name="Google Shape;2716;p29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2717" name="Google Shape;2717;p29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8" name="Google Shape;2718;p29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9" name="Google Shape;2719;p29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20" name="Google Shape;2720;p29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1" name="Google Shape;2721;p29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2" name="Google Shape;2722;p29"/>
          <p:cNvSpPr txBox="1"/>
          <p:nvPr/>
        </p:nvSpPr>
        <p:spPr>
          <a:xfrm>
            <a:off x="559720" y="1408733"/>
            <a:ext cx="2785332" cy="7036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00B050"/>
                </a:solidFill>
                <a:latin typeface="Aharoni"/>
                <a:ea typeface="Aharoni"/>
                <a:cs typeface="Aharoni"/>
                <a:sym typeface="Aharoni"/>
              </a:rPr>
              <a:t>Eslabón 3</a:t>
            </a:r>
            <a:endParaRPr/>
          </a:p>
        </p:txBody>
      </p:sp>
      <p:sp>
        <p:nvSpPr>
          <p:cNvPr id="2723" name="Google Shape;2723;p29"/>
          <p:cNvSpPr/>
          <p:nvPr/>
        </p:nvSpPr>
        <p:spPr>
          <a:xfrm>
            <a:off x="9937166" y="1316515"/>
            <a:ext cx="252000" cy="252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4" name="Google Shape;2724;p29"/>
          <p:cNvSpPr txBox="1"/>
          <p:nvPr/>
        </p:nvSpPr>
        <p:spPr>
          <a:xfrm>
            <a:off x="10324686" y="1207020"/>
            <a:ext cx="1724695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S3</a:t>
            </a:r>
            <a:endParaRPr/>
          </a:p>
        </p:txBody>
      </p:sp>
      <p:sp>
        <p:nvSpPr>
          <p:cNvPr id="2725" name="Google Shape;2725;p29"/>
          <p:cNvSpPr/>
          <p:nvPr/>
        </p:nvSpPr>
        <p:spPr>
          <a:xfrm rot="5400000">
            <a:off x="7660195" y="2395873"/>
            <a:ext cx="72000" cy="72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6" name="Google Shape;2726;p29"/>
          <p:cNvSpPr/>
          <p:nvPr/>
        </p:nvSpPr>
        <p:spPr>
          <a:xfrm rot="5400000">
            <a:off x="7987462" y="2036330"/>
            <a:ext cx="72000" cy="72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7" name="Google Shape;2727;p29"/>
          <p:cNvSpPr/>
          <p:nvPr/>
        </p:nvSpPr>
        <p:spPr>
          <a:xfrm>
            <a:off x="9961786" y="2472320"/>
            <a:ext cx="252000" cy="25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8" name="Google Shape;2728;p29"/>
          <p:cNvSpPr txBox="1"/>
          <p:nvPr/>
        </p:nvSpPr>
        <p:spPr>
          <a:xfrm>
            <a:off x="10349306" y="2362825"/>
            <a:ext cx="1724695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S4</a:t>
            </a:r>
            <a:endParaRPr/>
          </a:p>
        </p:txBody>
      </p:sp>
      <p:grpSp>
        <p:nvGrpSpPr>
          <p:cNvPr id="2729" name="Google Shape;2729;p29"/>
          <p:cNvGrpSpPr/>
          <p:nvPr/>
        </p:nvGrpSpPr>
        <p:grpSpPr>
          <a:xfrm>
            <a:off x="6243086" y="1135131"/>
            <a:ext cx="2010277" cy="2036290"/>
            <a:chOff x="6243086" y="1135131"/>
            <a:chExt cx="2010277" cy="2036290"/>
          </a:xfrm>
        </p:grpSpPr>
        <p:grpSp>
          <p:nvGrpSpPr>
            <p:cNvPr id="2730" name="Google Shape;2730;p29"/>
            <p:cNvGrpSpPr/>
            <p:nvPr/>
          </p:nvGrpSpPr>
          <p:grpSpPr>
            <a:xfrm>
              <a:off x="6243086" y="1135131"/>
              <a:ext cx="2010277" cy="2036290"/>
              <a:chOff x="6243086" y="1135131"/>
              <a:chExt cx="2010277" cy="2036290"/>
            </a:xfrm>
          </p:grpSpPr>
          <p:grpSp>
            <p:nvGrpSpPr>
              <p:cNvPr id="2731" name="Google Shape;2731;p29"/>
              <p:cNvGrpSpPr/>
              <p:nvPr/>
            </p:nvGrpSpPr>
            <p:grpSpPr>
              <a:xfrm rot="785047">
                <a:off x="6414183" y="1301838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2732" name="Google Shape;2732;p29"/>
                <p:cNvGrpSpPr/>
                <p:nvPr/>
              </p:nvGrpSpPr>
              <p:grpSpPr>
                <a:xfrm>
                  <a:off x="5811486" y="1624311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2733" name="Google Shape;2733;p29"/>
                  <p:cNvGrpSpPr/>
                  <p:nvPr/>
                </p:nvGrpSpPr>
                <p:grpSpPr>
                  <a:xfrm rot="-3495342">
                    <a:off x="6006485" y="1890354"/>
                    <a:ext cx="1278085" cy="1170790"/>
                    <a:chOff x="5701956" y="1773008"/>
                    <a:chExt cx="2320919" cy="2112818"/>
                  </a:xfrm>
                </p:grpSpPr>
                <p:grpSp>
                  <p:nvGrpSpPr>
                    <p:cNvPr id="2734" name="Google Shape;2734;p29"/>
                    <p:cNvGrpSpPr/>
                    <p:nvPr/>
                  </p:nvGrpSpPr>
                  <p:grpSpPr>
                    <a:xfrm>
                      <a:off x="5701956" y="1773008"/>
                      <a:ext cx="2320919" cy="2112818"/>
                      <a:chOff x="5797343" y="2178392"/>
                      <a:chExt cx="2320919" cy="2112818"/>
                    </a:xfrm>
                  </p:grpSpPr>
                  <p:grpSp>
                    <p:nvGrpSpPr>
                      <p:cNvPr id="2735" name="Google Shape;2735;p29"/>
                      <p:cNvGrpSpPr/>
                      <p:nvPr/>
                    </p:nvGrpSpPr>
                    <p:grpSpPr>
                      <a:xfrm>
                        <a:off x="5797343" y="2178392"/>
                        <a:ext cx="2320919" cy="2112818"/>
                        <a:chOff x="5587545" y="1682358"/>
                        <a:chExt cx="2320919" cy="2112818"/>
                      </a:xfrm>
                    </p:grpSpPr>
                    <p:sp>
                      <p:nvSpPr>
                        <p:cNvPr id="2736" name="Google Shape;2736;p29"/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737" name="Google Shape;2737;p29"/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2738" name="Google Shape;2738;p29"/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739" name="Google Shape;2739;p29"/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rgbClr val="A5A5A5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740" name="Google Shape;2740;p29"/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741" name="Google Shape;2741;p29"/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742" name="Google Shape;2742;p29"/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43" name="Google Shape;2743;p29"/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44" name="Google Shape;274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1334" y="3513800"/>
            <a:ext cx="3152775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5" name="Google Shape;2745;p29"/>
          <p:cNvSpPr txBox="1"/>
          <p:nvPr>
            <p:ph idx="1" type="subTitle"/>
          </p:nvPr>
        </p:nvSpPr>
        <p:spPr>
          <a:xfrm>
            <a:off x="268767" y="3647815"/>
            <a:ext cx="4388290" cy="2378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¿Sensor s4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(inhibir movimiento)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</a:t>
            </a:r>
            <a:r>
              <a:rPr lang="es-ES"/>
              <a:t>(mover eslabón a</a:t>
            </a:r>
            <a:r>
              <a:rPr b="1" lang="es-ES"/>
              <a:t>b</a:t>
            </a:r>
            <a:r>
              <a:rPr lang="es-ES"/>
              <a:t>ajo).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Analizar sig. sensor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25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9" name="Shape 2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0" name="Google Shape;2750;p30"/>
          <p:cNvGrpSpPr/>
          <p:nvPr/>
        </p:nvGrpSpPr>
        <p:grpSpPr>
          <a:xfrm rot="-2643">
            <a:off x="7374761" y="1703311"/>
            <a:ext cx="2320919" cy="2112818"/>
            <a:chOff x="5701956" y="1773008"/>
            <a:chExt cx="2320919" cy="2112818"/>
          </a:xfrm>
        </p:grpSpPr>
        <p:grpSp>
          <p:nvGrpSpPr>
            <p:cNvPr id="2751" name="Google Shape;2751;p30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2752" name="Google Shape;2752;p30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2753" name="Google Shape;2753;p30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54" name="Google Shape;2754;p30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755" name="Google Shape;2755;p30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solidFill>
                <a:srgbClr val="A5A5A5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56" name="Google Shape;2756;p30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rgbClr val="A5A5A5"/>
            </a:solidFill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57" name="Google Shape;2757;p30"/>
          <p:cNvGrpSpPr/>
          <p:nvPr/>
        </p:nvGrpSpPr>
        <p:grpSpPr>
          <a:xfrm rot="-8406092">
            <a:off x="8557717" y="1386292"/>
            <a:ext cx="4024102" cy="4438437"/>
            <a:chOff x="5810339" y="1852707"/>
            <a:chExt cx="4024102" cy="4438437"/>
          </a:xfrm>
        </p:grpSpPr>
        <p:grpSp>
          <p:nvGrpSpPr>
            <p:cNvPr id="2758" name="Google Shape;2758;p30"/>
            <p:cNvGrpSpPr/>
            <p:nvPr/>
          </p:nvGrpSpPr>
          <p:grpSpPr>
            <a:xfrm rot="-799960">
              <a:off x="6487978" y="4093752"/>
              <a:ext cx="848023" cy="2128294"/>
              <a:chOff x="5739808" y="2428623"/>
              <a:chExt cx="848023" cy="2128294"/>
            </a:xfrm>
          </p:grpSpPr>
          <p:grpSp>
            <p:nvGrpSpPr>
              <p:cNvPr id="2759" name="Google Shape;2759;p30"/>
              <p:cNvGrpSpPr/>
              <p:nvPr/>
            </p:nvGrpSpPr>
            <p:grpSpPr>
              <a:xfrm>
                <a:off x="5739808" y="3709395"/>
                <a:ext cx="848023" cy="847523"/>
                <a:chOff x="5739808" y="3709395"/>
                <a:chExt cx="848023" cy="847523"/>
              </a:xfrm>
            </p:grpSpPr>
            <p:grpSp>
              <p:nvGrpSpPr>
                <p:cNvPr id="2760" name="Google Shape;2760;p30"/>
                <p:cNvGrpSpPr/>
                <p:nvPr/>
              </p:nvGrpSpPr>
              <p:grpSpPr>
                <a:xfrm>
                  <a:off x="5739808" y="3709395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2761" name="Google Shape;2761;p30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2762" name="Google Shape;2762;p30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63" name="Google Shape;2763;p30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764" name="Google Shape;2764;p30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65" name="Google Shape;2765;p30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66" name="Google Shape;2766;p30"/>
                <p:cNvGrpSpPr/>
                <p:nvPr/>
              </p:nvGrpSpPr>
              <p:grpSpPr>
                <a:xfrm flipH="1">
                  <a:off x="6235721" y="3709657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2767" name="Google Shape;2767;p30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2768" name="Google Shape;2768;p30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769" name="Google Shape;2769;p30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770" name="Google Shape;2770;p30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71" name="Google Shape;2771;p30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772" name="Google Shape;2772;p30"/>
              <p:cNvGrpSpPr/>
              <p:nvPr/>
            </p:nvGrpSpPr>
            <p:grpSpPr>
              <a:xfrm>
                <a:off x="5775048" y="2428623"/>
                <a:ext cx="779055" cy="1666542"/>
                <a:chOff x="5775048" y="2428623"/>
                <a:chExt cx="779055" cy="1666542"/>
              </a:xfrm>
            </p:grpSpPr>
            <p:grpSp>
              <p:nvGrpSpPr>
                <p:cNvPr id="2773" name="Google Shape;2773;p30"/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</p:grpSpPr>
              <p:grpSp>
                <p:nvGrpSpPr>
                  <p:cNvPr id="2774" name="Google Shape;2774;p30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2775" name="Google Shape;2775;p30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2776" name="Google Shape;2776;p30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2777" name="Google Shape;2777;p30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2778" name="Google Shape;2778;p30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779" name="Google Shape;2779;p30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2780" name="Google Shape;2780;p30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2781" name="Google Shape;2781;p30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2782" name="Google Shape;2782;p30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2783" name="Google Shape;2783;p30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784" name="Google Shape;2784;p30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785" name="Google Shape;2785;p30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786" name="Google Shape;2786;p30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2787" name="Google Shape;2787;p30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788" name="Google Shape;2788;p30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789" name="Google Shape;2789;p30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2790" name="Google Shape;2790;p30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2791" name="Google Shape;2791;p30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792" name="Google Shape;2792;p30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793" name="Google Shape;2793;p30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2794" name="Google Shape;2794;p30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95" name="Google Shape;2795;p30"/>
                <p:cNvGrpSpPr/>
                <p:nvPr/>
              </p:nvGrpSpPr>
              <p:grpSpPr>
                <a:xfrm>
                  <a:off x="5775048" y="3892549"/>
                  <a:ext cx="778309" cy="59708"/>
                  <a:chOff x="5775048" y="3892549"/>
                  <a:chExt cx="778309" cy="59708"/>
                </a:xfrm>
              </p:grpSpPr>
              <p:sp>
                <p:nvSpPr>
                  <p:cNvPr id="2796" name="Google Shape;2796;p30"/>
                  <p:cNvSpPr/>
                  <p:nvPr/>
                </p:nvSpPr>
                <p:spPr>
                  <a:xfrm rot="-5400000">
                    <a:off x="6134348" y="3533249"/>
                    <a:ext cx="59708" cy="7783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97" name="Google Shape;2797;p30"/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98" name="Google Shape;2798;p30"/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799" name="Google Shape;2799;p30"/>
            <p:cNvGrpSpPr/>
            <p:nvPr/>
          </p:nvGrpSpPr>
          <p:grpSpPr>
            <a:xfrm rot="-2396551">
              <a:off x="7106035" y="2351271"/>
              <a:ext cx="2320919" cy="2112818"/>
              <a:chOff x="5701956" y="1773008"/>
              <a:chExt cx="2320919" cy="2112818"/>
            </a:xfrm>
          </p:grpSpPr>
          <p:grpSp>
            <p:nvGrpSpPr>
              <p:cNvPr id="2800" name="Google Shape;2800;p30"/>
              <p:cNvGrpSpPr/>
              <p:nvPr/>
            </p:nvGrpSpPr>
            <p:grpSpPr>
              <a:xfrm>
                <a:off x="5701956" y="1773008"/>
                <a:ext cx="2320919" cy="2112818"/>
                <a:chOff x="5797343" y="2178392"/>
                <a:chExt cx="2320919" cy="2112818"/>
              </a:xfrm>
            </p:grpSpPr>
            <p:grpSp>
              <p:nvGrpSpPr>
                <p:cNvPr id="2801" name="Google Shape;2801;p30"/>
                <p:cNvGrpSpPr/>
                <p:nvPr/>
              </p:nvGrpSpPr>
              <p:grpSpPr>
                <a:xfrm>
                  <a:off x="5797343" y="2178392"/>
                  <a:ext cx="2320919" cy="2112818"/>
                  <a:chOff x="5587545" y="1682358"/>
                  <a:chExt cx="2320919" cy="2112818"/>
                </a:xfrm>
              </p:grpSpPr>
              <p:sp>
                <p:nvSpPr>
                  <p:cNvPr id="2802" name="Google Shape;2802;p30"/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03" name="Google Shape;2803;p30"/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804" name="Google Shape;2804;p30"/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05" name="Google Shape;2805;p30"/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06" name="Google Shape;2806;p30"/>
            <p:cNvGrpSpPr/>
            <p:nvPr/>
          </p:nvGrpSpPr>
          <p:grpSpPr>
            <a:xfrm rot="-2396551">
              <a:off x="6162387" y="3010985"/>
              <a:ext cx="1668083" cy="1702876"/>
              <a:chOff x="5811486" y="1624311"/>
              <a:chExt cx="1668083" cy="1702876"/>
            </a:xfrm>
          </p:grpSpPr>
          <p:grpSp>
            <p:nvGrpSpPr>
              <p:cNvPr id="2807" name="Google Shape;2807;p30"/>
              <p:cNvGrpSpPr/>
              <p:nvPr/>
            </p:nvGrpSpPr>
            <p:grpSpPr>
              <a:xfrm>
                <a:off x="5811486" y="1624311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2808" name="Google Shape;2808;p30"/>
                <p:cNvGrpSpPr/>
                <p:nvPr/>
              </p:nvGrpSpPr>
              <p:grpSpPr>
                <a:xfrm rot="-3495342">
                  <a:off x="6006485" y="1890354"/>
                  <a:ext cx="1278085" cy="1170790"/>
                  <a:chOff x="5701956" y="1773008"/>
                  <a:chExt cx="2320919" cy="2112818"/>
                </a:xfrm>
              </p:grpSpPr>
              <p:grpSp>
                <p:nvGrpSpPr>
                  <p:cNvPr id="2809" name="Google Shape;2809;p30"/>
                  <p:cNvGrpSpPr/>
                  <p:nvPr/>
                </p:nvGrpSpPr>
                <p:grpSpPr>
                  <a:xfrm>
                    <a:off x="5701956" y="1773008"/>
                    <a:ext cx="2320919" cy="2112818"/>
                    <a:chOff x="5797343" y="2178392"/>
                    <a:chExt cx="2320919" cy="2112818"/>
                  </a:xfrm>
                </p:grpSpPr>
                <p:grpSp>
                  <p:nvGrpSpPr>
                    <p:cNvPr id="2810" name="Google Shape;2810;p30"/>
                    <p:cNvGrpSpPr/>
                    <p:nvPr/>
                  </p:nvGrpSpPr>
                  <p:grpSpPr>
                    <a:xfrm>
                      <a:off x="5797343" y="2178392"/>
                      <a:ext cx="2320919" cy="2112818"/>
                      <a:chOff x="5587545" y="1682358"/>
                      <a:chExt cx="2320919" cy="2112818"/>
                    </a:xfrm>
                  </p:grpSpPr>
                  <p:sp>
                    <p:nvSpPr>
                      <p:cNvPr id="2811" name="Google Shape;2811;p30"/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812" name="Google Shape;2812;p30"/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813" name="Google Shape;2813;p30"/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814" name="Google Shape;2814;p30"/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815" name="Google Shape;2815;p30"/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16" name="Google Shape;2816;p30"/>
              <p:cNvSpPr/>
              <p:nvPr/>
            </p:nvSpPr>
            <p:spPr>
              <a:xfrm>
                <a:off x="6089175" y="2570070"/>
                <a:ext cx="144000" cy="144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17" name="Google Shape;2817;p30"/>
          <p:cNvSpPr/>
          <p:nvPr/>
        </p:nvSpPr>
        <p:spPr>
          <a:xfrm rot="-3006092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8" name="Google Shape;2818;p30"/>
          <p:cNvSpPr txBox="1"/>
          <p:nvPr>
            <p:ph type="ctrTitle"/>
          </p:nvPr>
        </p:nvSpPr>
        <p:spPr>
          <a:xfrm>
            <a:off x="576179" y="670713"/>
            <a:ext cx="11068575" cy="7319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AUTOMATICO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Posicionamiento en origen</a:t>
            </a:r>
            <a:endParaRPr/>
          </a:p>
        </p:txBody>
      </p:sp>
      <p:sp>
        <p:nvSpPr>
          <p:cNvPr id="2819" name="Google Shape;2819;p30"/>
          <p:cNvSpPr/>
          <p:nvPr/>
        </p:nvSpPr>
        <p:spPr>
          <a:xfrm>
            <a:off x="9931357" y="873308"/>
            <a:ext cx="252000" cy="252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0" name="Google Shape;2820;p30"/>
          <p:cNvSpPr txBox="1"/>
          <p:nvPr/>
        </p:nvSpPr>
        <p:spPr>
          <a:xfrm>
            <a:off x="10318877" y="763813"/>
            <a:ext cx="1724695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S2</a:t>
            </a:r>
            <a:endParaRPr/>
          </a:p>
        </p:txBody>
      </p:sp>
      <p:grpSp>
        <p:nvGrpSpPr>
          <p:cNvPr id="2821" name="Google Shape;2821;p30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2822" name="Google Shape;2822;p30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2823" name="Google Shape;2823;p30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24" name="Google Shape;2824;p30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2825" name="Google Shape;2825;p30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6" name="Google Shape;2826;p30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827" name="Google Shape;2827;p30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2828" name="Google Shape;2828;p30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2829" name="Google Shape;2829;p30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0" name="Google Shape;2830;p30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31" name="Google Shape;2831;p30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2832" name="Google Shape;2832;p30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3" name="Google Shape;2833;p30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4" name="Google Shape;2834;p30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35" name="Google Shape;2835;p30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2836" name="Google Shape;2836;p30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7" name="Google Shape;2837;p30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8" name="Google Shape;2838;p30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39" name="Google Shape;2839;p30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2840" name="Google Shape;2840;p30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1" name="Google Shape;2841;p30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2" name="Google Shape;2842;p30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43" name="Google Shape;2843;p30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2844" name="Google Shape;2844;p30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5" name="Google Shape;2845;p30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6" name="Google Shape;2846;p30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2847" name="Google Shape;2847;p30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2848" name="Google Shape;2848;p30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9" name="Google Shape;2849;p30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50" name="Google Shape;2850;p30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2851" name="Google Shape;2851;p30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2852" name="Google Shape;2852;p30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2853" name="Google Shape;2853;p30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4" name="Google Shape;2854;p30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855" name="Google Shape;2855;p30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2856" name="Google Shape;2856;p30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2857" name="Google Shape;2857;p30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58" name="Google Shape;2858;p30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859" name="Google Shape;2859;p30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2860" name="Google Shape;2860;p30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861" name="Google Shape;2861;p30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2862" name="Google Shape;2862;p30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2863" name="Google Shape;2863;p30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4" name="Google Shape;2864;p30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865" name="Google Shape;2865;p30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2866" name="Google Shape;2866;p30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7" name="Google Shape;2867;p30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8" name="Google Shape;2868;p30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69" name="Google Shape;2869;p30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70" name="Google Shape;2870;p30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2871" name="Google Shape;2871;p30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2872" name="Google Shape;2872;p30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73" name="Google Shape;2873;p30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74" name="Google Shape;2874;p30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75" name="Google Shape;2875;p30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2876" name="Google Shape;2876;p30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7" name="Google Shape;2877;p30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8" name="Google Shape;2878;p30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79" name="Google Shape;2879;p30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0" name="Google Shape;2880;p30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1" name="Google Shape;2881;p30"/>
          <p:cNvSpPr txBox="1"/>
          <p:nvPr/>
        </p:nvSpPr>
        <p:spPr>
          <a:xfrm>
            <a:off x="559720" y="1408733"/>
            <a:ext cx="2785332" cy="7036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00B050"/>
                </a:solidFill>
                <a:latin typeface="Aharoni"/>
                <a:ea typeface="Aharoni"/>
                <a:cs typeface="Aharoni"/>
                <a:sym typeface="Aharoni"/>
              </a:rPr>
              <a:t>MANO </a:t>
            </a:r>
            <a:endParaRPr/>
          </a:p>
        </p:txBody>
      </p:sp>
      <p:sp>
        <p:nvSpPr>
          <p:cNvPr id="2882" name="Google Shape;2882;p30"/>
          <p:cNvSpPr/>
          <p:nvPr/>
        </p:nvSpPr>
        <p:spPr>
          <a:xfrm>
            <a:off x="9937166" y="1316515"/>
            <a:ext cx="252000" cy="252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3" name="Google Shape;2883;p30"/>
          <p:cNvSpPr txBox="1"/>
          <p:nvPr/>
        </p:nvSpPr>
        <p:spPr>
          <a:xfrm>
            <a:off x="10324686" y="1207020"/>
            <a:ext cx="1724695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S3</a:t>
            </a:r>
            <a:endParaRPr/>
          </a:p>
        </p:txBody>
      </p:sp>
      <p:sp>
        <p:nvSpPr>
          <p:cNvPr id="2884" name="Google Shape;2884;p30"/>
          <p:cNvSpPr/>
          <p:nvPr/>
        </p:nvSpPr>
        <p:spPr>
          <a:xfrm rot="5400000">
            <a:off x="7660195" y="2395873"/>
            <a:ext cx="72000" cy="72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5" name="Google Shape;2885;p30"/>
          <p:cNvSpPr/>
          <p:nvPr/>
        </p:nvSpPr>
        <p:spPr>
          <a:xfrm rot="5400000">
            <a:off x="7987462" y="2036330"/>
            <a:ext cx="72000" cy="72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6" name="Google Shape;2886;p30"/>
          <p:cNvSpPr/>
          <p:nvPr/>
        </p:nvSpPr>
        <p:spPr>
          <a:xfrm>
            <a:off x="9945871" y="1772909"/>
            <a:ext cx="252000" cy="252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7" name="Google Shape;2887;p30"/>
          <p:cNvSpPr txBox="1"/>
          <p:nvPr/>
        </p:nvSpPr>
        <p:spPr>
          <a:xfrm>
            <a:off x="10333391" y="1663414"/>
            <a:ext cx="1724695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S4</a:t>
            </a:r>
            <a:endParaRPr/>
          </a:p>
        </p:txBody>
      </p:sp>
      <p:grpSp>
        <p:nvGrpSpPr>
          <p:cNvPr id="2888" name="Google Shape;2888;p30"/>
          <p:cNvGrpSpPr/>
          <p:nvPr/>
        </p:nvGrpSpPr>
        <p:grpSpPr>
          <a:xfrm rot="2751436">
            <a:off x="5893676" y="2438240"/>
            <a:ext cx="575117" cy="1696572"/>
            <a:chOff x="3246065" y="2845317"/>
            <a:chExt cx="695654" cy="2073060"/>
          </a:xfrm>
        </p:grpSpPr>
        <p:grpSp>
          <p:nvGrpSpPr>
            <p:cNvPr id="2889" name="Google Shape;2889;p30"/>
            <p:cNvGrpSpPr/>
            <p:nvPr/>
          </p:nvGrpSpPr>
          <p:grpSpPr>
            <a:xfrm flipH="1">
              <a:off x="3246065" y="3839200"/>
              <a:ext cx="435993" cy="1079177"/>
              <a:chOff x="5739808" y="3702217"/>
              <a:chExt cx="352110" cy="854438"/>
            </a:xfrm>
          </p:grpSpPr>
          <p:grpSp>
            <p:nvGrpSpPr>
              <p:cNvPr id="2890" name="Google Shape;2890;p30"/>
              <p:cNvGrpSpPr/>
              <p:nvPr/>
            </p:nvGrpSpPr>
            <p:grpSpPr>
              <a:xfrm>
                <a:off x="5739808" y="3702217"/>
                <a:ext cx="319170" cy="506923"/>
                <a:chOff x="6097258" y="3701203"/>
                <a:chExt cx="319170" cy="506923"/>
              </a:xfrm>
            </p:grpSpPr>
            <p:sp>
              <p:nvSpPr>
                <p:cNvPr id="2891" name="Google Shape;2891;p30"/>
                <p:cNvSpPr/>
                <p:nvPr/>
              </p:nvSpPr>
              <p:spPr>
                <a:xfrm rot="-1077969">
                  <a:off x="6165919" y="3717694"/>
                  <a:ext cx="181848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2" name="Google Shape;2892;p30"/>
                <p:cNvSpPr/>
                <p:nvPr/>
              </p:nvSpPr>
              <p:spPr>
                <a:xfrm flipH="1" rot="655801">
                  <a:off x="6207416" y="3774548"/>
                  <a:ext cx="49476" cy="223589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93" name="Google Shape;2893;p30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4" name="Google Shape;2894;p30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95" name="Google Shape;2895;p30"/>
            <p:cNvGrpSpPr/>
            <p:nvPr/>
          </p:nvGrpSpPr>
          <p:grpSpPr>
            <a:xfrm flipH="1" rot="10800000">
              <a:off x="3505726" y="2845317"/>
              <a:ext cx="435993" cy="1070111"/>
              <a:chOff x="5739808" y="3709395"/>
              <a:chExt cx="352110" cy="847261"/>
            </a:xfrm>
          </p:grpSpPr>
          <p:grpSp>
            <p:nvGrpSpPr>
              <p:cNvPr id="2896" name="Google Shape;2896;p30"/>
              <p:cNvGrpSpPr/>
              <p:nvPr/>
            </p:nvGrpSpPr>
            <p:grpSpPr>
              <a:xfrm>
                <a:off x="5739808" y="3709395"/>
                <a:ext cx="296814" cy="499674"/>
                <a:chOff x="6097258" y="3708381"/>
                <a:chExt cx="296814" cy="499674"/>
              </a:xfrm>
            </p:grpSpPr>
            <p:sp>
              <p:nvSpPr>
                <p:cNvPr id="2897" name="Google Shape;2897;p30"/>
                <p:cNvSpPr/>
                <p:nvPr/>
              </p:nvSpPr>
              <p:spPr>
                <a:xfrm rot="-1077969">
                  <a:off x="6166492" y="3721247"/>
                  <a:ext cx="158346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8" name="Google Shape;2898;p30"/>
                <p:cNvSpPr/>
                <p:nvPr/>
              </p:nvSpPr>
              <p:spPr>
                <a:xfrm flipH="1" rot="231950">
                  <a:off x="6202247" y="3774966"/>
                  <a:ext cx="45719" cy="216078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99" name="Google Shape;2899;p30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0" name="Google Shape;2900;p30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01" name="Google Shape;2901;p30"/>
          <p:cNvGrpSpPr/>
          <p:nvPr/>
        </p:nvGrpSpPr>
        <p:grpSpPr>
          <a:xfrm rot="2751436">
            <a:off x="5347868" y="1887905"/>
            <a:ext cx="580526" cy="1695846"/>
            <a:chOff x="2365817" y="2845869"/>
            <a:chExt cx="702197" cy="2072173"/>
          </a:xfrm>
        </p:grpSpPr>
        <p:grpSp>
          <p:nvGrpSpPr>
            <p:cNvPr id="2902" name="Google Shape;2902;p30"/>
            <p:cNvGrpSpPr/>
            <p:nvPr/>
          </p:nvGrpSpPr>
          <p:grpSpPr>
            <a:xfrm>
              <a:off x="2632021" y="3837706"/>
              <a:ext cx="435993" cy="1080336"/>
              <a:chOff x="5739807" y="3701299"/>
              <a:chExt cx="352111" cy="855357"/>
            </a:xfrm>
          </p:grpSpPr>
          <p:grpSp>
            <p:nvGrpSpPr>
              <p:cNvPr id="2903" name="Google Shape;2903;p30"/>
              <p:cNvGrpSpPr/>
              <p:nvPr/>
            </p:nvGrpSpPr>
            <p:grpSpPr>
              <a:xfrm>
                <a:off x="5739807" y="3701299"/>
                <a:ext cx="322028" cy="507850"/>
                <a:chOff x="6097257" y="3700285"/>
                <a:chExt cx="322028" cy="507850"/>
              </a:xfrm>
            </p:grpSpPr>
            <p:sp>
              <p:nvSpPr>
                <p:cNvPr id="2904" name="Google Shape;2904;p30"/>
                <p:cNvSpPr/>
                <p:nvPr/>
              </p:nvSpPr>
              <p:spPr>
                <a:xfrm rot="-1077969">
                  <a:off x="6165845" y="3717239"/>
                  <a:ext cx="184852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05" name="Google Shape;2905;p30"/>
                <p:cNvSpPr/>
                <p:nvPr/>
              </p:nvSpPr>
              <p:spPr>
                <a:xfrm flipH="1" rot="622646">
                  <a:off x="6207873" y="3795106"/>
                  <a:ext cx="46037" cy="203887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06" name="Google Shape;2906;p30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7" name="Google Shape;2907;p30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08" name="Google Shape;2908;p30"/>
            <p:cNvGrpSpPr/>
            <p:nvPr/>
          </p:nvGrpSpPr>
          <p:grpSpPr>
            <a:xfrm rot="10800000">
              <a:off x="2365817" y="2845869"/>
              <a:ext cx="435993" cy="1070111"/>
              <a:chOff x="5739808" y="3709395"/>
              <a:chExt cx="352110" cy="847261"/>
            </a:xfrm>
          </p:grpSpPr>
          <p:grpSp>
            <p:nvGrpSpPr>
              <p:cNvPr id="2909" name="Google Shape;2909;p30"/>
              <p:cNvGrpSpPr/>
              <p:nvPr/>
            </p:nvGrpSpPr>
            <p:grpSpPr>
              <a:xfrm>
                <a:off x="5739808" y="3709395"/>
                <a:ext cx="296814" cy="499674"/>
                <a:chOff x="6097258" y="3708381"/>
                <a:chExt cx="296814" cy="499674"/>
              </a:xfrm>
            </p:grpSpPr>
            <p:sp>
              <p:nvSpPr>
                <p:cNvPr id="2910" name="Google Shape;2910;p30"/>
                <p:cNvSpPr/>
                <p:nvPr/>
              </p:nvSpPr>
              <p:spPr>
                <a:xfrm rot="-1077969">
                  <a:off x="6166492" y="3721247"/>
                  <a:ext cx="158346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1" name="Google Shape;2911;p30"/>
                <p:cNvSpPr/>
                <p:nvPr/>
              </p:nvSpPr>
              <p:spPr>
                <a:xfrm flipH="1" rot="231950">
                  <a:off x="6202247" y="3774966"/>
                  <a:ext cx="45719" cy="216078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12" name="Google Shape;2912;p30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3" name="Google Shape;2913;p30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14" name="Google Shape;2914;p30"/>
          <p:cNvGrpSpPr/>
          <p:nvPr/>
        </p:nvGrpSpPr>
        <p:grpSpPr>
          <a:xfrm rot="2751436">
            <a:off x="5846250" y="1794943"/>
            <a:ext cx="796825" cy="1722615"/>
            <a:chOff x="5775707" y="2428623"/>
            <a:chExt cx="778396" cy="1666542"/>
          </a:xfrm>
        </p:grpSpPr>
        <p:grpSp>
          <p:nvGrpSpPr>
            <p:cNvPr id="2915" name="Google Shape;2915;p30"/>
            <p:cNvGrpSpPr/>
            <p:nvPr/>
          </p:nvGrpSpPr>
          <p:grpSpPr>
            <a:xfrm>
              <a:off x="5775707" y="2428623"/>
              <a:ext cx="778396" cy="1321607"/>
              <a:chOff x="5728098" y="3524079"/>
              <a:chExt cx="778396" cy="1321607"/>
            </a:xfrm>
          </p:grpSpPr>
          <p:grpSp>
            <p:nvGrpSpPr>
              <p:cNvPr id="2916" name="Google Shape;2916;p30"/>
              <p:cNvGrpSpPr/>
              <p:nvPr/>
            </p:nvGrpSpPr>
            <p:grpSpPr>
              <a:xfrm>
                <a:off x="5882065" y="3524079"/>
                <a:ext cx="468000" cy="773094"/>
                <a:chOff x="5755916" y="3285424"/>
                <a:chExt cx="468000" cy="773094"/>
              </a:xfrm>
            </p:grpSpPr>
            <p:sp>
              <p:nvSpPr>
                <p:cNvPr id="2917" name="Google Shape;2917;p30"/>
                <p:cNvSpPr/>
                <p:nvPr/>
              </p:nvSpPr>
              <p:spPr>
                <a:xfrm>
                  <a:off x="5755916" y="3285424"/>
                  <a:ext cx="468000" cy="468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18" name="Google Shape;2918;p30"/>
                <p:cNvGrpSpPr/>
                <p:nvPr/>
              </p:nvGrpSpPr>
              <p:grpSpPr>
                <a:xfrm>
                  <a:off x="5809916" y="3734518"/>
                  <a:ext cx="360000" cy="324000"/>
                  <a:chOff x="5827652" y="3885379"/>
                  <a:chExt cx="360000" cy="324000"/>
                </a:xfrm>
              </p:grpSpPr>
              <p:sp>
                <p:nvSpPr>
                  <p:cNvPr id="2919" name="Google Shape;2919;p30"/>
                  <p:cNvSpPr/>
                  <p:nvPr/>
                </p:nvSpPr>
                <p:spPr>
                  <a:xfrm>
                    <a:off x="5917652" y="3885379"/>
                    <a:ext cx="180000" cy="180000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0" name="Google Shape;2920;p30"/>
                  <p:cNvSpPr/>
                  <p:nvPr/>
                </p:nvSpPr>
                <p:spPr>
                  <a:xfrm>
                    <a:off x="5827652" y="4065379"/>
                    <a:ext cx="360000" cy="144000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21" name="Google Shape;2921;p30"/>
              <p:cNvGrpSpPr/>
              <p:nvPr/>
            </p:nvGrpSpPr>
            <p:grpSpPr>
              <a:xfrm>
                <a:off x="5728098" y="4268155"/>
                <a:ext cx="778396" cy="577531"/>
                <a:chOff x="5728098" y="4268155"/>
                <a:chExt cx="778396" cy="577531"/>
              </a:xfrm>
            </p:grpSpPr>
            <p:grpSp>
              <p:nvGrpSpPr>
                <p:cNvPr id="2922" name="Google Shape;2922;p30"/>
                <p:cNvGrpSpPr/>
                <p:nvPr/>
              </p:nvGrpSpPr>
              <p:grpSpPr>
                <a:xfrm>
                  <a:off x="5728098" y="4268155"/>
                  <a:ext cx="778396" cy="577531"/>
                  <a:chOff x="5728098" y="4268155"/>
                  <a:chExt cx="778396" cy="577531"/>
                </a:xfrm>
              </p:grpSpPr>
              <p:grpSp>
                <p:nvGrpSpPr>
                  <p:cNvPr id="2923" name="Google Shape;2923;p30"/>
                  <p:cNvGrpSpPr/>
                  <p:nvPr/>
                </p:nvGrpSpPr>
                <p:grpSpPr>
                  <a:xfrm>
                    <a:off x="5728098" y="4268155"/>
                    <a:ext cx="778396" cy="468000"/>
                    <a:chOff x="5728098" y="4268155"/>
                    <a:chExt cx="778396" cy="468000"/>
                  </a:xfrm>
                </p:grpSpPr>
                <p:sp>
                  <p:nvSpPr>
                    <p:cNvPr id="2924" name="Google Shape;2924;p30"/>
                    <p:cNvSpPr/>
                    <p:nvPr/>
                  </p:nvSpPr>
                  <p:spPr>
                    <a:xfrm>
                      <a:off x="5728098" y="4659003"/>
                      <a:ext cx="157695" cy="36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925" name="Google Shape;2925;p30"/>
                    <p:cNvSpPr/>
                    <p:nvPr/>
                  </p:nvSpPr>
                  <p:spPr>
                    <a:xfrm>
                      <a:off x="6348799" y="4661385"/>
                      <a:ext cx="157695" cy="36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926" name="Google Shape;2926;p30"/>
                    <p:cNvSpPr/>
                    <p:nvPr/>
                  </p:nvSpPr>
                  <p:spPr>
                    <a:xfrm>
                      <a:off x="5847296" y="4268155"/>
                      <a:ext cx="540000" cy="468000"/>
                    </a:xfrm>
                    <a:prstGeom prst="frame">
                      <a:avLst>
                        <a:gd fmla="val 7853" name="adj1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927" name="Google Shape;2927;p30"/>
                  <p:cNvGrpSpPr/>
                  <p:nvPr/>
                </p:nvGrpSpPr>
                <p:grpSpPr>
                  <a:xfrm>
                    <a:off x="5728099" y="4698144"/>
                    <a:ext cx="777647" cy="147542"/>
                    <a:chOff x="5728099" y="4698144"/>
                    <a:chExt cx="777647" cy="147542"/>
                  </a:xfrm>
                </p:grpSpPr>
                <p:sp>
                  <p:nvSpPr>
                    <p:cNvPr id="2928" name="Google Shape;2928;p30"/>
                    <p:cNvSpPr/>
                    <p:nvPr/>
                  </p:nvSpPr>
                  <p:spPr>
                    <a:xfrm>
                      <a:off x="5849450" y="4698833"/>
                      <a:ext cx="537845" cy="45719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929" name="Google Shape;2929;p30"/>
                    <p:cNvSpPr/>
                    <p:nvPr/>
                  </p:nvSpPr>
                  <p:spPr>
                    <a:xfrm>
                      <a:off x="5728099" y="4698144"/>
                      <a:ext cx="118291" cy="147542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930" name="Google Shape;2930;p30"/>
                    <p:cNvSpPr/>
                    <p:nvPr/>
                  </p:nvSpPr>
                  <p:spPr>
                    <a:xfrm>
                      <a:off x="6385142" y="4698144"/>
                      <a:ext cx="120604" cy="147542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2931" name="Google Shape;2931;p30"/>
                <p:cNvGrpSpPr/>
                <p:nvPr/>
              </p:nvGrpSpPr>
              <p:grpSpPr>
                <a:xfrm>
                  <a:off x="5969948" y="4385231"/>
                  <a:ext cx="300588" cy="306875"/>
                  <a:chOff x="6707431" y="4143645"/>
                  <a:chExt cx="398381" cy="433766"/>
                </a:xfrm>
              </p:grpSpPr>
              <p:sp>
                <p:nvSpPr>
                  <p:cNvPr id="2932" name="Google Shape;2932;p30"/>
                  <p:cNvSpPr/>
                  <p:nvPr/>
                </p:nvSpPr>
                <p:spPr>
                  <a:xfrm>
                    <a:off x="6708632" y="4255261"/>
                    <a:ext cx="396000" cy="216000"/>
                  </a:xfrm>
                  <a:prstGeom prst="rect">
                    <a:avLst/>
                  </a:prstGeom>
                  <a:solidFill>
                    <a:srgbClr val="59595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33" name="Google Shape;2933;p30"/>
                  <p:cNvSpPr/>
                  <p:nvPr/>
                </p:nvSpPr>
                <p:spPr>
                  <a:xfrm>
                    <a:off x="6709813" y="4143645"/>
                    <a:ext cx="395999" cy="108000"/>
                  </a:xfrm>
                  <a:prstGeom prst="rect">
                    <a:avLst/>
                  </a:prstGeom>
                  <a:solidFill>
                    <a:srgbClr val="D8D8D8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34" name="Google Shape;2934;p30"/>
                  <p:cNvSpPr/>
                  <p:nvPr/>
                </p:nvSpPr>
                <p:spPr>
                  <a:xfrm>
                    <a:off x="6707431" y="4469411"/>
                    <a:ext cx="396000" cy="108000"/>
                  </a:xfrm>
                  <a:prstGeom prst="rect">
                    <a:avLst/>
                  </a:prstGeom>
                  <a:solidFill>
                    <a:srgbClr val="D8D8D8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2935" name="Google Shape;2935;p30"/>
            <p:cNvSpPr/>
            <p:nvPr/>
          </p:nvSpPr>
          <p:spPr>
            <a:xfrm>
              <a:off x="6139226" y="3643061"/>
              <a:ext cx="45719" cy="452104"/>
            </a:xfrm>
            <a:prstGeom prst="rect">
              <a:avLst/>
            </a:prstGeom>
            <a:solidFill>
              <a:srgbClr val="A5A5A5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6" name="Google Shape;2936;p30"/>
          <p:cNvGrpSpPr/>
          <p:nvPr/>
        </p:nvGrpSpPr>
        <p:grpSpPr>
          <a:xfrm rot="2751436">
            <a:off x="5329270" y="3100883"/>
            <a:ext cx="796736" cy="112283"/>
            <a:chOff x="2676061" y="4093308"/>
            <a:chExt cx="963722" cy="137200"/>
          </a:xfrm>
        </p:grpSpPr>
        <p:sp>
          <p:nvSpPr>
            <p:cNvPr id="2937" name="Google Shape;2937;p30"/>
            <p:cNvSpPr/>
            <p:nvPr/>
          </p:nvSpPr>
          <p:spPr>
            <a:xfrm>
              <a:off x="3235261" y="4093308"/>
              <a:ext cx="72000" cy="360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38" name="Google Shape;2938;p30"/>
            <p:cNvGrpSpPr/>
            <p:nvPr/>
          </p:nvGrpSpPr>
          <p:grpSpPr>
            <a:xfrm>
              <a:off x="2676061" y="4130452"/>
              <a:ext cx="963722" cy="100056"/>
              <a:chOff x="2676061" y="4130452"/>
              <a:chExt cx="963722" cy="100056"/>
            </a:xfrm>
          </p:grpSpPr>
          <p:grpSp>
            <p:nvGrpSpPr>
              <p:cNvPr id="2939" name="Google Shape;2939;p30"/>
              <p:cNvGrpSpPr/>
              <p:nvPr/>
            </p:nvGrpSpPr>
            <p:grpSpPr>
              <a:xfrm>
                <a:off x="2676061" y="4130452"/>
                <a:ext cx="963722" cy="75413"/>
                <a:chOff x="5775048" y="3892549"/>
                <a:chExt cx="778309" cy="59708"/>
              </a:xfrm>
            </p:grpSpPr>
            <p:sp>
              <p:nvSpPr>
                <p:cNvPr id="2940" name="Google Shape;2940;p30"/>
                <p:cNvSpPr/>
                <p:nvPr/>
              </p:nvSpPr>
              <p:spPr>
                <a:xfrm rot="-5400000">
                  <a:off x="6134348" y="3533249"/>
                  <a:ext cx="59708" cy="77830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1" name="Google Shape;2941;p30"/>
                <p:cNvSpPr/>
                <p:nvPr/>
              </p:nvSpPr>
              <p:spPr>
                <a:xfrm>
                  <a:off x="5845735" y="3901330"/>
                  <a:ext cx="36000" cy="36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2" name="Google Shape;2942;p30"/>
                <p:cNvSpPr/>
                <p:nvPr/>
              </p:nvSpPr>
              <p:spPr>
                <a:xfrm>
                  <a:off x="6446633" y="3904500"/>
                  <a:ext cx="36000" cy="36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43" name="Google Shape;2943;p30"/>
              <p:cNvSpPr/>
              <p:nvPr/>
            </p:nvSpPr>
            <p:spPr>
              <a:xfrm>
                <a:off x="3012721" y="4194508"/>
                <a:ext cx="72000" cy="36000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44" name="Google Shape;2944;p30"/>
          <p:cNvSpPr/>
          <p:nvPr/>
        </p:nvSpPr>
        <p:spPr>
          <a:xfrm rot="2751436">
            <a:off x="6297301" y="2488136"/>
            <a:ext cx="110557" cy="111634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45" name="Google Shape;2945;p30"/>
          <p:cNvGrpSpPr/>
          <p:nvPr/>
        </p:nvGrpSpPr>
        <p:grpSpPr>
          <a:xfrm>
            <a:off x="6243086" y="1135131"/>
            <a:ext cx="2010277" cy="2036290"/>
            <a:chOff x="6243086" y="1135131"/>
            <a:chExt cx="2010277" cy="2036290"/>
          </a:xfrm>
        </p:grpSpPr>
        <p:grpSp>
          <p:nvGrpSpPr>
            <p:cNvPr id="2946" name="Google Shape;2946;p30"/>
            <p:cNvGrpSpPr/>
            <p:nvPr/>
          </p:nvGrpSpPr>
          <p:grpSpPr>
            <a:xfrm>
              <a:off x="6243086" y="1135131"/>
              <a:ext cx="2010277" cy="2036290"/>
              <a:chOff x="6243086" y="1135131"/>
              <a:chExt cx="2010277" cy="2036290"/>
            </a:xfrm>
          </p:grpSpPr>
          <p:grpSp>
            <p:nvGrpSpPr>
              <p:cNvPr id="2947" name="Google Shape;2947;p30"/>
              <p:cNvGrpSpPr/>
              <p:nvPr/>
            </p:nvGrpSpPr>
            <p:grpSpPr>
              <a:xfrm rot="785047">
                <a:off x="6414183" y="1301838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2948" name="Google Shape;2948;p30"/>
                <p:cNvGrpSpPr/>
                <p:nvPr/>
              </p:nvGrpSpPr>
              <p:grpSpPr>
                <a:xfrm>
                  <a:off x="5811486" y="1624311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2949" name="Google Shape;2949;p30"/>
                  <p:cNvGrpSpPr/>
                  <p:nvPr/>
                </p:nvGrpSpPr>
                <p:grpSpPr>
                  <a:xfrm rot="-3495342">
                    <a:off x="6006485" y="1890354"/>
                    <a:ext cx="1278085" cy="1170790"/>
                    <a:chOff x="5701956" y="1773008"/>
                    <a:chExt cx="2320919" cy="2112818"/>
                  </a:xfrm>
                </p:grpSpPr>
                <p:grpSp>
                  <p:nvGrpSpPr>
                    <p:cNvPr id="2950" name="Google Shape;2950;p30"/>
                    <p:cNvGrpSpPr/>
                    <p:nvPr/>
                  </p:nvGrpSpPr>
                  <p:grpSpPr>
                    <a:xfrm>
                      <a:off x="5701956" y="1773008"/>
                      <a:ext cx="2320919" cy="2112818"/>
                      <a:chOff x="5797343" y="2178392"/>
                      <a:chExt cx="2320919" cy="2112818"/>
                    </a:xfrm>
                  </p:grpSpPr>
                  <p:grpSp>
                    <p:nvGrpSpPr>
                      <p:cNvPr id="2951" name="Google Shape;2951;p30"/>
                      <p:cNvGrpSpPr/>
                      <p:nvPr/>
                    </p:nvGrpSpPr>
                    <p:grpSpPr>
                      <a:xfrm>
                        <a:off x="5797343" y="2178392"/>
                        <a:ext cx="2320919" cy="2112818"/>
                        <a:chOff x="5587545" y="1682358"/>
                        <a:chExt cx="2320919" cy="2112818"/>
                      </a:xfrm>
                    </p:grpSpPr>
                    <p:sp>
                      <p:nvSpPr>
                        <p:cNvPr id="2952" name="Google Shape;2952;p30"/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2953" name="Google Shape;2953;p30"/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2954" name="Google Shape;2954;p30"/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2955" name="Google Shape;2955;p30"/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rgbClr val="A5A5A5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2956" name="Google Shape;2956;p30"/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957" name="Google Shape;2957;p30"/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58" name="Google Shape;2958;p30"/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59" name="Google Shape;2959;p30"/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0" name="Google Shape;2960;p30"/>
          <p:cNvSpPr/>
          <p:nvPr/>
        </p:nvSpPr>
        <p:spPr>
          <a:xfrm>
            <a:off x="9954322" y="2593506"/>
            <a:ext cx="252000" cy="25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1" name="Google Shape;2961;p30"/>
          <p:cNvSpPr txBox="1"/>
          <p:nvPr/>
        </p:nvSpPr>
        <p:spPr>
          <a:xfrm>
            <a:off x="10341842" y="2484011"/>
            <a:ext cx="1724695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S7</a:t>
            </a:r>
            <a:endParaRPr/>
          </a:p>
        </p:txBody>
      </p:sp>
      <p:pic>
        <p:nvPicPr>
          <p:cNvPr id="2962" name="Google Shape;296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0323" y="4089273"/>
            <a:ext cx="3228975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3" name="Google Shape;2963;p30"/>
          <p:cNvSpPr txBox="1"/>
          <p:nvPr>
            <p:ph idx="1" type="subTitle"/>
          </p:nvPr>
        </p:nvSpPr>
        <p:spPr>
          <a:xfrm>
            <a:off x="287245" y="3835762"/>
            <a:ext cx="4388290" cy="2378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¿Sensor s7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(inhibir movimiento)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</a:t>
            </a:r>
            <a:r>
              <a:rPr lang="es-ES"/>
              <a:t>(Abrir garra).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Posicionado inicial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28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2000" fill="hold"/>
                                        <p:tgtEl>
                                          <p:spTgt spid="29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7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8" name="Google Shape;2968;p31"/>
          <p:cNvGrpSpPr/>
          <p:nvPr/>
        </p:nvGrpSpPr>
        <p:grpSpPr>
          <a:xfrm rot="-2643">
            <a:off x="7374761" y="1703311"/>
            <a:ext cx="2320919" cy="2112818"/>
            <a:chOff x="5701956" y="1773008"/>
            <a:chExt cx="2320919" cy="2112818"/>
          </a:xfrm>
        </p:grpSpPr>
        <p:grpSp>
          <p:nvGrpSpPr>
            <p:cNvPr id="2969" name="Google Shape;2969;p31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2970" name="Google Shape;2970;p31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2971" name="Google Shape;2971;p31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2" name="Google Shape;2972;p31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73" name="Google Shape;2973;p31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solidFill>
                <a:srgbClr val="A5A5A5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74" name="Google Shape;2974;p31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rgbClr val="A5A5A5"/>
            </a:solidFill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75" name="Google Shape;2975;p31"/>
          <p:cNvSpPr/>
          <p:nvPr/>
        </p:nvSpPr>
        <p:spPr>
          <a:xfrm rot="-3006092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6" name="Google Shape;2976;p31"/>
          <p:cNvSpPr txBox="1"/>
          <p:nvPr>
            <p:ph type="ctrTitle"/>
          </p:nvPr>
        </p:nvSpPr>
        <p:spPr>
          <a:xfrm>
            <a:off x="576179" y="40195"/>
            <a:ext cx="11068575" cy="13624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PROBLEMA 1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Posición adicional</a:t>
            </a:r>
            <a:endParaRPr/>
          </a:p>
        </p:txBody>
      </p:sp>
      <p:sp>
        <p:nvSpPr>
          <p:cNvPr id="2977" name="Google Shape;2977;p31"/>
          <p:cNvSpPr/>
          <p:nvPr/>
        </p:nvSpPr>
        <p:spPr>
          <a:xfrm>
            <a:off x="9931357" y="873308"/>
            <a:ext cx="252000" cy="252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8" name="Google Shape;2978;p31"/>
          <p:cNvSpPr txBox="1"/>
          <p:nvPr/>
        </p:nvSpPr>
        <p:spPr>
          <a:xfrm>
            <a:off x="10318877" y="763813"/>
            <a:ext cx="1724695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S2</a:t>
            </a:r>
            <a:endParaRPr/>
          </a:p>
        </p:txBody>
      </p:sp>
      <p:grpSp>
        <p:nvGrpSpPr>
          <p:cNvPr id="2979" name="Google Shape;2979;p31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2980" name="Google Shape;2980;p31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2981" name="Google Shape;2981;p31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82" name="Google Shape;2982;p31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2983" name="Google Shape;2983;p31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4" name="Google Shape;2984;p31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985" name="Google Shape;2985;p31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2986" name="Google Shape;2986;p31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2987" name="Google Shape;2987;p31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8" name="Google Shape;2988;p31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989" name="Google Shape;2989;p31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2990" name="Google Shape;2990;p31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1" name="Google Shape;2991;p31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2" name="Google Shape;2992;p31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993" name="Google Shape;2993;p31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2994" name="Google Shape;2994;p31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5" name="Google Shape;2995;p31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6" name="Google Shape;2996;p31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997" name="Google Shape;2997;p31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2998" name="Google Shape;2998;p31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9" name="Google Shape;2999;p31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0" name="Google Shape;3000;p31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001" name="Google Shape;3001;p31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3002" name="Google Shape;3002;p31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3" name="Google Shape;3003;p31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4" name="Google Shape;3004;p31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005" name="Google Shape;3005;p31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3006" name="Google Shape;3006;p31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7" name="Google Shape;3007;p31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08" name="Google Shape;3008;p31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3009" name="Google Shape;3009;p31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3010" name="Google Shape;3010;p31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3011" name="Google Shape;3011;p31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2" name="Google Shape;3012;p31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13" name="Google Shape;3013;p31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3014" name="Google Shape;3014;p31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3015" name="Google Shape;3015;p31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16" name="Google Shape;3016;p31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3017" name="Google Shape;3017;p31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3018" name="Google Shape;3018;p31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19" name="Google Shape;3019;p31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3020" name="Google Shape;3020;p31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3021" name="Google Shape;3021;p31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2" name="Google Shape;3022;p31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023" name="Google Shape;3023;p31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3024" name="Google Shape;3024;p31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5" name="Google Shape;3025;p31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6" name="Google Shape;3026;p31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27" name="Google Shape;3027;p31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28" name="Google Shape;3028;p31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3029" name="Google Shape;3029;p31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3030" name="Google Shape;3030;p31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1" name="Google Shape;3031;p31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32" name="Google Shape;3032;p31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33" name="Google Shape;3033;p31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3034" name="Google Shape;3034;p31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5" name="Google Shape;3035;p31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6" name="Google Shape;3036;p31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37" name="Google Shape;3037;p31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8" name="Google Shape;3038;p31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9" name="Google Shape;3039;p31"/>
          <p:cNvSpPr/>
          <p:nvPr/>
        </p:nvSpPr>
        <p:spPr>
          <a:xfrm>
            <a:off x="9937166" y="1316515"/>
            <a:ext cx="252000" cy="252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0" name="Google Shape;3040;p31"/>
          <p:cNvSpPr txBox="1"/>
          <p:nvPr/>
        </p:nvSpPr>
        <p:spPr>
          <a:xfrm>
            <a:off x="10324686" y="1207020"/>
            <a:ext cx="1724695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S3</a:t>
            </a:r>
            <a:endParaRPr/>
          </a:p>
        </p:txBody>
      </p:sp>
      <p:sp>
        <p:nvSpPr>
          <p:cNvPr id="3041" name="Google Shape;3041;p31"/>
          <p:cNvSpPr/>
          <p:nvPr/>
        </p:nvSpPr>
        <p:spPr>
          <a:xfrm rot="5400000">
            <a:off x="7660195" y="2395873"/>
            <a:ext cx="72000" cy="72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2" name="Google Shape;3042;p31"/>
          <p:cNvSpPr/>
          <p:nvPr/>
        </p:nvSpPr>
        <p:spPr>
          <a:xfrm rot="5400000">
            <a:off x="7987462" y="2036330"/>
            <a:ext cx="72000" cy="72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3" name="Google Shape;3043;p31"/>
          <p:cNvSpPr/>
          <p:nvPr/>
        </p:nvSpPr>
        <p:spPr>
          <a:xfrm>
            <a:off x="9945871" y="1772909"/>
            <a:ext cx="252000" cy="252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4" name="Google Shape;3044;p31"/>
          <p:cNvSpPr txBox="1"/>
          <p:nvPr/>
        </p:nvSpPr>
        <p:spPr>
          <a:xfrm>
            <a:off x="10333391" y="1663414"/>
            <a:ext cx="1724695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S4</a:t>
            </a:r>
            <a:endParaRPr/>
          </a:p>
        </p:txBody>
      </p:sp>
      <p:grpSp>
        <p:nvGrpSpPr>
          <p:cNvPr id="3045" name="Google Shape;3045;p31"/>
          <p:cNvGrpSpPr/>
          <p:nvPr/>
        </p:nvGrpSpPr>
        <p:grpSpPr>
          <a:xfrm rot="2751436">
            <a:off x="5893676" y="2438240"/>
            <a:ext cx="575117" cy="1696572"/>
            <a:chOff x="3246065" y="2845317"/>
            <a:chExt cx="695654" cy="2073060"/>
          </a:xfrm>
        </p:grpSpPr>
        <p:grpSp>
          <p:nvGrpSpPr>
            <p:cNvPr id="3046" name="Google Shape;3046;p31"/>
            <p:cNvGrpSpPr/>
            <p:nvPr/>
          </p:nvGrpSpPr>
          <p:grpSpPr>
            <a:xfrm flipH="1">
              <a:off x="3246065" y="3839200"/>
              <a:ext cx="435993" cy="1079177"/>
              <a:chOff x="5739808" y="3702217"/>
              <a:chExt cx="352110" cy="854438"/>
            </a:xfrm>
          </p:grpSpPr>
          <p:grpSp>
            <p:nvGrpSpPr>
              <p:cNvPr id="3047" name="Google Shape;3047;p31"/>
              <p:cNvGrpSpPr/>
              <p:nvPr/>
            </p:nvGrpSpPr>
            <p:grpSpPr>
              <a:xfrm>
                <a:off x="5739808" y="3702217"/>
                <a:ext cx="319170" cy="506923"/>
                <a:chOff x="6097258" y="3701203"/>
                <a:chExt cx="319170" cy="506923"/>
              </a:xfrm>
            </p:grpSpPr>
            <p:sp>
              <p:nvSpPr>
                <p:cNvPr id="3048" name="Google Shape;3048;p31"/>
                <p:cNvSpPr/>
                <p:nvPr/>
              </p:nvSpPr>
              <p:spPr>
                <a:xfrm rot="-1077969">
                  <a:off x="6165919" y="3717694"/>
                  <a:ext cx="181848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9" name="Google Shape;3049;p31"/>
                <p:cNvSpPr/>
                <p:nvPr/>
              </p:nvSpPr>
              <p:spPr>
                <a:xfrm flipH="1" rot="655801">
                  <a:off x="6207416" y="3774548"/>
                  <a:ext cx="49476" cy="223589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50" name="Google Shape;3050;p31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1" name="Google Shape;3051;p31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52" name="Google Shape;3052;p31"/>
            <p:cNvGrpSpPr/>
            <p:nvPr/>
          </p:nvGrpSpPr>
          <p:grpSpPr>
            <a:xfrm flipH="1" rot="10800000">
              <a:off x="3505726" y="2845317"/>
              <a:ext cx="435993" cy="1070111"/>
              <a:chOff x="5739808" y="3709395"/>
              <a:chExt cx="352110" cy="847261"/>
            </a:xfrm>
          </p:grpSpPr>
          <p:grpSp>
            <p:nvGrpSpPr>
              <p:cNvPr id="3053" name="Google Shape;3053;p31"/>
              <p:cNvGrpSpPr/>
              <p:nvPr/>
            </p:nvGrpSpPr>
            <p:grpSpPr>
              <a:xfrm>
                <a:off x="5739808" y="3709395"/>
                <a:ext cx="296814" cy="499674"/>
                <a:chOff x="6097258" y="3708381"/>
                <a:chExt cx="296814" cy="499674"/>
              </a:xfrm>
            </p:grpSpPr>
            <p:sp>
              <p:nvSpPr>
                <p:cNvPr id="3054" name="Google Shape;3054;p31"/>
                <p:cNvSpPr/>
                <p:nvPr/>
              </p:nvSpPr>
              <p:spPr>
                <a:xfrm rot="-1077969">
                  <a:off x="6166492" y="3721247"/>
                  <a:ext cx="158346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5" name="Google Shape;3055;p31"/>
                <p:cNvSpPr/>
                <p:nvPr/>
              </p:nvSpPr>
              <p:spPr>
                <a:xfrm flipH="1" rot="231950">
                  <a:off x="6202247" y="3774966"/>
                  <a:ext cx="45719" cy="216078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56" name="Google Shape;3056;p31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7" name="Google Shape;3057;p31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58" name="Google Shape;3058;p31"/>
          <p:cNvGrpSpPr/>
          <p:nvPr/>
        </p:nvGrpSpPr>
        <p:grpSpPr>
          <a:xfrm rot="2751436">
            <a:off x="5347868" y="1887905"/>
            <a:ext cx="580526" cy="1695846"/>
            <a:chOff x="2365817" y="2845869"/>
            <a:chExt cx="702197" cy="2072173"/>
          </a:xfrm>
        </p:grpSpPr>
        <p:grpSp>
          <p:nvGrpSpPr>
            <p:cNvPr id="3059" name="Google Shape;3059;p31"/>
            <p:cNvGrpSpPr/>
            <p:nvPr/>
          </p:nvGrpSpPr>
          <p:grpSpPr>
            <a:xfrm>
              <a:off x="2632021" y="3837706"/>
              <a:ext cx="435993" cy="1080336"/>
              <a:chOff x="5739807" y="3701299"/>
              <a:chExt cx="352111" cy="855357"/>
            </a:xfrm>
          </p:grpSpPr>
          <p:grpSp>
            <p:nvGrpSpPr>
              <p:cNvPr id="3060" name="Google Shape;3060;p31"/>
              <p:cNvGrpSpPr/>
              <p:nvPr/>
            </p:nvGrpSpPr>
            <p:grpSpPr>
              <a:xfrm>
                <a:off x="5739807" y="3701299"/>
                <a:ext cx="322028" cy="507850"/>
                <a:chOff x="6097257" y="3700285"/>
                <a:chExt cx="322028" cy="507850"/>
              </a:xfrm>
            </p:grpSpPr>
            <p:sp>
              <p:nvSpPr>
                <p:cNvPr id="3061" name="Google Shape;3061;p31"/>
                <p:cNvSpPr/>
                <p:nvPr/>
              </p:nvSpPr>
              <p:spPr>
                <a:xfrm rot="-1077969">
                  <a:off x="6165845" y="3717239"/>
                  <a:ext cx="184852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2" name="Google Shape;3062;p31"/>
                <p:cNvSpPr/>
                <p:nvPr/>
              </p:nvSpPr>
              <p:spPr>
                <a:xfrm flipH="1" rot="622646">
                  <a:off x="6207873" y="3795106"/>
                  <a:ext cx="46037" cy="203887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63" name="Google Shape;3063;p31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4" name="Google Shape;3064;p31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65" name="Google Shape;3065;p31"/>
            <p:cNvGrpSpPr/>
            <p:nvPr/>
          </p:nvGrpSpPr>
          <p:grpSpPr>
            <a:xfrm rot="10800000">
              <a:off x="2365817" y="2845869"/>
              <a:ext cx="435993" cy="1070111"/>
              <a:chOff x="5739808" y="3709395"/>
              <a:chExt cx="352110" cy="847261"/>
            </a:xfrm>
          </p:grpSpPr>
          <p:grpSp>
            <p:nvGrpSpPr>
              <p:cNvPr id="3066" name="Google Shape;3066;p31"/>
              <p:cNvGrpSpPr/>
              <p:nvPr/>
            </p:nvGrpSpPr>
            <p:grpSpPr>
              <a:xfrm>
                <a:off x="5739808" y="3709395"/>
                <a:ext cx="296814" cy="499674"/>
                <a:chOff x="6097258" y="3708381"/>
                <a:chExt cx="296814" cy="499674"/>
              </a:xfrm>
            </p:grpSpPr>
            <p:sp>
              <p:nvSpPr>
                <p:cNvPr id="3067" name="Google Shape;3067;p31"/>
                <p:cNvSpPr/>
                <p:nvPr/>
              </p:nvSpPr>
              <p:spPr>
                <a:xfrm rot="-1077969">
                  <a:off x="6166492" y="3721247"/>
                  <a:ext cx="158346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68" name="Google Shape;3068;p31"/>
                <p:cNvSpPr/>
                <p:nvPr/>
              </p:nvSpPr>
              <p:spPr>
                <a:xfrm flipH="1" rot="231950">
                  <a:off x="6202247" y="3774966"/>
                  <a:ext cx="45719" cy="216078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69" name="Google Shape;3069;p31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0" name="Google Shape;3070;p31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71" name="Google Shape;3071;p31"/>
          <p:cNvGrpSpPr/>
          <p:nvPr/>
        </p:nvGrpSpPr>
        <p:grpSpPr>
          <a:xfrm rot="2751436">
            <a:off x="5846250" y="1794943"/>
            <a:ext cx="796825" cy="1722615"/>
            <a:chOff x="5775707" y="2428623"/>
            <a:chExt cx="778396" cy="1666542"/>
          </a:xfrm>
        </p:grpSpPr>
        <p:grpSp>
          <p:nvGrpSpPr>
            <p:cNvPr id="3072" name="Google Shape;3072;p31"/>
            <p:cNvGrpSpPr/>
            <p:nvPr/>
          </p:nvGrpSpPr>
          <p:grpSpPr>
            <a:xfrm>
              <a:off x="5775707" y="2428623"/>
              <a:ext cx="778396" cy="1321607"/>
              <a:chOff x="5728098" y="3524079"/>
              <a:chExt cx="778396" cy="1321607"/>
            </a:xfrm>
          </p:grpSpPr>
          <p:grpSp>
            <p:nvGrpSpPr>
              <p:cNvPr id="3073" name="Google Shape;3073;p31"/>
              <p:cNvGrpSpPr/>
              <p:nvPr/>
            </p:nvGrpSpPr>
            <p:grpSpPr>
              <a:xfrm>
                <a:off x="5882065" y="3524079"/>
                <a:ext cx="468000" cy="773094"/>
                <a:chOff x="5755916" y="3285424"/>
                <a:chExt cx="468000" cy="773094"/>
              </a:xfrm>
            </p:grpSpPr>
            <p:sp>
              <p:nvSpPr>
                <p:cNvPr id="3074" name="Google Shape;3074;p31"/>
                <p:cNvSpPr/>
                <p:nvPr/>
              </p:nvSpPr>
              <p:spPr>
                <a:xfrm>
                  <a:off x="5755916" y="3285424"/>
                  <a:ext cx="468000" cy="468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75" name="Google Shape;3075;p31"/>
                <p:cNvGrpSpPr/>
                <p:nvPr/>
              </p:nvGrpSpPr>
              <p:grpSpPr>
                <a:xfrm>
                  <a:off x="5809916" y="3734518"/>
                  <a:ext cx="360000" cy="324000"/>
                  <a:chOff x="5827652" y="3885379"/>
                  <a:chExt cx="360000" cy="324000"/>
                </a:xfrm>
              </p:grpSpPr>
              <p:sp>
                <p:nvSpPr>
                  <p:cNvPr id="3076" name="Google Shape;3076;p31"/>
                  <p:cNvSpPr/>
                  <p:nvPr/>
                </p:nvSpPr>
                <p:spPr>
                  <a:xfrm>
                    <a:off x="5917652" y="3885379"/>
                    <a:ext cx="180000" cy="180000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7" name="Google Shape;3077;p31"/>
                  <p:cNvSpPr/>
                  <p:nvPr/>
                </p:nvSpPr>
                <p:spPr>
                  <a:xfrm>
                    <a:off x="5827652" y="4065379"/>
                    <a:ext cx="360000" cy="144000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078" name="Google Shape;3078;p31"/>
              <p:cNvGrpSpPr/>
              <p:nvPr/>
            </p:nvGrpSpPr>
            <p:grpSpPr>
              <a:xfrm>
                <a:off x="5728098" y="4268155"/>
                <a:ext cx="778396" cy="577531"/>
                <a:chOff x="5728098" y="4268155"/>
                <a:chExt cx="778396" cy="577531"/>
              </a:xfrm>
            </p:grpSpPr>
            <p:grpSp>
              <p:nvGrpSpPr>
                <p:cNvPr id="3079" name="Google Shape;3079;p31"/>
                <p:cNvGrpSpPr/>
                <p:nvPr/>
              </p:nvGrpSpPr>
              <p:grpSpPr>
                <a:xfrm>
                  <a:off x="5728098" y="4268155"/>
                  <a:ext cx="778396" cy="577531"/>
                  <a:chOff x="5728098" y="4268155"/>
                  <a:chExt cx="778396" cy="577531"/>
                </a:xfrm>
              </p:grpSpPr>
              <p:grpSp>
                <p:nvGrpSpPr>
                  <p:cNvPr id="3080" name="Google Shape;3080;p31"/>
                  <p:cNvGrpSpPr/>
                  <p:nvPr/>
                </p:nvGrpSpPr>
                <p:grpSpPr>
                  <a:xfrm>
                    <a:off x="5728098" y="4268155"/>
                    <a:ext cx="778396" cy="468000"/>
                    <a:chOff x="5728098" y="4268155"/>
                    <a:chExt cx="778396" cy="468000"/>
                  </a:xfrm>
                </p:grpSpPr>
                <p:sp>
                  <p:nvSpPr>
                    <p:cNvPr id="3081" name="Google Shape;3081;p31"/>
                    <p:cNvSpPr/>
                    <p:nvPr/>
                  </p:nvSpPr>
                  <p:spPr>
                    <a:xfrm>
                      <a:off x="5728098" y="4659003"/>
                      <a:ext cx="157695" cy="36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2" name="Google Shape;3082;p31"/>
                    <p:cNvSpPr/>
                    <p:nvPr/>
                  </p:nvSpPr>
                  <p:spPr>
                    <a:xfrm>
                      <a:off x="6348799" y="4661385"/>
                      <a:ext cx="157695" cy="36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3" name="Google Shape;3083;p31"/>
                    <p:cNvSpPr/>
                    <p:nvPr/>
                  </p:nvSpPr>
                  <p:spPr>
                    <a:xfrm>
                      <a:off x="5847296" y="4268155"/>
                      <a:ext cx="540000" cy="468000"/>
                    </a:xfrm>
                    <a:prstGeom prst="frame">
                      <a:avLst>
                        <a:gd fmla="val 7853" name="adj1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3084" name="Google Shape;3084;p31"/>
                  <p:cNvGrpSpPr/>
                  <p:nvPr/>
                </p:nvGrpSpPr>
                <p:grpSpPr>
                  <a:xfrm>
                    <a:off x="5728099" y="4698144"/>
                    <a:ext cx="777647" cy="147542"/>
                    <a:chOff x="5728099" y="4698144"/>
                    <a:chExt cx="777647" cy="147542"/>
                  </a:xfrm>
                </p:grpSpPr>
                <p:sp>
                  <p:nvSpPr>
                    <p:cNvPr id="3085" name="Google Shape;3085;p31"/>
                    <p:cNvSpPr/>
                    <p:nvPr/>
                  </p:nvSpPr>
                  <p:spPr>
                    <a:xfrm>
                      <a:off x="5849450" y="4698833"/>
                      <a:ext cx="537845" cy="45719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6" name="Google Shape;3086;p31"/>
                    <p:cNvSpPr/>
                    <p:nvPr/>
                  </p:nvSpPr>
                  <p:spPr>
                    <a:xfrm>
                      <a:off x="5728099" y="4698144"/>
                      <a:ext cx="118291" cy="147542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087" name="Google Shape;3087;p31"/>
                    <p:cNvSpPr/>
                    <p:nvPr/>
                  </p:nvSpPr>
                  <p:spPr>
                    <a:xfrm>
                      <a:off x="6385142" y="4698144"/>
                      <a:ext cx="120604" cy="147542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088" name="Google Shape;3088;p31"/>
                <p:cNvGrpSpPr/>
                <p:nvPr/>
              </p:nvGrpSpPr>
              <p:grpSpPr>
                <a:xfrm>
                  <a:off x="5969948" y="4385231"/>
                  <a:ext cx="300588" cy="306875"/>
                  <a:chOff x="6707431" y="4143645"/>
                  <a:chExt cx="398381" cy="433766"/>
                </a:xfrm>
              </p:grpSpPr>
              <p:sp>
                <p:nvSpPr>
                  <p:cNvPr id="3089" name="Google Shape;3089;p31"/>
                  <p:cNvSpPr/>
                  <p:nvPr/>
                </p:nvSpPr>
                <p:spPr>
                  <a:xfrm>
                    <a:off x="6708632" y="4255261"/>
                    <a:ext cx="396000" cy="216000"/>
                  </a:xfrm>
                  <a:prstGeom prst="rect">
                    <a:avLst/>
                  </a:prstGeom>
                  <a:solidFill>
                    <a:srgbClr val="59595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90" name="Google Shape;3090;p31"/>
                  <p:cNvSpPr/>
                  <p:nvPr/>
                </p:nvSpPr>
                <p:spPr>
                  <a:xfrm>
                    <a:off x="6709813" y="4143645"/>
                    <a:ext cx="395999" cy="108000"/>
                  </a:xfrm>
                  <a:prstGeom prst="rect">
                    <a:avLst/>
                  </a:prstGeom>
                  <a:solidFill>
                    <a:srgbClr val="D8D8D8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91" name="Google Shape;3091;p31"/>
                  <p:cNvSpPr/>
                  <p:nvPr/>
                </p:nvSpPr>
                <p:spPr>
                  <a:xfrm>
                    <a:off x="6707431" y="4469411"/>
                    <a:ext cx="396000" cy="108000"/>
                  </a:xfrm>
                  <a:prstGeom prst="rect">
                    <a:avLst/>
                  </a:prstGeom>
                  <a:solidFill>
                    <a:srgbClr val="D8D8D8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3092" name="Google Shape;3092;p31"/>
            <p:cNvSpPr/>
            <p:nvPr/>
          </p:nvSpPr>
          <p:spPr>
            <a:xfrm>
              <a:off x="6139226" y="3643061"/>
              <a:ext cx="45719" cy="452104"/>
            </a:xfrm>
            <a:prstGeom prst="rect">
              <a:avLst/>
            </a:prstGeom>
            <a:solidFill>
              <a:srgbClr val="A5A5A5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93" name="Google Shape;3093;p31"/>
          <p:cNvGrpSpPr/>
          <p:nvPr/>
        </p:nvGrpSpPr>
        <p:grpSpPr>
          <a:xfrm rot="2751436">
            <a:off x="5329270" y="3100883"/>
            <a:ext cx="796736" cy="112283"/>
            <a:chOff x="2676061" y="4093308"/>
            <a:chExt cx="963722" cy="137200"/>
          </a:xfrm>
        </p:grpSpPr>
        <p:sp>
          <p:nvSpPr>
            <p:cNvPr id="3094" name="Google Shape;3094;p31"/>
            <p:cNvSpPr/>
            <p:nvPr/>
          </p:nvSpPr>
          <p:spPr>
            <a:xfrm>
              <a:off x="3235261" y="4093308"/>
              <a:ext cx="72000" cy="360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95" name="Google Shape;3095;p31"/>
            <p:cNvGrpSpPr/>
            <p:nvPr/>
          </p:nvGrpSpPr>
          <p:grpSpPr>
            <a:xfrm>
              <a:off x="2676061" y="4130452"/>
              <a:ext cx="963722" cy="100056"/>
              <a:chOff x="2676061" y="4130452"/>
              <a:chExt cx="963722" cy="100056"/>
            </a:xfrm>
          </p:grpSpPr>
          <p:grpSp>
            <p:nvGrpSpPr>
              <p:cNvPr id="3096" name="Google Shape;3096;p31"/>
              <p:cNvGrpSpPr/>
              <p:nvPr/>
            </p:nvGrpSpPr>
            <p:grpSpPr>
              <a:xfrm>
                <a:off x="2676061" y="4130452"/>
                <a:ext cx="963722" cy="75413"/>
                <a:chOff x="5775048" y="3892549"/>
                <a:chExt cx="778309" cy="59708"/>
              </a:xfrm>
            </p:grpSpPr>
            <p:sp>
              <p:nvSpPr>
                <p:cNvPr id="3097" name="Google Shape;3097;p31"/>
                <p:cNvSpPr/>
                <p:nvPr/>
              </p:nvSpPr>
              <p:spPr>
                <a:xfrm rot="-5400000">
                  <a:off x="6134348" y="3533249"/>
                  <a:ext cx="59708" cy="77830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8" name="Google Shape;3098;p31"/>
                <p:cNvSpPr/>
                <p:nvPr/>
              </p:nvSpPr>
              <p:spPr>
                <a:xfrm>
                  <a:off x="5845735" y="3901330"/>
                  <a:ext cx="36000" cy="36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9" name="Google Shape;3099;p31"/>
                <p:cNvSpPr/>
                <p:nvPr/>
              </p:nvSpPr>
              <p:spPr>
                <a:xfrm>
                  <a:off x="6446633" y="3904500"/>
                  <a:ext cx="36000" cy="36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100" name="Google Shape;3100;p31"/>
              <p:cNvSpPr/>
              <p:nvPr/>
            </p:nvSpPr>
            <p:spPr>
              <a:xfrm>
                <a:off x="3012721" y="4194508"/>
                <a:ext cx="72000" cy="36000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01" name="Google Shape;3101;p31"/>
          <p:cNvSpPr/>
          <p:nvPr/>
        </p:nvSpPr>
        <p:spPr>
          <a:xfrm rot="2751436">
            <a:off x="6297301" y="2488136"/>
            <a:ext cx="110557" cy="111634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02" name="Google Shape;3102;p31"/>
          <p:cNvGrpSpPr/>
          <p:nvPr/>
        </p:nvGrpSpPr>
        <p:grpSpPr>
          <a:xfrm>
            <a:off x="6243086" y="1135131"/>
            <a:ext cx="2010277" cy="2036290"/>
            <a:chOff x="6243086" y="1135131"/>
            <a:chExt cx="2010277" cy="2036290"/>
          </a:xfrm>
        </p:grpSpPr>
        <p:grpSp>
          <p:nvGrpSpPr>
            <p:cNvPr id="3103" name="Google Shape;3103;p31"/>
            <p:cNvGrpSpPr/>
            <p:nvPr/>
          </p:nvGrpSpPr>
          <p:grpSpPr>
            <a:xfrm>
              <a:off x="6243086" y="1135131"/>
              <a:ext cx="2010277" cy="2036290"/>
              <a:chOff x="6243086" y="1135131"/>
              <a:chExt cx="2010277" cy="2036290"/>
            </a:xfrm>
          </p:grpSpPr>
          <p:grpSp>
            <p:nvGrpSpPr>
              <p:cNvPr id="3104" name="Google Shape;3104;p31"/>
              <p:cNvGrpSpPr/>
              <p:nvPr/>
            </p:nvGrpSpPr>
            <p:grpSpPr>
              <a:xfrm rot="785047">
                <a:off x="6414183" y="1301838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3105" name="Google Shape;3105;p31"/>
                <p:cNvGrpSpPr/>
                <p:nvPr/>
              </p:nvGrpSpPr>
              <p:grpSpPr>
                <a:xfrm>
                  <a:off x="5811486" y="1624311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3106" name="Google Shape;3106;p31"/>
                  <p:cNvGrpSpPr/>
                  <p:nvPr/>
                </p:nvGrpSpPr>
                <p:grpSpPr>
                  <a:xfrm rot="-3495342">
                    <a:off x="6006485" y="1890354"/>
                    <a:ext cx="1278085" cy="1170790"/>
                    <a:chOff x="5701956" y="1773008"/>
                    <a:chExt cx="2320919" cy="2112818"/>
                  </a:xfrm>
                </p:grpSpPr>
                <p:grpSp>
                  <p:nvGrpSpPr>
                    <p:cNvPr id="3107" name="Google Shape;3107;p31"/>
                    <p:cNvGrpSpPr/>
                    <p:nvPr/>
                  </p:nvGrpSpPr>
                  <p:grpSpPr>
                    <a:xfrm>
                      <a:off x="5701956" y="1773008"/>
                      <a:ext cx="2320919" cy="2112818"/>
                      <a:chOff x="5797343" y="2178392"/>
                      <a:chExt cx="2320919" cy="2112818"/>
                    </a:xfrm>
                  </p:grpSpPr>
                  <p:grpSp>
                    <p:nvGrpSpPr>
                      <p:cNvPr id="3108" name="Google Shape;3108;p31"/>
                      <p:cNvGrpSpPr/>
                      <p:nvPr/>
                    </p:nvGrpSpPr>
                    <p:grpSpPr>
                      <a:xfrm>
                        <a:off x="5797343" y="2178392"/>
                        <a:ext cx="2320919" cy="2112818"/>
                        <a:chOff x="5587545" y="1682358"/>
                        <a:chExt cx="2320919" cy="2112818"/>
                      </a:xfrm>
                    </p:grpSpPr>
                    <p:sp>
                      <p:nvSpPr>
                        <p:cNvPr id="3109" name="Google Shape;3109;p31"/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110" name="Google Shape;3110;p31"/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3111" name="Google Shape;3111;p31"/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3112" name="Google Shape;3112;p31"/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rgbClr val="A5A5A5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113" name="Google Shape;3113;p31"/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14" name="Google Shape;3114;p31"/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115" name="Google Shape;3115;p31"/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16" name="Google Shape;3116;p31"/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17" name="Google Shape;3117;p31"/>
          <p:cNvSpPr/>
          <p:nvPr/>
        </p:nvSpPr>
        <p:spPr>
          <a:xfrm>
            <a:off x="9954322" y="2274196"/>
            <a:ext cx="252000" cy="252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8" name="Google Shape;3118;p31"/>
          <p:cNvSpPr txBox="1"/>
          <p:nvPr/>
        </p:nvSpPr>
        <p:spPr>
          <a:xfrm>
            <a:off x="10341842" y="2164701"/>
            <a:ext cx="1724695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S7</a:t>
            </a:r>
            <a:endParaRPr/>
          </a:p>
        </p:txBody>
      </p:sp>
      <p:pic>
        <p:nvPicPr>
          <p:cNvPr id="3119" name="Google Shape;31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899" y="1109260"/>
            <a:ext cx="1647825" cy="51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3" name="Shape 3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4" name="Google Shape;3124;p32"/>
          <p:cNvGrpSpPr/>
          <p:nvPr/>
        </p:nvGrpSpPr>
        <p:grpSpPr>
          <a:xfrm rot="-8406092">
            <a:off x="8557717" y="1386292"/>
            <a:ext cx="4024102" cy="4438437"/>
            <a:chOff x="5810339" y="1852707"/>
            <a:chExt cx="4024102" cy="4438437"/>
          </a:xfrm>
        </p:grpSpPr>
        <p:grpSp>
          <p:nvGrpSpPr>
            <p:cNvPr id="3125" name="Google Shape;3125;p32"/>
            <p:cNvGrpSpPr/>
            <p:nvPr/>
          </p:nvGrpSpPr>
          <p:grpSpPr>
            <a:xfrm rot="-799960">
              <a:off x="6487978" y="4093752"/>
              <a:ext cx="848023" cy="2128294"/>
              <a:chOff x="5739808" y="2428623"/>
              <a:chExt cx="848023" cy="2128294"/>
            </a:xfrm>
          </p:grpSpPr>
          <p:grpSp>
            <p:nvGrpSpPr>
              <p:cNvPr id="3126" name="Google Shape;3126;p32"/>
              <p:cNvGrpSpPr/>
              <p:nvPr/>
            </p:nvGrpSpPr>
            <p:grpSpPr>
              <a:xfrm>
                <a:off x="5739808" y="3709395"/>
                <a:ext cx="848023" cy="847523"/>
                <a:chOff x="5739808" y="3709395"/>
                <a:chExt cx="848023" cy="847523"/>
              </a:xfrm>
            </p:grpSpPr>
            <p:grpSp>
              <p:nvGrpSpPr>
                <p:cNvPr id="3127" name="Google Shape;3127;p32"/>
                <p:cNvGrpSpPr/>
                <p:nvPr/>
              </p:nvGrpSpPr>
              <p:grpSpPr>
                <a:xfrm>
                  <a:off x="5739808" y="3709395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3128" name="Google Shape;3128;p32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3129" name="Google Shape;3129;p32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30" name="Google Shape;3130;p32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131" name="Google Shape;3131;p32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32" name="Google Shape;3132;p32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133" name="Google Shape;3133;p32"/>
                <p:cNvGrpSpPr/>
                <p:nvPr/>
              </p:nvGrpSpPr>
              <p:grpSpPr>
                <a:xfrm flipH="1">
                  <a:off x="6235721" y="3709657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3134" name="Google Shape;3134;p32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3135" name="Google Shape;3135;p32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136" name="Google Shape;3136;p32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137" name="Google Shape;3137;p32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38" name="Google Shape;3138;p32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139" name="Google Shape;3139;p32"/>
              <p:cNvGrpSpPr/>
              <p:nvPr/>
            </p:nvGrpSpPr>
            <p:grpSpPr>
              <a:xfrm>
                <a:off x="5775048" y="2428623"/>
                <a:ext cx="779055" cy="1666542"/>
                <a:chOff x="5775048" y="2428623"/>
                <a:chExt cx="779055" cy="1666542"/>
              </a:xfrm>
            </p:grpSpPr>
            <p:grpSp>
              <p:nvGrpSpPr>
                <p:cNvPr id="3140" name="Google Shape;3140;p32"/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</p:grpSpPr>
              <p:grpSp>
                <p:nvGrpSpPr>
                  <p:cNvPr id="3141" name="Google Shape;3141;p32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3142" name="Google Shape;3142;p32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3143" name="Google Shape;3143;p32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3144" name="Google Shape;3144;p32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3145" name="Google Shape;3145;p32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146" name="Google Shape;3146;p32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147" name="Google Shape;3147;p32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3148" name="Google Shape;3148;p32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3149" name="Google Shape;3149;p32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3150" name="Google Shape;3150;p32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3151" name="Google Shape;3151;p32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3152" name="Google Shape;3152;p32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3153" name="Google Shape;3153;p32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3154" name="Google Shape;3154;p32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3155" name="Google Shape;3155;p32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3156" name="Google Shape;3156;p32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3157" name="Google Shape;3157;p32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3158" name="Google Shape;3158;p32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159" name="Google Shape;3159;p32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160" name="Google Shape;3160;p32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3161" name="Google Shape;3161;p32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162" name="Google Shape;3162;p32"/>
                <p:cNvGrpSpPr/>
                <p:nvPr/>
              </p:nvGrpSpPr>
              <p:grpSpPr>
                <a:xfrm>
                  <a:off x="5775048" y="3892549"/>
                  <a:ext cx="778309" cy="59708"/>
                  <a:chOff x="5775048" y="3892549"/>
                  <a:chExt cx="778309" cy="59708"/>
                </a:xfrm>
              </p:grpSpPr>
              <p:sp>
                <p:nvSpPr>
                  <p:cNvPr id="3163" name="Google Shape;3163;p32"/>
                  <p:cNvSpPr/>
                  <p:nvPr/>
                </p:nvSpPr>
                <p:spPr>
                  <a:xfrm rot="-5400000">
                    <a:off x="6134348" y="3533249"/>
                    <a:ext cx="59708" cy="7783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64" name="Google Shape;3164;p32"/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65" name="Google Shape;3165;p32"/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166" name="Google Shape;3166;p32"/>
            <p:cNvGrpSpPr/>
            <p:nvPr/>
          </p:nvGrpSpPr>
          <p:grpSpPr>
            <a:xfrm rot="-2396551">
              <a:off x="7106035" y="2351271"/>
              <a:ext cx="2320919" cy="2112818"/>
              <a:chOff x="5701956" y="1773008"/>
              <a:chExt cx="2320919" cy="2112818"/>
            </a:xfrm>
          </p:grpSpPr>
          <p:grpSp>
            <p:nvGrpSpPr>
              <p:cNvPr id="3167" name="Google Shape;3167;p32"/>
              <p:cNvGrpSpPr/>
              <p:nvPr/>
            </p:nvGrpSpPr>
            <p:grpSpPr>
              <a:xfrm>
                <a:off x="5701956" y="1773008"/>
                <a:ext cx="2320919" cy="2112818"/>
                <a:chOff x="5797343" y="2178392"/>
                <a:chExt cx="2320919" cy="2112818"/>
              </a:xfrm>
            </p:grpSpPr>
            <p:grpSp>
              <p:nvGrpSpPr>
                <p:cNvPr id="3168" name="Google Shape;3168;p32"/>
                <p:cNvGrpSpPr/>
                <p:nvPr/>
              </p:nvGrpSpPr>
              <p:grpSpPr>
                <a:xfrm>
                  <a:off x="5797343" y="2178392"/>
                  <a:ext cx="2320919" cy="2112818"/>
                  <a:chOff x="5587545" y="1682358"/>
                  <a:chExt cx="2320919" cy="2112818"/>
                </a:xfrm>
              </p:grpSpPr>
              <p:sp>
                <p:nvSpPr>
                  <p:cNvPr id="3169" name="Google Shape;3169;p32"/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70" name="Google Shape;3170;p32"/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71" name="Google Shape;3171;p32"/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172" name="Google Shape;3172;p32"/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73" name="Google Shape;3173;p32"/>
            <p:cNvGrpSpPr/>
            <p:nvPr/>
          </p:nvGrpSpPr>
          <p:grpSpPr>
            <a:xfrm rot="-2396551">
              <a:off x="6162387" y="3010985"/>
              <a:ext cx="1668083" cy="1702876"/>
              <a:chOff x="5811486" y="1624311"/>
              <a:chExt cx="1668083" cy="1702876"/>
            </a:xfrm>
          </p:grpSpPr>
          <p:grpSp>
            <p:nvGrpSpPr>
              <p:cNvPr id="3174" name="Google Shape;3174;p32"/>
              <p:cNvGrpSpPr/>
              <p:nvPr/>
            </p:nvGrpSpPr>
            <p:grpSpPr>
              <a:xfrm>
                <a:off x="5811486" y="1624311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3175" name="Google Shape;3175;p32"/>
                <p:cNvGrpSpPr/>
                <p:nvPr/>
              </p:nvGrpSpPr>
              <p:grpSpPr>
                <a:xfrm rot="-3495342">
                  <a:off x="6006485" y="1890354"/>
                  <a:ext cx="1278085" cy="1170790"/>
                  <a:chOff x="5701956" y="1773008"/>
                  <a:chExt cx="2320919" cy="2112818"/>
                </a:xfrm>
              </p:grpSpPr>
              <p:grpSp>
                <p:nvGrpSpPr>
                  <p:cNvPr id="3176" name="Google Shape;3176;p32"/>
                  <p:cNvGrpSpPr/>
                  <p:nvPr/>
                </p:nvGrpSpPr>
                <p:grpSpPr>
                  <a:xfrm>
                    <a:off x="5701956" y="1773008"/>
                    <a:ext cx="2320919" cy="2112818"/>
                    <a:chOff x="5797343" y="2178392"/>
                    <a:chExt cx="2320919" cy="2112818"/>
                  </a:xfrm>
                </p:grpSpPr>
                <p:grpSp>
                  <p:nvGrpSpPr>
                    <p:cNvPr id="3177" name="Google Shape;3177;p32"/>
                    <p:cNvGrpSpPr/>
                    <p:nvPr/>
                  </p:nvGrpSpPr>
                  <p:grpSpPr>
                    <a:xfrm>
                      <a:off x="5797343" y="2178392"/>
                      <a:ext cx="2320919" cy="2112818"/>
                      <a:chOff x="5587545" y="1682358"/>
                      <a:chExt cx="2320919" cy="2112818"/>
                    </a:xfrm>
                  </p:grpSpPr>
                  <p:sp>
                    <p:nvSpPr>
                      <p:cNvPr id="3178" name="Google Shape;3178;p32"/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179" name="Google Shape;3179;p32"/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3180" name="Google Shape;3180;p32"/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181" name="Google Shape;3181;p32"/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82" name="Google Shape;3182;p32"/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183" name="Google Shape;3183;p32"/>
              <p:cNvSpPr/>
              <p:nvPr/>
            </p:nvSpPr>
            <p:spPr>
              <a:xfrm>
                <a:off x="6089175" y="2570070"/>
                <a:ext cx="144000" cy="144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184" name="Google Shape;3184;p32"/>
          <p:cNvSpPr txBox="1"/>
          <p:nvPr>
            <p:ph type="ctrTitle"/>
          </p:nvPr>
        </p:nvSpPr>
        <p:spPr>
          <a:xfrm>
            <a:off x="6688497" y="2298419"/>
            <a:ext cx="4767084" cy="19492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600"/>
              <a:buFont typeface="Aharoni"/>
              <a:buNone/>
            </a:pPr>
            <a:r>
              <a:rPr lang="es-ES" sz="66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Subrutina RESET</a:t>
            </a:r>
            <a:endParaRPr sz="6600"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3185" name="Google Shape;318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611" y="119681"/>
            <a:ext cx="4553514" cy="6554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9" name="Shape 3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0" name="Google Shape;3190;p33"/>
          <p:cNvSpPr txBox="1"/>
          <p:nvPr>
            <p:ph type="ctrTitle"/>
          </p:nvPr>
        </p:nvSpPr>
        <p:spPr>
          <a:xfrm>
            <a:off x="551746" y="194815"/>
            <a:ext cx="11068575" cy="6278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Subrutina DELAY</a:t>
            </a:r>
            <a:endParaRPr sz="4000"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3191" name="Google Shape;319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8024" y="1096551"/>
            <a:ext cx="3876675" cy="54197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2" name="Google Shape;3192;p33"/>
          <p:cNvSpPr txBox="1"/>
          <p:nvPr>
            <p:ph idx="1" type="subTitle"/>
          </p:nvPr>
        </p:nvSpPr>
        <p:spPr>
          <a:xfrm>
            <a:off x="1056501" y="2906848"/>
            <a:ext cx="6113555" cy="2378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/>
              <a:t>Esta subrutina esta encargad de generar pequeños periodos de tiempo en donde el se establece un movimiento del brazo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6" name="Shape 3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7" name="Google Shape;3197;p34"/>
          <p:cNvGrpSpPr/>
          <p:nvPr/>
        </p:nvGrpSpPr>
        <p:grpSpPr>
          <a:xfrm rot="-8406092">
            <a:off x="8557717" y="1386292"/>
            <a:ext cx="4024102" cy="4438437"/>
            <a:chOff x="5810339" y="1852707"/>
            <a:chExt cx="4024102" cy="4438437"/>
          </a:xfrm>
        </p:grpSpPr>
        <p:grpSp>
          <p:nvGrpSpPr>
            <p:cNvPr id="3198" name="Google Shape;3198;p34"/>
            <p:cNvGrpSpPr/>
            <p:nvPr/>
          </p:nvGrpSpPr>
          <p:grpSpPr>
            <a:xfrm rot="-799960">
              <a:off x="6487978" y="4093752"/>
              <a:ext cx="848023" cy="2128294"/>
              <a:chOff x="5739808" y="2428623"/>
              <a:chExt cx="848023" cy="2128294"/>
            </a:xfrm>
          </p:grpSpPr>
          <p:grpSp>
            <p:nvGrpSpPr>
              <p:cNvPr id="3199" name="Google Shape;3199;p34"/>
              <p:cNvGrpSpPr/>
              <p:nvPr/>
            </p:nvGrpSpPr>
            <p:grpSpPr>
              <a:xfrm>
                <a:off x="5739808" y="3709395"/>
                <a:ext cx="848023" cy="847523"/>
                <a:chOff x="5739808" y="3709395"/>
                <a:chExt cx="848023" cy="847523"/>
              </a:xfrm>
            </p:grpSpPr>
            <p:grpSp>
              <p:nvGrpSpPr>
                <p:cNvPr id="3200" name="Google Shape;3200;p34"/>
                <p:cNvGrpSpPr/>
                <p:nvPr/>
              </p:nvGrpSpPr>
              <p:grpSpPr>
                <a:xfrm>
                  <a:off x="5739808" y="3709395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3201" name="Google Shape;3201;p34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3202" name="Google Shape;3202;p34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203" name="Google Shape;3203;p34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204" name="Google Shape;3204;p34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05" name="Google Shape;3205;p34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206" name="Google Shape;3206;p34"/>
                <p:cNvGrpSpPr/>
                <p:nvPr/>
              </p:nvGrpSpPr>
              <p:grpSpPr>
                <a:xfrm flipH="1">
                  <a:off x="6235721" y="3709657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3207" name="Google Shape;3207;p34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3208" name="Google Shape;3208;p34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209" name="Google Shape;3209;p34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210" name="Google Shape;3210;p34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11" name="Google Shape;3211;p34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212" name="Google Shape;3212;p34"/>
              <p:cNvGrpSpPr/>
              <p:nvPr/>
            </p:nvGrpSpPr>
            <p:grpSpPr>
              <a:xfrm>
                <a:off x="5775048" y="2428623"/>
                <a:ext cx="779055" cy="1666542"/>
                <a:chOff x="5775048" y="2428623"/>
                <a:chExt cx="779055" cy="1666542"/>
              </a:xfrm>
            </p:grpSpPr>
            <p:grpSp>
              <p:nvGrpSpPr>
                <p:cNvPr id="3213" name="Google Shape;3213;p34"/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</p:grpSpPr>
              <p:grpSp>
                <p:nvGrpSpPr>
                  <p:cNvPr id="3214" name="Google Shape;3214;p34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3215" name="Google Shape;3215;p34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3216" name="Google Shape;3216;p34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3217" name="Google Shape;3217;p34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3218" name="Google Shape;3218;p34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219" name="Google Shape;3219;p34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220" name="Google Shape;3220;p34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3221" name="Google Shape;3221;p34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3222" name="Google Shape;3222;p34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3223" name="Google Shape;3223;p34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3224" name="Google Shape;3224;p34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3225" name="Google Shape;3225;p34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3226" name="Google Shape;3226;p34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3227" name="Google Shape;3227;p34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3228" name="Google Shape;3228;p34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3229" name="Google Shape;3229;p34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3230" name="Google Shape;3230;p34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3231" name="Google Shape;3231;p34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232" name="Google Shape;3232;p34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233" name="Google Shape;3233;p34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3234" name="Google Shape;3234;p34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235" name="Google Shape;3235;p34"/>
                <p:cNvGrpSpPr/>
                <p:nvPr/>
              </p:nvGrpSpPr>
              <p:grpSpPr>
                <a:xfrm>
                  <a:off x="5775048" y="3892549"/>
                  <a:ext cx="778309" cy="59708"/>
                  <a:chOff x="5775048" y="3892549"/>
                  <a:chExt cx="778309" cy="59708"/>
                </a:xfrm>
              </p:grpSpPr>
              <p:sp>
                <p:nvSpPr>
                  <p:cNvPr id="3236" name="Google Shape;3236;p34"/>
                  <p:cNvSpPr/>
                  <p:nvPr/>
                </p:nvSpPr>
                <p:spPr>
                  <a:xfrm rot="-5400000">
                    <a:off x="6134348" y="3533249"/>
                    <a:ext cx="59708" cy="7783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37" name="Google Shape;3237;p34"/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38" name="Google Shape;3238;p34"/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239" name="Google Shape;3239;p34"/>
            <p:cNvGrpSpPr/>
            <p:nvPr/>
          </p:nvGrpSpPr>
          <p:grpSpPr>
            <a:xfrm rot="-2396551">
              <a:off x="7106035" y="2351271"/>
              <a:ext cx="2320919" cy="2112818"/>
              <a:chOff x="5701956" y="1773008"/>
              <a:chExt cx="2320919" cy="2112818"/>
            </a:xfrm>
          </p:grpSpPr>
          <p:grpSp>
            <p:nvGrpSpPr>
              <p:cNvPr id="3240" name="Google Shape;3240;p34"/>
              <p:cNvGrpSpPr/>
              <p:nvPr/>
            </p:nvGrpSpPr>
            <p:grpSpPr>
              <a:xfrm>
                <a:off x="5701956" y="1773008"/>
                <a:ext cx="2320919" cy="2112818"/>
                <a:chOff x="5797343" y="2178392"/>
                <a:chExt cx="2320919" cy="2112818"/>
              </a:xfrm>
            </p:grpSpPr>
            <p:grpSp>
              <p:nvGrpSpPr>
                <p:cNvPr id="3241" name="Google Shape;3241;p34"/>
                <p:cNvGrpSpPr/>
                <p:nvPr/>
              </p:nvGrpSpPr>
              <p:grpSpPr>
                <a:xfrm>
                  <a:off x="5797343" y="2178392"/>
                  <a:ext cx="2320919" cy="2112818"/>
                  <a:chOff x="5587545" y="1682358"/>
                  <a:chExt cx="2320919" cy="2112818"/>
                </a:xfrm>
              </p:grpSpPr>
              <p:sp>
                <p:nvSpPr>
                  <p:cNvPr id="3242" name="Google Shape;3242;p34"/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43" name="Google Shape;3243;p34"/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244" name="Google Shape;3244;p34"/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45" name="Google Shape;3245;p34"/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6" name="Google Shape;3246;p34"/>
            <p:cNvGrpSpPr/>
            <p:nvPr/>
          </p:nvGrpSpPr>
          <p:grpSpPr>
            <a:xfrm rot="-2396551">
              <a:off x="6162387" y="3010985"/>
              <a:ext cx="1668083" cy="1702876"/>
              <a:chOff x="5811486" y="1624311"/>
              <a:chExt cx="1668083" cy="1702876"/>
            </a:xfrm>
          </p:grpSpPr>
          <p:grpSp>
            <p:nvGrpSpPr>
              <p:cNvPr id="3247" name="Google Shape;3247;p34"/>
              <p:cNvGrpSpPr/>
              <p:nvPr/>
            </p:nvGrpSpPr>
            <p:grpSpPr>
              <a:xfrm>
                <a:off x="5811486" y="1624311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3248" name="Google Shape;3248;p34"/>
                <p:cNvGrpSpPr/>
                <p:nvPr/>
              </p:nvGrpSpPr>
              <p:grpSpPr>
                <a:xfrm rot="-3495342">
                  <a:off x="6006485" y="1890354"/>
                  <a:ext cx="1278085" cy="1170790"/>
                  <a:chOff x="5701956" y="1773008"/>
                  <a:chExt cx="2320919" cy="2112818"/>
                </a:xfrm>
              </p:grpSpPr>
              <p:grpSp>
                <p:nvGrpSpPr>
                  <p:cNvPr id="3249" name="Google Shape;3249;p34"/>
                  <p:cNvGrpSpPr/>
                  <p:nvPr/>
                </p:nvGrpSpPr>
                <p:grpSpPr>
                  <a:xfrm>
                    <a:off x="5701956" y="1773008"/>
                    <a:ext cx="2320919" cy="2112818"/>
                    <a:chOff x="5797343" y="2178392"/>
                    <a:chExt cx="2320919" cy="2112818"/>
                  </a:xfrm>
                </p:grpSpPr>
                <p:grpSp>
                  <p:nvGrpSpPr>
                    <p:cNvPr id="3250" name="Google Shape;3250;p34"/>
                    <p:cNvGrpSpPr/>
                    <p:nvPr/>
                  </p:nvGrpSpPr>
                  <p:grpSpPr>
                    <a:xfrm>
                      <a:off x="5797343" y="2178392"/>
                      <a:ext cx="2320919" cy="2112818"/>
                      <a:chOff x="5587545" y="1682358"/>
                      <a:chExt cx="2320919" cy="2112818"/>
                    </a:xfrm>
                  </p:grpSpPr>
                  <p:sp>
                    <p:nvSpPr>
                      <p:cNvPr id="3251" name="Google Shape;3251;p34"/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252" name="Google Shape;3252;p34"/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3253" name="Google Shape;3253;p34"/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254" name="Google Shape;3254;p34"/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255" name="Google Shape;3255;p34"/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56" name="Google Shape;3256;p34"/>
              <p:cNvSpPr/>
              <p:nvPr/>
            </p:nvSpPr>
            <p:spPr>
              <a:xfrm>
                <a:off x="6089175" y="2570070"/>
                <a:ext cx="144000" cy="144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257" name="Google Shape;3257;p34"/>
          <p:cNvSpPr txBox="1"/>
          <p:nvPr>
            <p:ph type="ctrTitle"/>
          </p:nvPr>
        </p:nvSpPr>
        <p:spPr>
          <a:xfrm>
            <a:off x="836156" y="1498648"/>
            <a:ext cx="10595062" cy="30436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0"/>
              <a:buFont typeface="Aharoni"/>
              <a:buNone/>
            </a:pPr>
            <a:r>
              <a:rPr lang="es-ES" sz="8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Programación </a:t>
            </a:r>
            <a:br>
              <a:rPr lang="es-ES" sz="8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</a:br>
            <a:r>
              <a:rPr lang="es-ES" sz="8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AUTOMATICO</a:t>
            </a:r>
            <a:endParaRPr sz="8000"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1" name="Shape 3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2" name="Google Shape;3262;p35"/>
          <p:cNvGrpSpPr/>
          <p:nvPr/>
        </p:nvGrpSpPr>
        <p:grpSpPr>
          <a:xfrm rot="-8406092">
            <a:off x="8557717" y="1386292"/>
            <a:ext cx="4024102" cy="4438437"/>
            <a:chOff x="5810339" y="1852707"/>
            <a:chExt cx="4024102" cy="4438437"/>
          </a:xfrm>
        </p:grpSpPr>
        <p:grpSp>
          <p:nvGrpSpPr>
            <p:cNvPr id="3263" name="Google Shape;3263;p35"/>
            <p:cNvGrpSpPr/>
            <p:nvPr/>
          </p:nvGrpSpPr>
          <p:grpSpPr>
            <a:xfrm rot="-799960">
              <a:off x="6487978" y="4093752"/>
              <a:ext cx="848023" cy="2128294"/>
              <a:chOff x="5739808" y="2428623"/>
              <a:chExt cx="848023" cy="2128294"/>
            </a:xfrm>
          </p:grpSpPr>
          <p:grpSp>
            <p:nvGrpSpPr>
              <p:cNvPr id="3264" name="Google Shape;3264;p35"/>
              <p:cNvGrpSpPr/>
              <p:nvPr/>
            </p:nvGrpSpPr>
            <p:grpSpPr>
              <a:xfrm>
                <a:off x="5739808" y="3709395"/>
                <a:ext cx="848023" cy="847523"/>
                <a:chOff x="5739808" y="3709395"/>
                <a:chExt cx="848023" cy="847523"/>
              </a:xfrm>
            </p:grpSpPr>
            <p:grpSp>
              <p:nvGrpSpPr>
                <p:cNvPr id="3265" name="Google Shape;3265;p35"/>
                <p:cNvGrpSpPr/>
                <p:nvPr/>
              </p:nvGrpSpPr>
              <p:grpSpPr>
                <a:xfrm>
                  <a:off x="5739808" y="3709395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3266" name="Google Shape;3266;p35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3267" name="Google Shape;3267;p35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268" name="Google Shape;3268;p35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269" name="Google Shape;3269;p35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70" name="Google Shape;3270;p35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271" name="Google Shape;3271;p35"/>
                <p:cNvGrpSpPr/>
                <p:nvPr/>
              </p:nvGrpSpPr>
              <p:grpSpPr>
                <a:xfrm flipH="1">
                  <a:off x="6235721" y="3709657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3272" name="Google Shape;3272;p35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3273" name="Google Shape;3273;p35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274" name="Google Shape;3274;p35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275" name="Google Shape;3275;p35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76" name="Google Shape;3276;p35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277" name="Google Shape;3277;p35"/>
              <p:cNvGrpSpPr/>
              <p:nvPr/>
            </p:nvGrpSpPr>
            <p:grpSpPr>
              <a:xfrm>
                <a:off x="5775048" y="2428623"/>
                <a:ext cx="779055" cy="1666542"/>
                <a:chOff x="5775048" y="2428623"/>
                <a:chExt cx="779055" cy="1666542"/>
              </a:xfrm>
            </p:grpSpPr>
            <p:grpSp>
              <p:nvGrpSpPr>
                <p:cNvPr id="3278" name="Google Shape;3278;p35"/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</p:grpSpPr>
              <p:grpSp>
                <p:nvGrpSpPr>
                  <p:cNvPr id="3279" name="Google Shape;3279;p35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3280" name="Google Shape;3280;p35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3281" name="Google Shape;3281;p35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3282" name="Google Shape;3282;p35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3283" name="Google Shape;3283;p35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284" name="Google Shape;3284;p35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285" name="Google Shape;3285;p35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3286" name="Google Shape;3286;p35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3287" name="Google Shape;3287;p35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3288" name="Google Shape;3288;p35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3289" name="Google Shape;3289;p35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3290" name="Google Shape;3290;p35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3291" name="Google Shape;3291;p35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3292" name="Google Shape;3292;p35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3293" name="Google Shape;3293;p35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3294" name="Google Shape;3294;p35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3295" name="Google Shape;3295;p35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3296" name="Google Shape;3296;p35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297" name="Google Shape;3297;p35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298" name="Google Shape;3298;p35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3299" name="Google Shape;3299;p35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300" name="Google Shape;3300;p35"/>
                <p:cNvGrpSpPr/>
                <p:nvPr/>
              </p:nvGrpSpPr>
              <p:grpSpPr>
                <a:xfrm>
                  <a:off x="5775048" y="3892549"/>
                  <a:ext cx="778309" cy="59708"/>
                  <a:chOff x="5775048" y="3892549"/>
                  <a:chExt cx="778309" cy="59708"/>
                </a:xfrm>
              </p:grpSpPr>
              <p:sp>
                <p:nvSpPr>
                  <p:cNvPr id="3301" name="Google Shape;3301;p35"/>
                  <p:cNvSpPr/>
                  <p:nvPr/>
                </p:nvSpPr>
                <p:spPr>
                  <a:xfrm rot="-5400000">
                    <a:off x="6134348" y="3533249"/>
                    <a:ext cx="59708" cy="7783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02" name="Google Shape;3302;p35"/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03" name="Google Shape;3303;p35"/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304" name="Google Shape;3304;p35"/>
            <p:cNvGrpSpPr/>
            <p:nvPr/>
          </p:nvGrpSpPr>
          <p:grpSpPr>
            <a:xfrm rot="-2396551">
              <a:off x="7106035" y="2351271"/>
              <a:ext cx="2320919" cy="2112818"/>
              <a:chOff x="5701956" y="1773008"/>
              <a:chExt cx="2320919" cy="2112818"/>
            </a:xfrm>
          </p:grpSpPr>
          <p:grpSp>
            <p:nvGrpSpPr>
              <p:cNvPr id="3305" name="Google Shape;3305;p35"/>
              <p:cNvGrpSpPr/>
              <p:nvPr/>
            </p:nvGrpSpPr>
            <p:grpSpPr>
              <a:xfrm>
                <a:off x="5701956" y="1773008"/>
                <a:ext cx="2320919" cy="2112818"/>
                <a:chOff x="5797343" y="2178392"/>
                <a:chExt cx="2320919" cy="2112818"/>
              </a:xfrm>
            </p:grpSpPr>
            <p:grpSp>
              <p:nvGrpSpPr>
                <p:cNvPr id="3306" name="Google Shape;3306;p35"/>
                <p:cNvGrpSpPr/>
                <p:nvPr/>
              </p:nvGrpSpPr>
              <p:grpSpPr>
                <a:xfrm>
                  <a:off x="5797343" y="2178392"/>
                  <a:ext cx="2320919" cy="2112818"/>
                  <a:chOff x="5587545" y="1682358"/>
                  <a:chExt cx="2320919" cy="2112818"/>
                </a:xfrm>
              </p:grpSpPr>
              <p:sp>
                <p:nvSpPr>
                  <p:cNvPr id="3307" name="Google Shape;3307;p35"/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08" name="Google Shape;3308;p35"/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309" name="Google Shape;3309;p35"/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10" name="Google Shape;3310;p35"/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11" name="Google Shape;3311;p35"/>
            <p:cNvGrpSpPr/>
            <p:nvPr/>
          </p:nvGrpSpPr>
          <p:grpSpPr>
            <a:xfrm rot="-2396551">
              <a:off x="6162387" y="3010985"/>
              <a:ext cx="1668083" cy="1702876"/>
              <a:chOff x="5811486" y="1624311"/>
              <a:chExt cx="1668083" cy="1702876"/>
            </a:xfrm>
          </p:grpSpPr>
          <p:grpSp>
            <p:nvGrpSpPr>
              <p:cNvPr id="3312" name="Google Shape;3312;p35"/>
              <p:cNvGrpSpPr/>
              <p:nvPr/>
            </p:nvGrpSpPr>
            <p:grpSpPr>
              <a:xfrm>
                <a:off x="5811486" y="1624311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3313" name="Google Shape;3313;p35"/>
                <p:cNvGrpSpPr/>
                <p:nvPr/>
              </p:nvGrpSpPr>
              <p:grpSpPr>
                <a:xfrm rot="-3495342">
                  <a:off x="6006485" y="1890354"/>
                  <a:ext cx="1278085" cy="1170790"/>
                  <a:chOff x="5701956" y="1773008"/>
                  <a:chExt cx="2320919" cy="2112818"/>
                </a:xfrm>
              </p:grpSpPr>
              <p:grpSp>
                <p:nvGrpSpPr>
                  <p:cNvPr id="3314" name="Google Shape;3314;p35"/>
                  <p:cNvGrpSpPr/>
                  <p:nvPr/>
                </p:nvGrpSpPr>
                <p:grpSpPr>
                  <a:xfrm>
                    <a:off x="5701956" y="1773008"/>
                    <a:ext cx="2320919" cy="2112818"/>
                    <a:chOff x="5797343" y="2178392"/>
                    <a:chExt cx="2320919" cy="2112818"/>
                  </a:xfrm>
                </p:grpSpPr>
                <p:grpSp>
                  <p:nvGrpSpPr>
                    <p:cNvPr id="3315" name="Google Shape;3315;p35"/>
                    <p:cNvGrpSpPr/>
                    <p:nvPr/>
                  </p:nvGrpSpPr>
                  <p:grpSpPr>
                    <a:xfrm>
                      <a:off x="5797343" y="2178392"/>
                      <a:ext cx="2320919" cy="2112818"/>
                      <a:chOff x="5587545" y="1682358"/>
                      <a:chExt cx="2320919" cy="2112818"/>
                    </a:xfrm>
                  </p:grpSpPr>
                  <p:sp>
                    <p:nvSpPr>
                      <p:cNvPr id="3316" name="Google Shape;3316;p35"/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317" name="Google Shape;3317;p35"/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3318" name="Google Shape;3318;p35"/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319" name="Google Shape;3319;p35"/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320" name="Google Shape;3320;p35"/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21" name="Google Shape;3321;p35"/>
              <p:cNvSpPr/>
              <p:nvPr/>
            </p:nvSpPr>
            <p:spPr>
              <a:xfrm>
                <a:off x="6089175" y="2570070"/>
                <a:ext cx="144000" cy="144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22" name="Google Shape;3322;p35"/>
          <p:cNvSpPr txBox="1"/>
          <p:nvPr>
            <p:ph type="ctrTitle"/>
          </p:nvPr>
        </p:nvSpPr>
        <p:spPr>
          <a:xfrm>
            <a:off x="792443" y="322992"/>
            <a:ext cx="10595062" cy="6278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Aharoni"/>
              <a:buNone/>
            </a:pPr>
            <a:r>
              <a:rPr lang="es-ES" sz="44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Escenario</a:t>
            </a:r>
            <a:endParaRPr sz="4400"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3323" name="Google Shape;3323;p35"/>
          <p:cNvSpPr txBox="1"/>
          <p:nvPr>
            <p:ph idx="1" type="subTitle"/>
          </p:nvPr>
        </p:nvSpPr>
        <p:spPr>
          <a:xfrm>
            <a:off x="394343" y="806797"/>
            <a:ext cx="11365833" cy="5728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800"/>
              <a:buNone/>
            </a:pPr>
            <a:r>
              <a:rPr b="1" lang="es-ES" sz="2800">
                <a:solidFill>
                  <a:srgbClr val="7030A0"/>
                </a:solidFill>
              </a:rPr>
              <a:t>Secuencia: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/>
              <a:t>Se requiere transportar una bloque de un punto 1 a un punto 2, para ello se emplea el brazo de 6 GL.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/>
              <a:t>Los bloques son posicionados en el punto 1 por medio de una cinta transportadora ubicándolos sobre una plataforma fija.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/>
              <a:t>Estos bloques deben ser posicionados en otra plataforma que esta encargada de suministrar los bloques a otra cinta transportadora.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CC33"/>
              </a:buClr>
              <a:buSzPts val="2800"/>
              <a:buNone/>
            </a:pPr>
            <a:r>
              <a:rPr b="1" lang="es-ES" sz="2800">
                <a:solidFill>
                  <a:srgbClr val="33CC33"/>
                </a:solidFill>
              </a:rPr>
              <a:t>Pasos:</a:t>
            </a:r>
            <a:endParaRPr/>
          </a:p>
          <a:p>
            <a:pPr indent="-4572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s-ES"/>
              <a:t>Se debe posicionar el brazo en el punto1.</a:t>
            </a:r>
            <a:endParaRPr/>
          </a:p>
          <a:p>
            <a:pPr indent="-4572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s-ES"/>
              <a:t>Tomar el bloque </a:t>
            </a:r>
            <a:endParaRPr/>
          </a:p>
          <a:p>
            <a:pPr indent="-4572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s-ES"/>
              <a:t>Iniciar la secuencia de transporte</a:t>
            </a:r>
            <a:endParaRPr/>
          </a:p>
          <a:p>
            <a:pPr indent="-4572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s-ES"/>
              <a:t>Dejar el bloque</a:t>
            </a:r>
            <a:endParaRPr/>
          </a:p>
          <a:p>
            <a:pPr indent="-4572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s-ES"/>
              <a:t>Iniciar secuencia de retorno</a:t>
            </a:r>
            <a:endParaRPr/>
          </a:p>
          <a:p>
            <a:pPr indent="-4572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s-ES"/>
              <a:t>Volver a ejecutarse desde el paso 2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7" name="Shape 3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8" name="Google Shape;3328;p36"/>
          <p:cNvGrpSpPr/>
          <p:nvPr/>
        </p:nvGrpSpPr>
        <p:grpSpPr>
          <a:xfrm>
            <a:off x="4827502" y="1135131"/>
            <a:ext cx="8675245" cy="4334924"/>
            <a:chOff x="4827502" y="1135131"/>
            <a:chExt cx="8675245" cy="4334924"/>
          </a:xfrm>
        </p:grpSpPr>
        <p:grpSp>
          <p:nvGrpSpPr>
            <p:cNvPr id="3329" name="Google Shape;3329;p36"/>
            <p:cNvGrpSpPr/>
            <p:nvPr/>
          </p:nvGrpSpPr>
          <p:grpSpPr>
            <a:xfrm>
              <a:off x="4827502" y="1135131"/>
              <a:ext cx="4868990" cy="2948536"/>
              <a:chOff x="4827502" y="1135131"/>
              <a:chExt cx="4868990" cy="2948536"/>
            </a:xfrm>
          </p:grpSpPr>
          <p:grpSp>
            <p:nvGrpSpPr>
              <p:cNvPr id="3330" name="Google Shape;3330;p36"/>
              <p:cNvGrpSpPr/>
              <p:nvPr/>
            </p:nvGrpSpPr>
            <p:grpSpPr>
              <a:xfrm rot="-2643">
                <a:off x="7374761" y="1703311"/>
                <a:ext cx="2320919" cy="2112818"/>
                <a:chOff x="5701956" y="1773008"/>
                <a:chExt cx="2320919" cy="2112818"/>
              </a:xfrm>
            </p:grpSpPr>
            <p:grpSp>
              <p:nvGrpSpPr>
                <p:cNvPr id="3331" name="Google Shape;3331;p36"/>
                <p:cNvGrpSpPr/>
                <p:nvPr/>
              </p:nvGrpSpPr>
              <p:grpSpPr>
                <a:xfrm>
                  <a:off x="5701956" y="1773008"/>
                  <a:ext cx="2320919" cy="2112818"/>
                  <a:chOff x="5797343" y="2178392"/>
                  <a:chExt cx="2320919" cy="2112818"/>
                </a:xfrm>
              </p:grpSpPr>
              <p:grpSp>
                <p:nvGrpSpPr>
                  <p:cNvPr id="3332" name="Google Shape;3332;p36"/>
                  <p:cNvGrpSpPr/>
                  <p:nvPr/>
                </p:nvGrpSpPr>
                <p:grpSpPr>
                  <a:xfrm>
                    <a:off x="5797343" y="2178392"/>
                    <a:ext cx="2320919" cy="2112818"/>
                    <a:chOff x="5587545" y="1682358"/>
                    <a:chExt cx="2320919" cy="2112818"/>
                  </a:xfrm>
                </p:grpSpPr>
                <p:sp>
                  <p:nvSpPr>
                    <p:cNvPr id="3333" name="Google Shape;3333;p36"/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34" name="Google Shape;3334;p36"/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335" name="Google Shape;3335;p36"/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336" name="Google Shape;3336;p36"/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37" name="Google Shape;3337;p36"/>
              <p:cNvGrpSpPr/>
              <p:nvPr/>
            </p:nvGrpSpPr>
            <p:grpSpPr>
              <a:xfrm rot="2751436">
                <a:off x="5893676" y="2438240"/>
                <a:ext cx="575117" cy="1696572"/>
                <a:chOff x="3246065" y="2845317"/>
                <a:chExt cx="695654" cy="2073060"/>
              </a:xfrm>
            </p:grpSpPr>
            <p:grpSp>
              <p:nvGrpSpPr>
                <p:cNvPr id="3338" name="Google Shape;3338;p36"/>
                <p:cNvGrpSpPr/>
                <p:nvPr/>
              </p:nvGrpSpPr>
              <p:grpSpPr>
                <a:xfrm flipH="1">
                  <a:off x="3246065" y="3839200"/>
                  <a:ext cx="435993" cy="1079177"/>
                  <a:chOff x="5739808" y="3702217"/>
                  <a:chExt cx="352110" cy="854438"/>
                </a:xfrm>
              </p:grpSpPr>
              <p:grpSp>
                <p:nvGrpSpPr>
                  <p:cNvPr id="3339" name="Google Shape;3339;p36"/>
                  <p:cNvGrpSpPr/>
                  <p:nvPr/>
                </p:nvGrpSpPr>
                <p:grpSpPr>
                  <a:xfrm>
                    <a:off x="5739808" y="3702217"/>
                    <a:ext cx="319170" cy="506923"/>
                    <a:chOff x="6097258" y="3701203"/>
                    <a:chExt cx="319170" cy="506923"/>
                  </a:xfrm>
                </p:grpSpPr>
                <p:sp>
                  <p:nvSpPr>
                    <p:cNvPr id="3340" name="Google Shape;3340;p36"/>
                    <p:cNvSpPr/>
                    <p:nvPr/>
                  </p:nvSpPr>
                  <p:spPr>
                    <a:xfrm rot="-1077969">
                      <a:off x="6165919" y="3717694"/>
                      <a:ext cx="181848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41" name="Google Shape;3341;p36"/>
                    <p:cNvSpPr/>
                    <p:nvPr/>
                  </p:nvSpPr>
                  <p:spPr>
                    <a:xfrm flipH="1" rot="655801">
                      <a:off x="6207416" y="3774548"/>
                      <a:ext cx="49476" cy="223589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342" name="Google Shape;3342;p36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43" name="Google Shape;3343;p36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344" name="Google Shape;3344;p36"/>
                <p:cNvGrpSpPr/>
                <p:nvPr/>
              </p:nvGrpSpPr>
              <p:grpSpPr>
                <a:xfrm flipH="1" rot="10800000">
                  <a:off x="3505726" y="2845317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3345" name="Google Shape;3345;p36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3346" name="Google Shape;3346;p36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47" name="Google Shape;3347;p36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348" name="Google Shape;3348;p36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49" name="Google Shape;3349;p36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350" name="Google Shape;3350;p36"/>
              <p:cNvGrpSpPr/>
              <p:nvPr/>
            </p:nvGrpSpPr>
            <p:grpSpPr>
              <a:xfrm rot="2751436">
                <a:off x="5347868" y="1887905"/>
                <a:ext cx="580526" cy="1695846"/>
                <a:chOff x="2365817" y="2845869"/>
                <a:chExt cx="702197" cy="2072173"/>
              </a:xfrm>
            </p:grpSpPr>
            <p:grpSp>
              <p:nvGrpSpPr>
                <p:cNvPr id="3351" name="Google Shape;3351;p36"/>
                <p:cNvGrpSpPr/>
                <p:nvPr/>
              </p:nvGrpSpPr>
              <p:grpSpPr>
                <a:xfrm>
                  <a:off x="2632021" y="3837706"/>
                  <a:ext cx="435993" cy="1080336"/>
                  <a:chOff x="5739807" y="3701299"/>
                  <a:chExt cx="352111" cy="855357"/>
                </a:xfrm>
              </p:grpSpPr>
              <p:grpSp>
                <p:nvGrpSpPr>
                  <p:cNvPr id="3352" name="Google Shape;3352;p36"/>
                  <p:cNvGrpSpPr/>
                  <p:nvPr/>
                </p:nvGrpSpPr>
                <p:grpSpPr>
                  <a:xfrm>
                    <a:off x="5739807" y="3701299"/>
                    <a:ext cx="322028" cy="507850"/>
                    <a:chOff x="6097257" y="3700285"/>
                    <a:chExt cx="322028" cy="507850"/>
                  </a:xfrm>
                </p:grpSpPr>
                <p:sp>
                  <p:nvSpPr>
                    <p:cNvPr id="3353" name="Google Shape;3353;p36"/>
                    <p:cNvSpPr/>
                    <p:nvPr/>
                  </p:nvSpPr>
                  <p:spPr>
                    <a:xfrm rot="-1077969">
                      <a:off x="6165845" y="3717239"/>
                      <a:ext cx="184852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54" name="Google Shape;3354;p36"/>
                    <p:cNvSpPr/>
                    <p:nvPr/>
                  </p:nvSpPr>
                  <p:spPr>
                    <a:xfrm flipH="1" rot="622646">
                      <a:off x="6207873" y="3795106"/>
                      <a:ext cx="46037" cy="203887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355" name="Google Shape;3355;p36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56" name="Google Shape;3356;p36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357" name="Google Shape;3357;p36"/>
                <p:cNvGrpSpPr/>
                <p:nvPr/>
              </p:nvGrpSpPr>
              <p:grpSpPr>
                <a:xfrm rot="10800000">
                  <a:off x="2365817" y="2845869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3358" name="Google Shape;3358;p36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3359" name="Google Shape;3359;p36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60" name="Google Shape;3360;p36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361" name="Google Shape;3361;p36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62" name="Google Shape;3362;p36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363" name="Google Shape;3363;p36"/>
              <p:cNvGrpSpPr/>
              <p:nvPr/>
            </p:nvGrpSpPr>
            <p:grpSpPr>
              <a:xfrm rot="2751436">
                <a:off x="5846250" y="1794943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3364" name="Google Shape;3364;p36"/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3365" name="Google Shape;3365;p36"/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</p:grpSpPr>
                <p:sp>
                  <p:nvSpPr>
                    <p:cNvPr id="3366" name="Google Shape;3366;p36"/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3367" name="Google Shape;3367;p36"/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</p:grpSpPr>
                  <p:sp>
                    <p:nvSpPr>
                      <p:cNvPr id="3368" name="Google Shape;3368;p36"/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369" name="Google Shape;3369;p36"/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3370" name="Google Shape;3370;p36"/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3371" name="Google Shape;3371;p36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3372" name="Google Shape;3372;p36"/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3373" name="Google Shape;3373;p36"/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374" name="Google Shape;3374;p36"/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375" name="Google Shape;3375;p36"/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fmla="val 7853" name="adj1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3376" name="Google Shape;3376;p36"/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3377" name="Google Shape;3377;p36"/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378" name="Google Shape;3378;p36"/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379" name="Google Shape;3379;p36"/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380" name="Google Shape;3380;p36"/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3381" name="Google Shape;3381;p36"/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rgbClr val="595959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382" name="Google Shape;3382;p36"/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383" name="Google Shape;3383;p36"/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3384" name="Google Shape;3384;p36"/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85" name="Google Shape;3385;p36"/>
              <p:cNvGrpSpPr/>
              <p:nvPr/>
            </p:nvGrpSpPr>
            <p:grpSpPr>
              <a:xfrm rot="2751436">
                <a:off x="5329270" y="3100883"/>
                <a:ext cx="796736" cy="112283"/>
                <a:chOff x="2676061" y="4093308"/>
                <a:chExt cx="963722" cy="137200"/>
              </a:xfrm>
            </p:grpSpPr>
            <p:sp>
              <p:nvSpPr>
                <p:cNvPr id="3386" name="Google Shape;3386;p36"/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387" name="Google Shape;3387;p36"/>
                <p:cNvGrpSpPr/>
                <p:nvPr/>
              </p:nvGrpSpPr>
              <p:grpSpPr>
                <a:xfrm>
                  <a:off x="2676061" y="4130452"/>
                  <a:ext cx="963722" cy="100056"/>
                  <a:chOff x="2676061" y="4130452"/>
                  <a:chExt cx="963722" cy="100056"/>
                </a:xfrm>
              </p:grpSpPr>
              <p:grpSp>
                <p:nvGrpSpPr>
                  <p:cNvPr id="3388" name="Google Shape;3388;p36"/>
                  <p:cNvGrpSpPr/>
                  <p:nvPr/>
                </p:nvGrpSpPr>
                <p:grpSpPr>
                  <a:xfrm>
                    <a:off x="2676061" y="4130452"/>
                    <a:ext cx="963722" cy="75413"/>
                    <a:chOff x="5775048" y="3892549"/>
                    <a:chExt cx="778309" cy="59708"/>
                  </a:xfrm>
                </p:grpSpPr>
                <p:sp>
                  <p:nvSpPr>
                    <p:cNvPr id="3389" name="Google Shape;3389;p36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90" name="Google Shape;3390;p36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391" name="Google Shape;3391;p36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392" name="Google Shape;3392;p36"/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393" name="Google Shape;3393;p36"/>
              <p:cNvGrpSpPr/>
              <p:nvPr/>
            </p:nvGrpSpPr>
            <p:grpSpPr>
              <a:xfrm>
                <a:off x="6243086" y="1135131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3394" name="Google Shape;3394;p36"/>
                <p:cNvGrpSpPr/>
                <p:nvPr/>
              </p:nvGrpSpPr>
              <p:grpSpPr>
                <a:xfrm>
                  <a:off x="6243086" y="1135131"/>
                  <a:ext cx="2010277" cy="2036290"/>
                  <a:chOff x="6243086" y="1135131"/>
                  <a:chExt cx="2010277" cy="2036290"/>
                </a:xfrm>
              </p:grpSpPr>
              <p:grpSp>
                <p:nvGrpSpPr>
                  <p:cNvPr id="3395" name="Google Shape;3395;p36"/>
                  <p:cNvGrpSpPr/>
                  <p:nvPr/>
                </p:nvGrpSpPr>
                <p:grpSpPr>
                  <a:xfrm rot="785047">
                    <a:off x="6414183" y="1301838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3396" name="Google Shape;3396;p36"/>
                    <p:cNvGrpSpPr/>
                    <p:nvPr/>
                  </p:nvGrpSpPr>
                  <p:grpSpPr>
                    <a:xfrm>
                      <a:off x="5811486" y="1624311"/>
                      <a:ext cx="1668083" cy="1702876"/>
                      <a:chOff x="5811486" y="1624311"/>
                      <a:chExt cx="1668083" cy="1702876"/>
                    </a:xfrm>
                  </p:grpSpPr>
                  <p:grpSp>
                    <p:nvGrpSpPr>
                      <p:cNvPr id="3397" name="Google Shape;3397;p36"/>
                      <p:cNvGrpSpPr/>
                      <p:nvPr/>
                    </p:nvGrpSpPr>
                    <p:grpSpPr>
                      <a:xfrm rot="-3495342">
                        <a:off x="6006485" y="1890354"/>
                        <a:ext cx="1278085" cy="1170790"/>
                        <a:chOff x="5701956" y="1773008"/>
                        <a:chExt cx="2320919" cy="2112818"/>
                      </a:xfrm>
                    </p:grpSpPr>
                    <p:grpSp>
                      <p:nvGrpSpPr>
                        <p:cNvPr id="3398" name="Google Shape;3398;p36"/>
                        <p:cNvGrpSpPr/>
                        <p:nvPr/>
                      </p:nvGrpSpPr>
                      <p:grpSpPr>
                        <a:xfrm>
                          <a:off x="5701956" y="1773008"/>
                          <a:ext cx="2320919" cy="2112818"/>
                          <a:chOff x="5797343" y="2178392"/>
                          <a:chExt cx="2320919" cy="2112818"/>
                        </a:xfrm>
                      </p:grpSpPr>
                      <p:grpSp>
                        <p:nvGrpSpPr>
                          <p:cNvPr id="3399" name="Google Shape;3399;p36"/>
                          <p:cNvGrpSpPr/>
                          <p:nvPr/>
                        </p:nvGrpSpPr>
                        <p:grpSpPr>
                          <a:xfrm>
                            <a:off x="5797343" y="2178392"/>
                            <a:ext cx="2320919" cy="2112818"/>
                            <a:chOff x="5587545" y="1682358"/>
                            <a:chExt cx="2320919" cy="2112818"/>
                          </a:xfrm>
                        </p:grpSpPr>
                        <p:sp>
                          <p:nvSpPr>
                            <p:cNvPr id="3400" name="Google Shape;3400;p36"/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1905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3401" name="Google Shape;3401;p36"/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1905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3402" name="Google Shape;3402;p36"/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solidFill>
                            <a:srgbClr val="A5A5A5"/>
                          </a:solidFill>
                          <a:ln cap="flat" cmpd="sng" w="1905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3403" name="Google Shape;3403;p36"/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rgbClr val="A5A5A5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3404" name="Google Shape;3404;p36"/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3405" name="Google Shape;3405;p36"/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406" name="Google Shape;3406;p36"/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407" name="Google Shape;3407;p36"/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408" name="Google Shape;3408;p36"/>
            <p:cNvGrpSpPr/>
            <p:nvPr/>
          </p:nvGrpSpPr>
          <p:grpSpPr>
            <a:xfrm rot="10800000">
              <a:off x="8633756" y="2521519"/>
              <a:ext cx="4868990" cy="2948536"/>
              <a:chOff x="4827502" y="1135131"/>
              <a:chExt cx="4868990" cy="2948536"/>
            </a:xfrm>
          </p:grpSpPr>
          <p:grpSp>
            <p:nvGrpSpPr>
              <p:cNvPr id="3409" name="Google Shape;3409;p36"/>
              <p:cNvGrpSpPr/>
              <p:nvPr/>
            </p:nvGrpSpPr>
            <p:grpSpPr>
              <a:xfrm rot="-2643">
                <a:off x="7374761" y="1703311"/>
                <a:ext cx="2320919" cy="2112818"/>
                <a:chOff x="5701956" y="1773008"/>
                <a:chExt cx="2320919" cy="2112818"/>
              </a:xfrm>
            </p:grpSpPr>
            <p:grpSp>
              <p:nvGrpSpPr>
                <p:cNvPr id="3410" name="Google Shape;3410;p36"/>
                <p:cNvGrpSpPr/>
                <p:nvPr/>
              </p:nvGrpSpPr>
              <p:grpSpPr>
                <a:xfrm>
                  <a:off x="5701956" y="1773008"/>
                  <a:ext cx="2320919" cy="2112818"/>
                  <a:chOff x="5797343" y="2178392"/>
                  <a:chExt cx="2320919" cy="2112818"/>
                </a:xfrm>
              </p:grpSpPr>
              <p:grpSp>
                <p:nvGrpSpPr>
                  <p:cNvPr id="3411" name="Google Shape;3411;p36"/>
                  <p:cNvGrpSpPr/>
                  <p:nvPr/>
                </p:nvGrpSpPr>
                <p:grpSpPr>
                  <a:xfrm>
                    <a:off x="5797343" y="2178392"/>
                    <a:ext cx="2320919" cy="2112818"/>
                    <a:chOff x="5587545" y="1682358"/>
                    <a:chExt cx="2320919" cy="2112818"/>
                  </a:xfrm>
                </p:grpSpPr>
                <p:sp>
                  <p:nvSpPr>
                    <p:cNvPr id="3412" name="Google Shape;3412;p36"/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13" name="Google Shape;3413;p36"/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414" name="Google Shape;3414;p36"/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415" name="Google Shape;3415;p36"/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16" name="Google Shape;3416;p36"/>
              <p:cNvGrpSpPr/>
              <p:nvPr/>
            </p:nvGrpSpPr>
            <p:grpSpPr>
              <a:xfrm rot="2751436">
                <a:off x="5893676" y="2438240"/>
                <a:ext cx="575117" cy="1696572"/>
                <a:chOff x="3246065" y="2845317"/>
                <a:chExt cx="695654" cy="2073060"/>
              </a:xfrm>
            </p:grpSpPr>
            <p:grpSp>
              <p:nvGrpSpPr>
                <p:cNvPr id="3417" name="Google Shape;3417;p36"/>
                <p:cNvGrpSpPr/>
                <p:nvPr/>
              </p:nvGrpSpPr>
              <p:grpSpPr>
                <a:xfrm flipH="1">
                  <a:off x="3246065" y="3839200"/>
                  <a:ext cx="435993" cy="1079177"/>
                  <a:chOff x="5739808" y="3702217"/>
                  <a:chExt cx="352110" cy="854438"/>
                </a:xfrm>
              </p:grpSpPr>
              <p:grpSp>
                <p:nvGrpSpPr>
                  <p:cNvPr id="3418" name="Google Shape;3418;p36"/>
                  <p:cNvGrpSpPr/>
                  <p:nvPr/>
                </p:nvGrpSpPr>
                <p:grpSpPr>
                  <a:xfrm>
                    <a:off x="5739808" y="3702217"/>
                    <a:ext cx="319170" cy="506923"/>
                    <a:chOff x="6097258" y="3701203"/>
                    <a:chExt cx="319170" cy="506923"/>
                  </a:xfrm>
                </p:grpSpPr>
                <p:sp>
                  <p:nvSpPr>
                    <p:cNvPr id="3419" name="Google Shape;3419;p36"/>
                    <p:cNvSpPr/>
                    <p:nvPr/>
                  </p:nvSpPr>
                  <p:spPr>
                    <a:xfrm rot="-1077969">
                      <a:off x="6165919" y="3717694"/>
                      <a:ext cx="181848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20" name="Google Shape;3420;p36"/>
                    <p:cNvSpPr/>
                    <p:nvPr/>
                  </p:nvSpPr>
                  <p:spPr>
                    <a:xfrm flipH="1" rot="655801">
                      <a:off x="6207416" y="3774548"/>
                      <a:ext cx="49476" cy="223589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421" name="Google Shape;3421;p36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22" name="Google Shape;3422;p36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23" name="Google Shape;3423;p36"/>
                <p:cNvGrpSpPr/>
                <p:nvPr/>
              </p:nvGrpSpPr>
              <p:grpSpPr>
                <a:xfrm flipH="1" rot="10800000">
                  <a:off x="3505726" y="2845317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3424" name="Google Shape;3424;p36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3425" name="Google Shape;3425;p36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26" name="Google Shape;3426;p36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427" name="Google Shape;3427;p36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28" name="Google Shape;3428;p36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429" name="Google Shape;3429;p36"/>
              <p:cNvGrpSpPr/>
              <p:nvPr/>
            </p:nvGrpSpPr>
            <p:grpSpPr>
              <a:xfrm rot="2751436">
                <a:off x="5347868" y="1887905"/>
                <a:ext cx="580526" cy="1695846"/>
                <a:chOff x="2365817" y="2845869"/>
                <a:chExt cx="702197" cy="2072173"/>
              </a:xfrm>
            </p:grpSpPr>
            <p:grpSp>
              <p:nvGrpSpPr>
                <p:cNvPr id="3430" name="Google Shape;3430;p36"/>
                <p:cNvGrpSpPr/>
                <p:nvPr/>
              </p:nvGrpSpPr>
              <p:grpSpPr>
                <a:xfrm>
                  <a:off x="2632021" y="3837706"/>
                  <a:ext cx="435993" cy="1080336"/>
                  <a:chOff x="5739807" y="3701299"/>
                  <a:chExt cx="352111" cy="855357"/>
                </a:xfrm>
              </p:grpSpPr>
              <p:grpSp>
                <p:nvGrpSpPr>
                  <p:cNvPr id="3431" name="Google Shape;3431;p36"/>
                  <p:cNvGrpSpPr/>
                  <p:nvPr/>
                </p:nvGrpSpPr>
                <p:grpSpPr>
                  <a:xfrm>
                    <a:off x="5739807" y="3701299"/>
                    <a:ext cx="322028" cy="507850"/>
                    <a:chOff x="6097257" y="3700285"/>
                    <a:chExt cx="322028" cy="507850"/>
                  </a:xfrm>
                </p:grpSpPr>
                <p:sp>
                  <p:nvSpPr>
                    <p:cNvPr id="3432" name="Google Shape;3432;p36"/>
                    <p:cNvSpPr/>
                    <p:nvPr/>
                  </p:nvSpPr>
                  <p:spPr>
                    <a:xfrm rot="-1077969">
                      <a:off x="6165845" y="3717239"/>
                      <a:ext cx="184852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33" name="Google Shape;3433;p36"/>
                    <p:cNvSpPr/>
                    <p:nvPr/>
                  </p:nvSpPr>
                  <p:spPr>
                    <a:xfrm flipH="1" rot="622646">
                      <a:off x="6207873" y="3795106"/>
                      <a:ext cx="46037" cy="203887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434" name="Google Shape;3434;p36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35" name="Google Shape;3435;p36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36" name="Google Shape;3436;p36"/>
                <p:cNvGrpSpPr/>
                <p:nvPr/>
              </p:nvGrpSpPr>
              <p:grpSpPr>
                <a:xfrm rot="10800000">
                  <a:off x="2365817" y="2845869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3437" name="Google Shape;3437;p36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3438" name="Google Shape;3438;p36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39" name="Google Shape;3439;p36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440" name="Google Shape;3440;p36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41" name="Google Shape;3441;p36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442" name="Google Shape;3442;p36"/>
              <p:cNvGrpSpPr/>
              <p:nvPr/>
            </p:nvGrpSpPr>
            <p:grpSpPr>
              <a:xfrm rot="2751436">
                <a:off x="5846250" y="1794943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3443" name="Google Shape;3443;p36"/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3444" name="Google Shape;3444;p36"/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</p:grpSpPr>
                <p:sp>
                  <p:nvSpPr>
                    <p:cNvPr id="3445" name="Google Shape;3445;p36"/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3446" name="Google Shape;3446;p36"/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</p:grpSpPr>
                  <p:sp>
                    <p:nvSpPr>
                      <p:cNvPr id="3447" name="Google Shape;3447;p36"/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448" name="Google Shape;3448;p36"/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3449" name="Google Shape;3449;p36"/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3450" name="Google Shape;3450;p36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3451" name="Google Shape;3451;p36"/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3452" name="Google Shape;3452;p36"/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453" name="Google Shape;3453;p36"/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454" name="Google Shape;3454;p36"/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fmla="val 7853" name="adj1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3455" name="Google Shape;3455;p36"/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3456" name="Google Shape;3456;p36"/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457" name="Google Shape;3457;p36"/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458" name="Google Shape;3458;p36"/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459" name="Google Shape;3459;p36"/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3460" name="Google Shape;3460;p36"/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461" name="Google Shape;3461;p36"/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462" name="Google Shape;3462;p36"/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3463" name="Google Shape;3463;p36"/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64" name="Google Shape;3464;p36"/>
              <p:cNvGrpSpPr/>
              <p:nvPr/>
            </p:nvGrpSpPr>
            <p:grpSpPr>
              <a:xfrm rot="2751436">
                <a:off x="5329270" y="3100883"/>
                <a:ext cx="796736" cy="112283"/>
                <a:chOff x="2676061" y="4093308"/>
                <a:chExt cx="963722" cy="137200"/>
              </a:xfrm>
            </p:grpSpPr>
            <p:sp>
              <p:nvSpPr>
                <p:cNvPr id="3465" name="Google Shape;3465;p36"/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466" name="Google Shape;3466;p36"/>
                <p:cNvGrpSpPr/>
                <p:nvPr/>
              </p:nvGrpSpPr>
              <p:grpSpPr>
                <a:xfrm>
                  <a:off x="2676061" y="4130452"/>
                  <a:ext cx="963722" cy="100056"/>
                  <a:chOff x="2676061" y="4130452"/>
                  <a:chExt cx="963722" cy="100056"/>
                </a:xfrm>
              </p:grpSpPr>
              <p:grpSp>
                <p:nvGrpSpPr>
                  <p:cNvPr id="3467" name="Google Shape;3467;p36"/>
                  <p:cNvGrpSpPr/>
                  <p:nvPr/>
                </p:nvGrpSpPr>
                <p:grpSpPr>
                  <a:xfrm>
                    <a:off x="2676061" y="4130452"/>
                    <a:ext cx="963722" cy="75413"/>
                    <a:chOff x="5775048" y="3892549"/>
                    <a:chExt cx="778309" cy="59708"/>
                  </a:xfrm>
                </p:grpSpPr>
                <p:sp>
                  <p:nvSpPr>
                    <p:cNvPr id="3468" name="Google Shape;3468;p36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69" name="Google Shape;3469;p36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70" name="Google Shape;3470;p36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471" name="Google Shape;3471;p36"/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472" name="Google Shape;3472;p36"/>
              <p:cNvGrpSpPr/>
              <p:nvPr/>
            </p:nvGrpSpPr>
            <p:grpSpPr>
              <a:xfrm>
                <a:off x="6243086" y="1135131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3473" name="Google Shape;3473;p36"/>
                <p:cNvGrpSpPr/>
                <p:nvPr/>
              </p:nvGrpSpPr>
              <p:grpSpPr>
                <a:xfrm>
                  <a:off x="6243086" y="1135131"/>
                  <a:ext cx="2010277" cy="2036290"/>
                  <a:chOff x="6243086" y="1135131"/>
                  <a:chExt cx="2010277" cy="2036290"/>
                </a:xfrm>
              </p:grpSpPr>
              <p:grpSp>
                <p:nvGrpSpPr>
                  <p:cNvPr id="3474" name="Google Shape;3474;p36"/>
                  <p:cNvGrpSpPr/>
                  <p:nvPr/>
                </p:nvGrpSpPr>
                <p:grpSpPr>
                  <a:xfrm rot="785047">
                    <a:off x="6414183" y="1301838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3475" name="Google Shape;3475;p36"/>
                    <p:cNvGrpSpPr/>
                    <p:nvPr/>
                  </p:nvGrpSpPr>
                  <p:grpSpPr>
                    <a:xfrm>
                      <a:off x="5811486" y="1624311"/>
                      <a:ext cx="1668083" cy="1702876"/>
                      <a:chOff x="5811486" y="1624311"/>
                      <a:chExt cx="1668083" cy="1702876"/>
                    </a:xfrm>
                  </p:grpSpPr>
                  <p:grpSp>
                    <p:nvGrpSpPr>
                      <p:cNvPr id="3476" name="Google Shape;3476;p36"/>
                      <p:cNvGrpSpPr/>
                      <p:nvPr/>
                    </p:nvGrpSpPr>
                    <p:grpSpPr>
                      <a:xfrm rot="-3495342">
                        <a:off x="6006485" y="1890354"/>
                        <a:ext cx="1278085" cy="1170790"/>
                        <a:chOff x="5701956" y="1773008"/>
                        <a:chExt cx="2320919" cy="2112818"/>
                      </a:xfrm>
                    </p:grpSpPr>
                    <p:grpSp>
                      <p:nvGrpSpPr>
                        <p:cNvPr id="3477" name="Google Shape;3477;p36"/>
                        <p:cNvGrpSpPr/>
                        <p:nvPr/>
                      </p:nvGrpSpPr>
                      <p:grpSpPr>
                        <a:xfrm>
                          <a:off x="5701956" y="1773008"/>
                          <a:ext cx="2320919" cy="2112818"/>
                          <a:chOff x="5797343" y="2178392"/>
                          <a:chExt cx="2320919" cy="2112818"/>
                        </a:xfrm>
                      </p:grpSpPr>
                      <p:grpSp>
                        <p:nvGrpSpPr>
                          <p:cNvPr id="3478" name="Google Shape;3478;p36"/>
                          <p:cNvGrpSpPr/>
                          <p:nvPr/>
                        </p:nvGrpSpPr>
                        <p:grpSpPr>
                          <a:xfrm>
                            <a:off x="5797343" y="2178392"/>
                            <a:ext cx="2320919" cy="2112818"/>
                            <a:chOff x="5587545" y="1682358"/>
                            <a:chExt cx="2320919" cy="2112818"/>
                          </a:xfrm>
                        </p:grpSpPr>
                        <p:sp>
                          <p:nvSpPr>
                            <p:cNvPr id="3479" name="Google Shape;3479;p36"/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3480" name="Google Shape;3480;p36"/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3481" name="Google Shape;3481;p36"/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3482" name="Google Shape;3482;p36"/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3483" name="Google Shape;3483;p36"/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3484" name="Google Shape;3484;p36"/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485" name="Google Shape;3485;p36"/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486" name="Google Shape;3486;p36"/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487" name="Google Shape;3487;p36"/>
          <p:cNvSpPr txBox="1"/>
          <p:nvPr>
            <p:ph type="ctrTitle"/>
          </p:nvPr>
        </p:nvSpPr>
        <p:spPr>
          <a:xfrm>
            <a:off x="888676" y="63580"/>
            <a:ext cx="11068575" cy="6278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Rutina automática Nro. 1</a:t>
            </a:r>
            <a:endParaRPr sz="4000"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3488" name="Google Shape;3488;p36"/>
          <p:cNvSpPr txBox="1"/>
          <p:nvPr>
            <p:ph idx="1" type="subTitle"/>
          </p:nvPr>
        </p:nvSpPr>
        <p:spPr>
          <a:xfrm>
            <a:off x="363223" y="478971"/>
            <a:ext cx="3557898" cy="630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3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Cerrar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objeto sentido 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en sentido Antihorario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FF0000"/>
                </a:solidFill>
              </a:rPr>
              <a:t>Saltar al paso 6</a:t>
            </a:r>
            <a:endParaRPr/>
          </a:p>
        </p:txBody>
      </p:sp>
      <p:sp>
        <p:nvSpPr>
          <p:cNvPr id="3489" name="Google Shape;3489;p36"/>
          <p:cNvSpPr/>
          <p:nvPr/>
        </p:nvSpPr>
        <p:spPr>
          <a:xfrm rot="-3006092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0" name="Google Shape;3490;p36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3491" name="Google Shape;3491;p36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3492" name="Google Shape;3492;p36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93" name="Google Shape;3493;p36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3494" name="Google Shape;3494;p36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95" name="Google Shape;3495;p36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496" name="Google Shape;3496;p36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3497" name="Google Shape;3497;p36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3498" name="Google Shape;3498;p36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99" name="Google Shape;3499;p36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00" name="Google Shape;3500;p36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3501" name="Google Shape;3501;p36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2" name="Google Shape;3502;p36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3" name="Google Shape;3503;p36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04" name="Google Shape;3504;p36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3505" name="Google Shape;3505;p36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6" name="Google Shape;3506;p36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7" name="Google Shape;3507;p36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08" name="Google Shape;3508;p36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3509" name="Google Shape;3509;p36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0" name="Google Shape;3510;p36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1" name="Google Shape;3511;p36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12" name="Google Shape;3512;p36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3513" name="Google Shape;3513;p36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4" name="Google Shape;3514;p36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5" name="Google Shape;3515;p36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516" name="Google Shape;3516;p36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3517" name="Google Shape;3517;p36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8" name="Google Shape;3518;p36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19" name="Google Shape;3519;p36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3520" name="Google Shape;3520;p36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3521" name="Google Shape;3521;p36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3522" name="Google Shape;3522;p36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3" name="Google Shape;3523;p36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524" name="Google Shape;3524;p36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3525" name="Google Shape;3525;p36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3526" name="Google Shape;3526;p36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27" name="Google Shape;3527;p36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3528" name="Google Shape;3528;p36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3529" name="Google Shape;3529;p36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30" name="Google Shape;3530;p36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3531" name="Google Shape;3531;p36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3532" name="Google Shape;3532;p36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3" name="Google Shape;3533;p36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534" name="Google Shape;3534;p36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3535" name="Google Shape;3535;p36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6" name="Google Shape;3536;p36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7" name="Google Shape;3537;p36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38" name="Google Shape;3538;p36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39" name="Google Shape;3539;p36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3540" name="Google Shape;3540;p36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3541" name="Google Shape;3541;p36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42" name="Google Shape;3542;p36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43" name="Google Shape;3543;p36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44" name="Google Shape;3544;p36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3545" name="Google Shape;3545;p36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6" name="Google Shape;3546;p36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7" name="Google Shape;3547;p36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48" name="Google Shape;3548;p36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9" name="Google Shape;3549;p36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50" name="Google Shape;3550;p36"/>
          <p:cNvGrpSpPr/>
          <p:nvPr/>
        </p:nvGrpSpPr>
        <p:grpSpPr>
          <a:xfrm rot="10797357">
            <a:off x="8635342" y="2794982"/>
            <a:ext cx="2320919" cy="2112818"/>
            <a:chOff x="5701956" y="1773008"/>
            <a:chExt cx="2320919" cy="2112818"/>
          </a:xfrm>
        </p:grpSpPr>
        <p:grpSp>
          <p:nvGrpSpPr>
            <p:cNvPr id="3551" name="Google Shape;3551;p36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3552" name="Google Shape;3552;p36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3553" name="Google Shape;3553;p36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4" name="Google Shape;3554;p36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55" name="Google Shape;3555;p36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56" name="Google Shape;3556;p36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7" name="Google Shape;3557;p36"/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fmla="val 64585" name="adj1"/>
              <a:gd fmla="val 50000" name="adj2"/>
            </a:avLst>
          </a:pr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8" name="Google Shape;3558;p36"/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Posicionamiento punto de partida.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33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2" name="Shape 3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3" name="Google Shape;3563;p37"/>
          <p:cNvGrpSpPr/>
          <p:nvPr/>
        </p:nvGrpSpPr>
        <p:grpSpPr>
          <a:xfrm rot="297357">
            <a:off x="7424472" y="1650477"/>
            <a:ext cx="2320919" cy="2112818"/>
            <a:chOff x="5701956" y="1773008"/>
            <a:chExt cx="2320919" cy="2112818"/>
          </a:xfrm>
        </p:grpSpPr>
        <p:grpSp>
          <p:nvGrpSpPr>
            <p:cNvPr id="3564" name="Google Shape;3564;p37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3565" name="Google Shape;3565;p37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3566" name="Google Shape;3566;p37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7" name="Google Shape;3567;p37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68" name="Google Shape;3568;p37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solidFill>
                <a:srgbClr val="A5A5A5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69" name="Google Shape;3569;p37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rgbClr val="A5A5A5"/>
            </a:solidFill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70" name="Google Shape;3570;p37"/>
          <p:cNvSpPr/>
          <p:nvPr/>
        </p:nvSpPr>
        <p:spPr>
          <a:xfrm rot="-3006092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71" name="Google Shape;3571;p37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3572" name="Google Shape;3572;p37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3573" name="Google Shape;3573;p37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74" name="Google Shape;3574;p37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3575" name="Google Shape;3575;p37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6" name="Google Shape;3576;p37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577" name="Google Shape;3577;p37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3578" name="Google Shape;3578;p37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3579" name="Google Shape;3579;p37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0" name="Google Shape;3580;p37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81" name="Google Shape;3581;p37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3582" name="Google Shape;3582;p37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3" name="Google Shape;3583;p37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4" name="Google Shape;3584;p37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85" name="Google Shape;3585;p37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3586" name="Google Shape;3586;p37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7" name="Google Shape;3587;p37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8" name="Google Shape;3588;p37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89" name="Google Shape;3589;p37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3590" name="Google Shape;3590;p37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1" name="Google Shape;3591;p37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2" name="Google Shape;3592;p37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93" name="Google Shape;3593;p37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3594" name="Google Shape;3594;p37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5" name="Google Shape;3595;p37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6" name="Google Shape;3596;p37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597" name="Google Shape;3597;p37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3598" name="Google Shape;3598;p37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9" name="Google Shape;3599;p37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00" name="Google Shape;3600;p37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3601" name="Google Shape;3601;p37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3602" name="Google Shape;3602;p37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3603" name="Google Shape;3603;p37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04" name="Google Shape;3604;p37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605" name="Google Shape;3605;p37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3606" name="Google Shape;3606;p37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3607" name="Google Shape;3607;p37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08" name="Google Shape;3608;p37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3609" name="Google Shape;3609;p37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3610" name="Google Shape;3610;p37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11" name="Google Shape;3611;p37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3612" name="Google Shape;3612;p37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3613" name="Google Shape;3613;p37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4" name="Google Shape;3614;p37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615" name="Google Shape;3615;p37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3616" name="Google Shape;3616;p37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7" name="Google Shape;3617;p37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8" name="Google Shape;3618;p37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19" name="Google Shape;3619;p37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20" name="Google Shape;3620;p37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3621" name="Google Shape;3621;p37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3622" name="Google Shape;3622;p37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3" name="Google Shape;3623;p37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624" name="Google Shape;3624;p37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25" name="Google Shape;3625;p37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3626" name="Google Shape;3626;p37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7" name="Google Shape;3627;p37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8" name="Google Shape;3628;p37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629" name="Google Shape;3629;p37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0" name="Google Shape;3630;p37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31" name="Google Shape;3631;p37"/>
          <p:cNvGrpSpPr/>
          <p:nvPr/>
        </p:nvGrpSpPr>
        <p:grpSpPr>
          <a:xfrm rot="10797357">
            <a:off x="8635342" y="2794982"/>
            <a:ext cx="2320919" cy="2112818"/>
            <a:chOff x="5701956" y="1773008"/>
            <a:chExt cx="2320919" cy="2112818"/>
          </a:xfrm>
        </p:grpSpPr>
        <p:grpSp>
          <p:nvGrpSpPr>
            <p:cNvPr id="3632" name="Google Shape;3632;p37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3633" name="Google Shape;3633;p37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3634" name="Google Shape;3634;p37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5" name="Google Shape;3635;p37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636" name="Google Shape;3636;p37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37" name="Google Shape;3637;p37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8" name="Google Shape;3638;p37"/>
          <p:cNvGrpSpPr/>
          <p:nvPr/>
        </p:nvGrpSpPr>
        <p:grpSpPr>
          <a:xfrm>
            <a:off x="4860090" y="205649"/>
            <a:ext cx="5904581" cy="3579383"/>
            <a:chOff x="4860090" y="205649"/>
            <a:chExt cx="5904581" cy="3579383"/>
          </a:xfrm>
        </p:grpSpPr>
        <p:grpSp>
          <p:nvGrpSpPr>
            <p:cNvPr id="3639" name="Google Shape;3639;p37"/>
            <p:cNvGrpSpPr/>
            <p:nvPr/>
          </p:nvGrpSpPr>
          <p:grpSpPr>
            <a:xfrm>
              <a:off x="4860090" y="888707"/>
              <a:ext cx="3585650" cy="2896325"/>
              <a:chOff x="4860090" y="888707"/>
              <a:chExt cx="3585650" cy="2896325"/>
            </a:xfrm>
          </p:grpSpPr>
          <p:grpSp>
            <p:nvGrpSpPr>
              <p:cNvPr id="3640" name="Google Shape;3640;p37"/>
              <p:cNvGrpSpPr/>
              <p:nvPr/>
            </p:nvGrpSpPr>
            <p:grpSpPr>
              <a:xfrm rot="3051436">
                <a:off x="5906431" y="2178238"/>
                <a:ext cx="575117" cy="1696572"/>
                <a:chOff x="3246065" y="2845317"/>
                <a:chExt cx="695654" cy="2073060"/>
              </a:xfrm>
            </p:grpSpPr>
            <p:grpSp>
              <p:nvGrpSpPr>
                <p:cNvPr id="3641" name="Google Shape;3641;p37"/>
                <p:cNvGrpSpPr/>
                <p:nvPr/>
              </p:nvGrpSpPr>
              <p:grpSpPr>
                <a:xfrm flipH="1">
                  <a:off x="3246065" y="3839200"/>
                  <a:ext cx="435993" cy="1079177"/>
                  <a:chOff x="5739808" y="3702217"/>
                  <a:chExt cx="352110" cy="854438"/>
                </a:xfrm>
              </p:grpSpPr>
              <p:grpSp>
                <p:nvGrpSpPr>
                  <p:cNvPr id="3642" name="Google Shape;3642;p37"/>
                  <p:cNvGrpSpPr/>
                  <p:nvPr/>
                </p:nvGrpSpPr>
                <p:grpSpPr>
                  <a:xfrm>
                    <a:off x="5739808" y="3702217"/>
                    <a:ext cx="319170" cy="506923"/>
                    <a:chOff x="6097258" y="3701203"/>
                    <a:chExt cx="319170" cy="506923"/>
                  </a:xfrm>
                </p:grpSpPr>
                <p:sp>
                  <p:nvSpPr>
                    <p:cNvPr id="3643" name="Google Shape;3643;p37"/>
                    <p:cNvSpPr/>
                    <p:nvPr/>
                  </p:nvSpPr>
                  <p:spPr>
                    <a:xfrm rot="-1077969">
                      <a:off x="6165919" y="3717694"/>
                      <a:ext cx="181848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44" name="Google Shape;3644;p37"/>
                    <p:cNvSpPr/>
                    <p:nvPr/>
                  </p:nvSpPr>
                  <p:spPr>
                    <a:xfrm flipH="1" rot="655801">
                      <a:off x="6207416" y="3774548"/>
                      <a:ext cx="49476" cy="223589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645" name="Google Shape;3645;p37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46" name="Google Shape;3646;p37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647" name="Google Shape;3647;p37"/>
                <p:cNvGrpSpPr/>
                <p:nvPr/>
              </p:nvGrpSpPr>
              <p:grpSpPr>
                <a:xfrm flipH="1" rot="10800000">
                  <a:off x="3505726" y="2845317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3648" name="Google Shape;3648;p37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3649" name="Google Shape;3649;p37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50" name="Google Shape;3650;p37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651" name="Google Shape;3651;p37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52" name="Google Shape;3652;p37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653" name="Google Shape;3653;p37"/>
              <p:cNvGrpSpPr/>
              <p:nvPr/>
            </p:nvGrpSpPr>
            <p:grpSpPr>
              <a:xfrm rot="3051436">
                <a:off x="5410686" y="1582664"/>
                <a:ext cx="580526" cy="1695846"/>
                <a:chOff x="2365817" y="2845869"/>
                <a:chExt cx="702197" cy="2072173"/>
              </a:xfrm>
            </p:grpSpPr>
            <p:grpSp>
              <p:nvGrpSpPr>
                <p:cNvPr id="3654" name="Google Shape;3654;p37"/>
                <p:cNvGrpSpPr/>
                <p:nvPr/>
              </p:nvGrpSpPr>
              <p:grpSpPr>
                <a:xfrm>
                  <a:off x="2632021" y="3837706"/>
                  <a:ext cx="435993" cy="1080336"/>
                  <a:chOff x="5739807" y="3701299"/>
                  <a:chExt cx="352111" cy="855357"/>
                </a:xfrm>
              </p:grpSpPr>
              <p:grpSp>
                <p:nvGrpSpPr>
                  <p:cNvPr id="3655" name="Google Shape;3655;p37"/>
                  <p:cNvGrpSpPr/>
                  <p:nvPr/>
                </p:nvGrpSpPr>
                <p:grpSpPr>
                  <a:xfrm>
                    <a:off x="5739807" y="3701299"/>
                    <a:ext cx="322028" cy="507850"/>
                    <a:chOff x="6097257" y="3700285"/>
                    <a:chExt cx="322028" cy="507850"/>
                  </a:xfrm>
                </p:grpSpPr>
                <p:sp>
                  <p:nvSpPr>
                    <p:cNvPr id="3656" name="Google Shape;3656;p37"/>
                    <p:cNvSpPr/>
                    <p:nvPr/>
                  </p:nvSpPr>
                  <p:spPr>
                    <a:xfrm rot="-1077969">
                      <a:off x="6165845" y="3717239"/>
                      <a:ext cx="184852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57" name="Google Shape;3657;p37"/>
                    <p:cNvSpPr/>
                    <p:nvPr/>
                  </p:nvSpPr>
                  <p:spPr>
                    <a:xfrm flipH="1" rot="622646">
                      <a:off x="6207873" y="3795106"/>
                      <a:ext cx="46037" cy="203887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658" name="Google Shape;3658;p37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59" name="Google Shape;3659;p37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660" name="Google Shape;3660;p37"/>
                <p:cNvGrpSpPr/>
                <p:nvPr/>
              </p:nvGrpSpPr>
              <p:grpSpPr>
                <a:xfrm rot="10800000">
                  <a:off x="2365817" y="2845869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3661" name="Google Shape;3661;p37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3662" name="Google Shape;3662;p37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63" name="Google Shape;3663;p37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664" name="Google Shape;3664;p37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65" name="Google Shape;3665;p37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666" name="Google Shape;3666;p37"/>
              <p:cNvGrpSpPr/>
              <p:nvPr/>
            </p:nvGrpSpPr>
            <p:grpSpPr>
              <a:xfrm rot="3051436">
                <a:off x="5913696" y="1542867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3667" name="Google Shape;3667;p37"/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3668" name="Google Shape;3668;p37"/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</p:grpSpPr>
                <p:sp>
                  <p:nvSpPr>
                    <p:cNvPr id="3669" name="Google Shape;3669;p37"/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3670" name="Google Shape;3670;p37"/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</p:grpSpPr>
                  <p:sp>
                    <p:nvSpPr>
                      <p:cNvPr id="3671" name="Google Shape;3671;p37"/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672" name="Google Shape;3672;p37"/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3673" name="Google Shape;3673;p37"/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3674" name="Google Shape;3674;p37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3675" name="Google Shape;3675;p37"/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3676" name="Google Shape;3676;p37"/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677" name="Google Shape;3677;p37"/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678" name="Google Shape;3678;p37"/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fmla="val 7853" name="adj1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3679" name="Google Shape;3679;p37"/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3680" name="Google Shape;3680;p37"/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681" name="Google Shape;3681;p37"/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682" name="Google Shape;3682;p37"/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683" name="Google Shape;3683;p37"/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3684" name="Google Shape;3684;p37"/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rgbClr val="595959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685" name="Google Shape;3685;p37"/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686" name="Google Shape;3686;p37"/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3687" name="Google Shape;3687;p37"/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688" name="Google Shape;3688;p37"/>
              <p:cNvGrpSpPr/>
              <p:nvPr/>
            </p:nvGrpSpPr>
            <p:grpSpPr>
              <a:xfrm rot="3051436">
                <a:off x="5355038" y="2801840"/>
                <a:ext cx="796736" cy="112283"/>
                <a:chOff x="2676061" y="4093308"/>
                <a:chExt cx="963722" cy="137200"/>
              </a:xfrm>
            </p:grpSpPr>
            <p:sp>
              <p:nvSpPr>
                <p:cNvPr id="3689" name="Google Shape;3689;p37"/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690" name="Google Shape;3690;p37"/>
                <p:cNvGrpSpPr/>
                <p:nvPr/>
              </p:nvGrpSpPr>
              <p:grpSpPr>
                <a:xfrm>
                  <a:off x="2676061" y="4130452"/>
                  <a:ext cx="963722" cy="100056"/>
                  <a:chOff x="2676061" y="4130452"/>
                  <a:chExt cx="963722" cy="100056"/>
                </a:xfrm>
              </p:grpSpPr>
              <p:grpSp>
                <p:nvGrpSpPr>
                  <p:cNvPr id="3691" name="Google Shape;3691;p37"/>
                  <p:cNvGrpSpPr/>
                  <p:nvPr/>
                </p:nvGrpSpPr>
                <p:grpSpPr>
                  <a:xfrm>
                    <a:off x="2676061" y="4130452"/>
                    <a:ext cx="963722" cy="75413"/>
                    <a:chOff x="5775048" y="3892549"/>
                    <a:chExt cx="778309" cy="59708"/>
                  </a:xfrm>
                </p:grpSpPr>
                <p:sp>
                  <p:nvSpPr>
                    <p:cNvPr id="3692" name="Google Shape;3692;p37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93" name="Google Shape;3693;p37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94" name="Google Shape;3694;p37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695" name="Google Shape;3695;p37"/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696" name="Google Shape;3696;p37"/>
              <p:cNvGrpSpPr/>
              <p:nvPr/>
            </p:nvGrpSpPr>
            <p:grpSpPr>
              <a:xfrm rot="300000">
                <a:off x="6350550" y="972436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3697" name="Google Shape;3697;p37"/>
                <p:cNvGrpSpPr/>
                <p:nvPr/>
              </p:nvGrpSpPr>
              <p:grpSpPr>
                <a:xfrm>
                  <a:off x="6243086" y="1135131"/>
                  <a:ext cx="2010277" cy="2036290"/>
                  <a:chOff x="6243086" y="1135131"/>
                  <a:chExt cx="2010277" cy="2036290"/>
                </a:xfrm>
              </p:grpSpPr>
              <p:grpSp>
                <p:nvGrpSpPr>
                  <p:cNvPr id="3698" name="Google Shape;3698;p37"/>
                  <p:cNvGrpSpPr/>
                  <p:nvPr/>
                </p:nvGrpSpPr>
                <p:grpSpPr>
                  <a:xfrm rot="785047">
                    <a:off x="6414183" y="1301838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3699" name="Google Shape;3699;p37"/>
                    <p:cNvGrpSpPr/>
                    <p:nvPr/>
                  </p:nvGrpSpPr>
                  <p:grpSpPr>
                    <a:xfrm>
                      <a:off x="5811486" y="1624311"/>
                      <a:ext cx="1668083" cy="1702876"/>
                      <a:chOff x="5811486" y="1624311"/>
                      <a:chExt cx="1668083" cy="1702876"/>
                    </a:xfrm>
                  </p:grpSpPr>
                  <p:grpSp>
                    <p:nvGrpSpPr>
                      <p:cNvPr id="3700" name="Google Shape;3700;p37"/>
                      <p:cNvGrpSpPr/>
                      <p:nvPr/>
                    </p:nvGrpSpPr>
                    <p:grpSpPr>
                      <a:xfrm rot="-3495342">
                        <a:off x="6006485" y="1890354"/>
                        <a:ext cx="1278085" cy="1170790"/>
                        <a:chOff x="5701956" y="1773008"/>
                        <a:chExt cx="2320919" cy="2112818"/>
                      </a:xfrm>
                    </p:grpSpPr>
                    <p:grpSp>
                      <p:nvGrpSpPr>
                        <p:cNvPr id="3701" name="Google Shape;3701;p37"/>
                        <p:cNvGrpSpPr/>
                        <p:nvPr/>
                      </p:nvGrpSpPr>
                      <p:grpSpPr>
                        <a:xfrm>
                          <a:off x="5701956" y="1773008"/>
                          <a:ext cx="2320919" cy="2112818"/>
                          <a:chOff x="5797343" y="2178392"/>
                          <a:chExt cx="2320919" cy="2112818"/>
                        </a:xfrm>
                      </p:grpSpPr>
                      <p:grpSp>
                        <p:nvGrpSpPr>
                          <p:cNvPr id="3702" name="Google Shape;3702;p37"/>
                          <p:cNvGrpSpPr/>
                          <p:nvPr/>
                        </p:nvGrpSpPr>
                        <p:grpSpPr>
                          <a:xfrm>
                            <a:off x="5797343" y="2178392"/>
                            <a:ext cx="2320919" cy="2112818"/>
                            <a:chOff x="5587545" y="1682358"/>
                            <a:chExt cx="2320919" cy="2112818"/>
                          </a:xfrm>
                        </p:grpSpPr>
                        <p:sp>
                          <p:nvSpPr>
                            <p:cNvPr id="3703" name="Google Shape;3703;p37"/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1905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3704" name="Google Shape;3704;p37"/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1905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3705" name="Google Shape;3705;p37"/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solidFill>
                            <a:srgbClr val="A5A5A5"/>
                          </a:solidFill>
                          <a:ln cap="flat" cmpd="sng" w="1905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3706" name="Google Shape;3706;p37"/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rgbClr val="A5A5A5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3707" name="Google Shape;3707;p37"/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3708" name="Google Shape;3708;p37"/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709" name="Google Shape;3709;p37"/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710" name="Google Shape;3710;p37"/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711" name="Google Shape;3711;p37"/>
            <p:cNvGrpSpPr/>
            <p:nvPr/>
          </p:nvGrpSpPr>
          <p:grpSpPr>
            <a:xfrm rot="10800000">
              <a:off x="7179021" y="205649"/>
              <a:ext cx="3585650" cy="2896325"/>
              <a:chOff x="4860090" y="888707"/>
              <a:chExt cx="3585650" cy="2896325"/>
            </a:xfrm>
          </p:grpSpPr>
          <p:grpSp>
            <p:nvGrpSpPr>
              <p:cNvPr id="3712" name="Google Shape;3712;p37"/>
              <p:cNvGrpSpPr/>
              <p:nvPr/>
            </p:nvGrpSpPr>
            <p:grpSpPr>
              <a:xfrm rot="3051436">
                <a:off x="5906431" y="2178238"/>
                <a:ext cx="575117" cy="1696572"/>
                <a:chOff x="3246065" y="2845317"/>
                <a:chExt cx="695654" cy="2073060"/>
              </a:xfrm>
            </p:grpSpPr>
            <p:grpSp>
              <p:nvGrpSpPr>
                <p:cNvPr id="3713" name="Google Shape;3713;p37"/>
                <p:cNvGrpSpPr/>
                <p:nvPr/>
              </p:nvGrpSpPr>
              <p:grpSpPr>
                <a:xfrm flipH="1">
                  <a:off x="3246065" y="3839200"/>
                  <a:ext cx="435993" cy="1079177"/>
                  <a:chOff x="5739808" y="3702217"/>
                  <a:chExt cx="352110" cy="854438"/>
                </a:xfrm>
              </p:grpSpPr>
              <p:grpSp>
                <p:nvGrpSpPr>
                  <p:cNvPr id="3714" name="Google Shape;3714;p37"/>
                  <p:cNvGrpSpPr/>
                  <p:nvPr/>
                </p:nvGrpSpPr>
                <p:grpSpPr>
                  <a:xfrm>
                    <a:off x="5739808" y="3702217"/>
                    <a:ext cx="319170" cy="506923"/>
                    <a:chOff x="6097258" y="3701203"/>
                    <a:chExt cx="319170" cy="506923"/>
                  </a:xfrm>
                </p:grpSpPr>
                <p:sp>
                  <p:nvSpPr>
                    <p:cNvPr id="3715" name="Google Shape;3715;p37"/>
                    <p:cNvSpPr/>
                    <p:nvPr/>
                  </p:nvSpPr>
                  <p:spPr>
                    <a:xfrm rot="-1077969">
                      <a:off x="6165919" y="3717694"/>
                      <a:ext cx="181848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16" name="Google Shape;3716;p37"/>
                    <p:cNvSpPr/>
                    <p:nvPr/>
                  </p:nvSpPr>
                  <p:spPr>
                    <a:xfrm flipH="1" rot="655801">
                      <a:off x="6207416" y="3774548"/>
                      <a:ext cx="49476" cy="223589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717" name="Google Shape;3717;p37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18" name="Google Shape;3718;p37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719" name="Google Shape;3719;p37"/>
                <p:cNvGrpSpPr/>
                <p:nvPr/>
              </p:nvGrpSpPr>
              <p:grpSpPr>
                <a:xfrm flipH="1" rot="10800000">
                  <a:off x="3505726" y="2845317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3720" name="Google Shape;3720;p37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3721" name="Google Shape;3721;p37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22" name="Google Shape;3722;p37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723" name="Google Shape;3723;p37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24" name="Google Shape;3724;p37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725" name="Google Shape;3725;p37"/>
              <p:cNvGrpSpPr/>
              <p:nvPr/>
            </p:nvGrpSpPr>
            <p:grpSpPr>
              <a:xfrm rot="3051436">
                <a:off x="5410686" y="1582664"/>
                <a:ext cx="580526" cy="1695846"/>
                <a:chOff x="2365817" y="2845869"/>
                <a:chExt cx="702197" cy="2072173"/>
              </a:xfrm>
            </p:grpSpPr>
            <p:grpSp>
              <p:nvGrpSpPr>
                <p:cNvPr id="3726" name="Google Shape;3726;p37"/>
                <p:cNvGrpSpPr/>
                <p:nvPr/>
              </p:nvGrpSpPr>
              <p:grpSpPr>
                <a:xfrm>
                  <a:off x="2632021" y="3837706"/>
                  <a:ext cx="435993" cy="1080336"/>
                  <a:chOff x="5739807" y="3701299"/>
                  <a:chExt cx="352111" cy="855357"/>
                </a:xfrm>
              </p:grpSpPr>
              <p:grpSp>
                <p:nvGrpSpPr>
                  <p:cNvPr id="3727" name="Google Shape;3727;p37"/>
                  <p:cNvGrpSpPr/>
                  <p:nvPr/>
                </p:nvGrpSpPr>
                <p:grpSpPr>
                  <a:xfrm>
                    <a:off x="5739807" y="3701299"/>
                    <a:ext cx="322028" cy="507850"/>
                    <a:chOff x="6097257" y="3700285"/>
                    <a:chExt cx="322028" cy="507850"/>
                  </a:xfrm>
                </p:grpSpPr>
                <p:sp>
                  <p:nvSpPr>
                    <p:cNvPr id="3728" name="Google Shape;3728;p37"/>
                    <p:cNvSpPr/>
                    <p:nvPr/>
                  </p:nvSpPr>
                  <p:spPr>
                    <a:xfrm rot="-1077969">
                      <a:off x="6165845" y="3717239"/>
                      <a:ext cx="184852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29" name="Google Shape;3729;p37"/>
                    <p:cNvSpPr/>
                    <p:nvPr/>
                  </p:nvSpPr>
                  <p:spPr>
                    <a:xfrm flipH="1" rot="622646">
                      <a:off x="6207873" y="3795106"/>
                      <a:ext cx="46037" cy="203887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730" name="Google Shape;3730;p37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31" name="Google Shape;3731;p37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732" name="Google Shape;3732;p37"/>
                <p:cNvGrpSpPr/>
                <p:nvPr/>
              </p:nvGrpSpPr>
              <p:grpSpPr>
                <a:xfrm rot="10800000">
                  <a:off x="2365817" y="2845869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3733" name="Google Shape;3733;p37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3734" name="Google Shape;3734;p37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35" name="Google Shape;3735;p37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736" name="Google Shape;3736;p37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37" name="Google Shape;3737;p37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738" name="Google Shape;3738;p37"/>
              <p:cNvGrpSpPr/>
              <p:nvPr/>
            </p:nvGrpSpPr>
            <p:grpSpPr>
              <a:xfrm rot="3051436">
                <a:off x="5913696" y="1542867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3739" name="Google Shape;3739;p37"/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3740" name="Google Shape;3740;p37"/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</p:grpSpPr>
                <p:sp>
                  <p:nvSpPr>
                    <p:cNvPr id="3741" name="Google Shape;3741;p37"/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3742" name="Google Shape;3742;p37"/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</p:grpSpPr>
                  <p:sp>
                    <p:nvSpPr>
                      <p:cNvPr id="3743" name="Google Shape;3743;p37"/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744" name="Google Shape;3744;p37"/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3745" name="Google Shape;3745;p37"/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3746" name="Google Shape;3746;p37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3747" name="Google Shape;3747;p37"/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3748" name="Google Shape;3748;p37"/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749" name="Google Shape;3749;p37"/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750" name="Google Shape;3750;p37"/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fmla="val 7853" name="adj1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3751" name="Google Shape;3751;p37"/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3752" name="Google Shape;3752;p37"/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753" name="Google Shape;3753;p37"/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754" name="Google Shape;3754;p37"/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755" name="Google Shape;3755;p37"/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3756" name="Google Shape;3756;p37"/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757" name="Google Shape;3757;p37"/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758" name="Google Shape;3758;p37"/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3759" name="Google Shape;3759;p37"/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760" name="Google Shape;3760;p37"/>
              <p:cNvGrpSpPr/>
              <p:nvPr/>
            </p:nvGrpSpPr>
            <p:grpSpPr>
              <a:xfrm rot="3051436">
                <a:off x="5355038" y="2801840"/>
                <a:ext cx="796736" cy="112283"/>
                <a:chOff x="2676061" y="4093308"/>
                <a:chExt cx="963722" cy="137200"/>
              </a:xfrm>
            </p:grpSpPr>
            <p:sp>
              <p:nvSpPr>
                <p:cNvPr id="3761" name="Google Shape;3761;p37"/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762" name="Google Shape;3762;p37"/>
                <p:cNvGrpSpPr/>
                <p:nvPr/>
              </p:nvGrpSpPr>
              <p:grpSpPr>
                <a:xfrm>
                  <a:off x="2676061" y="4130452"/>
                  <a:ext cx="963722" cy="100056"/>
                  <a:chOff x="2676061" y="4130452"/>
                  <a:chExt cx="963722" cy="100056"/>
                </a:xfrm>
              </p:grpSpPr>
              <p:grpSp>
                <p:nvGrpSpPr>
                  <p:cNvPr id="3763" name="Google Shape;3763;p37"/>
                  <p:cNvGrpSpPr/>
                  <p:nvPr/>
                </p:nvGrpSpPr>
                <p:grpSpPr>
                  <a:xfrm>
                    <a:off x="2676061" y="4130452"/>
                    <a:ext cx="963722" cy="75413"/>
                    <a:chOff x="5775048" y="3892549"/>
                    <a:chExt cx="778309" cy="59708"/>
                  </a:xfrm>
                </p:grpSpPr>
                <p:sp>
                  <p:nvSpPr>
                    <p:cNvPr id="3764" name="Google Shape;3764;p37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65" name="Google Shape;3765;p37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66" name="Google Shape;3766;p37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767" name="Google Shape;3767;p37"/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768" name="Google Shape;3768;p37"/>
              <p:cNvGrpSpPr/>
              <p:nvPr/>
            </p:nvGrpSpPr>
            <p:grpSpPr>
              <a:xfrm rot="300000">
                <a:off x="6350550" y="972436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3769" name="Google Shape;3769;p37"/>
                <p:cNvGrpSpPr/>
                <p:nvPr/>
              </p:nvGrpSpPr>
              <p:grpSpPr>
                <a:xfrm>
                  <a:off x="6243086" y="1135131"/>
                  <a:ext cx="2010277" cy="2036290"/>
                  <a:chOff x="6243086" y="1135131"/>
                  <a:chExt cx="2010277" cy="2036290"/>
                </a:xfrm>
              </p:grpSpPr>
              <p:grpSp>
                <p:nvGrpSpPr>
                  <p:cNvPr id="3770" name="Google Shape;3770;p37"/>
                  <p:cNvGrpSpPr/>
                  <p:nvPr/>
                </p:nvGrpSpPr>
                <p:grpSpPr>
                  <a:xfrm rot="785047">
                    <a:off x="6414183" y="1301838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3771" name="Google Shape;3771;p37"/>
                    <p:cNvGrpSpPr/>
                    <p:nvPr/>
                  </p:nvGrpSpPr>
                  <p:grpSpPr>
                    <a:xfrm>
                      <a:off x="5811486" y="1624311"/>
                      <a:ext cx="1668083" cy="1702876"/>
                      <a:chOff x="5811486" y="1624311"/>
                      <a:chExt cx="1668083" cy="1702876"/>
                    </a:xfrm>
                  </p:grpSpPr>
                  <p:grpSp>
                    <p:nvGrpSpPr>
                      <p:cNvPr id="3772" name="Google Shape;3772;p37"/>
                      <p:cNvGrpSpPr/>
                      <p:nvPr/>
                    </p:nvGrpSpPr>
                    <p:grpSpPr>
                      <a:xfrm rot="-3495342">
                        <a:off x="6006485" y="1890354"/>
                        <a:ext cx="1278085" cy="1170790"/>
                        <a:chOff x="5701956" y="1773008"/>
                        <a:chExt cx="2320919" cy="2112818"/>
                      </a:xfrm>
                    </p:grpSpPr>
                    <p:grpSp>
                      <p:nvGrpSpPr>
                        <p:cNvPr id="3773" name="Google Shape;3773;p37"/>
                        <p:cNvGrpSpPr/>
                        <p:nvPr/>
                      </p:nvGrpSpPr>
                      <p:grpSpPr>
                        <a:xfrm>
                          <a:off x="5701956" y="1773008"/>
                          <a:ext cx="2320919" cy="2112818"/>
                          <a:chOff x="5797343" y="2178392"/>
                          <a:chExt cx="2320919" cy="2112818"/>
                        </a:xfrm>
                      </p:grpSpPr>
                      <p:grpSp>
                        <p:nvGrpSpPr>
                          <p:cNvPr id="3774" name="Google Shape;3774;p37"/>
                          <p:cNvGrpSpPr/>
                          <p:nvPr/>
                        </p:nvGrpSpPr>
                        <p:grpSpPr>
                          <a:xfrm>
                            <a:off x="5797343" y="2178392"/>
                            <a:ext cx="2320919" cy="2112818"/>
                            <a:chOff x="5587545" y="1682358"/>
                            <a:chExt cx="2320919" cy="2112818"/>
                          </a:xfrm>
                        </p:grpSpPr>
                        <p:sp>
                          <p:nvSpPr>
                            <p:cNvPr id="3775" name="Google Shape;3775;p37"/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3776" name="Google Shape;3776;p37"/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3777" name="Google Shape;3777;p37"/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3778" name="Google Shape;3778;p37"/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3779" name="Google Shape;3779;p37"/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3780" name="Google Shape;3780;p37"/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781" name="Google Shape;3781;p37"/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782" name="Google Shape;3782;p37"/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783" name="Google Shape;3783;p37"/>
          <p:cNvSpPr txBox="1"/>
          <p:nvPr>
            <p:ph idx="1" type="subTitle"/>
          </p:nvPr>
        </p:nvSpPr>
        <p:spPr>
          <a:xfrm>
            <a:off x="363223" y="478971"/>
            <a:ext cx="3557898" cy="630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3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Cerrar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objeto sentido 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en sentido Antihorario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FF0000"/>
                </a:solidFill>
              </a:rPr>
              <a:t>Saltar al paso 6</a:t>
            </a:r>
            <a:endParaRPr/>
          </a:p>
        </p:txBody>
      </p:sp>
      <p:sp>
        <p:nvSpPr>
          <p:cNvPr id="3784" name="Google Shape;3784;p37"/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fmla="val 64585" name="adj1"/>
              <a:gd fmla="val 50000" name="adj2"/>
            </a:avLst>
          </a:pr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5" name="Google Shape;3785;p37"/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Posicionamiento punto de partida.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36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9" name="Shape 3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0" name="Google Shape;3790;p38"/>
          <p:cNvGrpSpPr/>
          <p:nvPr/>
        </p:nvGrpSpPr>
        <p:grpSpPr>
          <a:xfrm>
            <a:off x="4806360" y="253526"/>
            <a:ext cx="3980263" cy="3342123"/>
            <a:chOff x="4806360" y="253526"/>
            <a:chExt cx="3980263" cy="3342123"/>
          </a:xfrm>
        </p:grpSpPr>
        <p:grpSp>
          <p:nvGrpSpPr>
            <p:cNvPr id="3791" name="Google Shape;3791;p38"/>
            <p:cNvGrpSpPr/>
            <p:nvPr/>
          </p:nvGrpSpPr>
          <p:grpSpPr>
            <a:xfrm>
              <a:off x="4806360" y="1458704"/>
              <a:ext cx="2412291" cy="2136945"/>
              <a:chOff x="4806360" y="1458704"/>
              <a:chExt cx="2412291" cy="2136945"/>
            </a:xfrm>
          </p:grpSpPr>
          <p:grpSp>
            <p:nvGrpSpPr>
              <p:cNvPr id="3792" name="Google Shape;3792;p38"/>
              <p:cNvGrpSpPr/>
              <p:nvPr/>
            </p:nvGrpSpPr>
            <p:grpSpPr>
              <a:xfrm rot="3351436">
                <a:off x="5822716" y="2033262"/>
                <a:ext cx="575117" cy="1696572"/>
                <a:chOff x="3246065" y="2845317"/>
                <a:chExt cx="695654" cy="2073060"/>
              </a:xfrm>
            </p:grpSpPr>
            <p:grpSp>
              <p:nvGrpSpPr>
                <p:cNvPr id="3793" name="Google Shape;3793;p38"/>
                <p:cNvGrpSpPr/>
                <p:nvPr/>
              </p:nvGrpSpPr>
              <p:grpSpPr>
                <a:xfrm flipH="1">
                  <a:off x="3246065" y="3839200"/>
                  <a:ext cx="435993" cy="1079177"/>
                  <a:chOff x="5739808" y="3702217"/>
                  <a:chExt cx="352110" cy="854438"/>
                </a:xfrm>
              </p:grpSpPr>
              <p:grpSp>
                <p:nvGrpSpPr>
                  <p:cNvPr id="3794" name="Google Shape;3794;p38"/>
                  <p:cNvGrpSpPr/>
                  <p:nvPr/>
                </p:nvGrpSpPr>
                <p:grpSpPr>
                  <a:xfrm>
                    <a:off x="5739808" y="3702217"/>
                    <a:ext cx="319170" cy="506923"/>
                    <a:chOff x="6097258" y="3701203"/>
                    <a:chExt cx="319170" cy="506923"/>
                  </a:xfrm>
                </p:grpSpPr>
                <p:sp>
                  <p:nvSpPr>
                    <p:cNvPr id="3795" name="Google Shape;3795;p38"/>
                    <p:cNvSpPr/>
                    <p:nvPr/>
                  </p:nvSpPr>
                  <p:spPr>
                    <a:xfrm rot="-1077969">
                      <a:off x="6165919" y="3717694"/>
                      <a:ext cx="181848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96" name="Google Shape;3796;p38"/>
                    <p:cNvSpPr/>
                    <p:nvPr/>
                  </p:nvSpPr>
                  <p:spPr>
                    <a:xfrm flipH="1" rot="655801">
                      <a:off x="6207416" y="3774548"/>
                      <a:ext cx="49476" cy="223589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797" name="Google Shape;3797;p38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98" name="Google Shape;3798;p38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799" name="Google Shape;3799;p38"/>
                <p:cNvGrpSpPr/>
                <p:nvPr/>
              </p:nvGrpSpPr>
              <p:grpSpPr>
                <a:xfrm flipH="1" rot="10800000">
                  <a:off x="3505726" y="2845317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3800" name="Google Shape;3800;p38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3801" name="Google Shape;3801;p38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802" name="Google Shape;3802;p38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803" name="Google Shape;3803;p38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04" name="Google Shape;3804;p38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805" name="Google Shape;3805;p38"/>
              <p:cNvGrpSpPr/>
              <p:nvPr/>
            </p:nvGrpSpPr>
            <p:grpSpPr>
              <a:xfrm rot="3351436">
                <a:off x="5380786" y="1396985"/>
                <a:ext cx="580526" cy="1695846"/>
                <a:chOff x="2365817" y="2845869"/>
                <a:chExt cx="702197" cy="2072173"/>
              </a:xfrm>
            </p:grpSpPr>
            <p:grpSp>
              <p:nvGrpSpPr>
                <p:cNvPr id="3806" name="Google Shape;3806;p38"/>
                <p:cNvGrpSpPr/>
                <p:nvPr/>
              </p:nvGrpSpPr>
              <p:grpSpPr>
                <a:xfrm>
                  <a:off x="2632021" y="3837706"/>
                  <a:ext cx="435993" cy="1080336"/>
                  <a:chOff x="5739807" y="3701299"/>
                  <a:chExt cx="352111" cy="855357"/>
                </a:xfrm>
              </p:grpSpPr>
              <p:grpSp>
                <p:nvGrpSpPr>
                  <p:cNvPr id="3807" name="Google Shape;3807;p38"/>
                  <p:cNvGrpSpPr/>
                  <p:nvPr/>
                </p:nvGrpSpPr>
                <p:grpSpPr>
                  <a:xfrm>
                    <a:off x="5739807" y="3701299"/>
                    <a:ext cx="322028" cy="507850"/>
                    <a:chOff x="6097257" y="3700285"/>
                    <a:chExt cx="322028" cy="507850"/>
                  </a:xfrm>
                </p:grpSpPr>
                <p:sp>
                  <p:nvSpPr>
                    <p:cNvPr id="3808" name="Google Shape;3808;p38"/>
                    <p:cNvSpPr/>
                    <p:nvPr/>
                  </p:nvSpPr>
                  <p:spPr>
                    <a:xfrm rot="-1077969">
                      <a:off x="6165845" y="3717239"/>
                      <a:ext cx="184852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809" name="Google Shape;3809;p38"/>
                    <p:cNvSpPr/>
                    <p:nvPr/>
                  </p:nvSpPr>
                  <p:spPr>
                    <a:xfrm flipH="1" rot="622646">
                      <a:off x="6207873" y="3795106"/>
                      <a:ext cx="46037" cy="203887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810" name="Google Shape;3810;p38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11" name="Google Shape;3811;p38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12" name="Google Shape;3812;p38"/>
                <p:cNvGrpSpPr/>
                <p:nvPr/>
              </p:nvGrpSpPr>
              <p:grpSpPr>
                <a:xfrm rot="10800000">
                  <a:off x="2365817" y="2845869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3813" name="Google Shape;3813;p38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3814" name="Google Shape;3814;p38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815" name="Google Shape;3815;p38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816" name="Google Shape;3816;p38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17" name="Google Shape;3817;p38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818" name="Google Shape;3818;p38"/>
              <p:cNvGrpSpPr/>
              <p:nvPr/>
            </p:nvGrpSpPr>
            <p:grpSpPr>
              <a:xfrm rot="3351436">
                <a:off x="5883772" y="1410554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3819" name="Google Shape;3819;p38"/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3820" name="Google Shape;3820;p38"/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</p:grpSpPr>
                <p:sp>
                  <p:nvSpPr>
                    <p:cNvPr id="3821" name="Google Shape;3821;p38"/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3822" name="Google Shape;3822;p38"/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</p:grpSpPr>
                  <p:sp>
                    <p:nvSpPr>
                      <p:cNvPr id="3823" name="Google Shape;3823;p38"/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824" name="Google Shape;3824;p38"/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3825" name="Google Shape;3825;p38"/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3826" name="Google Shape;3826;p38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3827" name="Google Shape;3827;p38"/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3828" name="Google Shape;3828;p38"/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29" name="Google Shape;3829;p38"/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30" name="Google Shape;3830;p38"/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fmla="val 7853" name="adj1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3831" name="Google Shape;3831;p38"/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3832" name="Google Shape;3832;p38"/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33" name="Google Shape;3833;p38"/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34" name="Google Shape;3834;p38"/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835" name="Google Shape;3835;p38"/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3836" name="Google Shape;3836;p38"/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rgbClr val="595959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837" name="Google Shape;3837;p38"/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838" name="Google Shape;3838;p38"/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3839" name="Google Shape;3839;p38"/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840" name="Google Shape;3840;p38"/>
              <p:cNvGrpSpPr/>
              <p:nvPr/>
            </p:nvGrpSpPr>
            <p:grpSpPr>
              <a:xfrm rot="3351436">
                <a:off x="5287689" y="2619106"/>
                <a:ext cx="796736" cy="112283"/>
                <a:chOff x="2676061" y="4093308"/>
                <a:chExt cx="963722" cy="137200"/>
              </a:xfrm>
            </p:grpSpPr>
            <p:sp>
              <p:nvSpPr>
                <p:cNvPr id="3841" name="Google Shape;3841;p38"/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42" name="Google Shape;3842;p38"/>
                <p:cNvGrpSpPr/>
                <p:nvPr/>
              </p:nvGrpSpPr>
              <p:grpSpPr>
                <a:xfrm>
                  <a:off x="2676061" y="4130452"/>
                  <a:ext cx="963722" cy="100056"/>
                  <a:chOff x="2676061" y="4130452"/>
                  <a:chExt cx="963722" cy="100056"/>
                </a:xfrm>
              </p:grpSpPr>
              <p:grpSp>
                <p:nvGrpSpPr>
                  <p:cNvPr id="3843" name="Google Shape;3843;p38"/>
                  <p:cNvGrpSpPr/>
                  <p:nvPr/>
                </p:nvGrpSpPr>
                <p:grpSpPr>
                  <a:xfrm>
                    <a:off x="2676061" y="4130452"/>
                    <a:ext cx="963722" cy="75413"/>
                    <a:chOff x="5775048" y="3892549"/>
                    <a:chExt cx="778309" cy="59708"/>
                  </a:xfrm>
                </p:grpSpPr>
                <p:sp>
                  <p:nvSpPr>
                    <p:cNvPr id="3844" name="Google Shape;3844;p38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845" name="Google Shape;3845;p38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846" name="Google Shape;3846;p38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847" name="Google Shape;3847;p38"/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848" name="Google Shape;3848;p38"/>
            <p:cNvGrpSpPr/>
            <p:nvPr/>
          </p:nvGrpSpPr>
          <p:grpSpPr>
            <a:xfrm rot="10800000">
              <a:off x="6374332" y="253526"/>
              <a:ext cx="2412291" cy="2136945"/>
              <a:chOff x="4806360" y="1458704"/>
              <a:chExt cx="2412291" cy="2136945"/>
            </a:xfrm>
          </p:grpSpPr>
          <p:grpSp>
            <p:nvGrpSpPr>
              <p:cNvPr id="3849" name="Google Shape;3849;p38"/>
              <p:cNvGrpSpPr/>
              <p:nvPr/>
            </p:nvGrpSpPr>
            <p:grpSpPr>
              <a:xfrm rot="3351436">
                <a:off x="5822716" y="2033262"/>
                <a:ext cx="575117" cy="1696572"/>
                <a:chOff x="3246065" y="2845317"/>
                <a:chExt cx="695654" cy="2073060"/>
              </a:xfrm>
            </p:grpSpPr>
            <p:grpSp>
              <p:nvGrpSpPr>
                <p:cNvPr id="3850" name="Google Shape;3850;p38"/>
                <p:cNvGrpSpPr/>
                <p:nvPr/>
              </p:nvGrpSpPr>
              <p:grpSpPr>
                <a:xfrm flipH="1">
                  <a:off x="3246065" y="3839200"/>
                  <a:ext cx="435993" cy="1079177"/>
                  <a:chOff x="5739808" y="3702217"/>
                  <a:chExt cx="352110" cy="854438"/>
                </a:xfrm>
              </p:grpSpPr>
              <p:grpSp>
                <p:nvGrpSpPr>
                  <p:cNvPr id="3851" name="Google Shape;3851;p38"/>
                  <p:cNvGrpSpPr/>
                  <p:nvPr/>
                </p:nvGrpSpPr>
                <p:grpSpPr>
                  <a:xfrm>
                    <a:off x="5739808" y="3702217"/>
                    <a:ext cx="319170" cy="506923"/>
                    <a:chOff x="6097258" y="3701203"/>
                    <a:chExt cx="319170" cy="506923"/>
                  </a:xfrm>
                </p:grpSpPr>
                <p:sp>
                  <p:nvSpPr>
                    <p:cNvPr id="3852" name="Google Shape;3852;p38"/>
                    <p:cNvSpPr/>
                    <p:nvPr/>
                  </p:nvSpPr>
                  <p:spPr>
                    <a:xfrm rot="-1077969">
                      <a:off x="6165919" y="3717694"/>
                      <a:ext cx="181848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853" name="Google Shape;3853;p38"/>
                    <p:cNvSpPr/>
                    <p:nvPr/>
                  </p:nvSpPr>
                  <p:spPr>
                    <a:xfrm flipH="1" rot="655801">
                      <a:off x="6207416" y="3774548"/>
                      <a:ext cx="49476" cy="223589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854" name="Google Shape;3854;p38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5" name="Google Shape;3855;p38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56" name="Google Shape;3856;p38"/>
                <p:cNvGrpSpPr/>
                <p:nvPr/>
              </p:nvGrpSpPr>
              <p:grpSpPr>
                <a:xfrm flipH="1" rot="10800000">
                  <a:off x="3505726" y="2845317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3857" name="Google Shape;3857;p38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3858" name="Google Shape;3858;p38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859" name="Google Shape;3859;p38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860" name="Google Shape;3860;p38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61" name="Google Shape;3861;p38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862" name="Google Shape;3862;p38"/>
              <p:cNvGrpSpPr/>
              <p:nvPr/>
            </p:nvGrpSpPr>
            <p:grpSpPr>
              <a:xfrm rot="3351436">
                <a:off x="5380786" y="1396985"/>
                <a:ext cx="580526" cy="1695846"/>
                <a:chOff x="2365817" y="2845869"/>
                <a:chExt cx="702197" cy="2072173"/>
              </a:xfrm>
            </p:grpSpPr>
            <p:grpSp>
              <p:nvGrpSpPr>
                <p:cNvPr id="3863" name="Google Shape;3863;p38"/>
                <p:cNvGrpSpPr/>
                <p:nvPr/>
              </p:nvGrpSpPr>
              <p:grpSpPr>
                <a:xfrm>
                  <a:off x="2632021" y="3837706"/>
                  <a:ext cx="435993" cy="1080336"/>
                  <a:chOff x="5739807" y="3701299"/>
                  <a:chExt cx="352111" cy="855357"/>
                </a:xfrm>
              </p:grpSpPr>
              <p:grpSp>
                <p:nvGrpSpPr>
                  <p:cNvPr id="3864" name="Google Shape;3864;p38"/>
                  <p:cNvGrpSpPr/>
                  <p:nvPr/>
                </p:nvGrpSpPr>
                <p:grpSpPr>
                  <a:xfrm>
                    <a:off x="5739807" y="3701299"/>
                    <a:ext cx="322028" cy="507850"/>
                    <a:chOff x="6097257" y="3700285"/>
                    <a:chExt cx="322028" cy="507850"/>
                  </a:xfrm>
                </p:grpSpPr>
                <p:sp>
                  <p:nvSpPr>
                    <p:cNvPr id="3865" name="Google Shape;3865;p38"/>
                    <p:cNvSpPr/>
                    <p:nvPr/>
                  </p:nvSpPr>
                  <p:spPr>
                    <a:xfrm rot="-1077969">
                      <a:off x="6165845" y="3717239"/>
                      <a:ext cx="184852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866" name="Google Shape;3866;p38"/>
                    <p:cNvSpPr/>
                    <p:nvPr/>
                  </p:nvSpPr>
                  <p:spPr>
                    <a:xfrm flipH="1" rot="622646">
                      <a:off x="6207873" y="3795106"/>
                      <a:ext cx="46037" cy="203887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867" name="Google Shape;3867;p38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68" name="Google Shape;3868;p38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69" name="Google Shape;3869;p38"/>
                <p:cNvGrpSpPr/>
                <p:nvPr/>
              </p:nvGrpSpPr>
              <p:grpSpPr>
                <a:xfrm rot="10800000">
                  <a:off x="2365817" y="2845869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3870" name="Google Shape;3870;p38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3871" name="Google Shape;3871;p38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872" name="Google Shape;3872;p38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873" name="Google Shape;3873;p38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74" name="Google Shape;3874;p38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875" name="Google Shape;3875;p38"/>
              <p:cNvGrpSpPr/>
              <p:nvPr/>
            </p:nvGrpSpPr>
            <p:grpSpPr>
              <a:xfrm rot="3351436">
                <a:off x="5883772" y="1410554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3876" name="Google Shape;3876;p38"/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3877" name="Google Shape;3877;p38"/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</p:grpSpPr>
                <p:sp>
                  <p:nvSpPr>
                    <p:cNvPr id="3878" name="Google Shape;3878;p38"/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3879" name="Google Shape;3879;p38"/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</p:grpSpPr>
                  <p:sp>
                    <p:nvSpPr>
                      <p:cNvPr id="3880" name="Google Shape;3880;p38"/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881" name="Google Shape;3881;p38"/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3882" name="Google Shape;3882;p38"/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3883" name="Google Shape;3883;p38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3884" name="Google Shape;3884;p38"/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3885" name="Google Shape;3885;p38"/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86" name="Google Shape;3886;p38"/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87" name="Google Shape;3887;p38"/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fmla="val 7853" name="adj1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3888" name="Google Shape;3888;p38"/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3889" name="Google Shape;3889;p38"/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90" name="Google Shape;3890;p38"/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891" name="Google Shape;3891;p38"/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3892" name="Google Shape;3892;p38"/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3893" name="Google Shape;3893;p38"/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894" name="Google Shape;3894;p38"/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3895" name="Google Shape;3895;p38"/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3896" name="Google Shape;3896;p38"/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897" name="Google Shape;3897;p38"/>
              <p:cNvGrpSpPr/>
              <p:nvPr/>
            </p:nvGrpSpPr>
            <p:grpSpPr>
              <a:xfrm rot="3351436">
                <a:off x="5287689" y="2619106"/>
                <a:ext cx="796736" cy="112283"/>
                <a:chOff x="2676061" y="4093308"/>
                <a:chExt cx="963722" cy="137200"/>
              </a:xfrm>
            </p:grpSpPr>
            <p:sp>
              <p:nvSpPr>
                <p:cNvPr id="3898" name="Google Shape;3898;p38"/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99" name="Google Shape;3899;p38"/>
                <p:cNvGrpSpPr/>
                <p:nvPr/>
              </p:nvGrpSpPr>
              <p:grpSpPr>
                <a:xfrm>
                  <a:off x="2676061" y="4130452"/>
                  <a:ext cx="963722" cy="100056"/>
                  <a:chOff x="2676061" y="4130452"/>
                  <a:chExt cx="963722" cy="100056"/>
                </a:xfrm>
              </p:grpSpPr>
              <p:grpSp>
                <p:nvGrpSpPr>
                  <p:cNvPr id="3900" name="Google Shape;3900;p38"/>
                  <p:cNvGrpSpPr/>
                  <p:nvPr/>
                </p:nvGrpSpPr>
                <p:grpSpPr>
                  <a:xfrm>
                    <a:off x="2676061" y="4130452"/>
                    <a:ext cx="963722" cy="75413"/>
                    <a:chOff x="5775048" y="3892549"/>
                    <a:chExt cx="778309" cy="59708"/>
                  </a:xfrm>
                </p:grpSpPr>
                <p:sp>
                  <p:nvSpPr>
                    <p:cNvPr id="3901" name="Google Shape;3901;p38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02" name="Google Shape;3902;p38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03" name="Google Shape;3903;p38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904" name="Google Shape;3904;p38"/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3905" name="Google Shape;3905;p38"/>
          <p:cNvGrpSpPr/>
          <p:nvPr/>
        </p:nvGrpSpPr>
        <p:grpSpPr>
          <a:xfrm rot="297357">
            <a:off x="7424472" y="1650477"/>
            <a:ext cx="2320919" cy="2112818"/>
            <a:chOff x="5701956" y="1773008"/>
            <a:chExt cx="2320919" cy="2112818"/>
          </a:xfrm>
        </p:grpSpPr>
        <p:grpSp>
          <p:nvGrpSpPr>
            <p:cNvPr id="3906" name="Google Shape;3906;p38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3907" name="Google Shape;3907;p38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3908" name="Google Shape;3908;p38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9" name="Google Shape;3909;p38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910" name="Google Shape;3910;p38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solidFill>
                <a:srgbClr val="A5A5A5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11" name="Google Shape;3911;p38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rgbClr val="A5A5A5"/>
            </a:solidFill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2" name="Google Shape;3912;p38"/>
          <p:cNvSpPr/>
          <p:nvPr/>
        </p:nvSpPr>
        <p:spPr>
          <a:xfrm rot="-3006092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13" name="Google Shape;3913;p38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3914" name="Google Shape;3914;p38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3915" name="Google Shape;3915;p38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16" name="Google Shape;3916;p38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3917" name="Google Shape;3917;p38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8" name="Google Shape;3918;p38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19" name="Google Shape;3919;p38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3920" name="Google Shape;3920;p38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3921" name="Google Shape;3921;p38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2" name="Google Shape;3922;p38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923" name="Google Shape;3923;p38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3924" name="Google Shape;3924;p38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5" name="Google Shape;3925;p38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6" name="Google Shape;3926;p38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927" name="Google Shape;3927;p38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3928" name="Google Shape;3928;p38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9" name="Google Shape;3929;p38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0" name="Google Shape;3930;p38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931" name="Google Shape;3931;p38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3932" name="Google Shape;3932;p38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3" name="Google Shape;3933;p38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4" name="Google Shape;3934;p38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935" name="Google Shape;3935;p38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3936" name="Google Shape;3936;p38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7" name="Google Shape;3937;p38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8" name="Google Shape;3938;p38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939" name="Google Shape;3939;p38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3940" name="Google Shape;3940;p38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1" name="Google Shape;3941;p38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42" name="Google Shape;3942;p38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3943" name="Google Shape;3943;p38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3944" name="Google Shape;3944;p38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3945" name="Google Shape;3945;p38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46" name="Google Shape;3946;p38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947" name="Google Shape;3947;p38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3948" name="Google Shape;3948;p38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3949" name="Google Shape;3949;p38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50" name="Google Shape;3950;p38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3951" name="Google Shape;3951;p38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3952" name="Google Shape;3952;p38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53" name="Google Shape;3953;p38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3954" name="Google Shape;3954;p38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3955" name="Google Shape;3955;p38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6" name="Google Shape;3956;p38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57" name="Google Shape;3957;p38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3958" name="Google Shape;3958;p38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9" name="Google Shape;3959;p38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0" name="Google Shape;3960;p38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61" name="Google Shape;3961;p38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62" name="Google Shape;3962;p38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3963" name="Google Shape;3963;p38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3964" name="Google Shape;3964;p38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5" name="Google Shape;3965;p38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966" name="Google Shape;3966;p38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67" name="Google Shape;3967;p38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3968" name="Google Shape;3968;p38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9" name="Google Shape;3969;p38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0" name="Google Shape;3970;p38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971" name="Google Shape;3971;p38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2" name="Google Shape;3972;p38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73" name="Google Shape;3973;p38"/>
          <p:cNvGrpSpPr/>
          <p:nvPr/>
        </p:nvGrpSpPr>
        <p:grpSpPr>
          <a:xfrm rot="10797357">
            <a:off x="8635342" y="2794982"/>
            <a:ext cx="2320919" cy="2112818"/>
            <a:chOff x="5701956" y="1773008"/>
            <a:chExt cx="2320919" cy="2112818"/>
          </a:xfrm>
        </p:grpSpPr>
        <p:grpSp>
          <p:nvGrpSpPr>
            <p:cNvPr id="3974" name="Google Shape;3974;p38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3975" name="Google Shape;3975;p38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3976" name="Google Shape;3976;p38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7" name="Google Shape;3977;p38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978" name="Google Shape;3978;p38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79" name="Google Shape;3979;p38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80" name="Google Shape;3980;p38"/>
          <p:cNvGrpSpPr/>
          <p:nvPr/>
        </p:nvGrpSpPr>
        <p:grpSpPr>
          <a:xfrm rot="600000">
            <a:off x="6352702" y="932651"/>
            <a:ext cx="2010277" cy="2036290"/>
            <a:chOff x="6243086" y="1135131"/>
            <a:chExt cx="2010277" cy="2036290"/>
          </a:xfrm>
        </p:grpSpPr>
        <p:grpSp>
          <p:nvGrpSpPr>
            <p:cNvPr id="3981" name="Google Shape;3981;p38"/>
            <p:cNvGrpSpPr/>
            <p:nvPr/>
          </p:nvGrpSpPr>
          <p:grpSpPr>
            <a:xfrm>
              <a:off x="6243086" y="1135131"/>
              <a:ext cx="2010277" cy="2036290"/>
              <a:chOff x="6243086" y="1135131"/>
              <a:chExt cx="2010277" cy="2036290"/>
            </a:xfrm>
          </p:grpSpPr>
          <p:grpSp>
            <p:nvGrpSpPr>
              <p:cNvPr id="3982" name="Google Shape;3982;p38"/>
              <p:cNvGrpSpPr/>
              <p:nvPr/>
            </p:nvGrpSpPr>
            <p:grpSpPr>
              <a:xfrm rot="785047">
                <a:off x="6414183" y="1301838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3983" name="Google Shape;3983;p38"/>
                <p:cNvGrpSpPr/>
                <p:nvPr/>
              </p:nvGrpSpPr>
              <p:grpSpPr>
                <a:xfrm>
                  <a:off x="5811486" y="1624311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3984" name="Google Shape;3984;p38"/>
                  <p:cNvGrpSpPr/>
                  <p:nvPr/>
                </p:nvGrpSpPr>
                <p:grpSpPr>
                  <a:xfrm rot="-3495342">
                    <a:off x="6006485" y="1890354"/>
                    <a:ext cx="1278085" cy="1170790"/>
                    <a:chOff x="5701956" y="1773008"/>
                    <a:chExt cx="2320919" cy="2112818"/>
                  </a:xfrm>
                </p:grpSpPr>
                <p:grpSp>
                  <p:nvGrpSpPr>
                    <p:cNvPr id="3985" name="Google Shape;3985;p38"/>
                    <p:cNvGrpSpPr/>
                    <p:nvPr/>
                  </p:nvGrpSpPr>
                  <p:grpSpPr>
                    <a:xfrm>
                      <a:off x="5701956" y="1773008"/>
                      <a:ext cx="2320919" cy="2112818"/>
                      <a:chOff x="5797343" y="2178392"/>
                      <a:chExt cx="2320919" cy="2112818"/>
                    </a:xfrm>
                  </p:grpSpPr>
                  <p:grpSp>
                    <p:nvGrpSpPr>
                      <p:cNvPr id="3986" name="Google Shape;3986;p38"/>
                      <p:cNvGrpSpPr/>
                      <p:nvPr/>
                    </p:nvGrpSpPr>
                    <p:grpSpPr>
                      <a:xfrm>
                        <a:off x="5797343" y="2178392"/>
                        <a:ext cx="2320919" cy="2112818"/>
                        <a:chOff x="5587545" y="1682358"/>
                        <a:chExt cx="2320919" cy="2112818"/>
                      </a:xfrm>
                    </p:grpSpPr>
                    <p:sp>
                      <p:nvSpPr>
                        <p:cNvPr id="3987" name="Google Shape;3987;p38"/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988" name="Google Shape;3988;p38"/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3989" name="Google Shape;3989;p38"/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3990" name="Google Shape;3990;p38"/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rgbClr val="A5A5A5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3991" name="Google Shape;3991;p38"/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992" name="Google Shape;3992;p38"/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993" name="Google Shape;3993;p38"/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94" name="Google Shape;3994;p38"/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95" name="Google Shape;3995;p38"/>
          <p:cNvSpPr txBox="1"/>
          <p:nvPr>
            <p:ph idx="1" type="subTitle"/>
          </p:nvPr>
        </p:nvSpPr>
        <p:spPr>
          <a:xfrm>
            <a:off x="363223" y="478971"/>
            <a:ext cx="3557898" cy="630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3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Cerrar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objeto sentido 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en sentido Antihorario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FF0000"/>
                </a:solidFill>
              </a:rPr>
              <a:t>Saltar al paso 6</a:t>
            </a:r>
            <a:endParaRPr/>
          </a:p>
        </p:txBody>
      </p:sp>
      <p:sp>
        <p:nvSpPr>
          <p:cNvPr id="3996" name="Google Shape;3996;p38"/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fmla="val 64585" name="adj1"/>
              <a:gd fmla="val 50000" name="adj2"/>
            </a:avLst>
          </a:pr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7" name="Google Shape;3997;p38"/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Posicionamiento punto de partida.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37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1" name="Shape 4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2" name="Google Shape;4002;p39"/>
          <p:cNvGrpSpPr/>
          <p:nvPr/>
        </p:nvGrpSpPr>
        <p:grpSpPr>
          <a:xfrm rot="5151436">
            <a:off x="5436172" y="1561945"/>
            <a:ext cx="575117" cy="1696572"/>
            <a:chOff x="3246065" y="2845317"/>
            <a:chExt cx="695654" cy="2073060"/>
          </a:xfrm>
        </p:grpSpPr>
        <p:grpSp>
          <p:nvGrpSpPr>
            <p:cNvPr id="4003" name="Google Shape;4003;p39"/>
            <p:cNvGrpSpPr/>
            <p:nvPr/>
          </p:nvGrpSpPr>
          <p:grpSpPr>
            <a:xfrm flipH="1">
              <a:off x="3246065" y="3839200"/>
              <a:ext cx="435993" cy="1079177"/>
              <a:chOff x="5739808" y="3702217"/>
              <a:chExt cx="352110" cy="854438"/>
            </a:xfrm>
          </p:grpSpPr>
          <p:grpSp>
            <p:nvGrpSpPr>
              <p:cNvPr id="4004" name="Google Shape;4004;p39"/>
              <p:cNvGrpSpPr/>
              <p:nvPr/>
            </p:nvGrpSpPr>
            <p:grpSpPr>
              <a:xfrm>
                <a:off x="5739808" y="3702217"/>
                <a:ext cx="319170" cy="506923"/>
                <a:chOff x="6097258" y="3701203"/>
                <a:chExt cx="319170" cy="506923"/>
              </a:xfrm>
            </p:grpSpPr>
            <p:sp>
              <p:nvSpPr>
                <p:cNvPr id="4005" name="Google Shape;4005;p39"/>
                <p:cNvSpPr/>
                <p:nvPr/>
              </p:nvSpPr>
              <p:spPr>
                <a:xfrm rot="-1077969">
                  <a:off x="6165919" y="3717694"/>
                  <a:ext cx="181848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06" name="Google Shape;4006;p39"/>
                <p:cNvSpPr/>
                <p:nvPr/>
              </p:nvSpPr>
              <p:spPr>
                <a:xfrm flipH="1" rot="655801">
                  <a:off x="6207416" y="3774548"/>
                  <a:ext cx="49476" cy="223589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07" name="Google Shape;4007;p39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8" name="Google Shape;4008;p39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9" name="Google Shape;4009;p39"/>
            <p:cNvGrpSpPr/>
            <p:nvPr/>
          </p:nvGrpSpPr>
          <p:grpSpPr>
            <a:xfrm flipH="1" rot="10800000">
              <a:off x="3505726" y="2845317"/>
              <a:ext cx="435993" cy="1070111"/>
              <a:chOff x="5739808" y="3709395"/>
              <a:chExt cx="352110" cy="847261"/>
            </a:xfrm>
          </p:grpSpPr>
          <p:grpSp>
            <p:nvGrpSpPr>
              <p:cNvPr id="4010" name="Google Shape;4010;p39"/>
              <p:cNvGrpSpPr/>
              <p:nvPr/>
            </p:nvGrpSpPr>
            <p:grpSpPr>
              <a:xfrm>
                <a:off x="5739808" y="3709395"/>
                <a:ext cx="296814" cy="499674"/>
                <a:chOff x="6097258" y="3708381"/>
                <a:chExt cx="296814" cy="499674"/>
              </a:xfrm>
            </p:grpSpPr>
            <p:sp>
              <p:nvSpPr>
                <p:cNvPr id="4011" name="Google Shape;4011;p39"/>
                <p:cNvSpPr/>
                <p:nvPr/>
              </p:nvSpPr>
              <p:spPr>
                <a:xfrm rot="-1077969">
                  <a:off x="6166492" y="3721247"/>
                  <a:ext cx="158346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12" name="Google Shape;4012;p39"/>
                <p:cNvSpPr/>
                <p:nvPr/>
              </p:nvSpPr>
              <p:spPr>
                <a:xfrm flipH="1" rot="231950">
                  <a:off x="6202247" y="3774966"/>
                  <a:ext cx="45719" cy="216078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13" name="Google Shape;4013;p39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4" name="Google Shape;4014;p39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15" name="Google Shape;4015;p39"/>
          <p:cNvGrpSpPr/>
          <p:nvPr/>
        </p:nvGrpSpPr>
        <p:grpSpPr>
          <a:xfrm rot="5151436">
            <a:off x="5371407" y="791349"/>
            <a:ext cx="580526" cy="1695846"/>
            <a:chOff x="2365817" y="2845869"/>
            <a:chExt cx="702197" cy="2072173"/>
          </a:xfrm>
        </p:grpSpPr>
        <p:grpSp>
          <p:nvGrpSpPr>
            <p:cNvPr id="4016" name="Google Shape;4016;p39"/>
            <p:cNvGrpSpPr/>
            <p:nvPr/>
          </p:nvGrpSpPr>
          <p:grpSpPr>
            <a:xfrm>
              <a:off x="2632021" y="3837706"/>
              <a:ext cx="435993" cy="1080336"/>
              <a:chOff x="5739807" y="3701299"/>
              <a:chExt cx="352111" cy="855357"/>
            </a:xfrm>
          </p:grpSpPr>
          <p:grpSp>
            <p:nvGrpSpPr>
              <p:cNvPr id="4017" name="Google Shape;4017;p39"/>
              <p:cNvGrpSpPr/>
              <p:nvPr/>
            </p:nvGrpSpPr>
            <p:grpSpPr>
              <a:xfrm>
                <a:off x="5739807" y="3701299"/>
                <a:ext cx="322028" cy="507850"/>
                <a:chOff x="6097257" y="3700285"/>
                <a:chExt cx="322028" cy="507850"/>
              </a:xfrm>
            </p:grpSpPr>
            <p:sp>
              <p:nvSpPr>
                <p:cNvPr id="4018" name="Google Shape;4018;p39"/>
                <p:cNvSpPr/>
                <p:nvPr/>
              </p:nvSpPr>
              <p:spPr>
                <a:xfrm rot="-1077969">
                  <a:off x="6165845" y="3717239"/>
                  <a:ext cx="184852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19" name="Google Shape;4019;p39"/>
                <p:cNvSpPr/>
                <p:nvPr/>
              </p:nvSpPr>
              <p:spPr>
                <a:xfrm flipH="1" rot="622646">
                  <a:off x="6207873" y="3795106"/>
                  <a:ext cx="46037" cy="203887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20" name="Google Shape;4020;p39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1" name="Google Shape;4021;p39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22" name="Google Shape;4022;p39"/>
            <p:cNvGrpSpPr/>
            <p:nvPr/>
          </p:nvGrpSpPr>
          <p:grpSpPr>
            <a:xfrm rot="10800000">
              <a:off x="2365817" y="2845869"/>
              <a:ext cx="435993" cy="1070111"/>
              <a:chOff x="5739808" y="3709395"/>
              <a:chExt cx="352110" cy="847261"/>
            </a:xfrm>
          </p:grpSpPr>
          <p:grpSp>
            <p:nvGrpSpPr>
              <p:cNvPr id="4023" name="Google Shape;4023;p39"/>
              <p:cNvGrpSpPr/>
              <p:nvPr/>
            </p:nvGrpSpPr>
            <p:grpSpPr>
              <a:xfrm>
                <a:off x="5739808" y="3709395"/>
                <a:ext cx="296814" cy="499674"/>
                <a:chOff x="6097258" y="3708381"/>
                <a:chExt cx="296814" cy="499674"/>
              </a:xfrm>
            </p:grpSpPr>
            <p:sp>
              <p:nvSpPr>
                <p:cNvPr id="4024" name="Google Shape;4024;p39"/>
                <p:cNvSpPr/>
                <p:nvPr/>
              </p:nvSpPr>
              <p:spPr>
                <a:xfrm rot="-1077969">
                  <a:off x="6166492" y="3721247"/>
                  <a:ext cx="158346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25" name="Google Shape;4025;p39"/>
                <p:cNvSpPr/>
                <p:nvPr/>
              </p:nvSpPr>
              <p:spPr>
                <a:xfrm flipH="1" rot="231950">
                  <a:off x="6202247" y="3774966"/>
                  <a:ext cx="45719" cy="216078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26" name="Google Shape;4026;p39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7" name="Google Shape;4027;p39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28" name="Google Shape;4028;p39"/>
          <p:cNvGrpSpPr/>
          <p:nvPr/>
        </p:nvGrpSpPr>
        <p:grpSpPr>
          <a:xfrm rot="5151436">
            <a:off x="5779040" y="1106875"/>
            <a:ext cx="796825" cy="1722615"/>
            <a:chOff x="5775707" y="2428623"/>
            <a:chExt cx="778396" cy="1666542"/>
          </a:xfrm>
        </p:grpSpPr>
        <p:grpSp>
          <p:nvGrpSpPr>
            <p:cNvPr id="4029" name="Google Shape;4029;p39"/>
            <p:cNvGrpSpPr/>
            <p:nvPr/>
          </p:nvGrpSpPr>
          <p:grpSpPr>
            <a:xfrm>
              <a:off x="5775707" y="2428623"/>
              <a:ext cx="778396" cy="1321607"/>
              <a:chOff x="5728098" y="3524079"/>
              <a:chExt cx="778396" cy="1321607"/>
            </a:xfrm>
          </p:grpSpPr>
          <p:grpSp>
            <p:nvGrpSpPr>
              <p:cNvPr id="4030" name="Google Shape;4030;p39"/>
              <p:cNvGrpSpPr/>
              <p:nvPr/>
            </p:nvGrpSpPr>
            <p:grpSpPr>
              <a:xfrm>
                <a:off x="5882065" y="3524079"/>
                <a:ext cx="468000" cy="773094"/>
                <a:chOff x="5755916" y="3285424"/>
                <a:chExt cx="468000" cy="773094"/>
              </a:xfrm>
            </p:grpSpPr>
            <p:sp>
              <p:nvSpPr>
                <p:cNvPr id="4031" name="Google Shape;4031;p39"/>
                <p:cNvSpPr/>
                <p:nvPr/>
              </p:nvSpPr>
              <p:spPr>
                <a:xfrm>
                  <a:off x="5755916" y="3285424"/>
                  <a:ext cx="468000" cy="468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032" name="Google Shape;4032;p39"/>
                <p:cNvGrpSpPr/>
                <p:nvPr/>
              </p:nvGrpSpPr>
              <p:grpSpPr>
                <a:xfrm>
                  <a:off x="5809916" y="3734518"/>
                  <a:ext cx="360000" cy="324000"/>
                  <a:chOff x="5827652" y="3885379"/>
                  <a:chExt cx="360000" cy="324000"/>
                </a:xfrm>
              </p:grpSpPr>
              <p:sp>
                <p:nvSpPr>
                  <p:cNvPr id="4033" name="Google Shape;4033;p39"/>
                  <p:cNvSpPr/>
                  <p:nvPr/>
                </p:nvSpPr>
                <p:spPr>
                  <a:xfrm>
                    <a:off x="5917652" y="3885379"/>
                    <a:ext cx="180000" cy="180000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34" name="Google Shape;4034;p39"/>
                  <p:cNvSpPr/>
                  <p:nvPr/>
                </p:nvSpPr>
                <p:spPr>
                  <a:xfrm>
                    <a:off x="5827652" y="4065379"/>
                    <a:ext cx="360000" cy="144000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035" name="Google Shape;4035;p39"/>
              <p:cNvGrpSpPr/>
              <p:nvPr/>
            </p:nvGrpSpPr>
            <p:grpSpPr>
              <a:xfrm>
                <a:off x="5728098" y="4268155"/>
                <a:ext cx="778396" cy="577531"/>
                <a:chOff x="5728098" y="4268155"/>
                <a:chExt cx="778396" cy="577531"/>
              </a:xfrm>
            </p:grpSpPr>
            <p:grpSp>
              <p:nvGrpSpPr>
                <p:cNvPr id="4036" name="Google Shape;4036;p39"/>
                <p:cNvGrpSpPr/>
                <p:nvPr/>
              </p:nvGrpSpPr>
              <p:grpSpPr>
                <a:xfrm>
                  <a:off x="5728098" y="4268155"/>
                  <a:ext cx="778396" cy="577531"/>
                  <a:chOff x="5728098" y="4268155"/>
                  <a:chExt cx="778396" cy="577531"/>
                </a:xfrm>
              </p:grpSpPr>
              <p:grpSp>
                <p:nvGrpSpPr>
                  <p:cNvPr id="4037" name="Google Shape;4037;p39"/>
                  <p:cNvGrpSpPr/>
                  <p:nvPr/>
                </p:nvGrpSpPr>
                <p:grpSpPr>
                  <a:xfrm>
                    <a:off x="5728098" y="4268155"/>
                    <a:ext cx="778396" cy="468000"/>
                    <a:chOff x="5728098" y="4268155"/>
                    <a:chExt cx="778396" cy="468000"/>
                  </a:xfrm>
                </p:grpSpPr>
                <p:sp>
                  <p:nvSpPr>
                    <p:cNvPr id="4038" name="Google Shape;4038;p39"/>
                    <p:cNvSpPr/>
                    <p:nvPr/>
                  </p:nvSpPr>
                  <p:spPr>
                    <a:xfrm>
                      <a:off x="5728098" y="4659003"/>
                      <a:ext cx="157695" cy="36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39" name="Google Shape;4039;p39"/>
                    <p:cNvSpPr/>
                    <p:nvPr/>
                  </p:nvSpPr>
                  <p:spPr>
                    <a:xfrm>
                      <a:off x="6348799" y="4661385"/>
                      <a:ext cx="157695" cy="36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40" name="Google Shape;4040;p39"/>
                    <p:cNvSpPr/>
                    <p:nvPr/>
                  </p:nvSpPr>
                  <p:spPr>
                    <a:xfrm>
                      <a:off x="5847296" y="4268155"/>
                      <a:ext cx="540000" cy="468000"/>
                    </a:xfrm>
                    <a:prstGeom prst="frame">
                      <a:avLst>
                        <a:gd fmla="val 7853" name="adj1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041" name="Google Shape;4041;p39"/>
                  <p:cNvGrpSpPr/>
                  <p:nvPr/>
                </p:nvGrpSpPr>
                <p:grpSpPr>
                  <a:xfrm>
                    <a:off x="5728099" y="4698144"/>
                    <a:ext cx="777647" cy="147542"/>
                    <a:chOff x="5728099" y="4698144"/>
                    <a:chExt cx="777647" cy="147542"/>
                  </a:xfrm>
                </p:grpSpPr>
                <p:sp>
                  <p:nvSpPr>
                    <p:cNvPr id="4042" name="Google Shape;4042;p39"/>
                    <p:cNvSpPr/>
                    <p:nvPr/>
                  </p:nvSpPr>
                  <p:spPr>
                    <a:xfrm>
                      <a:off x="5849450" y="4698833"/>
                      <a:ext cx="537845" cy="45719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43" name="Google Shape;4043;p39"/>
                    <p:cNvSpPr/>
                    <p:nvPr/>
                  </p:nvSpPr>
                  <p:spPr>
                    <a:xfrm>
                      <a:off x="5728099" y="4698144"/>
                      <a:ext cx="118291" cy="147542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44" name="Google Shape;4044;p39"/>
                    <p:cNvSpPr/>
                    <p:nvPr/>
                  </p:nvSpPr>
                  <p:spPr>
                    <a:xfrm>
                      <a:off x="6385142" y="4698144"/>
                      <a:ext cx="120604" cy="147542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4045" name="Google Shape;4045;p39"/>
                <p:cNvGrpSpPr/>
                <p:nvPr/>
              </p:nvGrpSpPr>
              <p:grpSpPr>
                <a:xfrm>
                  <a:off x="5969948" y="4385231"/>
                  <a:ext cx="300588" cy="306875"/>
                  <a:chOff x="6707431" y="4143645"/>
                  <a:chExt cx="398381" cy="433766"/>
                </a:xfrm>
              </p:grpSpPr>
              <p:sp>
                <p:nvSpPr>
                  <p:cNvPr id="4046" name="Google Shape;4046;p39"/>
                  <p:cNvSpPr/>
                  <p:nvPr/>
                </p:nvSpPr>
                <p:spPr>
                  <a:xfrm>
                    <a:off x="6708632" y="4255261"/>
                    <a:ext cx="396000" cy="216000"/>
                  </a:xfrm>
                  <a:prstGeom prst="rect">
                    <a:avLst/>
                  </a:prstGeom>
                  <a:solidFill>
                    <a:srgbClr val="59595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47" name="Google Shape;4047;p39"/>
                  <p:cNvSpPr/>
                  <p:nvPr/>
                </p:nvSpPr>
                <p:spPr>
                  <a:xfrm>
                    <a:off x="6709813" y="4143645"/>
                    <a:ext cx="395999" cy="108000"/>
                  </a:xfrm>
                  <a:prstGeom prst="rect">
                    <a:avLst/>
                  </a:prstGeom>
                  <a:solidFill>
                    <a:srgbClr val="D8D8D8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48" name="Google Shape;4048;p39"/>
                  <p:cNvSpPr/>
                  <p:nvPr/>
                </p:nvSpPr>
                <p:spPr>
                  <a:xfrm>
                    <a:off x="6707431" y="4469411"/>
                    <a:ext cx="396000" cy="108000"/>
                  </a:xfrm>
                  <a:prstGeom prst="rect">
                    <a:avLst/>
                  </a:prstGeom>
                  <a:solidFill>
                    <a:srgbClr val="D8D8D8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4049" name="Google Shape;4049;p39"/>
            <p:cNvSpPr/>
            <p:nvPr/>
          </p:nvSpPr>
          <p:spPr>
            <a:xfrm>
              <a:off x="6139226" y="3643061"/>
              <a:ext cx="45719" cy="452104"/>
            </a:xfrm>
            <a:prstGeom prst="rect">
              <a:avLst/>
            </a:prstGeom>
            <a:solidFill>
              <a:srgbClr val="A5A5A5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0" name="Google Shape;4050;p39"/>
          <p:cNvGrpSpPr/>
          <p:nvPr/>
        </p:nvGrpSpPr>
        <p:grpSpPr>
          <a:xfrm rot="5151436">
            <a:off x="5061129" y="1963320"/>
            <a:ext cx="796736" cy="112283"/>
            <a:chOff x="2676061" y="4093308"/>
            <a:chExt cx="963722" cy="137200"/>
          </a:xfrm>
        </p:grpSpPr>
        <p:sp>
          <p:nvSpPr>
            <p:cNvPr id="4051" name="Google Shape;4051;p39"/>
            <p:cNvSpPr/>
            <p:nvPr/>
          </p:nvSpPr>
          <p:spPr>
            <a:xfrm>
              <a:off x="3235261" y="4093308"/>
              <a:ext cx="72000" cy="360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52" name="Google Shape;4052;p39"/>
            <p:cNvGrpSpPr/>
            <p:nvPr/>
          </p:nvGrpSpPr>
          <p:grpSpPr>
            <a:xfrm>
              <a:off x="2676061" y="4130452"/>
              <a:ext cx="963722" cy="100056"/>
              <a:chOff x="2676061" y="4130452"/>
              <a:chExt cx="963722" cy="100056"/>
            </a:xfrm>
          </p:grpSpPr>
          <p:grpSp>
            <p:nvGrpSpPr>
              <p:cNvPr id="4053" name="Google Shape;4053;p39"/>
              <p:cNvGrpSpPr/>
              <p:nvPr/>
            </p:nvGrpSpPr>
            <p:grpSpPr>
              <a:xfrm>
                <a:off x="2676061" y="4130452"/>
                <a:ext cx="963722" cy="75413"/>
                <a:chOff x="5775048" y="3892549"/>
                <a:chExt cx="778309" cy="59708"/>
              </a:xfrm>
            </p:grpSpPr>
            <p:sp>
              <p:nvSpPr>
                <p:cNvPr id="4054" name="Google Shape;4054;p39"/>
                <p:cNvSpPr/>
                <p:nvPr/>
              </p:nvSpPr>
              <p:spPr>
                <a:xfrm rot="-5400000">
                  <a:off x="6134348" y="3533249"/>
                  <a:ext cx="59708" cy="77830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5" name="Google Shape;4055;p39"/>
                <p:cNvSpPr/>
                <p:nvPr/>
              </p:nvSpPr>
              <p:spPr>
                <a:xfrm>
                  <a:off x="5845735" y="3901330"/>
                  <a:ext cx="36000" cy="36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6" name="Google Shape;4056;p39"/>
                <p:cNvSpPr/>
                <p:nvPr/>
              </p:nvSpPr>
              <p:spPr>
                <a:xfrm>
                  <a:off x="6446633" y="3904500"/>
                  <a:ext cx="36000" cy="36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57" name="Google Shape;4057;p39"/>
              <p:cNvSpPr/>
              <p:nvPr/>
            </p:nvSpPr>
            <p:spPr>
              <a:xfrm>
                <a:off x="3012721" y="4194508"/>
                <a:ext cx="72000" cy="36000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58" name="Google Shape;4058;p39"/>
          <p:cNvGrpSpPr/>
          <p:nvPr/>
        </p:nvGrpSpPr>
        <p:grpSpPr>
          <a:xfrm rot="297357">
            <a:off x="7424472" y="1650477"/>
            <a:ext cx="2320919" cy="2112818"/>
            <a:chOff x="5701956" y="1773008"/>
            <a:chExt cx="2320919" cy="2112818"/>
          </a:xfrm>
        </p:grpSpPr>
        <p:grpSp>
          <p:nvGrpSpPr>
            <p:cNvPr id="4059" name="Google Shape;4059;p39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4060" name="Google Shape;4060;p39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4061" name="Google Shape;4061;p39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2" name="Google Shape;4062;p39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063" name="Google Shape;4063;p39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solidFill>
                <a:srgbClr val="A5A5A5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64" name="Google Shape;4064;p39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rgbClr val="A5A5A5"/>
            </a:solidFill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65" name="Google Shape;4065;p39"/>
          <p:cNvSpPr/>
          <p:nvPr/>
        </p:nvSpPr>
        <p:spPr>
          <a:xfrm rot="-3006092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66" name="Google Shape;4066;p39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4067" name="Google Shape;4067;p39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4068" name="Google Shape;4068;p39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69" name="Google Shape;4069;p39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4070" name="Google Shape;4070;p39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71" name="Google Shape;4071;p39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072" name="Google Shape;4072;p39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4073" name="Google Shape;4073;p39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4074" name="Google Shape;4074;p39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75" name="Google Shape;4075;p39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76" name="Google Shape;4076;p39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4077" name="Google Shape;4077;p39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78" name="Google Shape;4078;p39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79" name="Google Shape;4079;p39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80" name="Google Shape;4080;p39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4081" name="Google Shape;4081;p39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2" name="Google Shape;4082;p39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3" name="Google Shape;4083;p39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84" name="Google Shape;4084;p39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4085" name="Google Shape;4085;p39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6" name="Google Shape;4086;p39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7" name="Google Shape;4087;p39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88" name="Google Shape;4088;p39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4089" name="Google Shape;4089;p39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90" name="Google Shape;4090;p39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91" name="Google Shape;4091;p39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092" name="Google Shape;4092;p39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4093" name="Google Shape;4093;p39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4" name="Google Shape;4094;p39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95" name="Google Shape;4095;p39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4096" name="Google Shape;4096;p39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4097" name="Google Shape;4097;p39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4098" name="Google Shape;4098;p39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99" name="Google Shape;4099;p39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00" name="Google Shape;4100;p39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4101" name="Google Shape;4101;p39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4102" name="Google Shape;4102;p39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03" name="Google Shape;4103;p39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104" name="Google Shape;4104;p39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4105" name="Google Shape;4105;p39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06" name="Google Shape;4106;p39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4107" name="Google Shape;4107;p39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4108" name="Google Shape;4108;p39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09" name="Google Shape;4109;p39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110" name="Google Shape;4110;p39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4111" name="Google Shape;4111;p39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2" name="Google Shape;4112;p39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3" name="Google Shape;4113;p39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14" name="Google Shape;4114;p39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15" name="Google Shape;4115;p39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4116" name="Google Shape;4116;p39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4117" name="Google Shape;4117;p39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8" name="Google Shape;4118;p39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19" name="Google Shape;4119;p39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20" name="Google Shape;4120;p39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4121" name="Google Shape;4121;p39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2" name="Google Shape;4122;p39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3" name="Google Shape;4123;p39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24" name="Google Shape;4124;p39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5" name="Google Shape;4125;p39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26" name="Google Shape;4126;p39"/>
          <p:cNvGrpSpPr/>
          <p:nvPr/>
        </p:nvGrpSpPr>
        <p:grpSpPr>
          <a:xfrm rot="10797357">
            <a:off x="8635342" y="2794982"/>
            <a:ext cx="2320919" cy="2112818"/>
            <a:chOff x="5701956" y="1773008"/>
            <a:chExt cx="2320919" cy="2112818"/>
          </a:xfrm>
        </p:grpSpPr>
        <p:grpSp>
          <p:nvGrpSpPr>
            <p:cNvPr id="4127" name="Google Shape;4127;p39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4128" name="Google Shape;4128;p39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4129" name="Google Shape;4129;p39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30" name="Google Shape;4130;p39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31" name="Google Shape;4131;p39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32" name="Google Shape;4132;p39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3" name="Google Shape;4133;p39"/>
          <p:cNvGrpSpPr/>
          <p:nvPr/>
        </p:nvGrpSpPr>
        <p:grpSpPr>
          <a:xfrm rot="600000">
            <a:off x="6352702" y="932651"/>
            <a:ext cx="2010277" cy="2036290"/>
            <a:chOff x="6243086" y="1135131"/>
            <a:chExt cx="2010277" cy="2036290"/>
          </a:xfrm>
        </p:grpSpPr>
        <p:grpSp>
          <p:nvGrpSpPr>
            <p:cNvPr id="4134" name="Google Shape;4134;p39"/>
            <p:cNvGrpSpPr/>
            <p:nvPr/>
          </p:nvGrpSpPr>
          <p:grpSpPr>
            <a:xfrm>
              <a:off x="6243086" y="1135131"/>
              <a:ext cx="2010277" cy="2036290"/>
              <a:chOff x="6243086" y="1135131"/>
              <a:chExt cx="2010277" cy="2036290"/>
            </a:xfrm>
          </p:grpSpPr>
          <p:grpSp>
            <p:nvGrpSpPr>
              <p:cNvPr id="4135" name="Google Shape;4135;p39"/>
              <p:cNvGrpSpPr/>
              <p:nvPr/>
            </p:nvGrpSpPr>
            <p:grpSpPr>
              <a:xfrm rot="785047">
                <a:off x="6414183" y="1301838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4136" name="Google Shape;4136;p39"/>
                <p:cNvGrpSpPr/>
                <p:nvPr/>
              </p:nvGrpSpPr>
              <p:grpSpPr>
                <a:xfrm>
                  <a:off x="5811486" y="1624311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4137" name="Google Shape;4137;p39"/>
                  <p:cNvGrpSpPr/>
                  <p:nvPr/>
                </p:nvGrpSpPr>
                <p:grpSpPr>
                  <a:xfrm rot="-3495342">
                    <a:off x="6006485" y="1890354"/>
                    <a:ext cx="1278085" cy="1170790"/>
                    <a:chOff x="5701956" y="1773008"/>
                    <a:chExt cx="2320919" cy="2112818"/>
                  </a:xfrm>
                </p:grpSpPr>
                <p:grpSp>
                  <p:nvGrpSpPr>
                    <p:cNvPr id="4138" name="Google Shape;4138;p39"/>
                    <p:cNvGrpSpPr/>
                    <p:nvPr/>
                  </p:nvGrpSpPr>
                  <p:grpSpPr>
                    <a:xfrm>
                      <a:off x="5701956" y="1773008"/>
                      <a:ext cx="2320919" cy="2112818"/>
                      <a:chOff x="5797343" y="2178392"/>
                      <a:chExt cx="2320919" cy="2112818"/>
                    </a:xfrm>
                  </p:grpSpPr>
                  <p:grpSp>
                    <p:nvGrpSpPr>
                      <p:cNvPr id="4139" name="Google Shape;4139;p39"/>
                      <p:cNvGrpSpPr/>
                      <p:nvPr/>
                    </p:nvGrpSpPr>
                    <p:grpSpPr>
                      <a:xfrm>
                        <a:off x="5797343" y="2178392"/>
                        <a:ext cx="2320919" cy="2112818"/>
                        <a:chOff x="5587545" y="1682358"/>
                        <a:chExt cx="2320919" cy="2112818"/>
                      </a:xfrm>
                    </p:grpSpPr>
                    <p:sp>
                      <p:nvSpPr>
                        <p:cNvPr id="4140" name="Google Shape;4140;p39"/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141" name="Google Shape;4141;p39"/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4142" name="Google Shape;4142;p39"/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143" name="Google Shape;4143;p39"/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rgbClr val="A5A5A5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144" name="Google Shape;4144;p39"/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145" name="Google Shape;4145;p39"/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46" name="Google Shape;4146;p39"/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47" name="Google Shape;4147;p39"/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48" name="Google Shape;4148;p39"/>
          <p:cNvSpPr txBox="1"/>
          <p:nvPr>
            <p:ph idx="1" type="subTitle"/>
          </p:nvPr>
        </p:nvSpPr>
        <p:spPr>
          <a:xfrm>
            <a:off x="363223" y="478971"/>
            <a:ext cx="3557898" cy="630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3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Cerrar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objeto sentido 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en sentido Antihorario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FF0000"/>
                </a:solidFill>
              </a:rPr>
              <a:t>Saltar al paso 6</a:t>
            </a:r>
            <a:endParaRPr/>
          </a:p>
        </p:txBody>
      </p:sp>
      <p:sp>
        <p:nvSpPr>
          <p:cNvPr id="4149" name="Google Shape;4149;p39"/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fmla="val 64585" name="adj1"/>
              <a:gd fmla="val 50000" name="adj2"/>
            </a:avLst>
          </a:pr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0" name="Google Shape;4150;p39"/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Posicionamiento punto de partida.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40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40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4" name="Shape 4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5" name="Google Shape;4155;p40"/>
          <p:cNvGrpSpPr/>
          <p:nvPr/>
        </p:nvGrpSpPr>
        <p:grpSpPr>
          <a:xfrm rot="3960000">
            <a:off x="5436172" y="1561945"/>
            <a:ext cx="575117" cy="1696572"/>
            <a:chOff x="3246065" y="2845317"/>
            <a:chExt cx="695654" cy="2073060"/>
          </a:xfrm>
        </p:grpSpPr>
        <p:grpSp>
          <p:nvGrpSpPr>
            <p:cNvPr id="4156" name="Google Shape;4156;p40"/>
            <p:cNvGrpSpPr/>
            <p:nvPr/>
          </p:nvGrpSpPr>
          <p:grpSpPr>
            <a:xfrm flipH="1">
              <a:off x="3246065" y="3839200"/>
              <a:ext cx="435993" cy="1079177"/>
              <a:chOff x="5739808" y="3702217"/>
              <a:chExt cx="352110" cy="854438"/>
            </a:xfrm>
          </p:grpSpPr>
          <p:grpSp>
            <p:nvGrpSpPr>
              <p:cNvPr id="4157" name="Google Shape;4157;p40"/>
              <p:cNvGrpSpPr/>
              <p:nvPr/>
            </p:nvGrpSpPr>
            <p:grpSpPr>
              <a:xfrm>
                <a:off x="5739808" y="3702217"/>
                <a:ext cx="319170" cy="506923"/>
                <a:chOff x="6097258" y="3701203"/>
                <a:chExt cx="319170" cy="506923"/>
              </a:xfrm>
            </p:grpSpPr>
            <p:sp>
              <p:nvSpPr>
                <p:cNvPr id="4158" name="Google Shape;4158;p40"/>
                <p:cNvSpPr/>
                <p:nvPr/>
              </p:nvSpPr>
              <p:spPr>
                <a:xfrm rot="-1077969">
                  <a:off x="6165919" y="3717694"/>
                  <a:ext cx="181848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59" name="Google Shape;4159;p40"/>
                <p:cNvSpPr/>
                <p:nvPr/>
              </p:nvSpPr>
              <p:spPr>
                <a:xfrm flipH="1" rot="655801">
                  <a:off x="6207416" y="3774548"/>
                  <a:ext cx="49476" cy="223589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60" name="Google Shape;4160;p40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1" name="Google Shape;4161;p40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62" name="Google Shape;4162;p40"/>
            <p:cNvGrpSpPr/>
            <p:nvPr/>
          </p:nvGrpSpPr>
          <p:grpSpPr>
            <a:xfrm flipH="1" rot="10800000">
              <a:off x="3505726" y="2845317"/>
              <a:ext cx="435993" cy="1070111"/>
              <a:chOff x="5739808" y="3709395"/>
              <a:chExt cx="352110" cy="847261"/>
            </a:xfrm>
          </p:grpSpPr>
          <p:grpSp>
            <p:nvGrpSpPr>
              <p:cNvPr id="4163" name="Google Shape;4163;p40"/>
              <p:cNvGrpSpPr/>
              <p:nvPr/>
            </p:nvGrpSpPr>
            <p:grpSpPr>
              <a:xfrm>
                <a:off x="5739808" y="3709395"/>
                <a:ext cx="296814" cy="499674"/>
                <a:chOff x="6097258" y="3708381"/>
                <a:chExt cx="296814" cy="499674"/>
              </a:xfrm>
            </p:grpSpPr>
            <p:sp>
              <p:nvSpPr>
                <p:cNvPr id="4164" name="Google Shape;4164;p40"/>
                <p:cNvSpPr/>
                <p:nvPr/>
              </p:nvSpPr>
              <p:spPr>
                <a:xfrm rot="-1077969">
                  <a:off x="6166492" y="3721247"/>
                  <a:ext cx="158346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5" name="Google Shape;4165;p40"/>
                <p:cNvSpPr/>
                <p:nvPr/>
              </p:nvSpPr>
              <p:spPr>
                <a:xfrm flipH="1" rot="231950">
                  <a:off x="6202247" y="3774966"/>
                  <a:ext cx="45719" cy="216078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66" name="Google Shape;4166;p40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7" name="Google Shape;4167;p40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68" name="Google Shape;4168;p40"/>
          <p:cNvGrpSpPr/>
          <p:nvPr/>
        </p:nvGrpSpPr>
        <p:grpSpPr>
          <a:xfrm rot="6360000">
            <a:off x="5371407" y="791349"/>
            <a:ext cx="580526" cy="1695846"/>
            <a:chOff x="2365817" y="2845869"/>
            <a:chExt cx="702197" cy="2072173"/>
          </a:xfrm>
        </p:grpSpPr>
        <p:grpSp>
          <p:nvGrpSpPr>
            <p:cNvPr id="4169" name="Google Shape;4169;p40"/>
            <p:cNvGrpSpPr/>
            <p:nvPr/>
          </p:nvGrpSpPr>
          <p:grpSpPr>
            <a:xfrm>
              <a:off x="2632021" y="3837706"/>
              <a:ext cx="435993" cy="1080336"/>
              <a:chOff x="5739807" y="3701299"/>
              <a:chExt cx="352111" cy="855357"/>
            </a:xfrm>
          </p:grpSpPr>
          <p:grpSp>
            <p:nvGrpSpPr>
              <p:cNvPr id="4170" name="Google Shape;4170;p40"/>
              <p:cNvGrpSpPr/>
              <p:nvPr/>
            </p:nvGrpSpPr>
            <p:grpSpPr>
              <a:xfrm>
                <a:off x="5739807" y="3701299"/>
                <a:ext cx="322028" cy="507850"/>
                <a:chOff x="6097257" y="3700285"/>
                <a:chExt cx="322028" cy="507850"/>
              </a:xfrm>
            </p:grpSpPr>
            <p:sp>
              <p:nvSpPr>
                <p:cNvPr id="4171" name="Google Shape;4171;p40"/>
                <p:cNvSpPr/>
                <p:nvPr/>
              </p:nvSpPr>
              <p:spPr>
                <a:xfrm rot="-1077969">
                  <a:off x="6165845" y="3717239"/>
                  <a:ext cx="184852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72" name="Google Shape;4172;p40"/>
                <p:cNvSpPr/>
                <p:nvPr/>
              </p:nvSpPr>
              <p:spPr>
                <a:xfrm flipH="1" rot="622646">
                  <a:off x="6207873" y="3795106"/>
                  <a:ext cx="46037" cy="203887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73" name="Google Shape;4173;p40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4" name="Google Shape;4174;p40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75" name="Google Shape;4175;p40"/>
            <p:cNvGrpSpPr/>
            <p:nvPr/>
          </p:nvGrpSpPr>
          <p:grpSpPr>
            <a:xfrm rot="10800000">
              <a:off x="2365817" y="2845869"/>
              <a:ext cx="435993" cy="1070111"/>
              <a:chOff x="5739808" y="3709395"/>
              <a:chExt cx="352110" cy="847261"/>
            </a:xfrm>
          </p:grpSpPr>
          <p:grpSp>
            <p:nvGrpSpPr>
              <p:cNvPr id="4176" name="Google Shape;4176;p40"/>
              <p:cNvGrpSpPr/>
              <p:nvPr/>
            </p:nvGrpSpPr>
            <p:grpSpPr>
              <a:xfrm>
                <a:off x="5739808" y="3709395"/>
                <a:ext cx="296814" cy="499674"/>
                <a:chOff x="6097258" y="3708381"/>
                <a:chExt cx="296814" cy="499674"/>
              </a:xfrm>
            </p:grpSpPr>
            <p:sp>
              <p:nvSpPr>
                <p:cNvPr id="4177" name="Google Shape;4177;p40"/>
                <p:cNvSpPr/>
                <p:nvPr/>
              </p:nvSpPr>
              <p:spPr>
                <a:xfrm rot="-1077969">
                  <a:off x="6166492" y="3721247"/>
                  <a:ext cx="158346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78" name="Google Shape;4178;p40"/>
                <p:cNvSpPr/>
                <p:nvPr/>
              </p:nvSpPr>
              <p:spPr>
                <a:xfrm flipH="1" rot="231950">
                  <a:off x="6202247" y="3774966"/>
                  <a:ext cx="45719" cy="216078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79" name="Google Shape;4179;p40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0" name="Google Shape;4180;p40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81" name="Google Shape;4181;p40"/>
          <p:cNvGrpSpPr/>
          <p:nvPr/>
        </p:nvGrpSpPr>
        <p:grpSpPr>
          <a:xfrm rot="5151436">
            <a:off x="5779040" y="1106875"/>
            <a:ext cx="796825" cy="1722615"/>
            <a:chOff x="5775707" y="2428623"/>
            <a:chExt cx="778396" cy="1666542"/>
          </a:xfrm>
        </p:grpSpPr>
        <p:grpSp>
          <p:nvGrpSpPr>
            <p:cNvPr id="4182" name="Google Shape;4182;p40"/>
            <p:cNvGrpSpPr/>
            <p:nvPr/>
          </p:nvGrpSpPr>
          <p:grpSpPr>
            <a:xfrm>
              <a:off x="5775707" y="2428623"/>
              <a:ext cx="778396" cy="1321607"/>
              <a:chOff x="5728098" y="3524079"/>
              <a:chExt cx="778396" cy="1321607"/>
            </a:xfrm>
          </p:grpSpPr>
          <p:grpSp>
            <p:nvGrpSpPr>
              <p:cNvPr id="4183" name="Google Shape;4183;p40"/>
              <p:cNvGrpSpPr/>
              <p:nvPr/>
            </p:nvGrpSpPr>
            <p:grpSpPr>
              <a:xfrm>
                <a:off x="5882065" y="3524079"/>
                <a:ext cx="468000" cy="773094"/>
                <a:chOff x="5755916" y="3285424"/>
                <a:chExt cx="468000" cy="773094"/>
              </a:xfrm>
            </p:grpSpPr>
            <p:sp>
              <p:nvSpPr>
                <p:cNvPr id="4184" name="Google Shape;4184;p40"/>
                <p:cNvSpPr/>
                <p:nvPr/>
              </p:nvSpPr>
              <p:spPr>
                <a:xfrm>
                  <a:off x="5755916" y="3285424"/>
                  <a:ext cx="468000" cy="468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85" name="Google Shape;4185;p40"/>
                <p:cNvGrpSpPr/>
                <p:nvPr/>
              </p:nvGrpSpPr>
              <p:grpSpPr>
                <a:xfrm>
                  <a:off x="5809916" y="3734518"/>
                  <a:ext cx="360000" cy="324000"/>
                  <a:chOff x="5827652" y="3885379"/>
                  <a:chExt cx="360000" cy="324000"/>
                </a:xfrm>
              </p:grpSpPr>
              <p:sp>
                <p:nvSpPr>
                  <p:cNvPr id="4186" name="Google Shape;4186;p40"/>
                  <p:cNvSpPr/>
                  <p:nvPr/>
                </p:nvSpPr>
                <p:spPr>
                  <a:xfrm>
                    <a:off x="5917652" y="3885379"/>
                    <a:ext cx="180000" cy="180000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87" name="Google Shape;4187;p40"/>
                  <p:cNvSpPr/>
                  <p:nvPr/>
                </p:nvSpPr>
                <p:spPr>
                  <a:xfrm>
                    <a:off x="5827652" y="4065379"/>
                    <a:ext cx="360000" cy="144000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88" name="Google Shape;4188;p40"/>
              <p:cNvGrpSpPr/>
              <p:nvPr/>
            </p:nvGrpSpPr>
            <p:grpSpPr>
              <a:xfrm>
                <a:off x="5728098" y="4268155"/>
                <a:ext cx="778396" cy="577531"/>
                <a:chOff x="5728098" y="4268155"/>
                <a:chExt cx="778396" cy="577531"/>
              </a:xfrm>
            </p:grpSpPr>
            <p:grpSp>
              <p:nvGrpSpPr>
                <p:cNvPr id="4189" name="Google Shape;4189;p40"/>
                <p:cNvGrpSpPr/>
                <p:nvPr/>
              </p:nvGrpSpPr>
              <p:grpSpPr>
                <a:xfrm>
                  <a:off x="5728098" y="4268155"/>
                  <a:ext cx="778396" cy="577531"/>
                  <a:chOff x="5728098" y="4268155"/>
                  <a:chExt cx="778396" cy="577531"/>
                </a:xfrm>
              </p:grpSpPr>
              <p:grpSp>
                <p:nvGrpSpPr>
                  <p:cNvPr id="4190" name="Google Shape;4190;p40"/>
                  <p:cNvGrpSpPr/>
                  <p:nvPr/>
                </p:nvGrpSpPr>
                <p:grpSpPr>
                  <a:xfrm>
                    <a:off x="5728098" y="4268155"/>
                    <a:ext cx="778396" cy="468000"/>
                    <a:chOff x="5728098" y="4268155"/>
                    <a:chExt cx="778396" cy="468000"/>
                  </a:xfrm>
                </p:grpSpPr>
                <p:sp>
                  <p:nvSpPr>
                    <p:cNvPr id="4191" name="Google Shape;4191;p40"/>
                    <p:cNvSpPr/>
                    <p:nvPr/>
                  </p:nvSpPr>
                  <p:spPr>
                    <a:xfrm>
                      <a:off x="5728098" y="4659003"/>
                      <a:ext cx="157695" cy="36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92" name="Google Shape;4192;p40"/>
                    <p:cNvSpPr/>
                    <p:nvPr/>
                  </p:nvSpPr>
                  <p:spPr>
                    <a:xfrm>
                      <a:off x="6348799" y="4661385"/>
                      <a:ext cx="157695" cy="36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93" name="Google Shape;4193;p40"/>
                    <p:cNvSpPr/>
                    <p:nvPr/>
                  </p:nvSpPr>
                  <p:spPr>
                    <a:xfrm>
                      <a:off x="5847296" y="4268155"/>
                      <a:ext cx="540000" cy="468000"/>
                    </a:xfrm>
                    <a:prstGeom prst="frame">
                      <a:avLst>
                        <a:gd fmla="val 7853" name="adj1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194" name="Google Shape;4194;p40"/>
                  <p:cNvGrpSpPr/>
                  <p:nvPr/>
                </p:nvGrpSpPr>
                <p:grpSpPr>
                  <a:xfrm>
                    <a:off x="5728099" y="4698144"/>
                    <a:ext cx="777647" cy="147542"/>
                    <a:chOff x="5728099" y="4698144"/>
                    <a:chExt cx="777647" cy="147542"/>
                  </a:xfrm>
                </p:grpSpPr>
                <p:sp>
                  <p:nvSpPr>
                    <p:cNvPr id="4195" name="Google Shape;4195;p40"/>
                    <p:cNvSpPr/>
                    <p:nvPr/>
                  </p:nvSpPr>
                  <p:spPr>
                    <a:xfrm>
                      <a:off x="5849450" y="4698833"/>
                      <a:ext cx="537845" cy="45719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96" name="Google Shape;4196;p40"/>
                    <p:cNvSpPr/>
                    <p:nvPr/>
                  </p:nvSpPr>
                  <p:spPr>
                    <a:xfrm>
                      <a:off x="5728099" y="4698144"/>
                      <a:ext cx="118291" cy="147542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97" name="Google Shape;4197;p40"/>
                    <p:cNvSpPr/>
                    <p:nvPr/>
                  </p:nvSpPr>
                  <p:spPr>
                    <a:xfrm>
                      <a:off x="6385142" y="4698144"/>
                      <a:ext cx="120604" cy="147542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4198" name="Google Shape;4198;p40"/>
                <p:cNvGrpSpPr/>
                <p:nvPr/>
              </p:nvGrpSpPr>
              <p:grpSpPr>
                <a:xfrm>
                  <a:off x="5969948" y="4385231"/>
                  <a:ext cx="300588" cy="306875"/>
                  <a:chOff x="6707431" y="4143645"/>
                  <a:chExt cx="398381" cy="433766"/>
                </a:xfrm>
              </p:grpSpPr>
              <p:sp>
                <p:nvSpPr>
                  <p:cNvPr id="4199" name="Google Shape;4199;p40"/>
                  <p:cNvSpPr/>
                  <p:nvPr/>
                </p:nvSpPr>
                <p:spPr>
                  <a:xfrm>
                    <a:off x="6708632" y="4255261"/>
                    <a:ext cx="396000" cy="216000"/>
                  </a:xfrm>
                  <a:prstGeom prst="rect">
                    <a:avLst/>
                  </a:prstGeom>
                  <a:solidFill>
                    <a:srgbClr val="59595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00" name="Google Shape;4200;p40"/>
                  <p:cNvSpPr/>
                  <p:nvPr/>
                </p:nvSpPr>
                <p:spPr>
                  <a:xfrm>
                    <a:off x="6709813" y="4143645"/>
                    <a:ext cx="395999" cy="108000"/>
                  </a:xfrm>
                  <a:prstGeom prst="rect">
                    <a:avLst/>
                  </a:prstGeom>
                  <a:solidFill>
                    <a:srgbClr val="D8D8D8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01" name="Google Shape;4201;p40"/>
                  <p:cNvSpPr/>
                  <p:nvPr/>
                </p:nvSpPr>
                <p:spPr>
                  <a:xfrm>
                    <a:off x="6707431" y="4469411"/>
                    <a:ext cx="396000" cy="108000"/>
                  </a:xfrm>
                  <a:prstGeom prst="rect">
                    <a:avLst/>
                  </a:prstGeom>
                  <a:solidFill>
                    <a:srgbClr val="D8D8D8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4202" name="Google Shape;4202;p40"/>
            <p:cNvSpPr/>
            <p:nvPr/>
          </p:nvSpPr>
          <p:spPr>
            <a:xfrm>
              <a:off x="6139226" y="3643061"/>
              <a:ext cx="45719" cy="452104"/>
            </a:xfrm>
            <a:prstGeom prst="rect">
              <a:avLst/>
            </a:prstGeom>
            <a:solidFill>
              <a:srgbClr val="A5A5A5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03" name="Google Shape;4203;p40"/>
          <p:cNvGrpSpPr/>
          <p:nvPr/>
        </p:nvGrpSpPr>
        <p:grpSpPr>
          <a:xfrm rot="5151436">
            <a:off x="5213985" y="1962553"/>
            <a:ext cx="796736" cy="112283"/>
            <a:chOff x="2676061" y="4093308"/>
            <a:chExt cx="963722" cy="137200"/>
          </a:xfrm>
        </p:grpSpPr>
        <p:sp>
          <p:nvSpPr>
            <p:cNvPr id="4204" name="Google Shape;4204;p40"/>
            <p:cNvSpPr/>
            <p:nvPr/>
          </p:nvSpPr>
          <p:spPr>
            <a:xfrm>
              <a:off x="3235261" y="4093308"/>
              <a:ext cx="72000" cy="360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05" name="Google Shape;4205;p40"/>
            <p:cNvGrpSpPr/>
            <p:nvPr/>
          </p:nvGrpSpPr>
          <p:grpSpPr>
            <a:xfrm>
              <a:off x="2676061" y="4130452"/>
              <a:ext cx="963722" cy="100056"/>
              <a:chOff x="2676061" y="4130452"/>
              <a:chExt cx="963722" cy="100056"/>
            </a:xfrm>
          </p:grpSpPr>
          <p:grpSp>
            <p:nvGrpSpPr>
              <p:cNvPr id="4206" name="Google Shape;4206;p40"/>
              <p:cNvGrpSpPr/>
              <p:nvPr/>
            </p:nvGrpSpPr>
            <p:grpSpPr>
              <a:xfrm>
                <a:off x="2676061" y="4130452"/>
                <a:ext cx="963722" cy="75413"/>
                <a:chOff x="5775048" y="3892549"/>
                <a:chExt cx="778309" cy="59708"/>
              </a:xfrm>
            </p:grpSpPr>
            <p:sp>
              <p:nvSpPr>
                <p:cNvPr id="4207" name="Google Shape;4207;p40"/>
                <p:cNvSpPr/>
                <p:nvPr/>
              </p:nvSpPr>
              <p:spPr>
                <a:xfrm rot="-5400000">
                  <a:off x="6134348" y="3533249"/>
                  <a:ext cx="59708" cy="77830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8" name="Google Shape;4208;p40"/>
                <p:cNvSpPr/>
                <p:nvPr/>
              </p:nvSpPr>
              <p:spPr>
                <a:xfrm>
                  <a:off x="5845735" y="3901330"/>
                  <a:ext cx="36000" cy="36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9" name="Google Shape;4209;p40"/>
                <p:cNvSpPr/>
                <p:nvPr/>
              </p:nvSpPr>
              <p:spPr>
                <a:xfrm>
                  <a:off x="6446633" y="3904500"/>
                  <a:ext cx="36000" cy="36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10" name="Google Shape;4210;p40"/>
              <p:cNvSpPr/>
              <p:nvPr/>
            </p:nvSpPr>
            <p:spPr>
              <a:xfrm>
                <a:off x="3012721" y="4194508"/>
                <a:ext cx="72000" cy="36000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11" name="Google Shape;4211;p40"/>
          <p:cNvGrpSpPr/>
          <p:nvPr/>
        </p:nvGrpSpPr>
        <p:grpSpPr>
          <a:xfrm rot="297357">
            <a:off x="7424472" y="1650477"/>
            <a:ext cx="2320919" cy="2112818"/>
            <a:chOff x="5701956" y="1773008"/>
            <a:chExt cx="2320919" cy="2112818"/>
          </a:xfrm>
        </p:grpSpPr>
        <p:grpSp>
          <p:nvGrpSpPr>
            <p:cNvPr id="4212" name="Google Shape;4212;p40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4213" name="Google Shape;4213;p40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4214" name="Google Shape;4214;p40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15" name="Google Shape;4215;p40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16" name="Google Shape;4216;p40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solidFill>
                <a:srgbClr val="A5A5A5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17" name="Google Shape;4217;p40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rgbClr val="A5A5A5"/>
            </a:solidFill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18" name="Google Shape;4218;p40"/>
          <p:cNvSpPr/>
          <p:nvPr/>
        </p:nvSpPr>
        <p:spPr>
          <a:xfrm rot="-3006092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19" name="Google Shape;4219;p40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4220" name="Google Shape;4220;p40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4221" name="Google Shape;4221;p40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222" name="Google Shape;4222;p40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4223" name="Google Shape;4223;p40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4" name="Google Shape;4224;p40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225" name="Google Shape;4225;p40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4226" name="Google Shape;4226;p40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4227" name="Google Shape;4227;p40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8" name="Google Shape;4228;p40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229" name="Google Shape;4229;p40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4230" name="Google Shape;4230;p40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1" name="Google Shape;4231;p40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2" name="Google Shape;4232;p40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233" name="Google Shape;4233;p40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4234" name="Google Shape;4234;p40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5" name="Google Shape;4235;p40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6" name="Google Shape;4236;p40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237" name="Google Shape;4237;p40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4238" name="Google Shape;4238;p40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9" name="Google Shape;4239;p40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0" name="Google Shape;4240;p40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241" name="Google Shape;4241;p40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4242" name="Google Shape;4242;p40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3" name="Google Shape;4243;p40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4" name="Google Shape;4244;p40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245" name="Google Shape;4245;p40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4246" name="Google Shape;4246;p40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7" name="Google Shape;4247;p40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48" name="Google Shape;4248;p40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4249" name="Google Shape;4249;p40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4250" name="Google Shape;4250;p40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4251" name="Google Shape;4251;p40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52" name="Google Shape;4252;p40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53" name="Google Shape;4253;p40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4254" name="Google Shape;4254;p40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4255" name="Google Shape;4255;p40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56" name="Google Shape;4256;p40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257" name="Google Shape;4257;p40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4258" name="Google Shape;4258;p40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59" name="Google Shape;4259;p40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4260" name="Google Shape;4260;p40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4261" name="Google Shape;4261;p40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2" name="Google Shape;4262;p40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263" name="Google Shape;4263;p40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4264" name="Google Shape;4264;p40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5" name="Google Shape;4265;p40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6" name="Google Shape;4266;p40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67" name="Google Shape;4267;p40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68" name="Google Shape;4268;p40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4269" name="Google Shape;4269;p40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4270" name="Google Shape;4270;p40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1" name="Google Shape;4271;p40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72" name="Google Shape;4272;p40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73" name="Google Shape;4273;p40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4274" name="Google Shape;4274;p40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5" name="Google Shape;4275;p40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6" name="Google Shape;4276;p40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77" name="Google Shape;4277;p40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8" name="Google Shape;4278;p40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79" name="Google Shape;4279;p40"/>
          <p:cNvGrpSpPr/>
          <p:nvPr/>
        </p:nvGrpSpPr>
        <p:grpSpPr>
          <a:xfrm rot="10797357">
            <a:off x="8635342" y="2794982"/>
            <a:ext cx="2320919" cy="2112818"/>
            <a:chOff x="5701956" y="1773008"/>
            <a:chExt cx="2320919" cy="2112818"/>
          </a:xfrm>
        </p:grpSpPr>
        <p:grpSp>
          <p:nvGrpSpPr>
            <p:cNvPr id="4280" name="Google Shape;4280;p40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4281" name="Google Shape;4281;p40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4282" name="Google Shape;4282;p40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3" name="Google Shape;4283;p40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84" name="Google Shape;4284;p40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85" name="Google Shape;4285;p40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86" name="Google Shape;4286;p40"/>
          <p:cNvGrpSpPr/>
          <p:nvPr/>
        </p:nvGrpSpPr>
        <p:grpSpPr>
          <a:xfrm rot="600000">
            <a:off x="6352702" y="932651"/>
            <a:ext cx="2010277" cy="2036290"/>
            <a:chOff x="6243086" y="1135131"/>
            <a:chExt cx="2010277" cy="2036290"/>
          </a:xfrm>
        </p:grpSpPr>
        <p:grpSp>
          <p:nvGrpSpPr>
            <p:cNvPr id="4287" name="Google Shape;4287;p40"/>
            <p:cNvGrpSpPr/>
            <p:nvPr/>
          </p:nvGrpSpPr>
          <p:grpSpPr>
            <a:xfrm>
              <a:off x="6243086" y="1135131"/>
              <a:ext cx="2010277" cy="2036290"/>
              <a:chOff x="6243086" y="1135131"/>
              <a:chExt cx="2010277" cy="2036290"/>
            </a:xfrm>
          </p:grpSpPr>
          <p:grpSp>
            <p:nvGrpSpPr>
              <p:cNvPr id="4288" name="Google Shape;4288;p40"/>
              <p:cNvGrpSpPr/>
              <p:nvPr/>
            </p:nvGrpSpPr>
            <p:grpSpPr>
              <a:xfrm rot="785047">
                <a:off x="6414183" y="1301838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4289" name="Google Shape;4289;p40"/>
                <p:cNvGrpSpPr/>
                <p:nvPr/>
              </p:nvGrpSpPr>
              <p:grpSpPr>
                <a:xfrm>
                  <a:off x="5811486" y="1624311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4290" name="Google Shape;4290;p40"/>
                  <p:cNvGrpSpPr/>
                  <p:nvPr/>
                </p:nvGrpSpPr>
                <p:grpSpPr>
                  <a:xfrm rot="-3495342">
                    <a:off x="6006485" y="1890354"/>
                    <a:ext cx="1278085" cy="1170790"/>
                    <a:chOff x="5701956" y="1773008"/>
                    <a:chExt cx="2320919" cy="2112818"/>
                  </a:xfrm>
                </p:grpSpPr>
                <p:grpSp>
                  <p:nvGrpSpPr>
                    <p:cNvPr id="4291" name="Google Shape;4291;p40"/>
                    <p:cNvGrpSpPr/>
                    <p:nvPr/>
                  </p:nvGrpSpPr>
                  <p:grpSpPr>
                    <a:xfrm>
                      <a:off x="5701956" y="1773008"/>
                      <a:ext cx="2320919" cy="2112818"/>
                      <a:chOff x="5797343" y="2178392"/>
                      <a:chExt cx="2320919" cy="2112818"/>
                    </a:xfrm>
                  </p:grpSpPr>
                  <p:grpSp>
                    <p:nvGrpSpPr>
                      <p:cNvPr id="4292" name="Google Shape;4292;p40"/>
                      <p:cNvGrpSpPr/>
                      <p:nvPr/>
                    </p:nvGrpSpPr>
                    <p:grpSpPr>
                      <a:xfrm>
                        <a:off x="5797343" y="2178392"/>
                        <a:ext cx="2320919" cy="2112818"/>
                        <a:chOff x="5587545" y="1682358"/>
                        <a:chExt cx="2320919" cy="2112818"/>
                      </a:xfrm>
                    </p:grpSpPr>
                    <p:sp>
                      <p:nvSpPr>
                        <p:cNvPr id="4293" name="Google Shape;4293;p40"/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294" name="Google Shape;4294;p40"/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4295" name="Google Shape;4295;p40"/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296" name="Google Shape;4296;p40"/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rgbClr val="A5A5A5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297" name="Google Shape;4297;p40"/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298" name="Google Shape;4298;p40"/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99" name="Google Shape;4299;p40"/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00" name="Google Shape;4300;p40"/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01" name="Google Shape;4301;p40"/>
          <p:cNvSpPr txBox="1"/>
          <p:nvPr>
            <p:ph idx="1" type="subTitle"/>
          </p:nvPr>
        </p:nvSpPr>
        <p:spPr>
          <a:xfrm>
            <a:off x="363223" y="478971"/>
            <a:ext cx="3557898" cy="630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3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Cerrar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objeto sentido 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en sentido Antihorario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FF0000"/>
                </a:solidFill>
              </a:rPr>
              <a:t>Saltar al paso 6</a:t>
            </a:r>
            <a:endParaRPr/>
          </a:p>
        </p:txBody>
      </p:sp>
      <p:sp>
        <p:nvSpPr>
          <p:cNvPr id="4302" name="Google Shape;4302;p40"/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fmla="val 64585" name="adj1"/>
              <a:gd fmla="val 50000" name="adj2"/>
            </a:avLst>
          </a:pr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3" name="Google Shape;4303;p40"/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Posicionamiento punto de partida.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41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41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7" name="Shape 4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8" name="Google Shape;4308;p41"/>
          <p:cNvGrpSpPr/>
          <p:nvPr/>
        </p:nvGrpSpPr>
        <p:grpSpPr>
          <a:xfrm>
            <a:off x="4794993" y="1085206"/>
            <a:ext cx="4000700" cy="1673114"/>
            <a:chOff x="4794993" y="1085206"/>
            <a:chExt cx="4000700" cy="1673114"/>
          </a:xfrm>
        </p:grpSpPr>
        <p:grpSp>
          <p:nvGrpSpPr>
            <p:cNvPr id="4309" name="Google Shape;4309;p41"/>
            <p:cNvGrpSpPr/>
            <p:nvPr/>
          </p:nvGrpSpPr>
          <p:grpSpPr>
            <a:xfrm>
              <a:off x="4794993" y="1288512"/>
              <a:ext cx="2270299" cy="1469807"/>
              <a:chOff x="4794993" y="1288512"/>
              <a:chExt cx="2270299" cy="1469807"/>
            </a:xfrm>
          </p:grpSpPr>
          <p:grpSp>
            <p:nvGrpSpPr>
              <p:cNvPr id="4310" name="Google Shape;4310;p41"/>
              <p:cNvGrpSpPr/>
              <p:nvPr/>
            </p:nvGrpSpPr>
            <p:grpSpPr>
              <a:xfrm rot="5151436">
                <a:off x="5436172" y="1561945"/>
                <a:ext cx="575117" cy="1696572"/>
                <a:chOff x="3246065" y="2845317"/>
                <a:chExt cx="695654" cy="2073060"/>
              </a:xfrm>
            </p:grpSpPr>
            <p:grpSp>
              <p:nvGrpSpPr>
                <p:cNvPr id="4311" name="Google Shape;4311;p41"/>
                <p:cNvGrpSpPr/>
                <p:nvPr/>
              </p:nvGrpSpPr>
              <p:grpSpPr>
                <a:xfrm flipH="1">
                  <a:off x="3246065" y="3839200"/>
                  <a:ext cx="435993" cy="1079177"/>
                  <a:chOff x="5739808" y="3702217"/>
                  <a:chExt cx="352110" cy="854438"/>
                </a:xfrm>
              </p:grpSpPr>
              <p:grpSp>
                <p:nvGrpSpPr>
                  <p:cNvPr id="4312" name="Google Shape;4312;p41"/>
                  <p:cNvGrpSpPr/>
                  <p:nvPr/>
                </p:nvGrpSpPr>
                <p:grpSpPr>
                  <a:xfrm>
                    <a:off x="5739808" y="3702217"/>
                    <a:ext cx="319170" cy="506923"/>
                    <a:chOff x="6097258" y="3701203"/>
                    <a:chExt cx="319170" cy="506923"/>
                  </a:xfrm>
                </p:grpSpPr>
                <p:sp>
                  <p:nvSpPr>
                    <p:cNvPr id="4313" name="Google Shape;4313;p41"/>
                    <p:cNvSpPr/>
                    <p:nvPr/>
                  </p:nvSpPr>
                  <p:spPr>
                    <a:xfrm rot="-1077969">
                      <a:off x="6165919" y="3717694"/>
                      <a:ext cx="181848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14" name="Google Shape;4314;p41"/>
                    <p:cNvSpPr/>
                    <p:nvPr/>
                  </p:nvSpPr>
                  <p:spPr>
                    <a:xfrm flipH="1" rot="655801">
                      <a:off x="6207416" y="3774548"/>
                      <a:ext cx="49476" cy="223589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315" name="Google Shape;4315;p41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16" name="Google Shape;4316;p41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17" name="Google Shape;4317;p41"/>
                <p:cNvGrpSpPr/>
                <p:nvPr/>
              </p:nvGrpSpPr>
              <p:grpSpPr>
                <a:xfrm flipH="1" rot="10800000">
                  <a:off x="3505726" y="2845317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4318" name="Google Shape;4318;p41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4319" name="Google Shape;4319;p41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20" name="Google Shape;4320;p41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321" name="Google Shape;4321;p41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2" name="Google Shape;4322;p41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323" name="Google Shape;4323;p41"/>
              <p:cNvGrpSpPr/>
              <p:nvPr/>
            </p:nvGrpSpPr>
            <p:grpSpPr>
              <a:xfrm rot="5151436">
                <a:off x="5371407" y="791349"/>
                <a:ext cx="580526" cy="1695846"/>
                <a:chOff x="2365817" y="2845869"/>
                <a:chExt cx="702197" cy="2072173"/>
              </a:xfrm>
            </p:grpSpPr>
            <p:grpSp>
              <p:nvGrpSpPr>
                <p:cNvPr id="4324" name="Google Shape;4324;p41"/>
                <p:cNvGrpSpPr/>
                <p:nvPr/>
              </p:nvGrpSpPr>
              <p:grpSpPr>
                <a:xfrm>
                  <a:off x="2632021" y="3837706"/>
                  <a:ext cx="435993" cy="1080336"/>
                  <a:chOff x="5739807" y="3701299"/>
                  <a:chExt cx="352111" cy="855357"/>
                </a:xfrm>
              </p:grpSpPr>
              <p:grpSp>
                <p:nvGrpSpPr>
                  <p:cNvPr id="4325" name="Google Shape;4325;p41"/>
                  <p:cNvGrpSpPr/>
                  <p:nvPr/>
                </p:nvGrpSpPr>
                <p:grpSpPr>
                  <a:xfrm>
                    <a:off x="5739807" y="3701299"/>
                    <a:ext cx="322028" cy="507850"/>
                    <a:chOff x="6097257" y="3700285"/>
                    <a:chExt cx="322028" cy="507850"/>
                  </a:xfrm>
                </p:grpSpPr>
                <p:sp>
                  <p:nvSpPr>
                    <p:cNvPr id="4326" name="Google Shape;4326;p41"/>
                    <p:cNvSpPr/>
                    <p:nvPr/>
                  </p:nvSpPr>
                  <p:spPr>
                    <a:xfrm rot="-1077969">
                      <a:off x="6165845" y="3717239"/>
                      <a:ext cx="184852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27" name="Google Shape;4327;p41"/>
                    <p:cNvSpPr/>
                    <p:nvPr/>
                  </p:nvSpPr>
                  <p:spPr>
                    <a:xfrm flipH="1" rot="622646">
                      <a:off x="6207873" y="3795106"/>
                      <a:ext cx="46037" cy="203887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328" name="Google Shape;4328;p41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9" name="Google Shape;4329;p41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30" name="Google Shape;4330;p41"/>
                <p:cNvGrpSpPr/>
                <p:nvPr/>
              </p:nvGrpSpPr>
              <p:grpSpPr>
                <a:xfrm rot="10800000">
                  <a:off x="2365817" y="2845869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4331" name="Google Shape;4331;p41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4332" name="Google Shape;4332;p41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33" name="Google Shape;4333;p41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334" name="Google Shape;4334;p41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35" name="Google Shape;4335;p41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336" name="Google Shape;4336;p41"/>
              <p:cNvGrpSpPr/>
              <p:nvPr/>
            </p:nvGrpSpPr>
            <p:grpSpPr>
              <a:xfrm rot="5151436">
                <a:off x="5779040" y="1106875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4337" name="Google Shape;4337;p41"/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4338" name="Google Shape;4338;p41"/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</p:grpSpPr>
                <p:sp>
                  <p:nvSpPr>
                    <p:cNvPr id="4339" name="Google Shape;4339;p41"/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340" name="Google Shape;4340;p41"/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</p:grpSpPr>
                  <p:sp>
                    <p:nvSpPr>
                      <p:cNvPr id="4341" name="Google Shape;4341;p41"/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342" name="Google Shape;4342;p41"/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4343" name="Google Shape;4343;p41"/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4344" name="Google Shape;4344;p41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4345" name="Google Shape;4345;p41"/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4346" name="Google Shape;4346;p41"/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347" name="Google Shape;4347;p41"/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348" name="Google Shape;4348;p41"/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fmla="val 7853" name="adj1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4349" name="Google Shape;4349;p41"/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4350" name="Google Shape;4350;p41"/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351" name="Google Shape;4351;p41"/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352" name="Google Shape;4352;p41"/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4353" name="Google Shape;4353;p41"/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4354" name="Google Shape;4354;p41"/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rgbClr val="595959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355" name="Google Shape;4355;p41"/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356" name="Google Shape;4356;p41"/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4357" name="Google Shape;4357;p41"/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358" name="Google Shape;4358;p41"/>
              <p:cNvGrpSpPr/>
              <p:nvPr/>
            </p:nvGrpSpPr>
            <p:grpSpPr>
              <a:xfrm rot="5151436">
                <a:off x="5061129" y="1963320"/>
                <a:ext cx="796736" cy="112283"/>
                <a:chOff x="2676061" y="4093308"/>
                <a:chExt cx="963722" cy="137200"/>
              </a:xfrm>
            </p:grpSpPr>
            <p:sp>
              <p:nvSpPr>
                <p:cNvPr id="4359" name="Google Shape;4359;p41"/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60" name="Google Shape;4360;p41"/>
                <p:cNvGrpSpPr/>
                <p:nvPr/>
              </p:nvGrpSpPr>
              <p:grpSpPr>
                <a:xfrm>
                  <a:off x="2676061" y="4130452"/>
                  <a:ext cx="963722" cy="100056"/>
                  <a:chOff x="2676061" y="4130452"/>
                  <a:chExt cx="963722" cy="100056"/>
                </a:xfrm>
              </p:grpSpPr>
              <p:grpSp>
                <p:nvGrpSpPr>
                  <p:cNvPr id="4361" name="Google Shape;4361;p41"/>
                  <p:cNvGrpSpPr/>
                  <p:nvPr/>
                </p:nvGrpSpPr>
                <p:grpSpPr>
                  <a:xfrm>
                    <a:off x="2676061" y="4130452"/>
                    <a:ext cx="963722" cy="75413"/>
                    <a:chOff x="5775048" y="3892549"/>
                    <a:chExt cx="778309" cy="59708"/>
                  </a:xfrm>
                </p:grpSpPr>
                <p:sp>
                  <p:nvSpPr>
                    <p:cNvPr id="4362" name="Google Shape;4362;p41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63" name="Google Shape;4363;p41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64" name="Google Shape;4364;p41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365" name="Google Shape;4365;p41"/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366" name="Google Shape;4366;p41"/>
            <p:cNvGrpSpPr/>
            <p:nvPr/>
          </p:nvGrpSpPr>
          <p:grpSpPr>
            <a:xfrm rot="10800000">
              <a:off x="6525395" y="1085206"/>
              <a:ext cx="2270299" cy="1469807"/>
              <a:chOff x="4794993" y="1288512"/>
              <a:chExt cx="2270299" cy="1469807"/>
            </a:xfrm>
          </p:grpSpPr>
          <p:grpSp>
            <p:nvGrpSpPr>
              <p:cNvPr id="4367" name="Google Shape;4367;p41"/>
              <p:cNvGrpSpPr/>
              <p:nvPr/>
            </p:nvGrpSpPr>
            <p:grpSpPr>
              <a:xfrm rot="5151436">
                <a:off x="5436172" y="1561945"/>
                <a:ext cx="575117" cy="1696572"/>
                <a:chOff x="3246065" y="2845317"/>
                <a:chExt cx="695654" cy="2073060"/>
              </a:xfrm>
            </p:grpSpPr>
            <p:grpSp>
              <p:nvGrpSpPr>
                <p:cNvPr id="4368" name="Google Shape;4368;p41"/>
                <p:cNvGrpSpPr/>
                <p:nvPr/>
              </p:nvGrpSpPr>
              <p:grpSpPr>
                <a:xfrm flipH="1">
                  <a:off x="3246065" y="3839200"/>
                  <a:ext cx="435993" cy="1079177"/>
                  <a:chOff x="5739808" y="3702217"/>
                  <a:chExt cx="352110" cy="854438"/>
                </a:xfrm>
              </p:grpSpPr>
              <p:grpSp>
                <p:nvGrpSpPr>
                  <p:cNvPr id="4369" name="Google Shape;4369;p41"/>
                  <p:cNvGrpSpPr/>
                  <p:nvPr/>
                </p:nvGrpSpPr>
                <p:grpSpPr>
                  <a:xfrm>
                    <a:off x="5739808" y="3702217"/>
                    <a:ext cx="319170" cy="506923"/>
                    <a:chOff x="6097258" y="3701203"/>
                    <a:chExt cx="319170" cy="506923"/>
                  </a:xfrm>
                </p:grpSpPr>
                <p:sp>
                  <p:nvSpPr>
                    <p:cNvPr id="4370" name="Google Shape;4370;p41"/>
                    <p:cNvSpPr/>
                    <p:nvPr/>
                  </p:nvSpPr>
                  <p:spPr>
                    <a:xfrm rot="-1077969">
                      <a:off x="6165919" y="3717694"/>
                      <a:ext cx="181848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71" name="Google Shape;4371;p41"/>
                    <p:cNvSpPr/>
                    <p:nvPr/>
                  </p:nvSpPr>
                  <p:spPr>
                    <a:xfrm flipH="1" rot="655801">
                      <a:off x="6207416" y="3774548"/>
                      <a:ext cx="49476" cy="223589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372" name="Google Shape;4372;p41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73" name="Google Shape;4373;p41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74" name="Google Shape;4374;p41"/>
                <p:cNvGrpSpPr/>
                <p:nvPr/>
              </p:nvGrpSpPr>
              <p:grpSpPr>
                <a:xfrm flipH="1" rot="10800000">
                  <a:off x="3505726" y="2845317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4375" name="Google Shape;4375;p41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4376" name="Google Shape;4376;p41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77" name="Google Shape;4377;p41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378" name="Google Shape;4378;p41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79" name="Google Shape;4379;p41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380" name="Google Shape;4380;p41"/>
              <p:cNvGrpSpPr/>
              <p:nvPr/>
            </p:nvGrpSpPr>
            <p:grpSpPr>
              <a:xfrm rot="5151436">
                <a:off x="5371407" y="791349"/>
                <a:ext cx="580526" cy="1695846"/>
                <a:chOff x="2365817" y="2845869"/>
                <a:chExt cx="702197" cy="2072173"/>
              </a:xfrm>
            </p:grpSpPr>
            <p:grpSp>
              <p:nvGrpSpPr>
                <p:cNvPr id="4381" name="Google Shape;4381;p41"/>
                <p:cNvGrpSpPr/>
                <p:nvPr/>
              </p:nvGrpSpPr>
              <p:grpSpPr>
                <a:xfrm>
                  <a:off x="2632021" y="3837706"/>
                  <a:ext cx="435993" cy="1080336"/>
                  <a:chOff x="5739807" y="3701299"/>
                  <a:chExt cx="352111" cy="855357"/>
                </a:xfrm>
              </p:grpSpPr>
              <p:grpSp>
                <p:nvGrpSpPr>
                  <p:cNvPr id="4382" name="Google Shape;4382;p41"/>
                  <p:cNvGrpSpPr/>
                  <p:nvPr/>
                </p:nvGrpSpPr>
                <p:grpSpPr>
                  <a:xfrm>
                    <a:off x="5739807" y="3701299"/>
                    <a:ext cx="322028" cy="507850"/>
                    <a:chOff x="6097257" y="3700285"/>
                    <a:chExt cx="322028" cy="507850"/>
                  </a:xfrm>
                </p:grpSpPr>
                <p:sp>
                  <p:nvSpPr>
                    <p:cNvPr id="4383" name="Google Shape;4383;p41"/>
                    <p:cNvSpPr/>
                    <p:nvPr/>
                  </p:nvSpPr>
                  <p:spPr>
                    <a:xfrm rot="-1077969">
                      <a:off x="6165845" y="3717239"/>
                      <a:ext cx="184852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84" name="Google Shape;4384;p41"/>
                    <p:cNvSpPr/>
                    <p:nvPr/>
                  </p:nvSpPr>
                  <p:spPr>
                    <a:xfrm flipH="1" rot="622646">
                      <a:off x="6207873" y="3795106"/>
                      <a:ext cx="46037" cy="203887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385" name="Google Shape;4385;p41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86" name="Google Shape;4386;p41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87" name="Google Shape;4387;p41"/>
                <p:cNvGrpSpPr/>
                <p:nvPr/>
              </p:nvGrpSpPr>
              <p:grpSpPr>
                <a:xfrm rot="10800000">
                  <a:off x="2365817" y="2845869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4388" name="Google Shape;4388;p41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4389" name="Google Shape;4389;p41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390" name="Google Shape;4390;p41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391" name="Google Shape;4391;p41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92" name="Google Shape;4392;p41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393" name="Google Shape;4393;p41"/>
              <p:cNvGrpSpPr/>
              <p:nvPr/>
            </p:nvGrpSpPr>
            <p:grpSpPr>
              <a:xfrm rot="5151436">
                <a:off x="5779040" y="1106875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4394" name="Google Shape;4394;p41"/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4395" name="Google Shape;4395;p41"/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</p:grpSpPr>
                <p:sp>
                  <p:nvSpPr>
                    <p:cNvPr id="4396" name="Google Shape;4396;p41"/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397" name="Google Shape;4397;p41"/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</p:grpSpPr>
                  <p:sp>
                    <p:nvSpPr>
                      <p:cNvPr id="4398" name="Google Shape;4398;p41"/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399" name="Google Shape;4399;p41"/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4400" name="Google Shape;4400;p41"/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4401" name="Google Shape;4401;p41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4402" name="Google Shape;4402;p41"/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4403" name="Google Shape;4403;p41"/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404" name="Google Shape;4404;p41"/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405" name="Google Shape;4405;p41"/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fmla="val 7853" name="adj1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4406" name="Google Shape;4406;p41"/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4407" name="Google Shape;4407;p41"/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408" name="Google Shape;4408;p41"/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409" name="Google Shape;4409;p41"/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4410" name="Google Shape;4410;p41"/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4411" name="Google Shape;4411;p41"/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412" name="Google Shape;4412;p41"/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413" name="Google Shape;4413;p41"/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4414" name="Google Shape;4414;p41"/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15" name="Google Shape;4415;p41"/>
              <p:cNvGrpSpPr/>
              <p:nvPr/>
            </p:nvGrpSpPr>
            <p:grpSpPr>
              <a:xfrm rot="5151436">
                <a:off x="5061129" y="1963320"/>
                <a:ext cx="796736" cy="112283"/>
                <a:chOff x="2676061" y="4093308"/>
                <a:chExt cx="963722" cy="137200"/>
              </a:xfrm>
            </p:grpSpPr>
            <p:sp>
              <p:nvSpPr>
                <p:cNvPr id="4416" name="Google Shape;4416;p41"/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417" name="Google Shape;4417;p41"/>
                <p:cNvGrpSpPr/>
                <p:nvPr/>
              </p:nvGrpSpPr>
              <p:grpSpPr>
                <a:xfrm>
                  <a:off x="2676061" y="4130452"/>
                  <a:ext cx="963722" cy="100056"/>
                  <a:chOff x="2676061" y="4130452"/>
                  <a:chExt cx="963722" cy="100056"/>
                </a:xfrm>
              </p:grpSpPr>
              <p:grpSp>
                <p:nvGrpSpPr>
                  <p:cNvPr id="4418" name="Google Shape;4418;p41"/>
                  <p:cNvGrpSpPr/>
                  <p:nvPr/>
                </p:nvGrpSpPr>
                <p:grpSpPr>
                  <a:xfrm>
                    <a:off x="2676061" y="4130452"/>
                    <a:ext cx="963722" cy="75413"/>
                    <a:chOff x="5775048" y="3892549"/>
                    <a:chExt cx="778309" cy="59708"/>
                  </a:xfrm>
                </p:grpSpPr>
                <p:sp>
                  <p:nvSpPr>
                    <p:cNvPr id="4419" name="Google Shape;4419;p41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420" name="Google Shape;4420;p41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421" name="Google Shape;4421;p41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422" name="Google Shape;4422;p41"/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4423" name="Google Shape;4423;p41"/>
          <p:cNvGrpSpPr/>
          <p:nvPr/>
        </p:nvGrpSpPr>
        <p:grpSpPr>
          <a:xfrm rot="297357">
            <a:off x="7424472" y="1650477"/>
            <a:ext cx="2320919" cy="2112818"/>
            <a:chOff x="5701956" y="1773008"/>
            <a:chExt cx="2320919" cy="2112818"/>
          </a:xfrm>
        </p:grpSpPr>
        <p:grpSp>
          <p:nvGrpSpPr>
            <p:cNvPr id="4424" name="Google Shape;4424;p41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4425" name="Google Shape;4425;p41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4426" name="Google Shape;4426;p41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27" name="Google Shape;4427;p41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428" name="Google Shape;4428;p41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solidFill>
                <a:srgbClr val="A5A5A5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29" name="Google Shape;4429;p41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rgbClr val="A5A5A5"/>
            </a:solidFill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30" name="Google Shape;4430;p41"/>
          <p:cNvSpPr/>
          <p:nvPr/>
        </p:nvSpPr>
        <p:spPr>
          <a:xfrm rot="-3006092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31" name="Google Shape;4431;p41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4432" name="Google Shape;4432;p41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4433" name="Google Shape;4433;p41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34" name="Google Shape;4434;p41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4435" name="Google Shape;4435;p41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36" name="Google Shape;4436;p41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437" name="Google Shape;4437;p41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4438" name="Google Shape;4438;p41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4439" name="Google Shape;4439;p41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0" name="Google Shape;4440;p41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41" name="Google Shape;4441;p41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4442" name="Google Shape;4442;p41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3" name="Google Shape;4443;p41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4" name="Google Shape;4444;p41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45" name="Google Shape;4445;p41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4446" name="Google Shape;4446;p41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7" name="Google Shape;4447;p41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8" name="Google Shape;4448;p41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49" name="Google Shape;4449;p41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4450" name="Google Shape;4450;p41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1" name="Google Shape;4451;p41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2" name="Google Shape;4452;p41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53" name="Google Shape;4453;p41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4454" name="Google Shape;4454;p41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5" name="Google Shape;4455;p41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6" name="Google Shape;4456;p41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457" name="Google Shape;4457;p41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4458" name="Google Shape;4458;p41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9" name="Google Shape;4459;p41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60" name="Google Shape;4460;p41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4461" name="Google Shape;4461;p41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4462" name="Google Shape;4462;p41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4463" name="Google Shape;4463;p41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64" name="Google Shape;4464;p41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465" name="Google Shape;4465;p41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4466" name="Google Shape;4466;p41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4467" name="Google Shape;4467;p41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468" name="Google Shape;4468;p41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469" name="Google Shape;4469;p41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4470" name="Google Shape;4470;p41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471" name="Google Shape;4471;p41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4472" name="Google Shape;4472;p41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4473" name="Google Shape;4473;p41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4" name="Google Shape;4474;p41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475" name="Google Shape;4475;p41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4476" name="Google Shape;4476;p41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7" name="Google Shape;4477;p41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8" name="Google Shape;4478;p41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79" name="Google Shape;4479;p41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80" name="Google Shape;4480;p41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4481" name="Google Shape;4481;p41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4482" name="Google Shape;4482;p41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3" name="Google Shape;4483;p41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484" name="Google Shape;4484;p41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85" name="Google Shape;4485;p41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4486" name="Google Shape;4486;p41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7" name="Google Shape;4487;p41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8" name="Google Shape;4488;p41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89" name="Google Shape;4489;p41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0" name="Google Shape;4490;p41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91" name="Google Shape;4491;p41"/>
          <p:cNvGrpSpPr/>
          <p:nvPr/>
        </p:nvGrpSpPr>
        <p:grpSpPr>
          <a:xfrm rot="10797357">
            <a:off x="8635342" y="2794982"/>
            <a:ext cx="2320919" cy="2112818"/>
            <a:chOff x="5701956" y="1773008"/>
            <a:chExt cx="2320919" cy="2112818"/>
          </a:xfrm>
        </p:grpSpPr>
        <p:grpSp>
          <p:nvGrpSpPr>
            <p:cNvPr id="4492" name="Google Shape;4492;p41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4493" name="Google Shape;4493;p41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4494" name="Google Shape;4494;p41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5" name="Google Shape;4495;p41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496" name="Google Shape;4496;p41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97" name="Google Shape;4497;p41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98" name="Google Shape;4498;p41"/>
          <p:cNvGrpSpPr/>
          <p:nvPr/>
        </p:nvGrpSpPr>
        <p:grpSpPr>
          <a:xfrm rot="600000">
            <a:off x="6352702" y="932651"/>
            <a:ext cx="2010277" cy="2036290"/>
            <a:chOff x="6243086" y="1135131"/>
            <a:chExt cx="2010277" cy="2036290"/>
          </a:xfrm>
        </p:grpSpPr>
        <p:grpSp>
          <p:nvGrpSpPr>
            <p:cNvPr id="4499" name="Google Shape;4499;p41"/>
            <p:cNvGrpSpPr/>
            <p:nvPr/>
          </p:nvGrpSpPr>
          <p:grpSpPr>
            <a:xfrm>
              <a:off x="6243086" y="1135131"/>
              <a:ext cx="2010277" cy="2036290"/>
              <a:chOff x="6243086" y="1135131"/>
              <a:chExt cx="2010277" cy="2036290"/>
            </a:xfrm>
          </p:grpSpPr>
          <p:grpSp>
            <p:nvGrpSpPr>
              <p:cNvPr id="4500" name="Google Shape;4500;p41"/>
              <p:cNvGrpSpPr/>
              <p:nvPr/>
            </p:nvGrpSpPr>
            <p:grpSpPr>
              <a:xfrm rot="785047">
                <a:off x="6414183" y="1301838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4501" name="Google Shape;4501;p41"/>
                <p:cNvGrpSpPr/>
                <p:nvPr/>
              </p:nvGrpSpPr>
              <p:grpSpPr>
                <a:xfrm>
                  <a:off x="5811486" y="1624311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4502" name="Google Shape;4502;p41"/>
                  <p:cNvGrpSpPr/>
                  <p:nvPr/>
                </p:nvGrpSpPr>
                <p:grpSpPr>
                  <a:xfrm rot="-3495342">
                    <a:off x="6006485" y="1890354"/>
                    <a:ext cx="1278085" cy="1170790"/>
                    <a:chOff x="5701956" y="1773008"/>
                    <a:chExt cx="2320919" cy="2112818"/>
                  </a:xfrm>
                </p:grpSpPr>
                <p:grpSp>
                  <p:nvGrpSpPr>
                    <p:cNvPr id="4503" name="Google Shape;4503;p41"/>
                    <p:cNvGrpSpPr/>
                    <p:nvPr/>
                  </p:nvGrpSpPr>
                  <p:grpSpPr>
                    <a:xfrm>
                      <a:off x="5701956" y="1773008"/>
                      <a:ext cx="2320919" cy="2112818"/>
                      <a:chOff x="5797343" y="2178392"/>
                      <a:chExt cx="2320919" cy="2112818"/>
                    </a:xfrm>
                  </p:grpSpPr>
                  <p:grpSp>
                    <p:nvGrpSpPr>
                      <p:cNvPr id="4504" name="Google Shape;4504;p41"/>
                      <p:cNvGrpSpPr/>
                      <p:nvPr/>
                    </p:nvGrpSpPr>
                    <p:grpSpPr>
                      <a:xfrm>
                        <a:off x="5797343" y="2178392"/>
                        <a:ext cx="2320919" cy="2112818"/>
                        <a:chOff x="5587545" y="1682358"/>
                        <a:chExt cx="2320919" cy="2112818"/>
                      </a:xfrm>
                    </p:grpSpPr>
                    <p:sp>
                      <p:nvSpPr>
                        <p:cNvPr id="4505" name="Google Shape;4505;p41"/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506" name="Google Shape;4506;p41"/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4507" name="Google Shape;4507;p41"/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508" name="Google Shape;4508;p41"/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rgbClr val="A5A5A5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509" name="Google Shape;4509;p41"/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510" name="Google Shape;4510;p41"/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11" name="Google Shape;4511;p41"/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12" name="Google Shape;4512;p41"/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13" name="Google Shape;4513;p41"/>
          <p:cNvSpPr txBox="1"/>
          <p:nvPr>
            <p:ph idx="1" type="subTitle"/>
          </p:nvPr>
        </p:nvSpPr>
        <p:spPr>
          <a:xfrm>
            <a:off x="363223" y="478971"/>
            <a:ext cx="3557898" cy="630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3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Cerrar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objeto sentido 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en sentido Antihorario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FF0000"/>
                </a:solidFill>
              </a:rPr>
              <a:t>Saltar al paso 6</a:t>
            </a:r>
            <a:endParaRPr/>
          </a:p>
        </p:txBody>
      </p:sp>
      <p:sp>
        <p:nvSpPr>
          <p:cNvPr id="4514" name="Google Shape;4514;p41"/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fmla="val 64585" name="adj1"/>
              <a:gd fmla="val 50000" name="adj2"/>
            </a:avLst>
          </a:pr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5" name="Google Shape;4515;p41"/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Posicionamiento punto de partida.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43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9" name="Shape 4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20" name="Google Shape;4520;p42"/>
          <p:cNvGrpSpPr/>
          <p:nvPr/>
        </p:nvGrpSpPr>
        <p:grpSpPr>
          <a:xfrm>
            <a:off x="4644710" y="373176"/>
            <a:ext cx="9049143" cy="5856806"/>
            <a:chOff x="4644710" y="373176"/>
            <a:chExt cx="9049143" cy="5856806"/>
          </a:xfrm>
        </p:grpSpPr>
        <p:grpSp>
          <p:nvGrpSpPr>
            <p:cNvPr id="4521" name="Google Shape;4521;p42"/>
            <p:cNvGrpSpPr/>
            <p:nvPr/>
          </p:nvGrpSpPr>
          <p:grpSpPr>
            <a:xfrm>
              <a:off x="4644710" y="373176"/>
              <a:ext cx="5187606" cy="3486421"/>
              <a:chOff x="4644710" y="373176"/>
              <a:chExt cx="5187606" cy="3486421"/>
            </a:xfrm>
          </p:grpSpPr>
          <p:grpSp>
            <p:nvGrpSpPr>
              <p:cNvPr id="4522" name="Google Shape;4522;p42"/>
              <p:cNvGrpSpPr/>
              <p:nvPr/>
            </p:nvGrpSpPr>
            <p:grpSpPr>
              <a:xfrm rot="1800000">
                <a:off x="4860081" y="842293"/>
                <a:ext cx="2270299" cy="1469807"/>
                <a:chOff x="4794993" y="1288512"/>
                <a:chExt cx="2270299" cy="1469807"/>
              </a:xfrm>
            </p:grpSpPr>
            <p:grpSp>
              <p:nvGrpSpPr>
                <p:cNvPr id="4523" name="Google Shape;4523;p42"/>
                <p:cNvGrpSpPr/>
                <p:nvPr/>
              </p:nvGrpSpPr>
              <p:grpSpPr>
                <a:xfrm rot="5151436">
                  <a:off x="5436172" y="1561945"/>
                  <a:ext cx="575117" cy="1696572"/>
                  <a:chOff x="3246065" y="2845317"/>
                  <a:chExt cx="695654" cy="2073060"/>
                </a:xfrm>
              </p:grpSpPr>
              <p:grpSp>
                <p:nvGrpSpPr>
                  <p:cNvPr id="4524" name="Google Shape;4524;p42"/>
                  <p:cNvGrpSpPr/>
                  <p:nvPr/>
                </p:nvGrpSpPr>
                <p:grpSpPr>
                  <a:xfrm flipH="1">
                    <a:off x="3246065" y="3839200"/>
                    <a:ext cx="435993" cy="1079177"/>
                    <a:chOff x="5739808" y="3702217"/>
                    <a:chExt cx="352110" cy="854438"/>
                  </a:xfrm>
                </p:grpSpPr>
                <p:grpSp>
                  <p:nvGrpSpPr>
                    <p:cNvPr id="4525" name="Google Shape;4525;p42"/>
                    <p:cNvGrpSpPr/>
                    <p:nvPr/>
                  </p:nvGrpSpPr>
                  <p:grpSpPr>
                    <a:xfrm>
                      <a:off x="5739808" y="3702217"/>
                      <a:ext cx="319170" cy="506923"/>
                      <a:chOff x="6097258" y="3701203"/>
                      <a:chExt cx="319170" cy="506923"/>
                    </a:xfrm>
                  </p:grpSpPr>
                  <p:sp>
                    <p:nvSpPr>
                      <p:cNvPr id="4526" name="Google Shape;4526;p42"/>
                      <p:cNvSpPr/>
                      <p:nvPr/>
                    </p:nvSpPr>
                    <p:spPr>
                      <a:xfrm rot="-1077969">
                        <a:off x="6165919" y="3717694"/>
                        <a:ext cx="181848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527" name="Google Shape;4527;p42"/>
                      <p:cNvSpPr/>
                      <p:nvPr/>
                    </p:nvSpPr>
                    <p:spPr>
                      <a:xfrm flipH="1" rot="655801">
                        <a:off x="6207416" y="3774548"/>
                        <a:ext cx="49476" cy="223589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lt1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528" name="Google Shape;4528;p42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29" name="Google Shape;4529;p42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530" name="Google Shape;4530;p42"/>
                  <p:cNvGrpSpPr/>
                  <p:nvPr/>
                </p:nvGrpSpPr>
                <p:grpSpPr>
                  <a:xfrm flipH="1" rot="10800000">
                    <a:off x="3505726" y="2845317"/>
                    <a:ext cx="435993" cy="1070111"/>
                    <a:chOff x="5739808" y="3709395"/>
                    <a:chExt cx="352110" cy="847261"/>
                  </a:xfrm>
                </p:grpSpPr>
                <p:grpSp>
                  <p:nvGrpSpPr>
                    <p:cNvPr id="4531" name="Google Shape;4531;p42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4532" name="Google Shape;4532;p42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533" name="Google Shape;4533;p42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534" name="Google Shape;4534;p42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35" name="Google Shape;4535;p42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4536" name="Google Shape;4536;p42"/>
                <p:cNvGrpSpPr/>
                <p:nvPr/>
              </p:nvGrpSpPr>
              <p:grpSpPr>
                <a:xfrm rot="5151436">
                  <a:off x="5371407" y="791349"/>
                  <a:ext cx="580526" cy="1695846"/>
                  <a:chOff x="2365817" y="2845869"/>
                  <a:chExt cx="702197" cy="2072173"/>
                </a:xfrm>
              </p:grpSpPr>
              <p:grpSp>
                <p:nvGrpSpPr>
                  <p:cNvPr id="4537" name="Google Shape;4537;p42"/>
                  <p:cNvGrpSpPr/>
                  <p:nvPr/>
                </p:nvGrpSpPr>
                <p:grpSpPr>
                  <a:xfrm>
                    <a:off x="2632021" y="3837706"/>
                    <a:ext cx="435993" cy="1080336"/>
                    <a:chOff x="5739807" y="3701299"/>
                    <a:chExt cx="352111" cy="855357"/>
                  </a:xfrm>
                </p:grpSpPr>
                <p:grpSp>
                  <p:nvGrpSpPr>
                    <p:cNvPr id="4538" name="Google Shape;4538;p42"/>
                    <p:cNvGrpSpPr/>
                    <p:nvPr/>
                  </p:nvGrpSpPr>
                  <p:grpSpPr>
                    <a:xfrm>
                      <a:off x="5739807" y="3701299"/>
                      <a:ext cx="322028" cy="507850"/>
                      <a:chOff x="6097257" y="3700285"/>
                      <a:chExt cx="322028" cy="507850"/>
                    </a:xfrm>
                  </p:grpSpPr>
                  <p:sp>
                    <p:nvSpPr>
                      <p:cNvPr id="4539" name="Google Shape;4539;p42"/>
                      <p:cNvSpPr/>
                      <p:nvPr/>
                    </p:nvSpPr>
                    <p:spPr>
                      <a:xfrm rot="-1077969">
                        <a:off x="6165845" y="3717239"/>
                        <a:ext cx="184852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540" name="Google Shape;4540;p42"/>
                      <p:cNvSpPr/>
                      <p:nvPr/>
                    </p:nvSpPr>
                    <p:spPr>
                      <a:xfrm flipH="1" rot="622646">
                        <a:off x="6207873" y="3795106"/>
                        <a:ext cx="46037" cy="203887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lt1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541" name="Google Shape;4541;p42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42" name="Google Shape;4542;p42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543" name="Google Shape;4543;p42"/>
                  <p:cNvGrpSpPr/>
                  <p:nvPr/>
                </p:nvGrpSpPr>
                <p:grpSpPr>
                  <a:xfrm rot="10800000">
                    <a:off x="2365817" y="2845869"/>
                    <a:ext cx="435993" cy="1070111"/>
                    <a:chOff x="5739808" y="3709395"/>
                    <a:chExt cx="352110" cy="847261"/>
                  </a:xfrm>
                </p:grpSpPr>
                <p:grpSp>
                  <p:nvGrpSpPr>
                    <p:cNvPr id="4544" name="Google Shape;4544;p42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4545" name="Google Shape;4545;p42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546" name="Google Shape;4546;p42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547" name="Google Shape;4547;p42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48" name="Google Shape;4548;p42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4549" name="Google Shape;4549;p42"/>
                <p:cNvGrpSpPr/>
                <p:nvPr/>
              </p:nvGrpSpPr>
              <p:grpSpPr>
                <a:xfrm rot="5151436">
                  <a:off x="5779040" y="1106875"/>
                  <a:ext cx="796825" cy="1722615"/>
                  <a:chOff x="5775707" y="2428623"/>
                  <a:chExt cx="778396" cy="1666542"/>
                </a:xfrm>
              </p:grpSpPr>
              <p:grpSp>
                <p:nvGrpSpPr>
                  <p:cNvPr id="4550" name="Google Shape;4550;p42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4551" name="Google Shape;4551;p42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4552" name="Google Shape;4552;p42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4553" name="Google Shape;4553;p42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4554" name="Google Shape;4554;p42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555" name="Google Shape;4555;p42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4556" name="Google Shape;4556;p42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4557" name="Google Shape;4557;p42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4558" name="Google Shape;4558;p42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4559" name="Google Shape;4559;p42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4560" name="Google Shape;4560;p42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4561" name="Google Shape;4561;p42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562" name="Google Shape;4562;p42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4563" name="Google Shape;4563;p42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4564" name="Google Shape;4564;p42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4565" name="Google Shape;4565;p42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4566" name="Google Shape;4566;p42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4567" name="Google Shape;4567;p42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solidFill>
                          <a:srgbClr val="595959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568" name="Google Shape;4568;p42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569" name="Google Shape;4569;p42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4570" name="Google Shape;4570;p42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571" name="Google Shape;4571;p42"/>
                <p:cNvGrpSpPr/>
                <p:nvPr/>
              </p:nvGrpSpPr>
              <p:grpSpPr>
                <a:xfrm rot="5151436">
                  <a:off x="5061129" y="1963320"/>
                  <a:ext cx="796736" cy="112283"/>
                  <a:chOff x="2676061" y="4093308"/>
                  <a:chExt cx="963722" cy="137200"/>
                </a:xfrm>
              </p:grpSpPr>
              <p:sp>
                <p:nvSpPr>
                  <p:cNvPr id="4572" name="Google Shape;4572;p42"/>
                  <p:cNvSpPr/>
                  <p:nvPr/>
                </p:nvSpPr>
                <p:spPr>
                  <a:xfrm>
                    <a:off x="3235261" y="4093308"/>
                    <a:ext cx="72000" cy="36000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573" name="Google Shape;4573;p42"/>
                  <p:cNvGrpSpPr/>
                  <p:nvPr/>
                </p:nvGrpSpPr>
                <p:grpSpPr>
                  <a:xfrm>
                    <a:off x="2676061" y="4130452"/>
                    <a:ext cx="963722" cy="100056"/>
                    <a:chOff x="2676061" y="4130452"/>
                    <a:chExt cx="963722" cy="100056"/>
                  </a:xfrm>
                </p:grpSpPr>
                <p:grpSp>
                  <p:nvGrpSpPr>
                    <p:cNvPr id="4574" name="Google Shape;4574;p42"/>
                    <p:cNvGrpSpPr/>
                    <p:nvPr/>
                  </p:nvGrpSpPr>
                  <p:grpSpPr>
                    <a:xfrm>
                      <a:off x="2676061" y="4130452"/>
                      <a:ext cx="963722" cy="75413"/>
                      <a:chOff x="5775048" y="3892549"/>
                      <a:chExt cx="778309" cy="59708"/>
                    </a:xfrm>
                  </p:grpSpPr>
                  <p:sp>
                    <p:nvSpPr>
                      <p:cNvPr id="4575" name="Google Shape;4575;p42"/>
                      <p:cNvSpPr/>
                      <p:nvPr/>
                    </p:nvSpPr>
                    <p:spPr>
                      <a:xfrm rot="-54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576" name="Google Shape;4576;p42"/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577" name="Google Shape;4577;p42"/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578" name="Google Shape;4578;p42"/>
                    <p:cNvSpPr/>
                    <p:nvPr/>
                  </p:nvSpPr>
                  <p:spPr>
                    <a:xfrm>
                      <a:off x="3012721" y="4194508"/>
                      <a:ext cx="72000" cy="3600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4579" name="Google Shape;4579;p42"/>
              <p:cNvGrpSpPr/>
              <p:nvPr/>
            </p:nvGrpSpPr>
            <p:grpSpPr>
              <a:xfrm rot="297357">
                <a:off x="7424472" y="1650477"/>
                <a:ext cx="2320919" cy="2112818"/>
                <a:chOff x="5701956" y="1773008"/>
                <a:chExt cx="2320919" cy="2112818"/>
              </a:xfrm>
            </p:grpSpPr>
            <p:grpSp>
              <p:nvGrpSpPr>
                <p:cNvPr id="4580" name="Google Shape;4580;p42"/>
                <p:cNvGrpSpPr/>
                <p:nvPr/>
              </p:nvGrpSpPr>
              <p:grpSpPr>
                <a:xfrm>
                  <a:off x="5701956" y="1773008"/>
                  <a:ext cx="2320919" cy="2112818"/>
                  <a:chOff x="5797343" y="2178392"/>
                  <a:chExt cx="2320919" cy="2112818"/>
                </a:xfrm>
              </p:grpSpPr>
              <p:grpSp>
                <p:nvGrpSpPr>
                  <p:cNvPr id="4581" name="Google Shape;4581;p42"/>
                  <p:cNvGrpSpPr/>
                  <p:nvPr/>
                </p:nvGrpSpPr>
                <p:grpSpPr>
                  <a:xfrm>
                    <a:off x="5797343" y="2178392"/>
                    <a:ext cx="2320919" cy="2112818"/>
                    <a:chOff x="5587545" y="1682358"/>
                    <a:chExt cx="2320919" cy="2112818"/>
                  </a:xfrm>
                </p:grpSpPr>
                <p:sp>
                  <p:nvSpPr>
                    <p:cNvPr id="4582" name="Google Shape;4582;p42"/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583" name="Google Shape;4583;p42"/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584" name="Google Shape;4584;p42"/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585" name="Google Shape;4585;p42"/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586" name="Google Shape;4586;p42"/>
              <p:cNvGrpSpPr/>
              <p:nvPr/>
            </p:nvGrpSpPr>
            <p:grpSpPr>
              <a:xfrm rot="600000">
                <a:off x="6352702" y="932651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4587" name="Google Shape;4587;p42"/>
                <p:cNvGrpSpPr/>
                <p:nvPr/>
              </p:nvGrpSpPr>
              <p:grpSpPr>
                <a:xfrm>
                  <a:off x="6243086" y="1135131"/>
                  <a:ext cx="2010277" cy="2036290"/>
                  <a:chOff x="6243086" y="1135131"/>
                  <a:chExt cx="2010277" cy="2036290"/>
                </a:xfrm>
              </p:grpSpPr>
              <p:grpSp>
                <p:nvGrpSpPr>
                  <p:cNvPr id="4588" name="Google Shape;4588;p42"/>
                  <p:cNvGrpSpPr/>
                  <p:nvPr/>
                </p:nvGrpSpPr>
                <p:grpSpPr>
                  <a:xfrm rot="785047">
                    <a:off x="6414183" y="1301838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4589" name="Google Shape;4589;p42"/>
                    <p:cNvGrpSpPr/>
                    <p:nvPr/>
                  </p:nvGrpSpPr>
                  <p:grpSpPr>
                    <a:xfrm>
                      <a:off x="5811486" y="1624311"/>
                      <a:ext cx="1668083" cy="1702876"/>
                      <a:chOff x="5811486" y="1624311"/>
                      <a:chExt cx="1668083" cy="1702876"/>
                    </a:xfrm>
                  </p:grpSpPr>
                  <p:grpSp>
                    <p:nvGrpSpPr>
                      <p:cNvPr id="4590" name="Google Shape;4590;p42"/>
                      <p:cNvGrpSpPr/>
                      <p:nvPr/>
                    </p:nvGrpSpPr>
                    <p:grpSpPr>
                      <a:xfrm rot="-3495342">
                        <a:off x="6006485" y="1890354"/>
                        <a:ext cx="1278085" cy="1170790"/>
                        <a:chOff x="5701956" y="1773008"/>
                        <a:chExt cx="2320919" cy="2112818"/>
                      </a:xfrm>
                    </p:grpSpPr>
                    <p:grpSp>
                      <p:nvGrpSpPr>
                        <p:cNvPr id="4591" name="Google Shape;4591;p42"/>
                        <p:cNvGrpSpPr/>
                        <p:nvPr/>
                      </p:nvGrpSpPr>
                      <p:grpSpPr>
                        <a:xfrm>
                          <a:off x="5701956" y="1773008"/>
                          <a:ext cx="2320919" cy="2112818"/>
                          <a:chOff x="5797343" y="2178392"/>
                          <a:chExt cx="2320919" cy="2112818"/>
                        </a:xfrm>
                      </p:grpSpPr>
                      <p:grpSp>
                        <p:nvGrpSpPr>
                          <p:cNvPr id="4592" name="Google Shape;4592;p42"/>
                          <p:cNvGrpSpPr/>
                          <p:nvPr/>
                        </p:nvGrpSpPr>
                        <p:grpSpPr>
                          <a:xfrm>
                            <a:off x="5797343" y="2178392"/>
                            <a:ext cx="2320919" cy="2112818"/>
                            <a:chOff x="5587545" y="1682358"/>
                            <a:chExt cx="2320919" cy="2112818"/>
                          </a:xfrm>
                        </p:grpSpPr>
                        <p:sp>
                          <p:nvSpPr>
                            <p:cNvPr id="4593" name="Google Shape;4593;p42"/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1905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4594" name="Google Shape;4594;p42"/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1905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4595" name="Google Shape;4595;p42"/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solidFill>
                            <a:srgbClr val="A5A5A5"/>
                          </a:solidFill>
                          <a:ln cap="flat" cmpd="sng" w="1905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4596" name="Google Shape;4596;p42"/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rgbClr val="A5A5A5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4597" name="Google Shape;4597;p42"/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598" name="Google Shape;4598;p42"/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599" name="Google Shape;4599;p42"/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600" name="Google Shape;4600;p42"/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601" name="Google Shape;4601;p42"/>
            <p:cNvGrpSpPr/>
            <p:nvPr/>
          </p:nvGrpSpPr>
          <p:grpSpPr>
            <a:xfrm rot="10800000">
              <a:off x="8506248" y="2743561"/>
              <a:ext cx="5187606" cy="3486421"/>
              <a:chOff x="4644710" y="373176"/>
              <a:chExt cx="5187606" cy="3486421"/>
            </a:xfrm>
          </p:grpSpPr>
          <p:grpSp>
            <p:nvGrpSpPr>
              <p:cNvPr id="4602" name="Google Shape;4602;p42"/>
              <p:cNvGrpSpPr/>
              <p:nvPr/>
            </p:nvGrpSpPr>
            <p:grpSpPr>
              <a:xfrm rot="1800000">
                <a:off x="4860081" y="842293"/>
                <a:ext cx="2270299" cy="1469807"/>
                <a:chOff x="4794993" y="1288512"/>
                <a:chExt cx="2270299" cy="1469807"/>
              </a:xfrm>
            </p:grpSpPr>
            <p:grpSp>
              <p:nvGrpSpPr>
                <p:cNvPr id="4603" name="Google Shape;4603;p42"/>
                <p:cNvGrpSpPr/>
                <p:nvPr/>
              </p:nvGrpSpPr>
              <p:grpSpPr>
                <a:xfrm rot="5151436">
                  <a:off x="5436172" y="1561945"/>
                  <a:ext cx="575117" cy="1696572"/>
                  <a:chOff x="3246065" y="2845317"/>
                  <a:chExt cx="695654" cy="2073060"/>
                </a:xfrm>
              </p:grpSpPr>
              <p:grpSp>
                <p:nvGrpSpPr>
                  <p:cNvPr id="4604" name="Google Shape;4604;p42"/>
                  <p:cNvGrpSpPr/>
                  <p:nvPr/>
                </p:nvGrpSpPr>
                <p:grpSpPr>
                  <a:xfrm flipH="1">
                    <a:off x="3246065" y="3839200"/>
                    <a:ext cx="435993" cy="1079177"/>
                    <a:chOff x="5739808" y="3702217"/>
                    <a:chExt cx="352110" cy="854438"/>
                  </a:xfrm>
                </p:grpSpPr>
                <p:grpSp>
                  <p:nvGrpSpPr>
                    <p:cNvPr id="4605" name="Google Shape;4605;p42"/>
                    <p:cNvGrpSpPr/>
                    <p:nvPr/>
                  </p:nvGrpSpPr>
                  <p:grpSpPr>
                    <a:xfrm>
                      <a:off x="5739808" y="3702217"/>
                      <a:ext cx="319170" cy="506923"/>
                      <a:chOff x="6097258" y="3701203"/>
                      <a:chExt cx="319170" cy="506923"/>
                    </a:xfrm>
                  </p:grpSpPr>
                  <p:sp>
                    <p:nvSpPr>
                      <p:cNvPr id="4606" name="Google Shape;4606;p42"/>
                      <p:cNvSpPr/>
                      <p:nvPr/>
                    </p:nvSpPr>
                    <p:spPr>
                      <a:xfrm rot="-1077969">
                        <a:off x="6165919" y="3717694"/>
                        <a:ext cx="181848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607" name="Google Shape;4607;p42"/>
                      <p:cNvSpPr/>
                      <p:nvPr/>
                    </p:nvSpPr>
                    <p:spPr>
                      <a:xfrm flipH="1" rot="655801">
                        <a:off x="6207416" y="3774548"/>
                        <a:ext cx="49476" cy="223589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608" name="Google Shape;4608;p42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09" name="Google Shape;4609;p42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610" name="Google Shape;4610;p42"/>
                  <p:cNvGrpSpPr/>
                  <p:nvPr/>
                </p:nvGrpSpPr>
                <p:grpSpPr>
                  <a:xfrm flipH="1" rot="10800000">
                    <a:off x="3505726" y="2845317"/>
                    <a:ext cx="435993" cy="1070111"/>
                    <a:chOff x="5739808" y="3709395"/>
                    <a:chExt cx="352110" cy="847261"/>
                  </a:xfrm>
                </p:grpSpPr>
                <p:grpSp>
                  <p:nvGrpSpPr>
                    <p:cNvPr id="4611" name="Google Shape;4611;p42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4612" name="Google Shape;4612;p42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613" name="Google Shape;4613;p42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614" name="Google Shape;4614;p42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15" name="Google Shape;4615;p42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4616" name="Google Shape;4616;p42"/>
                <p:cNvGrpSpPr/>
                <p:nvPr/>
              </p:nvGrpSpPr>
              <p:grpSpPr>
                <a:xfrm rot="5151436">
                  <a:off x="5371407" y="791349"/>
                  <a:ext cx="580526" cy="1695846"/>
                  <a:chOff x="2365817" y="2845869"/>
                  <a:chExt cx="702197" cy="2072173"/>
                </a:xfrm>
              </p:grpSpPr>
              <p:grpSp>
                <p:nvGrpSpPr>
                  <p:cNvPr id="4617" name="Google Shape;4617;p42"/>
                  <p:cNvGrpSpPr/>
                  <p:nvPr/>
                </p:nvGrpSpPr>
                <p:grpSpPr>
                  <a:xfrm>
                    <a:off x="2632021" y="3837706"/>
                    <a:ext cx="435993" cy="1080336"/>
                    <a:chOff x="5739807" y="3701299"/>
                    <a:chExt cx="352111" cy="855357"/>
                  </a:xfrm>
                </p:grpSpPr>
                <p:grpSp>
                  <p:nvGrpSpPr>
                    <p:cNvPr id="4618" name="Google Shape;4618;p42"/>
                    <p:cNvGrpSpPr/>
                    <p:nvPr/>
                  </p:nvGrpSpPr>
                  <p:grpSpPr>
                    <a:xfrm>
                      <a:off x="5739807" y="3701299"/>
                      <a:ext cx="322028" cy="507850"/>
                      <a:chOff x="6097257" y="3700285"/>
                      <a:chExt cx="322028" cy="507850"/>
                    </a:xfrm>
                  </p:grpSpPr>
                  <p:sp>
                    <p:nvSpPr>
                      <p:cNvPr id="4619" name="Google Shape;4619;p42"/>
                      <p:cNvSpPr/>
                      <p:nvPr/>
                    </p:nvSpPr>
                    <p:spPr>
                      <a:xfrm rot="-1077969">
                        <a:off x="6165845" y="3717239"/>
                        <a:ext cx="184852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620" name="Google Shape;4620;p42"/>
                      <p:cNvSpPr/>
                      <p:nvPr/>
                    </p:nvSpPr>
                    <p:spPr>
                      <a:xfrm flipH="1" rot="622646">
                        <a:off x="6207873" y="3795106"/>
                        <a:ext cx="46037" cy="203887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621" name="Google Shape;4621;p42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22" name="Google Shape;4622;p42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623" name="Google Shape;4623;p42"/>
                  <p:cNvGrpSpPr/>
                  <p:nvPr/>
                </p:nvGrpSpPr>
                <p:grpSpPr>
                  <a:xfrm rot="10800000">
                    <a:off x="2365817" y="2845869"/>
                    <a:ext cx="435993" cy="1070111"/>
                    <a:chOff x="5739808" y="3709395"/>
                    <a:chExt cx="352110" cy="847261"/>
                  </a:xfrm>
                </p:grpSpPr>
                <p:grpSp>
                  <p:nvGrpSpPr>
                    <p:cNvPr id="4624" name="Google Shape;4624;p42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4625" name="Google Shape;4625;p42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626" name="Google Shape;4626;p42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627" name="Google Shape;4627;p42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28" name="Google Shape;4628;p42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4629" name="Google Shape;4629;p42"/>
                <p:cNvGrpSpPr/>
                <p:nvPr/>
              </p:nvGrpSpPr>
              <p:grpSpPr>
                <a:xfrm rot="5151436">
                  <a:off x="5779040" y="1106875"/>
                  <a:ext cx="796825" cy="1722615"/>
                  <a:chOff x="5775707" y="2428623"/>
                  <a:chExt cx="778396" cy="1666542"/>
                </a:xfrm>
              </p:grpSpPr>
              <p:grpSp>
                <p:nvGrpSpPr>
                  <p:cNvPr id="4630" name="Google Shape;4630;p42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4631" name="Google Shape;4631;p42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4632" name="Google Shape;4632;p42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4633" name="Google Shape;4633;p42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4634" name="Google Shape;4634;p42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635" name="Google Shape;4635;p42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4636" name="Google Shape;4636;p42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4637" name="Google Shape;4637;p42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4638" name="Google Shape;4638;p42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4639" name="Google Shape;4639;p42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4640" name="Google Shape;4640;p42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4641" name="Google Shape;4641;p42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642" name="Google Shape;4642;p42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4643" name="Google Shape;4643;p42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4644" name="Google Shape;4644;p42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4645" name="Google Shape;4645;p42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4646" name="Google Shape;4646;p42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4647" name="Google Shape;4647;p42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648" name="Google Shape;4648;p42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649" name="Google Shape;4649;p42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4650" name="Google Shape;4650;p42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651" name="Google Shape;4651;p42"/>
                <p:cNvGrpSpPr/>
                <p:nvPr/>
              </p:nvGrpSpPr>
              <p:grpSpPr>
                <a:xfrm rot="5151436">
                  <a:off x="5061129" y="1963320"/>
                  <a:ext cx="796736" cy="112283"/>
                  <a:chOff x="2676061" y="4093308"/>
                  <a:chExt cx="963722" cy="137200"/>
                </a:xfrm>
              </p:grpSpPr>
              <p:sp>
                <p:nvSpPr>
                  <p:cNvPr id="4652" name="Google Shape;4652;p42"/>
                  <p:cNvSpPr/>
                  <p:nvPr/>
                </p:nvSpPr>
                <p:spPr>
                  <a:xfrm>
                    <a:off x="3235261" y="4093308"/>
                    <a:ext cx="72000" cy="360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653" name="Google Shape;4653;p42"/>
                  <p:cNvGrpSpPr/>
                  <p:nvPr/>
                </p:nvGrpSpPr>
                <p:grpSpPr>
                  <a:xfrm>
                    <a:off x="2676061" y="4130452"/>
                    <a:ext cx="963722" cy="100056"/>
                    <a:chOff x="2676061" y="4130452"/>
                    <a:chExt cx="963722" cy="100056"/>
                  </a:xfrm>
                </p:grpSpPr>
                <p:grpSp>
                  <p:nvGrpSpPr>
                    <p:cNvPr id="4654" name="Google Shape;4654;p42"/>
                    <p:cNvGrpSpPr/>
                    <p:nvPr/>
                  </p:nvGrpSpPr>
                  <p:grpSpPr>
                    <a:xfrm>
                      <a:off x="2676061" y="4130452"/>
                      <a:ext cx="963722" cy="75413"/>
                      <a:chOff x="5775048" y="3892549"/>
                      <a:chExt cx="778309" cy="59708"/>
                    </a:xfrm>
                  </p:grpSpPr>
                  <p:sp>
                    <p:nvSpPr>
                      <p:cNvPr id="4655" name="Google Shape;4655;p42"/>
                      <p:cNvSpPr/>
                      <p:nvPr/>
                    </p:nvSpPr>
                    <p:spPr>
                      <a:xfrm rot="-54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656" name="Google Shape;4656;p42"/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657" name="Google Shape;4657;p42"/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658" name="Google Shape;4658;p42"/>
                    <p:cNvSpPr/>
                    <p:nvPr/>
                  </p:nvSpPr>
                  <p:spPr>
                    <a:xfrm>
                      <a:off x="3012721" y="4194508"/>
                      <a:ext cx="72000" cy="36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4659" name="Google Shape;4659;p42"/>
              <p:cNvGrpSpPr/>
              <p:nvPr/>
            </p:nvGrpSpPr>
            <p:grpSpPr>
              <a:xfrm rot="297357">
                <a:off x="7424472" y="1650477"/>
                <a:ext cx="2320919" cy="2112818"/>
                <a:chOff x="5701956" y="1773008"/>
                <a:chExt cx="2320919" cy="2112818"/>
              </a:xfrm>
            </p:grpSpPr>
            <p:grpSp>
              <p:nvGrpSpPr>
                <p:cNvPr id="4660" name="Google Shape;4660;p42"/>
                <p:cNvGrpSpPr/>
                <p:nvPr/>
              </p:nvGrpSpPr>
              <p:grpSpPr>
                <a:xfrm>
                  <a:off x="5701956" y="1773008"/>
                  <a:ext cx="2320919" cy="2112818"/>
                  <a:chOff x="5797343" y="2178392"/>
                  <a:chExt cx="2320919" cy="2112818"/>
                </a:xfrm>
              </p:grpSpPr>
              <p:grpSp>
                <p:nvGrpSpPr>
                  <p:cNvPr id="4661" name="Google Shape;4661;p42"/>
                  <p:cNvGrpSpPr/>
                  <p:nvPr/>
                </p:nvGrpSpPr>
                <p:grpSpPr>
                  <a:xfrm>
                    <a:off x="5797343" y="2178392"/>
                    <a:ext cx="2320919" cy="2112818"/>
                    <a:chOff x="5587545" y="1682358"/>
                    <a:chExt cx="2320919" cy="2112818"/>
                  </a:xfrm>
                </p:grpSpPr>
                <p:sp>
                  <p:nvSpPr>
                    <p:cNvPr id="4662" name="Google Shape;4662;p42"/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663" name="Google Shape;4663;p42"/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664" name="Google Shape;4664;p42"/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665" name="Google Shape;4665;p42"/>
                <p:cNvSpPr/>
                <p:nvPr/>
              </p:nvSpPr>
              <p:spPr>
                <a:xfrm rot="7768561">
                  <a:off x="6244837" y="1851731"/>
                  <a:ext cx="976518" cy="1813530"/>
                </a:xfrm>
                <a:prstGeom prst="flowChartManualOperation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66" name="Google Shape;4666;p42"/>
              <p:cNvGrpSpPr/>
              <p:nvPr/>
            </p:nvGrpSpPr>
            <p:grpSpPr>
              <a:xfrm rot="600000">
                <a:off x="6352702" y="932651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4667" name="Google Shape;4667;p42"/>
                <p:cNvGrpSpPr/>
                <p:nvPr/>
              </p:nvGrpSpPr>
              <p:grpSpPr>
                <a:xfrm>
                  <a:off x="6243086" y="1135131"/>
                  <a:ext cx="2010277" cy="2036290"/>
                  <a:chOff x="6243086" y="1135131"/>
                  <a:chExt cx="2010277" cy="2036290"/>
                </a:xfrm>
              </p:grpSpPr>
              <p:grpSp>
                <p:nvGrpSpPr>
                  <p:cNvPr id="4668" name="Google Shape;4668;p42"/>
                  <p:cNvGrpSpPr/>
                  <p:nvPr/>
                </p:nvGrpSpPr>
                <p:grpSpPr>
                  <a:xfrm rot="785047">
                    <a:off x="6414183" y="1301838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4669" name="Google Shape;4669;p42"/>
                    <p:cNvGrpSpPr/>
                    <p:nvPr/>
                  </p:nvGrpSpPr>
                  <p:grpSpPr>
                    <a:xfrm>
                      <a:off x="5811486" y="1624311"/>
                      <a:ext cx="1668083" cy="1702876"/>
                      <a:chOff x="5811486" y="1624311"/>
                      <a:chExt cx="1668083" cy="1702876"/>
                    </a:xfrm>
                  </p:grpSpPr>
                  <p:grpSp>
                    <p:nvGrpSpPr>
                      <p:cNvPr id="4670" name="Google Shape;4670;p42"/>
                      <p:cNvGrpSpPr/>
                      <p:nvPr/>
                    </p:nvGrpSpPr>
                    <p:grpSpPr>
                      <a:xfrm rot="-3495342">
                        <a:off x="6006485" y="1890354"/>
                        <a:ext cx="1278085" cy="1170790"/>
                        <a:chOff x="5701956" y="1773008"/>
                        <a:chExt cx="2320919" cy="2112818"/>
                      </a:xfrm>
                    </p:grpSpPr>
                    <p:grpSp>
                      <p:nvGrpSpPr>
                        <p:cNvPr id="4671" name="Google Shape;4671;p42"/>
                        <p:cNvGrpSpPr/>
                        <p:nvPr/>
                      </p:nvGrpSpPr>
                      <p:grpSpPr>
                        <a:xfrm>
                          <a:off x="5701956" y="1773008"/>
                          <a:ext cx="2320919" cy="2112818"/>
                          <a:chOff x="5797343" y="2178392"/>
                          <a:chExt cx="2320919" cy="2112818"/>
                        </a:xfrm>
                      </p:grpSpPr>
                      <p:grpSp>
                        <p:nvGrpSpPr>
                          <p:cNvPr id="4672" name="Google Shape;4672;p42"/>
                          <p:cNvGrpSpPr/>
                          <p:nvPr/>
                        </p:nvGrpSpPr>
                        <p:grpSpPr>
                          <a:xfrm>
                            <a:off x="5797343" y="2178392"/>
                            <a:ext cx="2320919" cy="2112818"/>
                            <a:chOff x="5587545" y="1682358"/>
                            <a:chExt cx="2320919" cy="2112818"/>
                          </a:xfrm>
                        </p:grpSpPr>
                        <p:sp>
                          <p:nvSpPr>
                            <p:cNvPr id="4673" name="Google Shape;4673;p42"/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4674" name="Google Shape;4674;p42"/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4675" name="Google Shape;4675;p42"/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4676" name="Google Shape;4676;p42"/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4677" name="Google Shape;4677;p42"/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678" name="Google Shape;4678;p42"/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679" name="Google Shape;4679;p42"/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680" name="Google Shape;4680;p42"/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681" name="Google Shape;4681;p42"/>
          <p:cNvSpPr/>
          <p:nvPr/>
        </p:nvSpPr>
        <p:spPr>
          <a:xfrm rot="-3006092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82" name="Google Shape;4682;p42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4683" name="Google Shape;4683;p42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4684" name="Google Shape;4684;p42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685" name="Google Shape;4685;p42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4686" name="Google Shape;4686;p42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7" name="Google Shape;4687;p42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688" name="Google Shape;4688;p42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4689" name="Google Shape;4689;p42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4690" name="Google Shape;4690;p42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1" name="Google Shape;4691;p42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92" name="Google Shape;4692;p42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4693" name="Google Shape;4693;p42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4" name="Google Shape;4694;p42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5" name="Google Shape;4695;p42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96" name="Google Shape;4696;p42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4697" name="Google Shape;4697;p42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8" name="Google Shape;4698;p42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9" name="Google Shape;4699;p42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700" name="Google Shape;4700;p42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4701" name="Google Shape;4701;p42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2" name="Google Shape;4702;p42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3" name="Google Shape;4703;p42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704" name="Google Shape;4704;p42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4705" name="Google Shape;4705;p42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6" name="Google Shape;4706;p42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7" name="Google Shape;4707;p42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708" name="Google Shape;4708;p42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4709" name="Google Shape;4709;p42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0" name="Google Shape;4710;p42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11" name="Google Shape;4711;p42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4712" name="Google Shape;4712;p42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4713" name="Google Shape;4713;p42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4714" name="Google Shape;4714;p42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15" name="Google Shape;4715;p42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716" name="Google Shape;4716;p42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4717" name="Google Shape;4717;p42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4718" name="Google Shape;4718;p42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719" name="Google Shape;4719;p42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720" name="Google Shape;4720;p42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4721" name="Google Shape;4721;p42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722" name="Google Shape;4722;p42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4723" name="Google Shape;4723;p42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4724" name="Google Shape;4724;p42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25" name="Google Shape;4725;p42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726" name="Google Shape;4726;p42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4727" name="Google Shape;4727;p42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8" name="Google Shape;4728;p42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9" name="Google Shape;4729;p42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30" name="Google Shape;4730;p42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31" name="Google Shape;4731;p42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4732" name="Google Shape;4732;p42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4733" name="Google Shape;4733;p42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34" name="Google Shape;4734;p42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735" name="Google Shape;4735;p42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36" name="Google Shape;4736;p42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4737" name="Google Shape;4737;p42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8" name="Google Shape;4738;p42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9" name="Google Shape;4739;p42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740" name="Google Shape;4740;p42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1" name="Google Shape;4741;p42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42" name="Google Shape;4742;p42"/>
          <p:cNvGrpSpPr/>
          <p:nvPr/>
        </p:nvGrpSpPr>
        <p:grpSpPr>
          <a:xfrm rot="10797357">
            <a:off x="8635342" y="2794982"/>
            <a:ext cx="2320919" cy="2112818"/>
            <a:chOff x="5701956" y="1773008"/>
            <a:chExt cx="2320919" cy="2112818"/>
          </a:xfrm>
        </p:grpSpPr>
        <p:grpSp>
          <p:nvGrpSpPr>
            <p:cNvPr id="4743" name="Google Shape;4743;p42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4744" name="Google Shape;4744;p42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4745" name="Google Shape;4745;p42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46" name="Google Shape;4746;p42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747" name="Google Shape;4747;p42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48" name="Google Shape;4748;p42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49" name="Google Shape;4749;p42"/>
          <p:cNvSpPr txBox="1"/>
          <p:nvPr>
            <p:ph idx="1" type="subTitle"/>
          </p:nvPr>
        </p:nvSpPr>
        <p:spPr>
          <a:xfrm>
            <a:off x="363223" y="478971"/>
            <a:ext cx="3557898" cy="630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3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Cerrar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objeto sentido 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en sentido Antihorario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FF0000"/>
                </a:solidFill>
              </a:rPr>
              <a:t>Saltar al paso 6</a:t>
            </a:r>
            <a:endParaRPr/>
          </a:p>
        </p:txBody>
      </p:sp>
      <p:sp>
        <p:nvSpPr>
          <p:cNvPr id="4750" name="Google Shape;4750;p42"/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fmla="val 64585" name="adj1"/>
              <a:gd fmla="val 50000" name="adj2"/>
            </a:avLst>
          </a:pr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1" name="Google Shape;4751;p42"/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Posicionamiento punto de partida.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45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5" name="Shape 4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6" name="Google Shape;4756;p43"/>
          <p:cNvGrpSpPr/>
          <p:nvPr/>
        </p:nvGrpSpPr>
        <p:grpSpPr>
          <a:xfrm rot="600000">
            <a:off x="4644710" y="373176"/>
            <a:ext cx="9049143" cy="5856806"/>
            <a:chOff x="4644710" y="373176"/>
            <a:chExt cx="9049143" cy="5856806"/>
          </a:xfrm>
        </p:grpSpPr>
        <p:grpSp>
          <p:nvGrpSpPr>
            <p:cNvPr id="4757" name="Google Shape;4757;p43"/>
            <p:cNvGrpSpPr/>
            <p:nvPr/>
          </p:nvGrpSpPr>
          <p:grpSpPr>
            <a:xfrm>
              <a:off x="4644710" y="373176"/>
              <a:ext cx="5187606" cy="3486421"/>
              <a:chOff x="4644710" y="373176"/>
              <a:chExt cx="5187606" cy="3486421"/>
            </a:xfrm>
          </p:grpSpPr>
          <p:grpSp>
            <p:nvGrpSpPr>
              <p:cNvPr id="4758" name="Google Shape;4758;p43"/>
              <p:cNvGrpSpPr/>
              <p:nvPr/>
            </p:nvGrpSpPr>
            <p:grpSpPr>
              <a:xfrm rot="1800000">
                <a:off x="4860081" y="842293"/>
                <a:ext cx="2270299" cy="1469807"/>
                <a:chOff x="4794993" y="1288512"/>
                <a:chExt cx="2270299" cy="1469807"/>
              </a:xfrm>
            </p:grpSpPr>
            <p:grpSp>
              <p:nvGrpSpPr>
                <p:cNvPr id="4759" name="Google Shape;4759;p43"/>
                <p:cNvGrpSpPr/>
                <p:nvPr/>
              </p:nvGrpSpPr>
              <p:grpSpPr>
                <a:xfrm rot="5151436">
                  <a:off x="5436172" y="1561945"/>
                  <a:ext cx="575117" cy="1696572"/>
                  <a:chOff x="3246065" y="2845317"/>
                  <a:chExt cx="695654" cy="2073060"/>
                </a:xfrm>
              </p:grpSpPr>
              <p:grpSp>
                <p:nvGrpSpPr>
                  <p:cNvPr id="4760" name="Google Shape;4760;p43"/>
                  <p:cNvGrpSpPr/>
                  <p:nvPr/>
                </p:nvGrpSpPr>
                <p:grpSpPr>
                  <a:xfrm flipH="1">
                    <a:off x="3246065" y="3839200"/>
                    <a:ext cx="435993" cy="1079177"/>
                    <a:chOff x="5739808" y="3702217"/>
                    <a:chExt cx="352110" cy="854438"/>
                  </a:xfrm>
                </p:grpSpPr>
                <p:grpSp>
                  <p:nvGrpSpPr>
                    <p:cNvPr id="4761" name="Google Shape;4761;p43"/>
                    <p:cNvGrpSpPr/>
                    <p:nvPr/>
                  </p:nvGrpSpPr>
                  <p:grpSpPr>
                    <a:xfrm>
                      <a:off x="5739808" y="3702217"/>
                      <a:ext cx="319170" cy="506923"/>
                      <a:chOff x="6097258" y="3701203"/>
                      <a:chExt cx="319170" cy="506923"/>
                    </a:xfrm>
                  </p:grpSpPr>
                  <p:sp>
                    <p:nvSpPr>
                      <p:cNvPr id="4762" name="Google Shape;4762;p43"/>
                      <p:cNvSpPr/>
                      <p:nvPr/>
                    </p:nvSpPr>
                    <p:spPr>
                      <a:xfrm rot="-1077969">
                        <a:off x="6165919" y="3717694"/>
                        <a:ext cx="181848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763" name="Google Shape;4763;p43"/>
                      <p:cNvSpPr/>
                      <p:nvPr/>
                    </p:nvSpPr>
                    <p:spPr>
                      <a:xfrm flipH="1" rot="655801">
                        <a:off x="6207416" y="3774548"/>
                        <a:ext cx="49476" cy="223589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lt1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764" name="Google Shape;4764;p43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765" name="Google Shape;4765;p43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766" name="Google Shape;4766;p43"/>
                  <p:cNvGrpSpPr/>
                  <p:nvPr/>
                </p:nvGrpSpPr>
                <p:grpSpPr>
                  <a:xfrm flipH="1" rot="10800000">
                    <a:off x="3505726" y="2845317"/>
                    <a:ext cx="435993" cy="1070111"/>
                    <a:chOff x="5739808" y="3709395"/>
                    <a:chExt cx="352110" cy="847261"/>
                  </a:xfrm>
                </p:grpSpPr>
                <p:grpSp>
                  <p:nvGrpSpPr>
                    <p:cNvPr id="4767" name="Google Shape;4767;p43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4768" name="Google Shape;4768;p43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769" name="Google Shape;4769;p43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770" name="Google Shape;4770;p43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771" name="Google Shape;4771;p43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4772" name="Google Shape;4772;p43"/>
                <p:cNvGrpSpPr/>
                <p:nvPr/>
              </p:nvGrpSpPr>
              <p:grpSpPr>
                <a:xfrm rot="5151436">
                  <a:off x="5371407" y="791349"/>
                  <a:ext cx="580526" cy="1695846"/>
                  <a:chOff x="2365817" y="2845869"/>
                  <a:chExt cx="702197" cy="2072173"/>
                </a:xfrm>
              </p:grpSpPr>
              <p:grpSp>
                <p:nvGrpSpPr>
                  <p:cNvPr id="4773" name="Google Shape;4773;p43"/>
                  <p:cNvGrpSpPr/>
                  <p:nvPr/>
                </p:nvGrpSpPr>
                <p:grpSpPr>
                  <a:xfrm>
                    <a:off x="2632021" y="3837706"/>
                    <a:ext cx="435993" cy="1080336"/>
                    <a:chOff x="5739807" y="3701299"/>
                    <a:chExt cx="352111" cy="855357"/>
                  </a:xfrm>
                </p:grpSpPr>
                <p:grpSp>
                  <p:nvGrpSpPr>
                    <p:cNvPr id="4774" name="Google Shape;4774;p43"/>
                    <p:cNvGrpSpPr/>
                    <p:nvPr/>
                  </p:nvGrpSpPr>
                  <p:grpSpPr>
                    <a:xfrm>
                      <a:off x="5739807" y="3701299"/>
                      <a:ext cx="322028" cy="507850"/>
                      <a:chOff x="6097257" y="3700285"/>
                      <a:chExt cx="322028" cy="507850"/>
                    </a:xfrm>
                  </p:grpSpPr>
                  <p:sp>
                    <p:nvSpPr>
                      <p:cNvPr id="4775" name="Google Shape;4775;p43"/>
                      <p:cNvSpPr/>
                      <p:nvPr/>
                    </p:nvSpPr>
                    <p:spPr>
                      <a:xfrm rot="-1077969">
                        <a:off x="6165845" y="3717239"/>
                        <a:ext cx="184852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776" name="Google Shape;4776;p43"/>
                      <p:cNvSpPr/>
                      <p:nvPr/>
                    </p:nvSpPr>
                    <p:spPr>
                      <a:xfrm flipH="1" rot="622646">
                        <a:off x="6207873" y="3795106"/>
                        <a:ext cx="46037" cy="203887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lt1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777" name="Google Shape;4777;p43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778" name="Google Shape;4778;p43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779" name="Google Shape;4779;p43"/>
                  <p:cNvGrpSpPr/>
                  <p:nvPr/>
                </p:nvGrpSpPr>
                <p:grpSpPr>
                  <a:xfrm rot="10800000">
                    <a:off x="2365817" y="2845869"/>
                    <a:ext cx="435993" cy="1070111"/>
                    <a:chOff x="5739808" y="3709395"/>
                    <a:chExt cx="352110" cy="847261"/>
                  </a:xfrm>
                </p:grpSpPr>
                <p:grpSp>
                  <p:nvGrpSpPr>
                    <p:cNvPr id="4780" name="Google Shape;4780;p43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4781" name="Google Shape;4781;p43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782" name="Google Shape;4782;p43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783" name="Google Shape;4783;p43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784" name="Google Shape;4784;p43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4785" name="Google Shape;4785;p43"/>
                <p:cNvGrpSpPr/>
                <p:nvPr/>
              </p:nvGrpSpPr>
              <p:grpSpPr>
                <a:xfrm rot="5151436">
                  <a:off x="5779040" y="1106875"/>
                  <a:ext cx="796825" cy="1722615"/>
                  <a:chOff x="5775707" y="2428623"/>
                  <a:chExt cx="778396" cy="1666542"/>
                </a:xfrm>
              </p:grpSpPr>
              <p:grpSp>
                <p:nvGrpSpPr>
                  <p:cNvPr id="4786" name="Google Shape;4786;p43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4787" name="Google Shape;4787;p43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4788" name="Google Shape;4788;p43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4789" name="Google Shape;4789;p43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4790" name="Google Shape;4790;p43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791" name="Google Shape;4791;p43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4792" name="Google Shape;4792;p43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4793" name="Google Shape;4793;p43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4794" name="Google Shape;4794;p43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4795" name="Google Shape;4795;p43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4796" name="Google Shape;4796;p43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4797" name="Google Shape;4797;p43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798" name="Google Shape;4798;p43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4799" name="Google Shape;4799;p43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4800" name="Google Shape;4800;p43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4801" name="Google Shape;4801;p43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4802" name="Google Shape;4802;p43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4803" name="Google Shape;4803;p43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solidFill>
                          <a:srgbClr val="595959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804" name="Google Shape;4804;p43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805" name="Google Shape;4805;p43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4806" name="Google Shape;4806;p43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07" name="Google Shape;4807;p43"/>
                <p:cNvGrpSpPr/>
                <p:nvPr/>
              </p:nvGrpSpPr>
              <p:grpSpPr>
                <a:xfrm rot="5151436">
                  <a:off x="5061129" y="1963320"/>
                  <a:ext cx="796736" cy="112283"/>
                  <a:chOff x="2676061" y="4093308"/>
                  <a:chExt cx="963722" cy="137200"/>
                </a:xfrm>
              </p:grpSpPr>
              <p:sp>
                <p:nvSpPr>
                  <p:cNvPr id="4808" name="Google Shape;4808;p43"/>
                  <p:cNvSpPr/>
                  <p:nvPr/>
                </p:nvSpPr>
                <p:spPr>
                  <a:xfrm>
                    <a:off x="3235261" y="4093308"/>
                    <a:ext cx="72000" cy="36000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809" name="Google Shape;4809;p43"/>
                  <p:cNvGrpSpPr/>
                  <p:nvPr/>
                </p:nvGrpSpPr>
                <p:grpSpPr>
                  <a:xfrm>
                    <a:off x="2676061" y="4130452"/>
                    <a:ext cx="963722" cy="100056"/>
                    <a:chOff x="2676061" y="4130452"/>
                    <a:chExt cx="963722" cy="100056"/>
                  </a:xfrm>
                </p:grpSpPr>
                <p:grpSp>
                  <p:nvGrpSpPr>
                    <p:cNvPr id="4810" name="Google Shape;4810;p43"/>
                    <p:cNvGrpSpPr/>
                    <p:nvPr/>
                  </p:nvGrpSpPr>
                  <p:grpSpPr>
                    <a:xfrm>
                      <a:off x="2676061" y="4130452"/>
                      <a:ext cx="963722" cy="75413"/>
                      <a:chOff x="5775048" y="3892549"/>
                      <a:chExt cx="778309" cy="59708"/>
                    </a:xfrm>
                  </p:grpSpPr>
                  <p:sp>
                    <p:nvSpPr>
                      <p:cNvPr id="4811" name="Google Shape;4811;p43"/>
                      <p:cNvSpPr/>
                      <p:nvPr/>
                    </p:nvSpPr>
                    <p:spPr>
                      <a:xfrm rot="-54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812" name="Google Shape;4812;p43"/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813" name="Google Shape;4813;p43"/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814" name="Google Shape;4814;p43"/>
                    <p:cNvSpPr/>
                    <p:nvPr/>
                  </p:nvSpPr>
                  <p:spPr>
                    <a:xfrm>
                      <a:off x="3012721" y="4194508"/>
                      <a:ext cx="72000" cy="3600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4815" name="Google Shape;4815;p43"/>
              <p:cNvGrpSpPr/>
              <p:nvPr/>
            </p:nvGrpSpPr>
            <p:grpSpPr>
              <a:xfrm rot="297357">
                <a:off x="7424472" y="1650477"/>
                <a:ext cx="2320919" cy="2112818"/>
                <a:chOff x="5701956" y="1773008"/>
                <a:chExt cx="2320919" cy="2112818"/>
              </a:xfrm>
            </p:grpSpPr>
            <p:grpSp>
              <p:nvGrpSpPr>
                <p:cNvPr id="4816" name="Google Shape;4816;p43"/>
                <p:cNvGrpSpPr/>
                <p:nvPr/>
              </p:nvGrpSpPr>
              <p:grpSpPr>
                <a:xfrm>
                  <a:off x="5701956" y="1773008"/>
                  <a:ext cx="2320919" cy="2112818"/>
                  <a:chOff x="5797343" y="2178392"/>
                  <a:chExt cx="2320919" cy="2112818"/>
                </a:xfrm>
              </p:grpSpPr>
              <p:grpSp>
                <p:nvGrpSpPr>
                  <p:cNvPr id="4817" name="Google Shape;4817;p43"/>
                  <p:cNvGrpSpPr/>
                  <p:nvPr/>
                </p:nvGrpSpPr>
                <p:grpSpPr>
                  <a:xfrm>
                    <a:off x="5797343" y="2178392"/>
                    <a:ext cx="2320919" cy="2112818"/>
                    <a:chOff x="5587545" y="1682358"/>
                    <a:chExt cx="2320919" cy="2112818"/>
                  </a:xfrm>
                </p:grpSpPr>
                <p:sp>
                  <p:nvSpPr>
                    <p:cNvPr id="4818" name="Google Shape;4818;p43"/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819" name="Google Shape;4819;p43"/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820" name="Google Shape;4820;p43"/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821" name="Google Shape;4821;p43"/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22" name="Google Shape;4822;p43"/>
              <p:cNvGrpSpPr/>
              <p:nvPr/>
            </p:nvGrpSpPr>
            <p:grpSpPr>
              <a:xfrm rot="600000">
                <a:off x="6352702" y="932651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4823" name="Google Shape;4823;p43"/>
                <p:cNvGrpSpPr/>
                <p:nvPr/>
              </p:nvGrpSpPr>
              <p:grpSpPr>
                <a:xfrm>
                  <a:off x="6243086" y="1135131"/>
                  <a:ext cx="2010277" cy="2036290"/>
                  <a:chOff x="6243086" y="1135131"/>
                  <a:chExt cx="2010277" cy="2036290"/>
                </a:xfrm>
              </p:grpSpPr>
              <p:grpSp>
                <p:nvGrpSpPr>
                  <p:cNvPr id="4824" name="Google Shape;4824;p43"/>
                  <p:cNvGrpSpPr/>
                  <p:nvPr/>
                </p:nvGrpSpPr>
                <p:grpSpPr>
                  <a:xfrm rot="785047">
                    <a:off x="6414183" y="1301838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4825" name="Google Shape;4825;p43"/>
                    <p:cNvGrpSpPr/>
                    <p:nvPr/>
                  </p:nvGrpSpPr>
                  <p:grpSpPr>
                    <a:xfrm>
                      <a:off x="5811486" y="1624311"/>
                      <a:ext cx="1668083" cy="1702876"/>
                      <a:chOff x="5811486" y="1624311"/>
                      <a:chExt cx="1668083" cy="1702876"/>
                    </a:xfrm>
                  </p:grpSpPr>
                  <p:grpSp>
                    <p:nvGrpSpPr>
                      <p:cNvPr id="4826" name="Google Shape;4826;p43"/>
                      <p:cNvGrpSpPr/>
                      <p:nvPr/>
                    </p:nvGrpSpPr>
                    <p:grpSpPr>
                      <a:xfrm rot="-3495342">
                        <a:off x="6006485" y="1890354"/>
                        <a:ext cx="1278085" cy="1170790"/>
                        <a:chOff x="5701956" y="1773008"/>
                        <a:chExt cx="2320919" cy="2112818"/>
                      </a:xfrm>
                    </p:grpSpPr>
                    <p:grpSp>
                      <p:nvGrpSpPr>
                        <p:cNvPr id="4827" name="Google Shape;4827;p43"/>
                        <p:cNvGrpSpPr/>
                        <p:nvPr/>
                      </p:nvGrpSpPr>
                      <p:grpSpPr>
                        <a:xfrm>
                          <a:off x="5701956" y="1773008"/>
                          <a:ext cx="2320919" cy="2112818"/>
                          <a:chOff x="5797343" y="2178392"/>
                          <a:chExt cx="2320919" cy="2112818"/>
                        </a:xfrm>
                      </p:grpSpPr>
                      <p:grpSp>
                        <p:nvGrpSpPr>
                          <p:cNvPr id="4828" name="Google Shape;4828;p43"/>
                          <p:cNvGrpSpPr/>
                          <p:nvPr/>
                        </p:nvGrpSpPr>
                        <p:grpSpPr>
                          <a:xfrm>
                            <a:off x="5797343" y="2178392"/>
                            <a:ext cx="2320919" cy="2112818"/>
                            <a:chOff x="5587545" y="1682358"/>
                            <a:chExt cx="2320919" cy="2112818"/>
                          </a:xfrm>
                        </p:grpSpPr>
                        <p:sp>
                          <p:nvSpPr>
                            <p:cNvPr id="4829" name="Google Shape;4829;p43"/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1905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4830" name="Google Shape;4830;p43"/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1905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4831" name="Google Shape;4831;p43"/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solidFill>
                            <a:srgbClr val="A5A5A5"/>
                          </a:solidFill>
                          <a:ln cap="flat" cmpd="sng" w="1905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4832" name="Google Shape;4832;p43"/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rgbClr val="A5A5A5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4833" name="Google Shape;4833;p43"/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834" name="Google Shape;4834;p43"/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835" name="Google Shape;4835;p43"/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836" name="Google Shape;4836;p43"/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837" name="Google Shape;4837;p43"/>
            <p:cNvGrpSpPr/>
            <p:nvPr/>
          </p:nvGrpSpPr>
          <p:grpSpPr>
            <a:xfrm rot="10800000">
              <a:off x="8506248" y="2743561"/>
              <a:ext cx="5187606" cy="3486421"/>
              <a:chOff x="4644710" y="373176"/>
              <a:chExt cx="5187606" cy="3486421"/>
            </a:xfrm>
          </p:grpSpPr>
          <p:grpSp>
            <p:nvGrpSpPr>
              <p:cNvPr id="4838" name="Google Shape;4838;p43"/>
              <p:cNvGrpSpPr/>
              <p:nvPr/>
            </p:nvGrpSpPr>
            <p:grpSpPr>
              <a:xfrm rot="1800000">
                <a:off x="4860081" y="842293"/>
                <a:ext cx="2270299" cy="1469807"/>
                <a:chOff x="4794993" y="1288512"/>
                <a:chExt cx="2270299" cy="1469807"/>
              </a:xfrm>
            </p:grpSpPr>
            <p:grpSp>
              <p:nvGrpSpPr>
                <p:cNvPr id="4839" name="Google Shape;4839;p43"/>
                <p:cNvGrpSpPr/>
                <p:nvPr/>
              </p:nvGrpSpPr>
              <p:grpSpPr>
                <a:xfrm rot="5151436">
                  <a:off x="5436172" y="1561945"/>
                  <a:ext cx="575117" cy="1696572"/>
                  <a:chOff x="3246065" y="2845317"/>
                  <a:chExt cx="695654" cy="2073060"/>
                </a:xfrm>
              </p:grpSpPr>
              <p:grpSp>
                <p:nvGrpSpPr>
                  <p:cNvPr id="4840" name="Google Shape;4840;p43"/>
                  <p:cNvGrpSpPr/>
                  <p:nvPr/>
                </p:nvGrpSpPr>
                <p:grpSpPr>
                  <a:xfrm flipH="1">
                    <a:off x="3246065" y="3839200"/>
                    <a:ext cx="435993" cy="1079177"/>
                    <a:chOff x="5739808" y="3702217"/>
                    <a:chExt cx="352110" cy="854438"/>
                  </a:xfrm>
                </p:grpSpPr>
                <p:grpSp>
                  <p:nvGrpSpPr>
                    <p:cNvPr id="4841" name="Google Shape;4841;p43"/>
                    <p:cNvGrpSpPr/>
                    <p:nvPr/>
                  </p:nvGrpSpPr>
                  <p:grpSpPr>
                    <a:xfrm>
                      <a:off x="5739808" y="3702217"/>
                      <a:ext cx="319170" cy="506923"/>
                      <a:chOff x="6097258" y="3701203"/>
                      <a:chExt cx="319170" cy="506923"/>
                    </a:xfrm>
                  </p:grpSpPr>
                  <p:sp>
                    <p:nvSpPr>
                      <p:cNvPr id="4842" name="Google Shape;4842;p43"/>
                      <p:cNvSpPr/>
                      <p:nvPr/>
                    </p:nvSpPr>
                    <p:spPr>
                      <a:xfrm rot="-1077969">
                        <a:off x="6165919" y="3717694"/>
                        <a:ext cx="181848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843" name="Google Shape;4843;p43"/>
                      <p:cNvSpPr/>
                      <p:nvPr/>
                    </p:nvSpPr>
                    <p:spPr>
                      <a:xfrm flipH="1" rot="655801">
                        <a:off x="6207416" y="3774548"/>
                        <a:ext cx="49476" cy="223589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844" name="Google Shape;4844;p43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845" name="Google Shape;4845;p43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846" name="Google Shape;4846;p43"/>
                  <p:cNvGrpSpPr/>
                  <p:nvPr/>
                </p:nvGrpSpPr>
                <p:grpSpPr>
                  <a:xfrm flipH="1" rot="10800000">
                    <a:off x="3505726" y="2845317"/>
                    <a:ext cx="435993" cy="1070111"/>
                    <a:chOff x="5739808" y="3709395"/>
                    <a:chExt cx="352110" cy="847261"/>
                  </a:xfrm>
                </p:grpSpPr>
                <p:grpSp>
                  <p:nvGrpSpPr>
                    <p:cNvPr id="4847" name="Google Shape;4847;p43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4848" name="Google Shape;4848;p43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849" name="Google Shape;4849;p43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850" name="Google Shape;4850;p43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851" name="Google Shape;4851;p43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4852" name="Google Shape;4852;p43"/>
                <p:cNvGrpSpPr/>
                <p:nvPr/>
              </p:nvGrpSpPr>
              <p:grpSpPr>
                <a:xfrm rot="5151436">
                  <a:off x="5371407" y="791349"/>
                  <a:ext cx="580526" cy="1695846"/>
                  <a:chOff x="2365817" y="2845869"/>
                  <a:chExt cx="702197" cy="2072173"/>
                </a:xfrm>
              </p:grpSpPr>
              <p:grpSp>
                <p:nvGrpSpPr>
                  <p:cNvPr id="4853" name="Google Shape;4853;p43"/>
                  <p:cNvGrpSpPr/>
                  <p:nvPr/>
                </p:nvGrpSpPr>
                <p:grpSpPr>
                  <a:xfrm>
                    <a:off x="2632021" y="3837706"/>
                    <a:ext cx="435993" cy="1080336"/>
                    <a:chOff x="5739807" y="3701299"/>
                    <a:chExt cx="352111" cy="855357"/>
                  </a:xfrm>
                </p:grpSpPr>
                <p:grpSp>
                  <p:nvGrpSpPr>
                    <p:cNvPr id="4854" name="Google Shape;4854;p43"/>
                    <p:cNvGrpSpPr/>
                    <p:nvPr/>
                  </p:nvGrpSpPr>
                  <p:grpSpPr>
                    <a:xfrm>
                      <a:off x="5739807" y="3701299"/>
                      <a:ext cx="322028" cy="507850"/>
                      <a:chOff x="6097257" y="3700285"/>
                      <a:chExt cx="322028" cy="507850"/>
                    </a:xfrm>
                  </p:grpSpPr>
                  <p:sp>
                    <p:nvSpPr>
                      <p:cNvPr id="4855" name="Google Shape;4855;p43"/>
                      <p:cNvSpPr/>
                      <p:nvPr/>
                    </p:nvSpPr>
                    <p:spPr>
                      <a:xfrm rot="-1077969">
                        <a:off x="6165845" y="3717239"/>
                        <a:ext cx="184852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856" name="Google Shape;4856;p43"/>
                      <p:cNvSpPr/>
                      <p:nvPr/>
                    </p:nvSpPr>
                    <p:spPr>
                      <a:xfrm flipH="1" rot="622646">
                        <a:off x="6207873" y="3795106"/>
                        <a:ext cx="46037" cy="203887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857" name="Google Shape;4857;p43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858" name="Google Shape;4858;p43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859" name="Google Shape;4859;p43"/>
                  <p:cNvGrpSpPr/>
                  <p:nvPr/>
                </p:nvGrpSpPr>
                <p:grpSpPr>
                  <a:xfrm rot="10800000">
                    <a:off x="2365817" y="2845869"/>
                    <a:ext cx="435993" cy="1070111"/>
                    <a:chOff x="5739808" y="3709395"/>
                    <a:chExt cx="352110" cy="847261"/>
                  </a:xfrm>
                </p:grpSpPr>
                <p:grpSp>
                  <p:nvGrpSpPr>
                    <p:cNvPr id="4860" name="Google Shape;4860;p43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4861" name="Google Shape;4861;p43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862" name="Google Shape;4862;p43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863" name="Google Shape;4863;p43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864" name="Google Shape;4864;p43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4865" name="Google Shape;4865;p43"/>
                <p:cNvGrpSpPr/>
                <p:nvPr/>
              </p:nvGrpSpPr>
              <p:grpSpPr>
                <a:xfrm rot="5151436">
                  <a:off x="5779040" y="1106875"/>
                  <a:ext cx="796825" cy="1722615"/>
                  <a:chOff x="5775707" y="2428623"/>
                  <a:chExt cx="778396" cy="1666542"/>
                </a:xfrm>
              </p:grpSpPr>
              <p:grpSp>
                <p:nvGrpSpPr>
                  <p:cNvPr id="4866" name="Google Shape;4866;p43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4867" name="Google Shape;4867;p43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4868" name="Google Shape;4868;p43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4869" name="Google Shape;4869;p43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4870" name="Google Shape;4870;p43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871" name="Google Shape;4871;p43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4872" name="Google Shape;4872;p43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4873" name="Google Shape;4873;p43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4874" name="Google Shape;4874;p43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4875" name="Google Shape;4875;p43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4876" name="Google Shape;4876;p43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4877" name="Google Shape;4877;p43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4878" name="Google Shape;4878;p43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4879" name="Google Shape;4879;p43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4880" name="Google Shape;4880;p43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4881" name="Google Shape;4881;p43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4882" name="Google Shape;4882;p43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4883" name="Google Shape;4883;p43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884" name="Google Shape;4884;p43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4885" name="Google Shape;4885;p43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4886" name="Google Shape;4886;p43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87" name="Google Shape;4887;p43"/>
                <p:cNvGrpSpPr/>
                <p:nvPr/>
              </p:nvGrpSpPr>
              <p:grpSpPr>
                <a:xfrm rot="5151436">
                  <a:off x="5061129" y="1963320"/>
                  <a:ext cx="796736" cy="112283"/>
                  <a:chOff x="2676061" y="4093308"/>
                  <a:chExt cx="963722" cy="137200"/>
                </a:xfrm>
              </p:grpSpPr>
              <p:sp>
                <p:nvSpPr>
                  <p:cNvPr id="4888" name="Google Shape;4888;p43"/>
                  <p:cNvSpPr/>
                  <p:nvPr/>
                </p:nvSpPr>
                <p:spPr>
                  <a:xfrm>
                    <a:off x="3235261" y="4093308"/>
                    <a:ext cx="72000" cy="360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4889" name="Google Shape;4889;p43"/>
                  <p:cNvGrpSpPr/>
                  <p:nvPr/>
                </p:nvGrpSpPr>
                <p:grpSpPr>
                  <a:xfrm>
                    <a:off x="2676061" y="4130452"/>
                    <a:ext cx="963722" cy="100056"/>
                    <a:chOff x="2676061" y="4130452"/>
                    <a:chExt cx="963722" cy="100056"/>
                  </a:xfrm>
                </p:grpSpPr>
                <p:grpSp>
                  <p:nvGrpSpPr>
                    <p:cNvPr id="4890" name="Google Shape;4890;p43"/>
                    <p:cNvGrpSpPr/>
                    <p:nvPr/>
                  </p:nvGrpSpPr>
                  <p:grpSpPr>
                    <a:xfrm>
                      <a:off x="2676061" y="4130452"/>
                      <a:ext cx="963722" cy="75413"/>
                      <a:chOff x="5775048" y="3892549"/>
                      <a:chExt cx="778309" cy="59708"/>
                    </a:xfrm>
                  </p:grpSpPr>
                  <p:sp>
                    <p:nvSpPr>
                      <p:cNvPr id="4891" name="Google Shape;4891;p43"/>
                      <p:cNvSpPr/>
                      <p:nvPr/>
                    </p:nvSpPr>
                    <p:spPr>
                      <a:xfrm rot="-54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892" name="Google Shape;4892;p43"/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893" name="Google Shape;4893;p43"/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894" name="Google Shape;4894;p43"/>
                    <p:cNvSpPr/>
                    <p:nvPr/>
                  </p:nvSpPr>
                  <p:spPr>
                    <a:xfrm>
                      <a:off x="3012721" y="4194508"/>
                      <a:ext cx="72000" cy="36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4895" name="Google Shape;4895;p43"/>
              <p:cNvGrpSpPr/>
              <p:nvPr/>
            </p:nvGrpSpPr>
            <p:grpSpPr>
              <a:xfrm rot="297357">
                <a:off x="7424472" y="1650477"/>
                <a:ext cx="2320919" cy="2112818"/>
                <a:chOff x="5701956" y="1773008"/>
                <a:chExt cx="2320919" cy="2112818"/>
              </a:xfrm>
            </p:grpSpPr>
            <p:grpSp>
              <p:nvGrpSpPr>
                <p:cNvPr id="4896" name="Google Shape;4896;p43"/>
                <p:cNvGrpSpPr/>
                <p:nvPr/>
              </p:nvGrpSpPr>
              <p:grpSpPr>
                <a:xfrm>
                  <a:off x="5701956" y="1773008"/>
                  <a:ext cx="2320919" cy="2112818"/>
                  <a:chOff x="5797343" y="2178392"/>
                  <a:chExt cx="2320919" cy="2112818"/>
                </a:xfrm>
              </p:grpSpPr>
              <p:grpSp>
                <p:nvGrpSpPr>
                  <p:cNvPr id="4897" name="Google Shape;4897;p43"/>
                  <p:cNvGrpSpPr/>
                  <p:nvPr/>
                </p:nvGrpSpPr>
                <p:grpSpPr>
                  <a:xfrm>
                    <a:off x="5797343" y="2178392"/>
                    <a:ext cx="2320919" cy="2112818"/>
                    <a:chOff x="5587545" y="1682358"/>
                    <a:chExt cx="2320919" cy="2112818"/>
                  </a:xfrm>
                </p:grpSpPr>
                <p:sp>
                  <p:nvSpPr>
                    <p:cNvPr id="4898" name="Google Shape;4898;p43"/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899" name="Google Shape;4899;p43"/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900" name="Google Shape;4900;p43"/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901" name="Google Shape;4901;p43"/>
                <p:cNvSpPr/>
                <p:nvPr/>
              </p:nvSpPr>
              <p:spPr>
                <a:xfrm rot="7768561">
                  <a:off x="6244837" y="1851731"/>
                  <a:ext cx="976518" cy="1813530"/>
                </a:xfrm>
                <a:prstGeom prst="flowChartManualOperation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902" name="Google Shape;4902;p43"/>
              <p:cNvGrpSpPr/>
              <p:nvPr/>
            </p:nvGrpSpPr>
            <p:grpSpPr>
              <a:xfrm rot="600000">
                <a:off x="6352702" y="932651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4903" name="Google Shape;4903;p43"/>
                <p:cNvGrpSpPr/>
                <p:nvPr/>
              </p:nvGrpSpPr>
              <p:grpSpPr>
                <a:xfrm>
                  <a:off x="6243086" y="1135131"/>
                  <a:ext cx="2010277" cy="2036290"/>
                  <a:chOff x="6243086" y="1135131"/>
                  <a:chExt cx="2010277" cy="2036290"/>
                </a:xfrm>
              </p:grpSpPr>
              <p:grpSp>
                <p:nvGrpSpPr>
                  <p:cNvPr id="4904" name="Google Shape;4904;p43"/>
                  <p:cNvGrpSpPr/>
                  <p:nvPr/>
                </p:nvGrpSpPr>
                <p:grpSpPr>
                  <a:xfrm rot="785047">
                    <a:off x="6414183" y="1301838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4905" name="Google Shape;4905;p43"/>
                    <p:cNvGrpSpPr/>
                    <p:nvPr/>
                  </p:nvGrpSpPr>
                  <p:grpSpPr>
                    <a:xfrm>
                      <a:off x="5811486" y="1624311"/>
                      <a:ext cx="1668083" cy="1702876"/>
                      <a:chOff x="5811486" y="1624311"/>
                      <a:chExt cx="1668083" cy="1702876"/>
                    </a:xfrm>
                  </p:grpSpPr>
                  <p:grpSp>
                    <p:nvGrpSpPr>
                      <p:cNvPr id="4906" name="Google Shape;4906;p43"/>
                      <p:cNvGrpSpPr/>
                      <p:nvPr/>
                    </p:nvGrpSpPr>
                    <p:grpSpPr>
                      <a:xfrm rot="-3495342">
                        <a:off x="6006485" y="1890354"/>
                        <a:ext cx="1278085" cy="1170790"/>
                        <a:chOff x="5701956" y="1773008"/>
                        <a:chExt cx="2320919" cy="2112818"/>
                      </a:xfrm>
                    </p:grpSpPr>
                    <p:grpSp>
                      <p:nvGrpSpPr>
                        <p:cNvPr id="4907" name="Google Shape;4907;p43"/>
                        <p:cNvGrpSpPr/>
                        <p:nvPr/>
                      </p:nvGrpSpPr>
                      <p:grpSpPr>
                        <a:xfrm>
                          <a:off x="5701956" y="1773008"/>
                          <a:ext cx="2320919" cy="2112818"/>
                          <a:chOff x="5797343" y="2178392"/>
                          <a:chExt cx="2320919" cy="2112818"/>
                        </a:xfrm>
                      </p:grpSpPr>
                      <p:grpSp>
                        <p:nvGrpSpPr>
                          <p:cNvPr id="4908" name="Google Shape;4908;p43"/>
                          <p:cNvGrpSpPr/>
                          <p:nvPr/>
                        </p:nvGrpSpPr>
                        <p:grpSpPr>
                          <a:xfrm>
                            <a:off x="5797343" y="2178392"/>
                            <a:ext cx="2320919" cy="2112818"/>
                            <a:chOff x="5587545" y="1682358"/>
                            <a:chExt cx="2320919" cy="2112818"/>
                          </a:xfrm>
                        </p:grpSpPr>
                        <p:sp>
                          <p:nvSpPr>
                            <p:cNvPr id="4909" name="Google Shape;4909;p43"/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4910" name="Google Shape;4910;p43"/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4911" name="Google Shape;4911;p43"/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4912" name="Google Shape;4912;p43"/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4913" name="Google Shape;4913;p43"/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4914" name="Google Shape;4914;p43"/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4915" name="Google Shape;4915;p43"/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916" name="Google Shape;4916;p43"/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917" name="Google Shape;4917;p43"/>
          <p:cNvSpPr/>
          <p:nvPr/>
        </p:nvSpPr>
        <p:spPr>
          <a:xfrm rot="-3006092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18" name="Google Shape;4918;p43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4919" name="Google Shape;4919;p43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4920" name="Google Shape;4920;p43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921" name="Google Shape;4921;p43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4922" name="Google Shape;4922;p43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3" name="Google Shape;4923;p43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924" name="Google Shape;4924;p43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4925" name="Google Shape;4925;p43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4926" name="Google Shape;4926;p43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7" name="Google Shape;4927;p43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928" name="Google Shape;4928;p43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4929" name="Google Shape;4929;p43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0" name="Google Shape;4930;p43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1" name="Google Shape;4931;p43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932" name="Google Shape;4932;p43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4933" name="Google Shape;4933;p43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4" name="Google Shape;4934;p43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5" name="Google Shape;4935;p43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936" name="Google Shape;4936;p43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4937" name="Google Shape;4937;p43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8" name="Google Shape;4938;p43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39" name="Google Shape;4939;p43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940" name="Google Shape;4940;p43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4941" name="Google Shape;4941;p43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2" name="Google Shape;4942;p43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43" name="Google Shape;4943;p43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944" name="Google Shape;4944;p43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4945" name="Google Shape;4945;p43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6" name="Google Shape;4946;p43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47" name="Google Shape;4947;p43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4948" name="Google Shape;4948;p43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4949" name="Google Shape;4949;p43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4950" name="Google Shape;4950;p43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51" name="Google Shape;4951;p43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952" name="Google Shape;4952;p43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4953" name="Google Shape;4953;p43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4954" name="Google Shape;4954;p43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55" name="Google Shape;4955;p43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4956" name="Google Shape;4956;p43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4957" name="Google Shape;4957;p43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58" name="Google Shape;4958;p43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4959" name="Google Shape;4959;p43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4960" name="Google Shape;4960;p43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61" name="Google Shape;4961;p43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962" name="Google Shape;4962;p43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4963" name="Google Shape;4963;p43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4" name="Google Shape;4964;p43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5" name="Google Shape;4965;p43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66" name="Google Shape;4966;p43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67" name="Google Shape;4967;p43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4968" name="Google Shape;4968;p43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4969" name="Google Shape;4969;p43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70" name="Google Shape;4970;p43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71" name="Google Shape;4971;p43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72" name="Google Shape;4972;p43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4973" name="Google Shape;4973;p43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4" name="Google Shape;4974;p43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5" name="Google Shape;4975;p43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976" name="Google Shape;4976;p43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7" name="Google Shape;4977;p43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78" name="Google Shape;4978;p43"/>
          <p:cNvGrpSpPr/>
          <p:nvPr/>
        </p:nvGrpSpPr>
        <p:grpSpPr>
          <a:xfrm rot="10797357">
            <a:off x="8635342" y="2794982"/>
            <a:ext cx="2320919" cy="2112818"/>
            <a:chOff x="5701956" y="1773008"/>
            <a:chExt cx="2320919" cy="2112818"/>
          </a:xfrm>
        </p:grpSpPr>
        <p:grpSp>
          <p:nvGrpSpPr>
            <p:cNvPr id="4979" name="Google Shape;4979;p43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4980" name="Google Shape;4980;p43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4981" name="Google Shape;4981;p43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2" name="Google Shape;4982;p43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83" name="Google Shape;4983;p43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84" name="Google Shape;4984;p43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85" name="Google Shape;4985;p43"/>
          <p:cNvSpPr txBox="1"/>
          <p:nvPr/>
        </p:nvSpPr>
        <p:spPr>
          <a:xfrm>
            <a:off x="5659930" y="3417068"/>
            <a:ext cx="174297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Rotación Horario</a:t>
            </a:r>
            <a:endParaRPr/>
          </a:p>
        </p:txBody>
      </p:sp>
      <p:sp>
        <p:nvSpPr>
          <p:cNvPr id="4986" name="Google Shape;4986;p43"/>
          <p:cNvSpPr txBox="1"/>
          <p:nvPr>
            <p:ph idx="1" type="subTitle"/>
          </p:nvPr>
        </p:nvSpPr>
        <p:spPr>
          <a:xfrm>
            <a:off x="363223" y="478971"/>
            <a:ext cx="3557898" cy="630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3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Cerrar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objeto sentido 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en sentido Antihorario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FF0000"/>
                </a:solidFill>
              </a:rPr>
              <a:t>Saltar al paso 6</a:t>
            </a:r>
            <a:endParaRPr/>
          </a:p>
        </p:txBody>
      </p:sp>
      <p:sp>
        <p:nvSpPr>
          <p:cNvPr id="4987" name="Google Shape;4987;p43"/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fmla="val 64585" name="adj1"/>
              <a:gd fmla="val 50000" name="adj2"/>
            </a:avLst>
          </a:pr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8" name="Google Shape;4988;p43"/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Posicionamiento punto de partida.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2" name="Shape 4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3" name="Google Shape;4993;p44"/>
          <p:cNvGrpSpPr/>
          <p:nvPr/>
        </p:nvGrpSpPr>
        <p:grpSpPr>
          <a:xfrm rot="600000">
            <a:off x="4644710" y="373176"/>
            <a:ext cx="9049143" cy="5856806"/>
            <a:chOff x="4644710" y="373176"/>
            <a:chExt cx="9049143" cy="5856806"/>
          </a:xfrm>
        </p:grpSpPr>
        <p:grpSp>
          <p:nvGrpSpPr>
            <p:cNvPr id="4994" name="Google Shape;4994;p44"/>
            <p:cNvGrpSpPr/>
            <p:nvPr/>
          </p:nvGrpSpPr>
          <p:grpSpPr>
            <a:xfrm>
              <a:off x="4644710" y="373176"/>
              <a:ext cx="5187606" cy="3486421"/>
              <a:chOff x="4644710" y="373176"/>
              <a:chExt cx="5187606" cy="3486421"/>
            </a:xfrm>
          </p:grpSpPr>
          <p:grpSp>
            <p:nvGrpSpPr>
              <p:cNvPr id="4995" name="Google Shape;4995;p44"/>
              <p:cNvGrpSpPr/>
              <p:nvPr/>
            </p:nvGrpSpPr>
            <p:grpSpPr>
              <a:xfrm rot="1800000">
                <a:off x="4860081" y="842293"/>
                <a:ext cx="2270299" cy="1469807"/>
                <a:chOff x="4794993" y="1288512"/>
                <a:chExt cx="2270299" cy="1469807"/>
              </a:xfrm>
            </p:grpSpPr>
            <p:grpSp>
              <p:nvGrpSpPr>
                <p:cNvPr id="4996" name="Google Shape;4996;p44"/>
                <p:cNvGrpSpPr/>
                <p:nvPr/>
              </p:nvGrpSpPr>
              <p:grpSpPr>
                <a:xfrm rot="5151436">
                  <a:off x="5436172" y="1561945"/>
                  <a:ext cx="575117" cy="1696572"/>
                  <a:chOff x="3246065" y="2845317"/>
                  <a:chExt cx="695654" cy="2073060"/>
                </a:xfrm>
              </p:grpSpPr>
              <p:grpSp>
                <p:nvGrpSpPr>
                  <p:cNvPr id="4997" name="Google Shape;4997;p44"/>
                  <p:cNvGrpSpPr/>
                  <p:nvPr/>
                </p:nvGrpSpPr>
                <p:grpSpPr>
                  <a:xfrm flipH="1">
                    <a:off x="3246065" y="3839200"/>
                    <a:ext cx="435993" cy="1079177"/>
                    <a:chOff x="5739808" y="3702217"/>
                    <a:chExt cx="352110" cy="854438"/>
                  </a:xfrm>
                </p:grpSpPr>
                <p:grpSp>
                  <p:nvGrpSpPr>
                    <p:cNvPr id="4998" name="Google Shape;4998;p44"/>
                    <p:cNvGrpSpPr/>
                    <p:nvPr/>
                  </p:nvGrpSpPr>
                  <p:grpSpPr>
                    <a:xfrm>
                      <a:off x="5739808" y="3702217"/>
                      <a:ext cx="319170" cy="506923"/>
                      <a:chOff x="6097258" y="3701203"/>
                      <a:chExt cx="319170" cy="506923"/>
                    </a:xfrm>
                  </p:grpSpPr>
                  <p:sp>
                    <p:nvSpPr>
                      <p:cNvPr id="4999" name="Google Shape;4999;p44"/>
                      <p:cNvSpPr/>
                      <p:nvPr/>
                    </p:nvSpPr>
                    <p:spPr>
                      <a:xfrm rot="-1077969">
                        <a:off x="6165919" y="3717694"/>
                        <a:ext cx="181848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000" name="Google Shape;5000;p44"/>
                      <p:cNvSpPr/>
                      <p:nvPr/>
                    </p:nvSpPr>
                    <p:spPr>
                      <a:xfrm flipH="1" rot="655801">
                        <a:off x="6207416" y="3774548"/>
                        <a:ext cx="49476" cy="223589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lt1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001" name="Google Shape;5001;p44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02" name="Google Shape;5002;p44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5003" name="Google Shape;5003;p44"/>
                  <p:cNvGrpSpPr/>
                  <p:nvPr/>
                </p:nvGrpSpPr>
                <p:grpSpPr>
                  <a:xfrm flipH="1" rot="10800000">
                    <a:off x="3505726" y="2845317"/>
                    <a:ext cx="435993" cy="1070111"/>
                    <a:chOff x="5739808" y="3709395"/>
                    <a:chExt cx="352110" cy="847261"/>
                  </a:xfrm>
                </p:grpSpPr>
                <p:grpSp>
                  <p:nvGrpSpPr>
                    <p:cNvPr id="5004" name="Google Shape;5004;p44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5005" name="Google Shape;5005;p44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006" name="Google Shape;5006;p44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007" name="Google Shape;5007;p44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08" name="Google Shape;5008;p44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009" name="Google Shape;5009;p44"/>
                <p:cNvGrpSpPr/>
                <p:nvPr/>
              </p:nvGrpSpPr>
              <p:grpSpPr>
                <a:xfrm rot="5151436">
                  <a:off x="5371407" y="791349"/>
                  <a:ext cx="580526" cy="1695846"/>
                  <a:chOff x="2365817" y="2845869"/>
                  <a:chExt cx="702197" cy="2072173"/>
                </a:xfrm>
              </p:grpSpPr>
              <p:grpSp>
                <p:nvGrpSpPr>
                  <p:cNvPr id="5010" name="Google Shape;5010;p44"/>
                  <p:cNvGrpSpPr/>
                  <p:nvPr/>
                </p:nvGrpSpPr>
                <p:grpSpPr>
                  <a:xfrm>
                    <a:off x="2632021" y="3837706"/>
                    <a:ext cx="435993" cy="1080336"/>
                    <a:chOff x="5739807" y="3701299"/>
                    <a:chExt cx="352111" cy="855357"/>
                  </a:xfrm>
                </p:grpSpPr>
                <p:grpSp>
                  <p:nvGrpSpPr>
                    <p:cNvPr id="5011" name="Google Shape;5011;p44"/>
                    <p:cNvGrpSpPr/>
                    <p:nvPr/>
                  </p:nvGrpSpPr>
                  <p:grpSpPr>
                    <a:xfrm>
                      <a:off x="5739807" y="3701299"/>
                      <a:ext cx="322028" cy="507850"/>
                      <a:chOff x="6097257" y="3700285"/>
                      <a:chExt cx="322028" cy="507850"/>
                    </a:xfrm>
                  </p:grpSpPr>
                  <p:sp>
                    <p:nvSpPr>
                      <p:cNvPr id="5012" name="Google Shape;5012;p44"/>
                      <p:cNvSpPr/>
                      <p:nvPr/>
                    </p:nvSpPr>
                    <p:spPr>
                      <a:xfrm rot="-1077969">
                        <a:off x="6165845" y="3717239"/>
                        <a:ext cx="184852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013" name="Google Shape;5013;p44"/>
                      <p:cNvSpPr/>
                      <p:nvPr/>
                    </p:nvSpPr>
                    <p:spPr>
                      <a:xfrm flipH="1" rot="622646">
                        <a:off x="6207873" y="3795106"/>
                        <a:ext cx="46037" cy="203887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lt1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014" name="Google Shape;5014;p44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15" name="Google Shape;5015;p44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5016" name="Google Shape;5016;p44"/>
                  <p:cNvGrpSpPr/>
                  <p:nvPr/>
                </p:nvGrpSpPr>
                <p:grpSpPr>
                  <a:xfrm rot="10800000">
                    <a:off x="2365817" y="2845869"/>
                    <a:ext cx="435993" cy="1070111"/>
                    <a:chOff x="5739808" y="3709395"/>
                    <a:chExt cx="352110" cy="847261"/>
                  </a:xfrm>
                </p:grpSpPr>
                <p:grpSp>
                  <p:nvGrpSpPr>
                    <p:cNvPr id="5017" name="Google Shape;5017;p44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5018" name="Google Shape;5018;p44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019" name="Google Shape;5019;p44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020" name="Google Shape;5020;p44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21" name="Google Shape;5021;p44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022" name="Google Shape;5022;p44"/>
                <p:cNvGrpSpPr/>
                <p:nvPr/>
              </p:nvGrpSpPr>
              <p:grpSpPr>
                <a:xfrm rot="5151436">
                  <a:off x="5779040" y="1106875"/>
                  <a:ext cx="796825" cy="1722615"/>
                  <a:chOff x="5775707" y="2428623"/>
                  <a:chExt cx="778396" cy="1666542"/>
                </a:xfrm>
              </p:grpSpPr>
              <p:grpSp>
                <p:nvGrpSpPr>
                  <p:cNvPr id="5023" name="Google Shape;5023;p44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5024" name="Google Shape;5024;p44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5025" name="Google Shape;5025;p44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5026" name="Google Shape;5026;p44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5027" name="Google Shape;5027;p44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028" name="Google Shape;5028;p44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029" name="Google Shape;5029;p44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5030" name="Google Shape;5030;p44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5031" name="Google Shape;5031;p44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5032" name="Google Shape;5032;p44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033" name="Google Shape;5033;p44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034" name="Google Shape;5034;p44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5035" name="Google Shape;5035;p44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5036" name="Google Shape;5036;p44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037" name="Google Shape;5037;p44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038" name="Google Shape;5038;p44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5039" name="Google Shape;5039;p44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5040" name="Google Shape;5040;p44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solidFill>
                          <a:srgbClr val="595959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041" name="Google Shape;5041;p44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042" name="Google Shape;5042;p44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5043" name="Google Shape;5043;p44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044" name="Google Shape;5044;p44"/>
                <p:cNvGrpSpPr/>
                <p:nvPr/>
              </p:nvGrpSpPr>
              <p:grpSpPr>
                <a:xfrm rot="5151436">
                  <a:off x="5061129" y="1963320"/>
                  <a:ext cx="796736" cy="112283"/>
                  <a:chOff x="2676061" y="4093308"/>
                  <a:chExt cx="963722" cy="137200"/>
                </a:xfrm>
              </p:grpSpPr>
              <p:sp>
                <p:nvSpPr>
                  <p:cNvPr id="5045" name="Google Shape;5045;p44"/>
                  <p:cNvSpPr/>
                  <p:nvPr/>
                </p:nvSpPr>
                <p:spPr>
                  <a:xfrm>
                    <a:off x="3235261" y="4093308"/>
                    <a:ext cx="72000" cy="36000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5046" name="Google Shape;5046;p44"/>
                  <p:cNvGrpSpPr/>
                  <p:nvPr/>
                </p:nvGrpSpPr>
                <p:grpSpPr>
                  <a:xfrm>
                    <a:off x="2676061" y="4130452"/>
                    <a:ext cx="963722" cy="100056"/>
                    <a:chOff x="2676061" y="4130452"/>
                    <a:chExt cx="963722" cy="100056"/>
                  </a:xfrm>
                </p:grpSpPr>
                <p:grpSp>
                  <p:nvGrpSpPr>
                    <p:cNvPr id="5047" name="Google Shape;5047;p44"/>
                    <p:cNvGrpSpPr/>
                    <p:nvPr/>
                  </p:nvGrpSpPr>
                  <p:grpSpPr>
                    <a:xfrm>
                      <a:off x="2676061" y="4130452"/>
                      <a:ext cx="963722" cy="75413"/>
                      <a:chOff x="5775048" y="3892549"/>
                      <a:chExt cx="778309" cy="59708"/>
                    </a:xfrm>
                  </p:grpSpPr>
                  <p:sp>
                    <p:nvSpPr>
                      <p:cNvPr id="5048" name="Google Shape;5048;p44"/>
                      <p:cNvSpPr/>
                      <p:nvPr/>
                    </p:nvSpPr>
                    <p:spPr>
                      <a:xfrm rot="-54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049" name="Google Shape;5049;p44"/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050" name="Google Shape;5050;p44"/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051" name="Google Shape;5051;p44"/>
                    <p:cNvSpPr/>
                    <p:nvPr/>
                  </p:nvSpPr>
                  <p:spPr>
                    <a:xfrm>
                      <a:off x="3012721" y="4194508"/>
                      <a:ext cx="72000" cy="3600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5052" name="Google Shape;5052;p44"/>
              <p:cNvGrpSpPr/>
              <p:nvPr/>
            </p:nvGrpSpPr>
            <p:grpSpPr>
              <a:xfrm rot="297357">
                <a:off x="7424472" y="1650477"/>
                <a:ext cx="2320919" cy="2112818"/>
                <a:chOff x="5701956" y="1773008"/>
                <a:chExt cx="2320919" cy="2112818"/>
              </a:xfrm>
            </p:grpSpPr>
            <p:grpSp>
              <p:nvGrpSpPr>
                <p:cNvPr id="5053" name="Google Shape;5053;p44"/>
                <p:cNvGrpSpPr/>
                <p:nvPr/>
              </p:nvGrpSpPr>
              <p:grpSpPr>
                <a:xfrm>
                  <a:off x="5701956" y="1773008"/>
                  <a:ext cx="2320919" cy="2112818"/>
                  <a:chOff x="5797343" y="2178392"/>
                  <a:chExt cx="2320919" cy="2112818"/>
                </a:xfrm>
              </p:grpSpPr>
              <p:grpSp>
                <p:nvGrpSpPr>
                  <p:cNvPr id="5054" name="Google Shape;5054;p44"/>
                  <p:cNvGrpSpPr/>
                  <p:nvPr/>
                </p:nvGrpSpPr>
                <p:grpSpPr>
                  <a:xfrm>
                    <a:off x="5797343" y="2178392"/>
                    <a:ext cx="2320919" cy="2112818"/>
                    <a:chOff x="5587545" y="1682358"/>
                    <a:chExt cx="2320919" cy="2112818"/>
                  </a:xfrm>
                </p:grpSpPr>
                <p:sp>
                  <p:nvSpPr>
                    <p:cNvPr id="5055" name="Google Shape;5055;p44"/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56" name="Google Shape;5056;p44"/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057" name="Google Shape;5057;p44"/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058" name="Google Shape;5058;p44"/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059" name="Google Shape;5059;p44"/>
              <p:cNvGrpSpPr/>
              <p:nvPr/>
            </p:nvGrpSpPr>
            <p:grpSpPr>
              <a:xfrm rot="600000">
                <a:off x="6352702" y="932651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5060" name="Google Shape;5060;p44"/>
                <p:cNvGrpSpPr/>
                <p:nvPr/>
              </p:nvGrpSpPr>
              <p:grpSpPr>
                <a:xfrm>
                  <a:off x="6243086" y="1135131"/>
                  <a:ext cx="2010277" cy="2036290"/>
                  <a:chOff x="6243086" y="1135131"/>
                  <a:chExt cx="2010277" cy="2036290"/>
                </a:xfrm>
              </p:grpSpPr>
              <p:grpSp>
                <p:nvGrpSpPr>
                  <p:cNvPr id="5061" name="Google Shape;5061;p44"/>
                  <p:cNvGrpSpPr/>
                  <p:nvPr/>
                </p:nvGrpSpPr>
                <p:grpSpPr>
                  <a:xfrm rot="785047">
                    <a:off x="6414183" y="1301838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5062" name="Google Shape;5062;p44"/>
                    <p:cNvGrpSpPr/>
                    <p:nvPr/>
                  </p:nvGrpSpPr>
                  <p:grpSpPr>
                    <a:xfrm>
                      <a:off x="5811486" y="1624311"/>
                      <a:ext cx="1668083" cy="1702876"/>
                      <a:chOff x="5811486" y="1624311"/>
                      <a:chExt cx="1668083" cy="1702876"/>
                    </a:xfrm>
                  </p:grpSpPr>
                  <p:grpSp>
                    <p:nvGrpSpPr>
                      <p:cNvPr id="5063" name="Google Shape;5063;p44"/>
                      <p:cNvGrpSpPr/>
                      <p:nvPr/>
                    </p:nvGrpSpPr>
                    <p:grpSpPr>
                      <a:xfrm rot="-3495342">
                        <a:off x="6006485" y="1890354"/>
                        <a:ext cx="1278085" cy="1170790"/>
                        <a:chOff x="5701956" y="1773008"/>
                        <a:chExt cx="2320919" cy="2112818"/>
                      </a:xfrm>
                    </p:grpSpPr>
                    <p:grpSp>
                      <p:nvGrpSpPr>
                        <p:cNvPr id="5064" name="Google Shape;5064;p44"/>
                        <p:cNvGrpSpPr/>
                        <p:nvPr/>
                      </p:nvGrpSpPr>
                      <p:grpSpPr>
                        <a:xfrm>
                          <a:off x="5701956" y="1773008"/>
                          <a:ext cx="2320919" cy="2112818"/>
                          <a:chOff x="5797343" y="2178392"/>
                          <a:chExt cx="2320919" cy="2112818"/>
                        </a:xfrm>
                      </p:grpSpPr>
                      <p:grpSp>
                        <p:nvGrpSpPr>
                          <p:cNvPr id="5065" name="Google Shape;5065;p44"/>
                          <p:cNvGrpSpPr/>
                          <p:nvPr/>
                        </p:nvGrpSpPr>
                        <p:grpSpPr>
                          <a:xfrm>
                            <a:off x="5797343" y="2178392"/>
                            <a:ext cx="2320919" cy="2112818"/>
                            <a:chOff x="5587545" y="1682358"/>
                            <a:chExt cx="2320919" cy="2112818"/>
                          </a:xfrm>
                        </p:grpSpPr>
                        <p:sp>
                          <p:nvSpPr>
                            <p:cNvPr id="5066" name="Google Shape;5066;p44"/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1905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5067" name="Google Shape;5067;p44"/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1905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5068" name="Google Shape;5068;p44"/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solidFill>
                            <a:srgbClr val="A5A5A5"/>
                          </a:solidFill>
                          <a:ln cap="flat" cmpd="sng" w="1905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5069" name="Google Shape;5069;p44"/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rgbClr val="A5A5A5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5070" name="Google Shape;5070;p44"/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071" name="Google Shape;5071;p44"/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072" name="Google Shape;5072;p44"/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073" name="Google Shape;5073;p44"/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074" name="Google Shape;5074;p44"/>
            <p:cNvGrpSpPr/>
            <p:nvPr/>
          </p:nvGrpSpPr>
          <p:grpSpPr>
            <a:xfrm rot="10800000">
              <a:off x="8506248" y="2743561"/>
              <a:ext cx="5187606" cy="3486421"/>
              <a:chOff x="4644710" y="373176"/>
              <a:chExt cx="5187606" cy="3486421"/>
            </a:xfrm>
          </p:grpSpPr>
          <p:grpSp>
            <p:nvGrpSpPr>
              <p:cNvPr id="5075" name="Google Shape;5075;p44"/>
              <p:cNvGrpSpPr/>
              <p:nvPr/>
            </p:nvGrpSpPr>
            <p:grpSpPr>
              <a:xfrm rot="1800000">
                <a:off x="4860081" y="842293"/>
                <a:ext cx="2270299" cy="1469807"/>
                <a:chOff x="4794993" y="1288512"/>
                <a:chExt cx="2270299" cy="1469807"/>
              </a:xfrm>
            </p:grpSpPr>
            <p:grpSp>
              <p:nvGrpSpPr>
                <p:cNvPr id="5076" name="Google Shape;5076;p44"/>
                <p:cNvGrpSpPr/>
                <p:nvPr/>
              </p:nvGrpSpPr>
              <p:grpSpPr>
                <a:xfrm rot="5151436">
                  <a:off x="5436172" y="1561945"/>
                  <a:ext cx="575117" cy="1696572"/>
                  <a:chOff x="3246065" y="2845317"/>
                  <a:chExt cx="695654" cy="2073060"/>
                </a:xfrm>
              </p:grpSpPr>
              <p:grpSp>
                <p:nvGrpSpPr>
                  <p:cNvPr id="5077" name="Google Shape;5077;p44"/>
                  <p:cNvGrpSpPr/>
                  <p:nvPr/>
                </p:nvGrpSpPr>
                <p:grpSpPr>
                  <a:xfrm flipH="1">
                    <a:off x="3246065" y="3839200"/>
                    <a:ext cx="435993" cy="1079177"/>
                    <a:chOff x="5739808" y="3702217"/>
                    <a:chExt cx="352110" cy="854438"/>
                  </a:xfrm>
                </p:grpSpPr>
                <p:grpSp>
                  <p:nvGrpSpPr>
                    <p:cNvPr id="5078" name="Google Shape;5078;p44"/>
                    <p:cNvGrpSpPr/>
                    <p:nvPr/>
                  </p:nvGrpSpPr>
                  <p:grpSpPr>
                    <a:xfrm>
                      <a:off x="5739808" y="3702217"/>
                      <a:ext cx="319170" cy="506923"/>
                      <a:chOff x="6097258" y="3701203"/>
                      <a:chExt cx="319170" cy="506923"/>
                    </a:xfrm>
                  </p:grpSpPr>
                  <p:sp>
                    <p:nvSpPr>
                      <p:cNvPr id="5079" name="Google Shape;5079;p44"/>
                      <p:cNvSpPr/>
                      <p:nvPr/>
                    </p:nvSpPr>
                    <p:spPr>
                      <a:xfrm rot="-1077969">
                        <a:off x="6165919" y="3717694"/>
                        <a:ext cx="181848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080" name="Google Shape;5080;p44"/>
                      <p:cNvSpPr/>
                      <p:nvPr/>
                    </p:nvSpPr>
                    <p:spPr>
                      <a:xfrm flipH="1" rot="655801">
                        <a:off x="6207416" y="3774548"/>
                        <a:ext cx="49476" cy="223589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081" name="Google Shape;5081;p44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82" name="Google Shape;5082;p44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5083" name="Google Shape;5083;p44"/>
                  <p:cNvGrpSpPr/>
                  <p:nvPr/>
                </p:nvGrpSpPr>
                <p:grpSpPr>
                  <a:xfrm flipH="1" rot="10800000">
                    <a:off x="3505726" y="2845317"/>
                    <a:ext cx="435993" cy="1070111"/>
                    <a:chOff x="5739808" y="3709395"/>
                    <a:chExt cx="352110" cy="847261"/>
                  </a:xfrm>
                </p:grpSpPr>
                <p:grpSp>
                  <p:nvGrpSpPr>
                    <p:cNvPr id="5084" name="Google Shape;5084;p44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5085" name="Google Shape;5085;p44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086" name="Google Shape;5086;p44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087" name="Google Shape;5087;p44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88" name="Google Shape;5088;p44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089" name="Google Shape;5089;p44"/>
                <p:cNvGrpSpPr/>
                <p:nvPr/>
              </p:nvGrpSpPr>
              <p:grpSpPr>
                <a:xfrm rot="5151436">
                  <a:off x="5371407" y="791349"/>
                  <a:ext cx="580526" cy="1695846"/>
                  <a:chOff x="2365817" y="2845869"/>
                  <a:chExt cx="702197" cy="2072173"/>
                </a:xfrm>
              </p:grpSpPr>
              <p:grpSp>
                <p:nvGrpSpPr>
                  <p:cNvPr id="5090" name="Google Shape;5090;p44"/>
                  <p:cNvGrpSpPr/>
                  <p:nvPr/>
                </p:nvGrpSpPr>
                <p:grpSpPr>
                  <a:xfrm>
                    <a:off x="2632021" y="3837706"/>
                    <a:ext cx="435993" cy="1080336"/>
                    <a:chOff x="5739807" y="3701299"/>
                    <a:chExt cx="352111" cy="855357"/>
                  </a:xfrm>
                </p:grpSpPr>
                <p:grpSp>
                  <p:nvGrpSpPr>
                    <p:cNvPr id="5091" name="Google Shape;5091;p44"/>
                    <p:cNvGrpSpPr/>
                    <p:nvPr/>
                  </p:nvGrpSpPr>
                  <p:grpSpPr>
                    <a:xfrm>
                      <a:off x="5739807" y="3701299"/>
                      <a:ext cx="322028" cy="507850"/>
                      <a:chOff x="6097257" y="3700285"/>
                      <a:chExt cx="322028" cy="507850"/>
                    </a:xfrm>
                  </p:grpSpPr>
                  <p:sp>
                    <p:nvSpPr>
                      <p:cNvPr id="5092" name="Google Shape;5092;p44"/>
                      <p:cNvSpPr/>
                      <p:nvPr/>
                    </p:nvSpPr>
                    <p:spPr>
                      <a:xfrm rot="-1077969">
                        <a:off x="6165845" y="3717239"/>
                        <a:ext cx="184852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093" name="Google Shape;5093;p44"/>
                      <p:cNvSpPr/>
                      <p:nvPr/>
                    </p:nvSpPr>
                    <p:spPr>
                      <a:xfrm flipH="1" rot="622646">
                        <a:off x="6207873" y="3795106"/>
                        <a:ext cx="46037" cy="203887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094" name="Google Shape;5094;p44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95" name="Google Shape;5095;p44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5096" name="Google Shape;5096;p44"/>
                  <p:cNvGrpSpPr/>
                  <p:nvPr/>
                </p:nvGrpSpPr>
                <p:grpSpPr>
                  <a:xfrm rot="10800000">
                    <a:off x="2365817" y="2845869"/>
                    <a:ext cx="435993" cy="1070111"/>
                    <a:chOff x="5739808" y="3709395"/>
                    <a:chExt cx="352110" cy="847261"/>
                  </a:xfrm>
                </p:grpSpPr>
                <p:grpSp>
                  <p:nvGrpSpPr>
                    <p:cNvPr id="5097" name="Google Shape;5097;p44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5098" name="Google Shape;5098;p44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099" name="Google Shape;5099;p44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100" name="Google Shape;5100;p44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01" name="Google Shape;5101;p44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102" name="Google Shape;5102;p44"/>
                <p:cNvGrpSpPr/>
                <p:nvPr/>
              </p:nvGrpSpPr>
              <p:grpSpPr>
                <a:xfrm rot="5151436">
                  <a:off x="5779040" y="1106875"/>
                  <a:ext cx="796825" cy="1722615"/>
                  <a:chOff x="5775707" y="2428623"/>
                  <a:chExt cx="778396" cy="1666542"/>
                </a:xfrm>
              </p:grpSpPr>
              <p:grpSp>
                <p:nvGrpSpPr>
                  <p:cNvPr id="5103" name="Google Shape;5103;p44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5104" name="Google Shape;5104;p44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5105" name="Google Shape;5105;p44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5106" name="Google Shape;5106;p44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5107" name="Google Shape;5107;p44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108" name="Google Shape;5108;p44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109" name="Google Shape;5109;p44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5110" name="Google Shape;5110;p44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5111" name="Google Shape;5111;p44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5112" name="Google Shape;5112;p44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113" name="Google Shape;5113;p44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114" name="Google Shape;5114;p44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5115" name="Google Shape;5115;p44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5116" name="Google Shape;5116;p44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117" name="Google Shape;5117;p44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118" name="Google Shape;5118;p44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5119" name="Google Shape;5119;p44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5120" name="Google Shape;5120;p44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121" name="Google Shape;5121;p44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122" name="Google Shape;5122;p44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5123" name="Google Shape;5123;p44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124" name="Google Shape;5124;p44"/>
                <p:cNvGrpSpPr/>
                <p:nvPr/>
              </p:nvGrpSpPr>
              <p:grpSpPr>
                <a:xfrm rot="5151436">
                  <a:off x="5061129" y="1963320"/>
                  <a:ext cx="796736" cy="112283"/>
                  <a:chOff x="2676061" y="4093308"/>
                  <a:chExt cx="963722" cy="137200"/>
                </a:xfrm>
              </p:grpSpPr>
              <p:sp>
                <p:nvSpPr>
                  <p:cNvPr id="5125" name="Google Shape;5125;p44"/>
                  <p:cNvSpPr/>
                  <p:nvPr/>
                </p:nvSpPr>
                <p:spPr>
                  <a:xfrm>
                    <a:off x="3235261" y="4093308"/>
                    <a:ext cx="72000" cy="360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5126" name="Google Shape;5126;p44"/>
                  <p:cNvGrpSpPr/>
                  <p:nvPr/>
                </p:nvGrpSpPr>
                <p:grpSpPr>
                  <a:xfrm>
                    <a:off x="2676061" y="4130452"/>
                    <a:ext cx="963722" cy="100056"/>
                    <a:chOff x="2676061" y="4130452"/>
                    <a:chExt cx="963722" cy="100056"/>
                  </a:xfrm>
                </p:grpSpPr>
                <p:grpSp>
                  <p:nvGrpSpPr>
                    <p:cNvPr id="5127" name="Google Shape;5127;p44"/>
                    <p:cNvGrpSpPr/>
                    <p:nvPr/>
                  </p:nvGrpSpPr>
                  <p:grpSpPr>
                    <a:xfrm>
                      <a:off x="2676061" y="4130452"/>
                      <a:ext cx="963722" cy="75413"/>
                      <a:chOff x="5775048" y="3892549"/>
                      <a:chExt cx="778309" cy="59708"/>
                    </a:xfrm>
                  </p:grpSpPr>
                  <p:sp>
                    <p:nvSpPr>
                      <p:cNvPr id="5128" name="Google Shape;5128;p44"/>
                      <p:cNvSpPr/>
                      <p:nvPr/>
                    </p:nvSpPr>
                    <p:spPr>
                      <a:xfrm rot="-5400000">
                        <a:off x="6134348" y="3533249"/>
                        <a:ext cx="59708" cy="778309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129" name="Google Shape;5129;p44"/>
                      <p:cNvSpPr/>
                      <p:nvPr/>
                    </p:nvSpPr>
                    <p:spPr>
                      <a:xfrm>
                        <a:off x="5845735" y="390133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130" name="Google Shape;5130;p44"/>
                      <p:cNvSpPr/>
                      <p:nvPr/>
                    </p:nvSpPr>
                    <p:spPr>
                      <a:xfrm>
                        <a:off x="6446633" y="3904500"/>
                        <a:ext cx="36000" cy="36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131" name="Google Shape;5131;p44"/>
                    <p:cNvSpPr/>
                    <p:nvPr/>
                  </p:nvSpPr>
                  <p:spPr>
                    <a:xfrm>
                      <a:off x="3012721" y="4194508"/>
                      <a:ext cx="72000" cy="36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5132" name="Google Shape;5132;p44"/>
              <p:cNvGrpSpPr/>
              <p:nvPr/>
            </p:nvGrpSpPr>
            <p:grpSpPr>
              <a:xfrm rot="297357">
                <a:off x="7424472" y="1650477"/>
                <a:ext cx="2320919" cy="2112818"/>
                <a:chOff x="5701956" y="1773008"/>
                <a:chExt cx="2320919" cy="2112818"/>
              </a:xfrm>
            </p:grpSpPr>
            <p:grpSp>
              <p:nvGrpSpPr>
                <p:cNvPr id="5133" name="Google Shape;5133;p44"/>
                <p:cNvGrpSpPr/>
                <p:nvPr/>
              </p:nvGrpSpPr>
              <p:grpSpPr>
                <a:xfrm>
                  <a:off x="5701956" y="1773008"/>
                  <a:ext cx="2320919" cy="2112818"/>
                  <a:chOff x="5797343" y="2178392"/>
                  <a:chExt cx="2320919" cy="2112818"/>
                </a:xfrm>
              </p:grpSpPr>
              <p:grpSp>
                <p:nvGrpSpPr>
                  <p:cNvPr id="5134" name="Google Shape;5134;p44"/>
                  <p:cNvGrpSpPr/>
                  <p:nvPr/>
                </p:nvGrpSpPr>
                <p:grpSpPr>
                  <a:xfrm>
                    <a:off x="5797343" y="2178392"/>
                    <a:ext cx="2320919" cy="2112818"/>
                    <a:chOff x="5587545" y="1682358"/>
                    <a:chExt cx="2320919" cy="2112818"/>
                  </a:xfrm>
                </p:grpSpPr>
                <p:sp>
                  <p:nvSpPr>
                    <p:cNvPr id="5135" name="Google Shape;5135;p44"/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36" name="Google Shape;5136;p44"/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137" name="Google Shape;5137;p44"/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138" name="Google Shape;5138;p44"/>
                <p:cNvSpPr/>
                <p:nvPr/>
              </p:nvSpPr>
              <p:spPr>
                <a:xfrm rot="7768561">
                  <a:off x="6244837" y="1851731"/>
                  <a:ext cx="976518" cy="1813530"/>
                </a:xfrm>
                <a:prstGeom prst="flowChartManualOperation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139" name="Google Shape;5139;p44"/>
              <p:cNvGrpSpPr/>
              <p:nvPr/>
            </p:nvGrpSpPr>
            <p:grpSpPr>
              <a:xfrm rot="600000">
                <a:off x="6352702" y="932651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5140" name="Google Shape;5140;p44"/>
                <p:cNvGrpSpPr/>
                <p:nvPr/>
              </p:nvGrpSpPr>
              <p:grpSpPr>
                <a:xfrm>
                  <a:off x="6243086" y="1135131"/>
                  <a:ext cx="2010277" cy="2036290"/>
                  <a:chOff x="6243086" y="1135131"/>
                  <a:chExt cx="2010277" cy="2036290"/>
                </a:xfrm>
              </p:grpSpPr>
              <p:grpSp>
                <p:nvGrpSpPr>
                  <p:cNvPr id="5141" name="Google Shape;5141;p44"/>
                  <p:cNvGrpSpPr/>
                  <p:nvPr/>
                </p:nvGrpSpPr>
                <p:grpSpPr>
                  <a:xfrm rot="785047">
                    <a:off x="6414183" y="1301838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5142" name="Google Shape;5142;p44"/>
                    <p:cNvGrpSpPr/>
                    <p:nvPr/>
                  </p:nvGrpSpPr>
                  <p:grpSpPr>
                    <a:xfrm>
                      <a:off x="5811486" y="1624311"/>
                      <a:ext cx="1668083" cy="1702876"/>
                      <a:chOff x="5811486" y="1624311"/>
                      <a:chExt cx="1668083" cy="1702876"/>
                    </a:xfrm>
                  </p:grpSpPr>
                  <p:grpSp>
                    <p:nvGrpSpPr>
                      <p:cNvPr id="5143" name="Google Shape;5143;p44"/>
                      <p:cNvGrpSpPr/>
                      <p:nvPr/>
                    </p:nvGrpSpPr>
                    <p:grpSpPr>
                      <a:xfrm rot="-3495342">
                        <a:off x="6006485" y="1890354"/>
                        <a:ext cx="1278085" cy="1170790"/>
                        <a:chOff x="5701956" y="1773008"/>
                        <a:chExt cx="2320919" cy="2112818"/>
                      </a:xfrm>
                    </p:grpSpPr>
                    <p:grpSp>
                      <p:nvGrpSpPr>
                        <p:cNvPr id="5144" name="Google Shape;5144;p44"/>
                        <p:cNvGrpSpPr/>
                        <p:nvPr/>
                      </p:nvGrpSpPr>
                      <p:grpSpPr>
                        <a:xfrm>
                          <a:off x="5701956" y="1773008"/>
                          <a:ext cx="2320919" cy="2112818"/>
                          <a:chOff x="5797343" y="2178392"/>
                          <a:chExt cx="2320919" cy="2112818"/>
                        </a:xfrm>
                      </p:grpSpPr>
                      <p:grpSp>
                        <p:nvGrpSpPr>
                          <p:cNvPr id="5145" name="Google Shape;5145;p44"/>
                          <p:cNvGrpSpPr/>
                          <p:nvPr/>
                        </p:nvGrpSpPr>
                        <p:grpSpPr>
                          <a:xfrm>
                            <a:off x="5797343" y="2178392"/>
                            <a:ext cx="2320919" cy="2112818"/>
                            <a:chOff x="5587545" y="1682358"/>
                            <a:chExt cx="2320919" cy="2112818"/>
                          </a:xfrm>
                        </p:grpSpPr>
                        <p:sp>
                          <p:nvSpPr>
                            <p:cNvPr id="5146" name="Google Shape;5146;p44"/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5147" name="Google Shape;5147;p44"/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5148" name="Google Shape;5148;p44"/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5149" name="Google Shape;5149;p44"/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5150" name="Google Shape;5150;p44"/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151" name="Google Shape;5151;p44"/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152" name="Google Shape;5152;p44"/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153" name="Google Shape;5153;p44"/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5154" name="Google Shape;5154;p44"/>
          <p:cNvSpPr/>
          <p:nvPr/>
        </p:nvSpPr>
        <p:spPr>
          <a:xfrm rot="-3006092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55" name="Google Shape;5155;p44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5156" name="Google Shape;5156;p44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5157" name="Google Shape;5157;p44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158" name="Google Shape;5158;p44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5159" name="Google Shape;5159;p44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0" name="Google Shape;5160;p44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61" name="Google Shape;5161;p44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5162" name="Google Shape;5162;p44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5163" name="Google Shape;5163;p44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4" name="Google Shape;5164;p44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165" name="Google Shape;5165;p44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5166" name="Google Shape;5166;p44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7" name="Google Shape;5167;p44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8" name="Google Shape;5168;p44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169" name="Google Shape;5169;p44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5170" name="Google Shape;5170;p44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1" name="Google Shape;5171;p44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2" name="Google Shape;5172;p44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173" name="Google Shape;5173;p44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5174" name="Google Shape;5174;p44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5" name="Google Shape;5175;p44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6" name="Google Shape;5176;p44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177" name="Google Shape;5177;p44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5178" name="Google Shape;5178;p44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9" name="Google Shape;5179;p44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0" name="Google Shape;5180;p44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5181" name="Google Shape;5181;p44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5182" name="Google Shape;5182;p44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3" name="Google Shape;5183;p44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84" name="Google Shape;5184;p44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5185" name="Google Shape;5185;p44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5186" name="Google Shape;5186;p44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5187" name="Google Shape;5187;p44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88" name="Google Shape;5188;p44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189" name="Google Shape;5189;p44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5190" name="Google Shape;5190;p44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5191" name="Google Shape;5191;p44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92" name="Google Shape;5192;p44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5193" name="Google Shape;5193;p44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5194" name="Google Shape;5194;p44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95" name="Google Shape;5195;p44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5196" name="Google Shape;5196;p44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5197" name="Google Shape;5197;p44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98" name="Google Shape;5198;p44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99" name="Google Shape;5199;p44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5200" name="Google Shape;5200;p44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1" name="Google Shape;5201;p44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2" name="Google Shape;5202;p44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203" name="Google Shape;5203;p44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04" name="Google Shape;5204;p44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5205" name="Google Shape;5205;p44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5206" name="Google Shape;5206;p44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07" name="Google Shape;5207;p44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208" name="Google Shape;5208;p44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09" name="Google Shape;5209;p44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5210" name="Google Shape;5210;p44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1" name="Google Shape;5211;p44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2" name="Google Shape;5212;p44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213" name="Google Shape;5213;p44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4" name="Google Shape;5214;p44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15" name="Google Shape;5215;p44"/>
          <p:cNvGrpSpPr/>
          <p:nvPr/>
        </p:nvGrpSpPr>
        <p:grpSpPr>
          <a:xfrm rot="10797357">
            <a:off x="8635342" y="2794982"/>
            <a:ext cx="2320919" cy="2112818"/>
            <a:chOff x="5701956" y="1773008"/>
            <a:chExt cx="2320919" cy="2112818"/>
          </a:xfrm>
        </p:grpSpPr>
        <p:grpSp>
          <p:nvGrpSpPr>
            <p:cNvPr id="5216" name="Google Shape;5216;p44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5217" name="Google Shape;5217;p44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5218" name="Google Shape;5218;p44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19" name="Google Shape;5219;p44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220" name="Google Shape;5220;p44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221" name="Google Shape;5221;p44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22" name="Google Shape;5222;p44"/>
          <p:cNvSpPr txBox="1"/>
          <p:nvPr>
            <p:ph idx="1" type="subTitle"/>
          </p:nvPr>
        </p:nvSpPr>
        <p:spPr>
          <a:xfrm>
            <a:off x="363223" y="478971"/>
            <a:ext cx="3557898" cy="630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3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Cerrar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objeto sentido 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en sentido Antihorario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FF0000"/>
                </a:solidFill>
              </a:rPr>
              <a:t>Saltar al paso 6</a:t>
            </a:r>
            <a:endParaRPr/>
          </a:p>
        </p:txBody>
      </p:sp>
      <p:sp>
        <p:nvSpPr>
          <p:cNvPr id="5223" name="Google Shape;5223;p44"/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fmla="val 64585" name="adj1"/>
              <a:gd fmla="val 50000" name="adj2"/>
            </a:avLst>
          </a:pr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4" name="Google Shape;5224;p44"/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Posicionamiento punto de partida.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49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8" name="Shape 5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9" name="Google Shape;5229;p45"/>
          <p:cNvGrpSpPr/>
          <p:nvPr/>
        </p:nvGrpSpPr>
        <p:grpSpPr>
          <a:xfrm>
            <a:off x="4644710" y="373176"/>
            <a:ext cx="4301038" cy="3101173"/>
            <a:chOff x="4644710" y="373176"/>
            <a:chExt cx="4301038" cy="3101173"/>
          </a:xfrm>
        </p:grpSpPr>
        <p:grpSp>
          <p:nvGrpSpPr>
            <p:cNvPr id="5230" name="Google Shape;5230;p45"/>
            <p:cNvGrpSpPr/>
            <p:nvPr/>
          </p:nvGrpSpPr>
          <p:grpSpPr>
            <a:xfrm rot="1800000">
              <a:off x="4860081" y="842293"/>
              <a:ext cx="2270299" cy="1469807"/>
              <a:chOff x="4794993" y="1288512"/>
              <a:chExt cx="2270299" cy="1469807"/>
            </a:xfrm>
          </p:grpSpPr>
          <p:grpSp>
            <p:nvGrpSpPr>
              <p:cNvPr id="5231" name="Google Shape;5231;p45"/>
              <p:cNvGrpSpPr/>
              <p:nvPr/>
            </p:nvGrpSpPr>
            <p:grpSpPr>
              <a:xfrm rot="5151436">
                <a:off x="5436172" y="1561945"/>
                <a:ext cx="575117" cy="1696572"/>
                <a:chOff x="3246065" y="2845317"/>
                <a:chExt cx="695654" cy="2073060"/>
              </a:xfrm>
            </p:grpSpPr>
            <p:grpSp>
              <p:nvGrpSpPr>
                <p:cNvPr id="5232" name="Google Shape;5232;p45"/>
                <p:cNvGrpSpPr/>
                <p:nvPr/>
              </p:nvGrpSpPr>
              <p:grpSpPr>
                <a:xfrm flipH="1">
                  <a:off x="3246065" y="3839200"/>
                  <a:ext cx="435993" cy="1079177"/>
                  <a:chOff x="5739808" y="3702217"/>
                  <a:chExt cx="352110" cy="854438"/>
                </a:xfrm>
              </p:grpSpPr>
              <p:grpSp>
                <p:nvGrpSpPr>
                  <p:cNvPr id="5233" name="Google Shape;5233;p45"/>
                  <p:cNvGrpSpPr/>
                  <p:nvPr/>
                </p:nvGrpSpPr>
                <p:grpSpPr>
                  <a:xfrm>
                    <a:off x="5739808" y="3702217"/>
                    <a:ext cx="319170" cy="506923"/>
                    <a:chOff x="6097258" y="3701203"/>
                    <a:chExt cx="319170" cy="506923"/>
                  </a:xfrm>
                </p:grpSpPr>
                <p:sp>
                  <p:nvSpPr>
                    <p:cNvPr id="5234" name="Google Shape;5234;p45"/>
                    <p:cNvSpPr/>
                    <p:nvPr/>
                  </p:nvSpPr>
                  <p:spPr>
                    <a:xfrm rot="-1077969">
                      <a:off x="6165919" y="3717694"/>
                      <a:ext cx="181848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235" name="Google Shape;5235;p45"/>
                    <p:cNvSpPr/>
                    <p:nvPr/>
                  </p:nvSpPr>
                  <p:spPr>
                    <a:xfrm flipH="1" rot="655801">
                      <a:off x="6207416" y="3774548"/>
                      <a:ext cx="49476" cy="223589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236" name="Google Shape;5236;p45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37" name="Google Shape;5237;p45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238" name="Google Shape;5238;p45"/>
                <p:cNvGrpSpPr/>
                <p:nvPr/>
              </p:nvGrpSpPr>
              <p:grpSpPr>
                <a:xfrm flipH="1" rot="10800000">
                  <a:off x="3505726" y="2845317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5239" name="Google Shape;5239;p45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5240" name="Google Shape;5240;p45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241" name="Google Shape;5241;p45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242" name="Google Shape;5242;p45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43" name="Google Shape;5243;p45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244" name="Google Shape;5244;p45"/>
              <p:cNvGrpSpPr/>
              <p:nvPr/>
            </p:nvGrpSpPr>
            <p:grpSpPr>
              <a:xfrm rot="5151436">
                <a:off x="5371407" y="791349"/>
                <a:ext cx="580526" cy="1695846"/>
                <a:chOff x="2365817" y="2845869"/>
                <a:chExt cx="702197" cy="2072173"/>
              </a:xfrm>
            </p:grpSpPr>
            <p:grpSp>
              <p:nvGrpSpPr>
                <p:cNvPr id="5245" name="Google Shape;5245;p45"/>
                <p:cNvGrpSpPr/>
                <p:nvPr/>
              </p:nvGrpSpPr>
              <p:grpSpPr>
                <a:xfrm>
                  <a:off x="2632021" y="3837706"/>
                  <a:ext cx="435993" cy="1080336"/>
                  <a:chOff x="5739807" y="3701299"/>
                  <a:chExt cx="352111" cy="855357"/>
                </a:xfrm>
              </p:grpSpPr>
              <p:grpSp>
                <p:nvGrpSpPr>
                  <p:cNvPr id="5246" name="Google Shape;5246;p45"/>
                  <p:cNvGrpSpPr/>
                  <p:nvPr/>
                </p:nvGrpSpPr>
                <p:grpSpPr>
                  <a:xfrm>
                    <a:off x="5739807" y="3701299"/>
                    <a:ext cx="322028" cy="507850"/>
                    <a:chOff x="6097257" y="3700285"/>
                    <a:chExt cx="322028" cy="507850"/>
                  </a:xfrm>
                </p:grpSpPr>
                <p:sp>
                  <p:nvSpPr>
                    <p:cNvPr id="5247" name="Google Shape;5247;p45"/>
                    <p:cNvSpPr/>
                    <p:nvPr/>
                  </p:nvSpPr>
                  <p:spPr>
                    <a:xfrm rot="-1077969">
                      <a:off x="6165845" y="3717239"/>
                      <a:ext cx="184852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248" name="Google Shape;5248;p45"/>
                    <p:cNvSpPr/>
                    <p:nvPr/>
                  </p:nvSpPr>
                  <p:spPr>
                    <a:xfrm flipH="1" rot="622646">
                      <a:off x="6207873" y="3795106"/>
                      <a:ext cx="46037" cy="203887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249" name="Google Shape;5249;p45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50" name="Google Shape;5250;p45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251" name="Google Shape;5251;p45"/>
                <p:cNvGrpSpPr/>
                <p:nvPr/>
              </p:nvGrpSpPr>
              <p:grpSpPr>
                <a:xfrm rot="10800000">
                  <a:off x="2365817" y="2845869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5252" name="Google Shape;5252;p45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5253" name="Google Shape;5253;p45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254" name="Google Shape;5254;p45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255" name="Google Shape;5255;p45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56" name="Google Shape;5256;p45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257" name="Google Shape;5257;p45"/>
              <p:cNvGrpSpPr/>
              <p:nvPr/>
            </p:nvGrpSpPr>
            <p:grpSpPr>
              <a:xfrm rot="5151436">
                <a:off x="5779040" y="1106875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5258" name="Google Shape;5258;p45"/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5259" name="Google Shape;5259;p45"/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</p:grpSpPr>
                <p:sp>
                  <p:nvSpPr>
                    <p:cNvPr id="5260" name="Google Shape;5260;p45"/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261" name="Google Shape;5261;p45"/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</p:grpSpPr>
                  <p:sp>
                    <p:nvSpPr>
                      <p:cNvPr id="5262" name="Google Shape;5262;p45"/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263" name="Google Shape;5263;p45"/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5264" name="Google Shape;5264;p45"/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5265" name="Google Shape;5265;p45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5266" name="Google Shape;5266;p45"/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5267" name="Google Shape;5267;p45"/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268" name="Google Shape;5268;p45"/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269" name="Google Shape;5269;p45"/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fmla="val 7853" name="adj1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5270" name="Google Shape;5270;p45"/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5271" name="Google Shape;5271;p45"/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272" name="Google Shape;5272;p45"/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273" name="Google Shape;5273;p45"/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274" name="Google Shape;5274;p45"/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5275" name="Google Shape;5275;p45"/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rgbClr val="595959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276" name="Google Shape;5276;p45"/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277" name="Google Shape;5277;p45"/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5278" name="Google Shape;5278;p45"/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279" name="Google Shape;5279;p45"/>
              <p:cNvGrpSpPr/>
              <p:nvPr/>
            </p:nvGrpSpPr>
            <p:grpSpPr>
              <a:xfrm rot="5151436">
                <a:off x="5061129" y="1963320"/>
                <a:ext cx="796736" cy="112283"/>
                <a:chOff x="2676061" y="4093308"/>
                <a:chExt cx="963722" cy="137200"/>
              </a:xfrm>
            </p:grpSpPr>
            <p:sp>
              <p:nvSpPr>
                <p:cNvPr id="5280" name="Google Shape;5280;p45"/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281" name="Google Shape;5281;p45"/>
                <p:cNvGrpSpPr/>
                <p:nvPr/>
              </p:nvGrpSpPr>
              <p:grpSpPr>
                <a:xfrm>
                  <a:off x="2676061" y="4130452"/>
                  <a:ext cx="963722" cy="100056"/>
                  <a:chOff x="2676061" y="4130452"/>
                  <a:chExt cx="963722" cy="100056"/>
                </a:xfrm>
              </p:grpSpPr>
              <p:grpSp>
                <p:nvGrpSpPr>
                  <p:cNvPr id="5282" name="Google Shape;5282;p45"/>
                  <p:cNvGrpSpPr/>
                  <p:nvPr/>
                </p:nvGrpSpPr>
                <p:grpSpPr>
                  <a:xfrm>
                    <a:off x="2676061" y="4130452"/>
                    <a:ext cx="963722" cy="75413"/>
                    <a:chOff x="5775048" y="3892549"/>
                    <a:chExt cx="778309" cy="59708"/>
                  </a:xfrm>
                </p:grpSpPr>
                <p:sp>
                  <p:nvSpPr>
                    <p:cNvPr id="5283" name="Google Shape;5283;p45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284" name="Google Shape;5284;p45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285" name="Google Shape;5285;p45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286" name="Google Shape;5286;p45"/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5287" name="Google Shape;5287;p45"/>
            <p:cNvGrpSpPr/>
            <p:nvPr/>
          </p:nvGrpSpPr>
          <p:grpSpPr>
            <a:xfrm rot="-9000000">
              <a:off x="6460079" y="1535426"/>
              <a:ext cx="2270299" cy="1469807"/>
              <a:chOff x="4794993" y="1288512"/>
              <a:chExt cx="2270299" cy="1469807"/>
            </a:xfrm>
          </p:grpSpPr>
          <p:grpSp>
            <p:nvGrpSpPr>
              <p:cNvPr id="5288" name="Google Shape;5288;p45"/>
              <p:cNvGrpSpPr/>
              <p:nvPr/>
            </p:nvGrpSpPr>
            <p:grpSpPr>
              <a:xfrm rot="5151436">
                <a:off x="5436172" y="1561945"/>
                <a:ext cx="575117" cy="1696572"/>
                <a:chOff x="3246065" y="2845317"/>
                <a:chExt cx="695654" cy="2073060"/>
              </a:xfrm>
            </p:grpSpPr>
            <p:grpSp>
              <p:nvGrpSpPr>
                <p:cNvPr id="5289" name="Google Shape;5289;p45"/>
                <p:cNvGrpSpPr/>
                <p:nvPr/>
              </p:nvGrpSpPr>
              <p:grpSpPr>
                <a:xfrm flipH="1">
                  <a:off x="3246065" y="3839200"/>
                  <a:ext cx="435993" cy="1079177"/>
                  <a:chOff x="5739808" y="3702217"/>
                  <a:chExt cx="352110" cy="854438"/>
                </a:xfrm>
              </p:grpSpPr>
              <p:grpSp>
                <p:nvGrpSpPr>
                  <p:cNvPr id="5290" name="Google Shape;5290;p45"/>
                  <p:cNvGrpSpPr/>
                  <p:nvPr/>
                </p:nvGrpSpPr>
                <p:grpSpPr>
                  <a:xfrm>
                    <a:off x="5739808" y="3702217"/>
                    <a:ext cx="319170" cy="506923"/>
                    <a:chOff x="6097258" y="3701203"/>
                    <a:chExt cx="319170" cy="506923"/>
                  </a:xfrm>
                </p:grpSpPr>
                <p:sp>
                  <p:nvSpPr>
                    <p:cNvPr id="5291" name="Google Shape;5291;p45"/>
                    <p:cNvSpPr/>
                    <p:nvPr/>
                  </p:nvSpPr>
                  <p:spPr>
                    <a:xfrm rot="-1077969">
                      <a:off x="6165919" y="3717694"/>
                      <a:ext cx="181848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292" name="Google Shape;5292;p45"/>
                    <p:cNvSpPr/>
                    <p:nvPr/>
                  </p:nvSpPr>
                  <p:spPr>
                    <a:xfrm flipH="1" rot="655801">
                      <a:off x="6207416" y="3774548"/>
                      <a:ext cx="49476" cy="223589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293" name="Google Shape;5293;p45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4" name="Google Shape;5294;p45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295" name="Google Shape;5295;p45"/>
                <p:cNvGrpSpPr/>
                <p:nvPr/>
              </p:nvGrpSpPr>
              <p:grpSpPr>
                <a:xfrm flipH="1" rot="10800000">
                  <a:off x="3505726" y="2845317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5296" name="Google Shape;5296;p45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5297" name="Google Shape;5297;p45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298" name="Google Shape;5298;p45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299" name="Google Shape;5299;p45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00" name="Google Shape;5300;p45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301" name="Google Shape;5301;p45"/>
              <p:cNvGrpSpPr/>
              <p:nvPr/>
            </p:nvGrpSpPr>
            <p:grpSpPr>
              <a:xfrm rot="5151436">
                <a:off x="5371407" y="791349"/>
                <a:ext cx="580526" cy="1695846"/>
                <a:chOff x="2365817" y="2845869"/>
                <a:chExt cx="702197" cy="2072173"/>
              </a:xfrm>
            </p:grpSpPr>
            <p:grpSp>
              <p:nvGrpSpPr>
                <p:cNvPr id="5302" name="Google Shape;5302;p45"/>
                <p:cNvGrpSpPr/>
                <p:nvPr/>
              </p:nvGrpSpPr>
              <p:grpSpPr>
                <a:xfrm>
                  <a:off x="2632021" y="3837706"/>
                  <a:ext cx="435993" cy="1080336"/>
                  <a:chOff x="5739807" y="3701299"/>
                  <a:chExt cx="352111" cy="855357"/>
                </a:xfrm>
              </p:grpSpPr>
              <p:grpSp>
                <p:nvGrpSpPr>
                  <p:cNvPr id="5303" name="Google Shape;5303;p45"/>
                  <p:cNvGrpSpPr/>
                  <p:nvPr/>
                </p:nvGrpSpPr>
                <p:grpSpPr>
                  <a:xfrm>
                    <a:off x="5739807" y="3701299"/>
                    <a:ext cx="322028" cy="507850"/>
                    <a:chOff x="6097257" y="3700285"/>
                    <a:chExt cx="322028" cy="507850"/>
                  </a:xfrm>
                </p:grpSpPr>
                <p:sp>
                  <p:nvSpPr>
                    <p:cNvPr id="5304" name="Google Shape;5304;p45"/>
                    <p:cNvSpPr/>
                    <p:nvPr/>
                  </p:nvSpPr>
                  <p:spPr>
                    <a:xfrm rot="-1077969">
                      <a:off x="6165845" y="3717239"/>
                      <a:ext cx="184852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05" name="Google Shape;5305;p45"/>
                    <p:cNvSpPr/>
                    <p:nvPr/>
                  </p:nvSpPr>
                  <p:spPr>
                    <a:xfrm flipH="1" rot="622646">
                      <a:off x="6207873" y="3795106"/>
                      <a:ext cx="46037" cy="203887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306" name="Google Shape;5306;p45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07" name="Google Shape;5307;p45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08" name="Google Shape;5308;p45"/>
                <p:cNvGrpSpPr/>
                <p:nvPr/>
              </p:nvGrpSpPr>
              <p:grpSpPr>
                <a:xfrm rot="10800000">
                  <a:off x="2365817" y="2845869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5309" name="Google Shape;5309;p45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5310" name="Google Shape;5310;p45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11" name="Google Shape;5311;p45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312" name="Google Shape;5312;p45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13" name="Google Shape;5313;p45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314" name="Google Shape;5314;p45"/>
              <p:cNvGrpSpPr/>
              <p:nvPr/>
            </p:nvGrpSpPr>
            <p:grpSpPr>
              <a:xfrm rot="5151436">
                <a:off x="5779040" y="1106875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5315" name="Google Shape;5315;p45"/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5316" name="Google Shape;5316;p45"/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</p:grpSpPr>
                <p:sp>
                  <p:nvSpPr>
                    <p:cNvPr id="5317" name="Google Shape;5317;p45"/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318" name="Google Shape;5318;p45"/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</p:grpSpPr>
                  <p:sp>
                    <p:nvSpPr>
                      <p:cNvPr id="5319" name="Google Shape;5319;p45"/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320" name="Google Shape;5320;p45"/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5321" name="Google Shape;5321;p45"/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5322" name="Google Shape;5322;p45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5323" name="Google Shape;5323;p45"/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5324" name="Google Shape;5324;p45"/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325" name="Google Shape;5325;p45"/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326" name="Google Shape;5326;p45"/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fmla="val 7853" name="adj1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5327" name="Google Shape;5327;p45"/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5328" name="Google Shape;5328;p45"/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329" name="Google Shape;5329;p45"/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330" name="Google Shape;5330;p45"/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331" name="Google Shape;5331;p45"/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5332" name="Google Shape;5332;p45"/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333" name="Google Shape;5333;p45"/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334" name="Google Shape;5334;p45"/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5335" name="Google Shape;5335;p45"/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36" name="Google Shape;5336;p45"/>
              <p:cNvGrpSpPr/>
              <p:nvPr/>
            </p:nvGrpSpPr>
            <p:grpSpPr>
              <a:xfrm rot="5151436">
                <a:off x="5061129" y="1963320"/>
                <a:ext cx="796736" cy="112283"/>
                <a:chOff x="2676061" y="4093308"/>
                <a:chExt cx="963722" cy="137200"/>
              </a:xfrm>
            </p:grpSpPr>
            <p:sp>
              <p:nvSpPr>
                <p:cNvPr id="5337" name="Google Shape;5337;p45"/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338" name="Google Shape;5338;p45"/>
                <p:cNvGrpSpPr/>
                <p:nvPr/>
              </p:nvGrpSpPr>
              <p:grpSpPr>
                <a:xfrm>
                  <a:off x="2676061" y="4130452"/>
                  <a:ext cx="963722" cy="100056"/>
                  <a:chOff x="2676061" y="4130452"/>
                  <a:chExt cx="963722" cy="100056"/>
                </a:xfrm>
              </p:grpSpPr>
              <p:grpSp>
                <p:nvGrpSpPr>
                  <p:cNvPr id="5339" name="Google Shape;5339;p45"/>
                  <p:cNvGrpSpPr/>
                  <p:nvPr/>
                </p:nvGrpSpPr>
                <p:grpSpPr>
                  <a:xfrm>
                    <a:off x="2676061" y="4130452"/>
                    <a:ext cx="963722" cy="75413"/>
                    <a:chOff x="5775048" y="3892549"/>
                    <a:chExt cx="778309" cy="59708"/>
                  </a:xfrm>
                </p:grpSpPr>
                <p:sp>
                  <p:nvSpPr>
                    <p:cNvPr id="5340" name="Google Shape;5340;p45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41" name="Google Shape;5341;p45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342" name="Google Shape;5342;p45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343" name="Google Shape;5343;p45"/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5344" name="Google Shape;5344;p45"/>
          <p:cNvGrpSpPr/>
          <p:nvPr/>
        </p:nvGrpSpPr>
        <p:grpSpPr>
          <a:xfrm rot="297357">
            <a:off x="7424472" y="1650477"/>
            <a:ext cx="2320919" cy="2112818"/>
            <a:chOff x="5701956" y="1773008"/>
            <a:chExt cx="2320919" cy="2112818"/>
          </a:xfrm>
        </p:grpSpPr>
        <p:grpSp>
          <p:nvGrpSpPr>
            <p:cNvPr id="5345" name="Google Shape;5345;p45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5346" name="Google Shape;5346;p45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5347" name="Google Shape;5347;p45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48" name="Google Shape;5348;p45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349" name="Google Shape;5349;p45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solidFill>
                <a:srgbClr val="A5A5A5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350" name="Google Shape;5350;p45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rgbClr val="A5A5A5"/>
            </a:solidFill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1" name="Google Shape;5351;p45"/>
          <p:cNvGrpSpPr/>
          <p:nvPr/>
        </p:nvGrpSpPr>
        <p:grpSpPr>
          <a:xfrm rot="600000">
            <a:off x="6352702" y="932651"/>
            <a:ext cx="2010277" cy="2036290"/>
            <a:chOff x="6243086" y="1135131"/>
            <a:chExt cx="2010277" cy="2036290"/>
          </a:xfrm>
        </p:grpSpPr>
        <p:grpSp>
          <p:nvGrpSpPr>
            <p:cNvPr id="5352" name="Google Shape;5352;p45"/>
            <p:cNvGrpSpPr/>
            <p:nvPr/>
          </p:nvGrpSpPr>
          <p:grpSpPr>
            <a:xfrm>
              <a:off x="6243086" y="1135131"/>
              <a:ext cx="2010277" cy="2036290"/>
              <a:chOff x="6243086" y="1135131"/>
              <a:chExt cx="2010277" cy="2036290"/>
            </a:xfrm>
          </p:grpSpPr>
          <p:grpSp>
            <p:nvGrpSpPr>
              <p:cNvPr id="5353" name="Google Shape;5353;p45"/>
              <p:cNvGrpSpPr/>
              <p:nvPr/>
            </p:nvGrpSpPr>
            <p:grpSpPr>
              <a:xfrm rot="785047">
                <a:off x="6414183" y="1301838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5354" name="Google Shape;5354;p45"/>
                <p:cNvGrpSpPr/>
                <p:nvPr/>
              </p:nvGrpSpPr>
              <p:grpSpPr>
                <a:xfrm>
                  <a:off x="5811486" y="1624311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5355" name="Google Shape;5355;p45"/>
                  <p:cNvGrpSpPr/>
                  <p:nvPr/>
                </p:nvGrpSpPr>
                <p:grpSpPr>
                  <a:xfrm rot="-3495342">
                    <a:off x="6006485" y="1890354"/>
                    <a:ext cx="1278085" cy="1170790"/>
                    <a:chOff x="5701956" y="1773008"/>
                    <a:chExt cx="2320919" cy="2112818"/>
                  </a:xfrm>
                </p:grpSpPr>
                <p:grpSp>
                  <p:nvGrpSpPr>
                    <p:cNvPr id="5356" name="Google Shape;5356;p45"/>
                    <p:cNvGrpSpPr/>
                    <p:nvPr/>
                  </p:nvGrpSpPr>
                  <p:grpSpPr>
                    <a:xfrm>
                      <a:off x="5701956" y="1773008"/>
                      <a:ext cx="2320919" cy="2112818"/>
                      <a:chOff x="5797343" y="2178392"/>
                      <a:chExt cx="2320919" cy="2112818"/>
                    </a:xfrm>
                  </p:grpSpPr>
                  <p:grpSp>
                    <p:nvGrpSpPr>
                      <p:cNvPr id="5357" name="Google Shape;5357;p45"/>
                      <p:cNvGrpSpPr/>
                      <p:nvPr/>
                    </p:nvGrpSpPr>
                    <p:grpSpPr>
                      <a:xfrm>
                        <a:off x="5797343" y="2178392"/>
                        <a:ext cx="2320919" cy="2112818"/>
                        <a:chOff x="5587545" y="1682358"/>
                        <a:chExt cx="2320919" cy="2112818"/>
                      </a:xfrm>
                    </p:grpSpPr>
                    <p:sp>
                      <p:nvSpPr>
                        <p:cNvPr id="5358" name="Google Shape;5358;p45"/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359" name="Google Shape;5359;p45"/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5360" name="Google Shape;5360;p45"/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361" name="Google Shape;5361;p45"/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rgbClr val="A5A5A5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362" name="Google Shape;5362;p45"/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363" name="Google Shape;5363;p45"/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364" name="Google Shape;5364;p45"/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365" name="Google Shape;5365;p45"/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66" name="Google Shape;5366;p45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5367" name="Google Shape;5367;p45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5368" name="Google Shape;5368;p45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369" name="Google Shape;5369;p45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5370" name="Google Shape;5370;p45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71" name="Google Shape;5371;p45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372" name="Google Shape;5372;p45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5373" name="Google Shape;5373;p45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5374" name="Google Shape;5374;p45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75" name="Google Shape;5375;p45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76" name="Google Shape;5376;p45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5377" name="Google Shape;5377;p45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78" name="Google Shape;5378;p45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79" name="Google Shape;5379;p45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80" name="Google Shape;5380;p45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5381" name="Google Shape;5381;p45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82" name="Google Shape;5382;p45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83" name="Google Shape;5383;p45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84" name="Google Shape;5384;p45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5385" name="Google Shape;5385;p45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86" name="Google Shape;5386;p45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87" name="Google Shape;5387;p45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388" name="Google Shape;5388;p45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5389" name="Google Shape;5389;p45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90" name="Google Shape;5390;p45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91" name="Google Shape;5391;p45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5392" name="Google Shape;5392;p45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5393" name="Google Shape;5393;p45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4" name="Google Shape;5394;p45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95" name="Google Shape;5395;p45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5396" name="Google Shape;5396;p45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5397" name="Google Shape;5397;p45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5398" name="Google Shape;5398;p45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99" name="Google Shape;5399;p45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400" name="Google Shape;5400;p45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5401" name="Google Shape;5401;p45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5402" name="Google Shape;5402;p45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3" name="Google Shape;5403;p45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5404" name="Google Shape;5404;p45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5405" name="Google Shape;5405;p45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06" name="Google Shape;5406;p45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5407" name="Google Shape;5407;p45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5408" name="Google Shape;5408;p45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09" name="Google Shape;5409;p45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410" name="Google Shape;5410;p45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5411" name="Google Shape;5411;p45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2" name="Google Shape;5412;p45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3" name="Google Shape;5413;p45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14" name="Google Shape;5414;p45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15" name="Google Shape;5415;p45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5416" name="Google Shape;5416;p45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5417" name="Google Shape;5417;p45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18" name="Google Shape;5418;p45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419" name="Google Shape;5419;p45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20" name="Google Shape;5420;p45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5421" name="Google Shape;5421;p45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2" name="Google Shape;5422;p45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3" name="Google Shape;5423;p45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424" name="Google Shape;5424;p45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25" name="Google Shape;5425;p45"/>
          <p:cNvGrpSpPr/>
          <p:nvPr/>
        </p:nvGrpSpPr>
        <p:grpSpPr>
          <a:xfrm rot="10797357">
            <a:off x="8635342" y="2794982"/>
            <a:ext cx="2320919" cy="2112818"/>
            <a:chOff x="5701956" y="1773008"/>
            <a:chExt cx="2320919" cy="2112818"/>
          </a:xfrm>
        </p:grpSpPr>
        <p:grpSp>
          <p:nvGrpSpPr>
            <p:cNvPr id="5426" name="Google Shape;5426;p45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5427" name="Google Shape;5427;p45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5428" name="Google Shape;5428;p45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29" name="Google Shape;5429;p45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430" name="Google Shape;5430;p45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31" name="Google Shape;5431;p45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32" name="Google Shape;5432;p45"/>
          <p:cNvSpPr txBox="1"/>
          <p:nvPr>
            <p:ph idx="1" type="subTitle"/>
          </p:nvPr>
        </p:nvSpPr>
        <p:spPr>
          <a:xfrm>
            <a:off x="363223" y="478971"/>
            <a:ext cx="3557898" cy="630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3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Cerrar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objeto sentido 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en sentido Antihorario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FF0000"/>
                </a:solidFill>
              </a:rPr>
              <a:t>Saltar al paso 6</a:t>
            </a:r>
            <a:endParaRPr/>
          </a:p>
        </p:txBody>
      </p:sp>
      <p:sp>
        <p:nvSpPr>
          <p:cNvPr id="5433" name="Google Shape;5433;p45"/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fmla="val 64585" name="adj1"/>
              <a:gd fmla="val 50000" name="adj2"/>
            </a:avLst>
          </a:pr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4" name="Google Shape;5434;p45"/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Posicionamiento punto de partida.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52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8" name="Shape 5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9" name="Google Shape;5439;p46"/>
          <p:cNvGrpSpPr/>
          <p:nvPr/>
        </p:nvGrpSpPr>
        <p:grpSpPr>
          <a:xfrm rot="5151436">
            <a:off x="5436172" y="1561945"/>
            <a:ext cx="575117" cy="1696572"/>
            <a:chOff x="3246065" y="2845317"/>
            <a:chExt cx="695654" cy="2073060"/>
          </a:xfrm>
        </p:grpSpPr>
        <p:grpSp>
          <p:nvGrpSpPr>
            <p:cNvPr id="5440" name="Google Shape;5440;p46"/>
            <p:cNvGrpSpPr/>
            <p:nvPr/>
          </p:nvGrpSpPr>
          <p:grpSpPr>
            <a:xfrm flipH="1">
              <a:off x="3246065" y="3839200"/>
              <a:ext cx="435993" cy="1079177"/>
              <a:chOff x="5739808" y="3702217"/>
              <a:chExt cx="352110" cy="854438"/>
            </a:xfrm>
          </p:grpSpPr>
          <p:grpSp>
            <p:nvGrpSpPr>
              <p:cNvPr id="5441" name="Google Shape;5441;p46"/>
              <p:cNvGrpSpPr/>
              <p:nvPr/>
            </p:nvGrpSpPr>
            <p:grpSpPr>
              <a:xfrm>
                <a:off x="5739808" y="3702217"/>
                <a:ext cx="319170" cy="506923"/>
                <a:chOff x="6097258" y="3701203"/>
                <a:chExt cx="319170" cy="506923"/>
              </a:xfrm>
            </p:grpSpPr>
            <p:sp>
              <p:nvSpPr>
                <p:cNvPr id="5442" name="Google Shape;5442;p46"/>
                <p:cNvSpPr/>
                <p:nvPr/>
              </p:nvSpPr>
              <p:spPr>
                <a:xfrm rot="-1077969">
                  <a:off x="6165919" y="3717694"/>
                  <a:ext cx="181848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43" name="Google Shape;5443;p46"/>
                <p:cNvSpPr/>
                <p:nvPr/>
              </p:nvSpPr>
              <p:spPr>
                <a:xfrm flipH="1" rot="655801">
                  <a:off x="6207416" y="3774548"/>
                  <a:ext cx="49476" cy="223589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444" name="Google Shape;5444;p46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5" name="Google Shape;5445;p46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46" name="Google Shape;5446;p46"/>
            <p:cNvGrpSpPr/>
            <p:nvPr/>
          </p:nvGrpSpPr>
          <p:grpSpPr>
            <a:xfrm flipH="1" rot="10800000">
              <a:off x="3505726" y="2845317"/>
              <a:ext cx="435993" cy="1070111"/>
              <a:chOff x="5739808" y="3709395"/>
              <a:chExt cx="352110" cy="847261"/>
            </a:xfrm>
          </p:grpSpPr>
          <p:grpSp>
            <p:nvGrpSpPr>
              <p:cNvPr id="5447" name="Google Shape;5447;p46"/>
              <p:cNvGrpSpPr/>
              <p:nvPr/>
            </p:nvGrpSpPr>
            <p:grpSpPr>
              <a:xfrm>
                <a:off x="5739808" y="3709395"/>
                <a:ext cx="296814" cy="499674"/>
                <a:chOff x="6097258" y="3708381"/>
                <a:chExt cx="296814" cy="499674"/>
              </a:xfrm>
            </p:grpSpPr>
            <p:sp>
              <p:nvSpPr>
                <p:cNvPr id="5448" name="Google Shape;5448;p46"/>
                <p:cNvSpPr/>
                <p:nvPr/>
              </p:nvSpPr>
              <p:spPr>
                <a:xfrm rot="-1077969">
                  <a:off x="6166492" y="3721247"/>
                  <a:ext cx="158346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49" name="Google Shape;5449;p46"/>
                <p:cNvSpPr/>
                <p:nvPr/>
              </p:nvSpPr>
              <p:spPr>
                <a:xfrm flipH="1" rot="231950">
                  <a:off x="6202247" y="3774966"/>
                  <a:ext cx="45719" cy="216078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450" name="Google Shape;5450;p46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1" name="Google Shape;5451;p46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52" name="Google Shape;5452;p46"/>
          <p:cNvGrpSpPr/>
          <p:nvPr/>
        </p:nvGrpSpPr>
        <p:grpSpPr>
          <a:xfrm rot="5151436">
            <a:off x="5371407" y="791349"/>
            <a:ext cx="580526" cy="1695846"/>
            <a:chOff x="2365817" y="2845869"/>
            <a:chExt cx="702197" cy="2072173"/>
          </a:xfrm>
        </p:grpSpPr>
        <p:grpSp>
          <p:nvGrpSpPr>
            <p:cNvPr id="5453" name="Google Shape;5453;p46"/>
            <p:cNvGrpSpPr/>
            <p:nvPr/>
          </p:nvGrpSpPr>
          <p:grpSpPr>
            <a:xfrm>
              <a:off x="2632021" y="3837706"/>
              <a:ext cx="435993" cy="1080336"/>
              <a:chOff x="5739807" y="3701299"/>
              <a:chExt cx="352111" cy="855357"/>
            </a:xfrm>
          </p:grpSpPr>
          <p:grpSp>
            <p:nvGrpSpPr>
              <p:cNvPr id="5454" name="Google Shape;5454;p46"/>
              <p:cNvGrpSpPr/>
              <p:nvPr/>
            </p:nvGrpSpPr>
            <p:grpSpPr>
              <a:xfrm>
                <a:off x="5739807" y="3701299"/>
                <a:ext cx="322028" cy="507850"/>
                <a:chOff x="6097257" y="3700285"/>
                <a:chExt cx="322028" cy="507850"/>
              </a:xfrm>
            </p:grpSpPr>
            <p:sp>
              <p:nvSpPr>
                <p:cNvPr id="5455" name="Google Shape;5455;p46"/>
                <p:cNvSpPr/>
                <p:nvPr/>
              </p:nvSpPr>
              <p:spPr>
                <a:xfrm rot="-1077969">
                  <a:off x="6165845" y="3717239"/>
                  <a:ext cx="184852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56" name="Google Shape;5456;p46"/>
                <p:cNvSpPr/>
                <p:nvPr/>
              </p:nvSpPr>
              <p:spPr>
                <a:xfrm flipH="1" rot="622646">
                  <a:off x="6207873" y="3795106"/>
                  <a:ext cx="46037" cy="203887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457" name="Google Shape;5457;p46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8" name="Google Shape;5458;p46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59" name="Google Shape;5459;p46"/>
            <p:cNvGrpSpPr/>
            <p:nvPr/>
          </p:nvGrpSpPr>
          <p:grpSpPr>
            <a:xfrm rot="10800000">
              <a:off x="2365817" y="2845869"/>
              <a:ext cx="435993" cy="1070111"/>
              <a:chOff x="5739808" y="3709395"/>
              <a:chExt cx="352110" cy="847261"/>
            </a:xfrm>
          </p:grpSpPr>
          <p:grpSp>
            <p:nvGrpSpPr>
              <p:cNvPr id="5460" name="Google Shape;5460;p46"/>
              <p:cNvGrpSpPr/>
              <p:nvPr/>
            </p:nvGrpSpPr>
            <p:grpSpPr>
              <a:xfrm>
                <a:off x="5739808" y="3709395"/>
                <a:ext cx="296814" cy="499674"/>
                <a:chOff x="6097258" y="3708381"/>
                <a:chExt cx="296814" cy="499674"/>
              </a:xfrm>
            </p:grpSpPr>
            <p:sp>
              <p:nvSpPr>
                <p:cNvPr id="5461" name="Google Shape;5461;p46"/>
                <p:cNvSpPr/>
                <p:nvPr/>
              </p:nvSpPr>
              <p:spPr>
                <a:xfrm rot="-1077969">
                  <a:off x="6166492" y="3721247"/>
                  <a:ext cx="158346" cy="473941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62" name="Google Shape;5462;p46"/>
                <p:cNvSpPr/>
                <p:nvPr/>
              </p:nvSpPr>
              <p:spPr>
                <a:xfrm flipH="1" rot="231950">
                  <a:off x="6202247" y="3774966"/>
                  <a:ext cx="45719" cy="216078"/>
                </a:xfrm>
                <a:prstGeom prst="roundRect">
                  <a:avLst>
                    <a:gd fmla="val 4045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463" name="Google Shape;5463;p46"/>
              <p:cNvSpPr/>
              <p:nvPr/>
            </p:nvSpPr>
            <p:spPr>
              <a:xfrm rot="-1153397">
                <a:off x="5872725" y="4154646"/>
                <a:ext cx="212428" cy="6040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4" name="Google Shape;5464;p46"/>
              <p:cNvSpPr/>
              <p:nvPr/>
            </p:nvSpPr>
            <p:spPr>
              <a:xfrm rot="-1153397">
                <a:off x="5969456" y="4217860"/>
                <a:ext cx="68932" cy="3368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65" name="Google Shape;5465;p46"/>
          <p:cNvGrpSpPr/>
          <p:nvPr/>
        </p:nvGrpSpPr>
        <p:grpSpPr>
          <a:xfrm rot="5151436">
            <a:off x="5779040" y="1106875"/>
            <a:ext cx="796825" cy="1722615"/>
            <a:chOff x="5775707" y="2428623"/>
            <a:chExt cx="778396" cy="1666542"/>
          </a:xfrm>
        </p:grpSpPr>
        <p:grpSp>
          <p:nvGrpSpPr>
            <p:cNvPr id="5466" name="Google Shape;5466;p46"/>
            <p:cNvGrpSpPr/>
            <p:nvPr/>
          </p:nvGrpSpPr>
          <p:grpSpPr>
            <a:xfrm>
              <a:off x="5775707" y="2428623"/>
              <a:ext cx="778396" cy="1321607"/>
              <a:chOff x="5728098" y="3524079"/>
              <a:chExt cx="778396" cy="1321607"/>
            </a:xfrm>
          </p:grpSpPr>
          <p:grpSp>
            <p:nvGrpSpPr>
              <p:cNvPr id="5467" name="Google Shape;5467;p46"/>
              <p:cNvGrpSpPr/>
              <p:nvPr/>
            </p:nvGrpSpPr>
            <p:grpSpPr>
              <a:xfrm>
                <a:off x="5882065" y="3524079"/>
                <a:ext cx="468000" cy="773094"/>
                <a:chOff x="5755916" y="3285424"/>
                <a:chExt cx="468000" cy="773094"/>
              </a:xfrm>
            </p:grpSpPr>
            <p:sp>
              <p:nvSpPr>
                <p:cNvPr id="5468" name="Google Shape;5468;p46"/>
                <p:cNvSpPr/>
                <p:nvPr/>
              </p:nvSpPr>
              <p:spPr>
                <a:xfrm>
                  <a:off x="5755916" y="3285424"/>
                  <a:ext cx="468000" cy="468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469" name="Google Shape;5469;p46"/>
                <p:cNvGrpSpPr/>
                <p:nvPr/>
              </p:nvGrpSpPr>
              <p:grpSpPr>
                <a:xfrm>
                  <a:off x="5809916" y="3734518"/>
                  <a:ext cx="360000" cy="324000"/>
                  <a:chOff x="5827652" y="3885379"/>
                  <a:chExt cx="360000" cy="324000"/>
                </a:xfrm>
              </p:grpSpPr>
              <p:sp>
                <p:nvSpPr>
                  <p:cNvPr id="5470" name="Google Shape;5470;p46"/>
                  <p:cNvSpPr/>
                  <p:nvPr/>
                </p:nvSpPr>
                <p:spPr>
                  <a:xfrm>
                    <a:off x="5917652" y="3885379"/>
                    <a:ext cx="180000" cy="180000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71" name="Google Shape;5471;p46"/>
                  <p:cNvSpPr/>
                  <p:nvPr/>
                </p:nvSpPr>
                <p:spPr>
                  <a:xfrm>
                    <a:off x="5827652" y="4065379"/>
                    <a:ext cx="360000" cy="144000"/>
                  </a:xfrm>
                  <a:prstGeom prst="rect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472" name="Google Shape;5472;p46"/>
              <p:cNvGrpSpPr/>
              <p:nvPr/>
            </p:nvGrpSpPr>
            <p:grpSpPr>
              <a:xfrm>
                <a:off x="5728098" y="4268155"/>
                <a:ext cx="778396" cy="577531"/>
                <a:chOff x="5728098" y="4268155"/>
                <a:chExt cx="778396" cy="577531"/>
              </a:xfrm>
            </p:grpSpPr>
            <p:grpSp>
              <p:nvGrpSpPr>
                <p:cNvPr id="5473" name="Google Shape;5473;p46"/>
                <p:cNvGrpSpPr/>
                <p:nvPr/>
              </p:nvGrpSpPr>
              <p:grpSpPr>
                <a:xfrm>
                  <a:off x="5728098" y="4268155"/>
                  <a:ext cx="778396" cy="577531"/>
                  <a:chOff x="5728098" y="4268155"/>
                  <a:chExt cx="778396" cy="577531"/>
                </a:xfrm>
              </p:grpSpPr>
              <p:grpSp>
                <p:nvGrpSpPr>
                  <p:cNvPr id="5474" name="Google Shape;5474;p46"/>
                  <p:cNvGrpSpPr/>
                  <p:nvPr/>
                </p:nvGrpSpPr>
                <p:grpSpPr>
                  <a:xfrm>
                    <a:off x="5728098" y="4268155"/>
                    <a:ext cx="778396" cy="468000"/>
                    <a:chOff x="5728098" y="4268155"/>
                    <a:chExt cx="778396" cy="468000"/>
                  </a:xfrm>
                </p:grpSpPr>
                <p:sp>
                  <p:nvSpPr>
                    <p:cNvPr id="5475" name="Google Shape;5475;p46"/>
                    <p:cNvSpPr/>
                    <p:nvPr/>
                  </p:nvSpPr>
                  <p:spPr>
                    <a:xfrm>
                      <a:off x="5728098" y="4659003"/>
                      <a:ext cx="157695" cy="36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76" name="Google Shape;5476;p46"/>
                    <p:cNvSpPr/>
                    <p:nvPr/>
                  </p:nvSpPr>
                  <p:spPr>
                    <a:xfrm>
                      <a:off x="6348799" y="4661385"/>
                      <a:ext cx="157695" cy="36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77" name="Google Shape;5477;p46"/>
                    <p:cNvSpPr/>
                    <p:nvPr/>
                  </p:nvSpPr>
                  <p:spPr>
                    <a:xfrm>
                      <a:off x="5847296" y="4268155"/>
                      <a:ext cx="540000" cy="468000"/>
                    </a:xfrm>
                    <a:prstGeom prst="frame">
                      <a:avLst>
                        <a:gd fmla="val 7853" name="adj1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5478" name="Google Shape;5478;p46"/>
                  <p:cNvGrpSpPr/>
                  <p:nvPr/>
                </p:nvGrpSpPr>
                <p:grpSpPr>
                  <a:xfrm>
                    <a:off x="5728099" y="4698144"/>
                    <a:ext cx="777647" cy="147542"/>
                    <a:chOff x="5728099" y="4698144"/>
                    <a:chExt cx="777647" cy="147542"/>
                  </a:xfrm>
                </p:grpSpPr>
                <p:sp>
                  <p:nvSpPr>
                    <p:cNvPr id="5479" name="Google Shape;5479;p46"/>
                    <p:cNvSpPr/>
                    <p:nvPr/>
                  </p:nvSpPr>
                  <p:spPr>
                    <a:xfrm>
                      <a:off x="5849450" y="4698833"/>
                      <a:ext cx="537845" cy="45719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80" name="Google Shape;5480;p46"/>
                    <p:cNvSpPr/>
                    <p:nvPr/>
                  </p:nvSpPr>
                  <p:spPr>
                    <a:xfrm>
                      <a:off x="5728099" y="4698144"/>
                      <a:ext cx="118291" cy="147542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481" name="Google Shape;5481;p46"/>
                    <p:cNvSpPr/>
                    <p:nvPr/>
                  </p:nvSpPr>
                  <p:spPr>
                    <a:xfrm>
                      <a:off x="6385142" y="4698144"/>
                      <a:ext cx="120604" cy="147542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482" name="Google Shape;5482;p46"/>
                <p:cNvGrpSpPr/>
                <p:nvPr/>
              </p:nvGrpSpPr>
              <p:grpSpPr>
                <a:xfrm>
                  <a:off x="5969948" y="4385231"/>
                  <a:ext cx="300588" cy="306875"/>
                  <a:chOff x="6707431" y="4143645"/>
                  <a:chExt cx="398381" cy="433766"/>
                </a:xfrm>
              </p:grpSpPr>
              <p:sp>
                <p:nvSpPr>
                  <p:cNvPr id="5483" name="Google Shape;5483;p46"/>
                  <p:cNvSpPr/>
                  <p:nvPr/>
                </p:nvSpPr>
                <p:spPr>
                  <a:xfrm>
                    <a:off x="6708632" y="4255261"/>
                    <a:ext cx="396000" cy="216000"/>
                  </a:xfrm>
                  <a:prstGeom prst="rect">
                    <a:avLst/>
                  </a:prstGeom>
                  <a:solidFill>
                    <a:srgbClr val="59595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84" name="Google Shape;5484;p46"/>
                  <p:cNvSpPr/>
                  <p:nvPr/>
                </p:nvSpPr>
                <p:spPr>
                  <a:xfrm>
                    <a:off x="6709813" y="4143645"/>
                    <a:ext cx="395999" cy="108000"/>
                  </a:xfrm>
                  <a:prstGeom prst="rect">
                    <a:avLst/>
                  </a:prstGeom>
                  <a:solidFill>
                    <a:srgbClr val="D8D8D8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85" name="Google Shape;5485;p46"/>
                  <p:cNvSpPr/>
                  <p:nvPr/>
                </p:nvSpPr>
                <p:spPr>
                  <a:xfrm>
                    <a:off x="6707431" y="4469411"/>
                    <a:ext cx="396000" cy="108000"/>
                  </a:xfrm>
                  <a:prstGeom prst="rect">
                    <a:avLst/>
                  </a:prstGeom>
                  <a:solidFill>
                    <a:srgbClr val="D8D8D8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5486" name="Google Shape;5486;p46"/>
            <p:cNvSpPr/>
            <p:nvPr/>
          </p:nvSpPr>
          <p:spPr>
            <a:xfrm>
              <a:off x="6139226" y="3643061"/>
              <a:ext cx="45719" cy="452104"/>
            </a:xfrm>
            <a:prstGeom prst="rect">
              <a:avLst/>
            </a:prstGeom>
            <a:solidFill>
              <a:srgbClr val="A5A5A5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87" name="Google Shape;5487;p46"/>
          <p:cNvGrpSpPr/>
          <p:nvPr/>
        </p:nvGrpSpPr>
        <p:grpSpPr>
          <a:xfrm rot="5151436">
            <a:off x="5061129" y="1963320"/>
            <a:ext cx="796736" cy="112283"/>
            <a:chOff x="2676061" y="4093308"/>
            <a:chExt cx="963722" cy="137200"/>
          </a:xfrm>
        </p:grpSpPr>
        <p:sp>
          <p:nvSpPr>
            <p:cNvPr id="5488" name="Google Shape;5488;p46"/>
            <p:cNvSpPr/>
            <p:nvPr/>
          </p:nvSpPr>
          <p:spPr>
            <a:xfrm>
              <a:off x="3235261" y="4093308"/>
              <a:ext cx="72000" cy="360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89" name="Google Shape;5489;p46"/>
            <p:cNvGrpSpPr/>
            <p:nvPr/>
          </p:nvGrpSpPr>
          <p:grpSpPr>
            <a:xfrm>
              <a:off x="2676061" y="4130452"/>
              <a:ext cx="963722" cy="100056"/>
              <a:chOff x="2676061" y="4130452"/>
              <a:chExt cx="963722" cy="100056"/>
            </a:xfrm>
          </p:grpSpPr>
          <p:grpSp>
            <p:nvGrpSpPr>
              <p:cNvPr id="5490" name="Google Shape;5490;p46"/>
              <p:cNvGrpSpPr/>
              <p:nvPr/>
            </p:nvGrpSpPr>
            <p:grpSpPr>
              <a:xfrm>
                <a:off x="2676061" y="4130452"/>
                <a:ext cx="963722" cy="75413"/>
                <a:chOff x="5775048" y="3892549"/>
                <a:chExt cx="778309" cy="59708"/>
              </a:xfrm>
            </p:grpSpPr>
            <p:sp>
              <p:nvSpPr>
                <p:cNvPr id="5491" name="Google Shape;5491;p46"/>
                <p:cNvSpPr/>
                <p:nvPr/>
              </p:nvSpPr>
              <p:spPr>
                <a:xfrm rot="-5400000">
                  <a:off x="6134348" y="3533249"/>
                  <a:ext cx="59708" cy="77830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92" name="Google Shape;5492;p46"/>
                <p:cNvSpPr/>
                <p:nvPr/>
              </p:nvSpPr>
              <p:spPr>
                <a:xfrm>
                  <a:off x="5845735" y="3901330"/>
                  <a:ext cx="36000" cy="36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93" name="Google Shape;5493;p46"/>
                <p:cNvSpPr/>
                <p:nvPr/>
              </p:nvSpPr>
              <p:spPr>
                <a:xfrm>
                  <a:off x="6446633" y="3904500"/>
                  <a:ext cx="36000" cy="36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494" name="Google Shape;5494;p46"/>
              <p:cNvSpPr/>
              <p:nvPr/>
            </p:nvSpPr>
            <p:spPr>
              <a:xfrm>
                <a:off x="3012721" y="4194508"/>
                <a:ext cx="72000" cy="36000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95" name="Google Shape;5495;p46"/>
          <p:cNvGrpSpPr/>
          <p:nvPr/>
        </p:nvGrpSpPr>
        <p:grpSpPr>
          <a:xfrm rot="297357">
            <a:off x="7424472" y="1650477"/>
            <a:ext cx="2320919" cy="2112818"/>
            <a:chOff x="5701956" y="1773008"/>
            <a:chExt cx="2320919" cy="2112818"/>
          </a:xfrm>
        </p:grpSpPr>
        <p:grpSp>
          <p:nvGrpSpPr>
            <p:cNvPr id="5496" name="Google Shape;5496;p46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5497" name="Google Shape;5497;p46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5498" name="Google Shape;5498;p46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99" name="Google Shape;5499;p46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500" name="Google Shape;5500;p46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solidFill>
                <a:srgbClr val="A5A5A5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01" name="Google Shape;5501;p46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rgbClr val="A5A5A5"/>
            </a:solidFill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02" name="Google Shape;5502;p46"/>
          <p:cNvGrpSpPr/>
          <p:nvPr/>
        </p:nvGrpSpPr>
        <p:grpSpPr>
          <a:xfrm rot="600000">
            <a:off x="6352702" y="932651"/>
            <a:ext cx="2010277" cy="2036290"/>
            <a:chOff x="6243086" y="1135131"/>
            <a:chExt cx="2010277" cy="2036290"/>
          </a:xfrm>
        </p:grpSpPr>
        <p:grpSp>
          <p:nvGrpSpPr>
            <p:cNvPr id="5503" name="Google Shape;5503;p46"/>
            <p:cNvGrpSpPr/>
            <p:nvPr/>
          </p:nvGrpSpPr>
          <p:grpSpPr>
            <a:xfrm>
              <a:off x="6243086" y="1135131"/>
              <a:ext cx="2010277" cy="2036290"/>
              <a:chOff x="6243086" y="1135131"/>
              <a:chExt cx="2010277" cy="2036290"/>
            </a:xfrm>
          </p:grpSpPr>
          <p:grpSp>
            <p:nvGrpSpPr>
              <p:cNvPr id="5504" name="Google Shape;5504;p46"/>
              <p:cNvGrpSpPr/>
              <p:nvPr/>
            </p:nvGrpSpPr>
            <p:grpSpPr>
              <a:xfrm rot="785047">
                <a:off x="6414183" y="1301838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5505" name="Google Shape;5505;p46"/>
                <p:cNvGrpSpPr/>
                <p:nvPr/>
              </p:nvGrpSpPr>
              <p:grpSpPr>
                <a:xfrm>
                  <a:off x="5811486" y="1624311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5506" name="Google Shape;5506;p46"/>
                  <p:cNvGrpSpPr/>
                  <p:nvPr/>
                </p:nvGrpSpPr>
                <p:grpSpPr>
                  <a:xfrm rot="-3495342">
                    <a:off x="6006485" y="1890354"/>
                    <a:ext cx="1278085" cy="1170790"/>
                    <a:chOff x="5701956" y="1773008"/>
                    <a:chExt cx="2320919" cy="2112818"/>
                  </a:xfrm>
                </p:grpSpPr>
                <p:grpSp>
                  <p:nvGrpSpPr>
                    <p:cNvPr id="5507" name="Google Shape;5507;p46"/>
                    <p:cNvGrpSpPr/>
                    <p:nvPr/>
                  </p:nvGrpSpPr>
                  <p:grpSpPr>
                    <a:xfrm>
                      <a:off x="5701956" y="1773008"/>
                      <a:ext cx="2320919" cy="2112818"/>
                      <a:chOff x="5797343" y="2178392"/>
                      <a:chExt cx="2320919" cy="2112818"/>
                    </a:xfrm>
                  </p:grpSpPr>
                  <p:grpSp>
                    <p:nvGrpSpPr>
                      <p:cNvPr id="5508" name="Google Shape;5508;p46"/>
                      <p:cNvGrpSpPr/>
                      <p:nvPr/>
                    </p:nvGrpSpPr>
                    <p:grpSpPr>
                      <a:xfrm>
                        <a:off x="5797343" y="2178392"/>
                        <a:ext cx="2320919" cy="2112818"/>
                        <a:chOff x="5587545" y="1682358"/>
                        <a:chExt cx="2320919" cy="2112818"/>
                      </a:xfrm>
                    </p:grpSpPr>
                    <p:sp>
                      <p:nvSpPr>
                        <p:cNvPr id="5509" name="Google Shape;5509;p46"/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510" name="Google Shape;5510;p46"/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5511" name="Google Shape;5511;p46"/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512" name="Google Shape;5512;p46"/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rgbClr val="A5A5A5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513" name="Google Shape;5513;p46"/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514" name="Google Shape;5514;p46"/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515" name="Google Shape;5515;p46"/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16" name="Google Shape;5516;p46"/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17" name="Google Shape;5517;p46"/>
          <p:cNvSpPr/>
          <p:nvPr/>
        </p:nvSpPr>
        <p:spPr>
          <a:xfrm rot="-3006092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18" name="Google Shape;5518;p46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5519" name="Google Shape;5519;p46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5520" name="Google Shape;5520;p46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21" name="Google Shape;5521;p46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5522" name="Google Shape;5522;p46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23" name="Google Shape;5523;p46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524" name="Google Shape;5524;p46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5525" name="Google Shape;5525;p46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5526" name="Google Shape;5526;p46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27" name="Google Shape;5527;p46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528" name="Google Shape;5528;p46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5529" name="Google Shape;5529;p46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30" name="Google Shape;5530;p46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31" name="Google Shape;5531;p46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532" name="Google Shape;5532;p46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5533" name="Google Shape;5533;p46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34" name="Google Shape;5534;p46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35" name="Google Shape;5535;p46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536" name="Google Shape;5536;p46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5537" name="Google Shape;5537;p46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38" name="Google Shape;5538;p46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39" name="Google Shape;5539;p46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540" name="Google Shape;5540;p46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5541" name="Google Shape;5541;p46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42" name="Google Shape;5542;p46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43" name="Google Shape;5543;p46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5544" name="Google Shape;5544;p46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5545" name="Google Shape;5545;p46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6" name="Google Shape;5546;p46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47" name="Google Shape;5547;p46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5548" name="Google Shape;5548;p46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5549" name="Google Shape;5549;p46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5550" name="Google Shape;5550;p46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51" name="Google Shape;5551;p46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552" name="Google Shape;5552;p46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5553" name="Google Shape;5553;p46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5554" name="Google Shape;5554;p46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555" name="Google Shape;5555;p46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5556" name="Google Shape;5556;p46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5557" name="Google Shape;5557;p46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558" name="Google Shape;5558;p46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5559" name="Google Shape;5559;p46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5560" name="Google Shape;5560;p46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61" name="Google Shape;5561;p46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562" name="Google Shape;5562;p46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5563" name="Google Shape;5563;p46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4" name="Google Shape;5564;p46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5" name="Google Shape;5565;p46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66" name="Google Shape;5566;p46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67" name="Google Shape;5567;p46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5568" name="Google Shape;5568;p46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5569" name="Google Shape;5569;p46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70" name="Google Shape;5570;p46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571" name="Google Shape;5571;p46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72" name="Google Shape;5572;p46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5573" name="Google Shape;5573;p46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4" name="Google Shape;5574;p46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5" name="Google Shape;5575;p46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576" name="Google Shape;5576;p46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7" name="Google Shape;5577;p46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78" name="Google Shape;5578;p46"/>
          <p:cNvGrpSpPr/>
          <p:nvPr/>
        </p:nvGrpSpPr>
        <p:grpSpPr>
          <a:xfrm rot="10797357">
            <a:off x="8635342" y="2794982"/>
            <a:ext cx="2320919" cy="2112818"/>
            <a:chOff x="5701956" y="1773008"/>
            <a:chExt cx="2320919" cy="2112818"/>
          </a:xfrm>
        </p:grpSpPr>
        <p:grpSp>
          <p:nvGrpSpPr>
            <p:cNvPr id="5579" name="Google Shape;5579;p46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5580" name="Google Shape;5580;p46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5581" name="Google Shape;5581;p46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82" name="Google Shape;5582;p46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583" name="Google Shape;5583;p46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584" name="Google Shape;5584;p46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85" name="Google Shape;5585;p46"/>
          <p:cNvSpPr txBox="1"/>
          <p:nvPr>
            <p:ph idx="1" type="subTitle"/>
          </p:nvPr>
        </p:nvSpPr>
        <p:spPr>
          <a:xfrm>
            <a:off x="363223" y="478971"/>
            <a:ext cx="3557898" cy="630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3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Cerrar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objeto sentido 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en sentido Antihorario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FF0000"/>
                </a:solidFill>
              </a:rPr>
              <a:t>Saltar al paso 6</a:t>
            </a:r>
            <a:endParaRPr/>
          </a:p>
        </p:txBody>
      </p:sp>
      <p:sp>
        <p:nvSpPr>
          <p:cNvPr id="5586" name="Google Shape;5586;p46"/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fmla="val 64585" name="adj1"/>
              <a:gd fmla="val 50000" name="adj2"/>
            </a:avLst>
          </a:pr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7" name="Google Shape;5587;p46"/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Posicionamiento punto de partida.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54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54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1" name="Shape 5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92" name="Google Shape;5592;p47"/>
          <p:cNvGrpSpPr/>
          <p:nvPr/>
        </p:nvGrpSpPr>
        <p:grpSpPr>
          <a:xfrm>
            <a:off x="4766586" y="822959"/>
            <a:ext cx="4057271" cy="2194999"/>
            <a:chOff x="4766586" y="822959"/>
            <a:chExt cx="4057271" cy="2194999"/>
          </a:xfrm>
        </p:grpSpPr>
        <p:grpSp>
          <p:nvGrpSpPr>
            <p:cNvPr id="5593" name="Google Shape;5593;p47"/>
            <p:cNvGrpSpPr/>
            <p:nvPr/>
          </p:nvGrpSpPr>
          <p:grpSpPr>
            <a:xfrm>
              <a:off x="4766586" y="1126534"/>
              <a:ext cx="2298705" cy="1891424"/>
              <a:chOff x="4766586" y="1126534"/>
              <a:chExt cx="2298705" cy="1891424"/>
            </a:xfrm>
          </p:grpSpPr>
          <p:grpSp>
            <p:nvGrpSpPr>
              <p:cNvPr id="5594" name="Google Shape;5594;p47"/>
              <p:cNvGrpSpPr/>
              <p:nvPr/>
            </p:nvGrpSpPr>
            <p:grpSpPr>
              <a:xfrm rot="3960000">
                <a:off x="5436172" y="1561945"/>
                <a:ext cx="575117" cy="1696572"/>
                <a:chOff x="3246065" y="2845317"/>
                <a:chExt cx="695654" cy="2073060"/>
              </a:xfrm>
            </p:grpSpPr>
            <p:grpSp>
              <p:nvGrpSpPr>
                <p:cNvPr id="5595" name="Google Shape;5595;p47"/>
                <p:cNvGrpSpPr/>
                <p:nvPr/>
              </p:nvGrpSpPr>
              <p:grpSpPr>
                <a:xfrm flipH="1">
                  <a:off x="3246065" y="3839200"/>
                  <a:ext cx="435993" cy="1079177"/>
                  <a:chOff x="5739808" y="3702217"/>
                  <a:chExt cx="352110" cy="854438"/>
                </a:xfrm>
              </p:grpSpPr>
              <p:grpSp>
                <p:nvGrpSpPr>
                  <p:cNvPr id="5596" name="Google Shape;5596;p47"/>
                  <p:cNvGrpSpPr/>
                  <p:nvPr/>
                </p:nvGrpSpPr>
                <p:grpSpPr>
                  <a:xfrm>
                    <a:off x="5739808" y="3702217"/>
                    <a:ext cx="319170" cy="506923"/>
                    <a:chOff x="6097258" y="3701203"/>
                    <a:chExt cx="319170" cy="506923"/>
                  </a:xfrm>
                </p:grpSpPr>
                <p:sp>
                  <p:nvSpPr>
                    <p:cNvPr id="5597" name="Google Shape;5597;p47"/>
                    <p:cNvSpPr/>
                    <p:nvPr/>
                  </p:nvSpPr>
                  <p:spPr>
                    <a:xfrm rot="-1077969">
                      <a:off x="6165919" y="3717694"/>
                      <a:ext cx="181848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598" name="Google Shape;5598;p47"/>
                    <p:cNvSpPr/>
                    <p:nvPr/>
                  </p:nvSpPr>
                  <p:spPr>
                    <a:xfrm flipH="1" rot="655801">
                      <a:off x="6207416" y="3774548"/>
                      <a:ext cx="49476" cy="223589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599" name="Google Shape;5599;p47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00" name="Google Shape;5600;p47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601" name="Google Shape;5601;p47"/>
                <p:cNvGrpSpPr/>
                <p:nvPr/>
              </p:nvGrpSpPr>
              <p:grpSpPr>
                <a:xfrm flipH="1" rot="10800000">
                  <a:off x="3505726" y="2845317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5602" name="Google Shape;5602;p47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5603" name="Google Shape;5603;p47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604" name="Google Shape;5604;p47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605" name="Google Shape;5605;p47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06" name="Google Shape;5606;p47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607" name="Google Shape;5607;p47"/>
              <p:cNvGrpSpPr/>
              <p:nvPr/>
            </p:nvGrpSpPr>
            <p:grpSpPr>
              <a:xfrm rot="6360000">
                <a:off x="5371407" y="791349"/>
                <a:ext cx="580526" cy="1695846"/>
                <a:chOff x="2365817" y="2845869"/>
                <a:chExt cx="702197" cy="2072173"/>
              </a:xfrm>
            </p:grpSpPr>
            <p:grpSp>
              <p:nvGrpSpPr>
                <p:cNvPr id="5608" name="Google Shape;5608;p47"/>
                <p:cNvGrpSpPr/>
                <p:nvPr/>
              </p:nvGrpSpPr>
              <p:grpSpPr>
                <a:xfrm>
                  <a:off x="2632021" y="3837706"/>
                  <a:ext cx="435993" cy="1080336"/>
                  <a:chOff x="5739807" y="3701299"/>
                  <a:chExt cx="352111" cy="855357"/>
                </a:xfrm>
              </p:grpSpPr>
              <p:grpSp>
                <p:nvGrpSpPr>
                  <p:cNvPr id="5609" name="Google Shape;5609;p47"/>
                  <p:cNvGrpSpPr/>
                  <p:nvPr/>
                </p:nvGrpSpPr>
                <p:grpSpPr>
                  <a:xfrm>
                    <a:off x="5739807" y="3701299"/>
                    <a:ext cx="322028" cy="507850"/>
                    <a:chOff x="6097257" y="3700285"/>
                    <a:chExt cx="322028" cy="507850"/>
                  </a:xfrm>
                </p:grpSpPr>
                <p:sp>
                  <p:nvSpPr>
                    <p:cNvPr id="5610" name="Google Shape;5610;p47"/>
                    <p:cNvSpPr/>
                    <p:nvPr/>
                  </p:nvSpPr>
                  <p:spPr>
                    <a:xfrm rot="-1077969">
                      <a:off x="6165845" y="3717239"/>
                      <a:ext cx="184852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611" name="Google Shape;5611;p47"/>
                    <p:cNvSpPr/>
                    <p:nvPr/>
                  </p:nvSpPr>
                  <p:spPr>
                    <a:xfrm flipH="1" rot="622646">
                      <a:off x="6207873" y="3795106"/>
                      <a:ext cx="46037" cy="203887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612" name="Google Shape;5612;p47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13" name="Google Shape;5613;p47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614" name="Google Shape;5614;p47"/>
                <p:cNvGrpSpPr/>
                <p:nvPr/>
              </p:nvGrpSpPr>
              <p:grpSpPr>
                <a:xfrm rot="10800000">
                  <a:off x="2365817" y="2845869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5615" name="Google Shape;5615;p47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5616" name="Google Shape;5616;p47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617" name="Google Shape;5617;p47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618" name="Google Shape;5618;p47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19" name="Google Shape;5619;p47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620" name="Google Shape;5620;p47"/>
              <p:cNvGrpSpPr/>
              <p:nvPr/>
            </p:nvGrpSpPr>
            <p:grpSpPr>
              <a:xfrm rot="5151436">
                <a:off x="5779040" y="1106875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5621" name="Google Shape;5621;p47"/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5622" name="Google Shape;5622;p47"/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</p:grpSpPr>
                <p:sp>
                  <p:nvSpPr>
                    <p:cNvPr id="5623" name="Google Shape;5623;p47"/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624" name="Google Shape;5624;p47"/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</p:grpSpPr>
                  <p:sp>
                    <p:nvSpPr>
                      <p:cNvPr id="5625" name="Google Shape;5625;p47"/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26" name="Google Shape;5626;p47"/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5627" name="Google Shape;5627;p47"/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5628" name="Google Shape;5628;p47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5629" name="Google Shape;5629;p47"/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5630" name="Google Shape;5630;p47"/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631" name="Google Shape;5631;p47"/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632" name="Google Shape;5632;p47"/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fmla="val 7853" name="adj1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5633" name="Google Shape;5633;p47"/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5634" name="Google Shape;5634;p47"/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635" name="Google Shape;5635;p47"/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636" name="Google Shape;5636;p47"/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637" name="Google Shape;5637;p47"/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5638" name="Google Shape;5638;p47"/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rgbClr val="595959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39" name="Google Shape;5639;p47"/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40" name="Google Shape;5640;p47"/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5641" name="Google Shape;5641;p47"/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642" name="Google Shape;5642;p47"/>
              <p:cNvGrpSpPr/>
              <p:nvPr/>
            </p:nvGrpSpPr>
            <p:grpSpPr>
              <a:xfrm rot="5151436">
                <a:off x="5213985" y="1962553"/>
                <a:ext cx="796736" cy="112283"/>
                <a:chOff x="2676061" y="4093308"/>
                <a:chExt cx="963722" cy="137200"/>
              </a:xfrm>
            </p:grpSpPr>
            <p:sp>
              <p:nvSpPr>
                <p:cNvPr id="5643" name="Google Shape;5643;p47"/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644" name="Google Shape;5644;p47"/>
                <p:cNvGrpSpPr/>
                <p:nvPr/>
              </p:nvGrpSpPr>
              <p:grpSpPr>
                <a:xfrm>
                  <a:off x="2676061" y="4130452"/>
                  <a:ext cx="963722" cy="100056"/>
                  <a:chOff x="2676061" y="4130452"/>
                  <a:chExt cx="963722" cy="100056"/>
                </a:xfrm>
              </p:grpSpPr>
              <p:grpSp>
                <p:nvGrpSpPr>
                  <p:cNvPr id="5645" name="Google Shape;5645;p47"/>
                  <p:cNvGrpSpPr/>
                  <p:nvPr/>
                </p:nvGrpSpPr>
                <p:grpSpPr>
                  <a:xfrm>
                    <a:off x="2676061" y="4130452"/>
                    <a:ext cx="963722" cy="75413"/>
                    <a:chOff x="5775048" y="3892549"/>
                    <a:chExt cx="778309" cy="59708"/>
                  </a:xfrm>
                </p:grpSpPr>
                <p:sp>
                  <p:nvSpPr>
                    <p:cNvPr id="5646" name="Google Shape;5646;p47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647" name="Google Shape;5647;p47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648" name="Google Shape;5648;p47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649" name="Google Shape;5649;p47"/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5650" name="Google Shape;5650;p47"/>
            <p:cNvGrpSpPr/>
            <p:nvPr/>
          </p:nvGrpSpPr>
          <p:grpSpPr>
            <a:xfrm rot="10800000">
              <a:off x="6525152" y="822959"/>
              <a:ext cx="2298705" cy="1891424"/>
              <a:chOff x="4766586" y="1126534"/>
              <a:chExt cx="2298705" cy="1891424"/>
            </a:xfrm>
          </p:grpSpPr>
          <p:grpSp>
            <p:nvGrpSpPr>
              <p:cNvPr id="5651" name="Google Shape;5651;p47"/>
              <p:cNvGrpSpPr/>
              <p:nvPr/>
            </p:nvGrpSpPr>
            <p:grpSpPr>
              <a:xfrm rot="3960000">
                <a:off x="5436172" y="1561945"/>
                <a:ext cx="575117" cy="1696572"/>
                <a:chOff x="3246065" y="2845317"/>
                <a:chExt cx="695654" cy="2073060"/>
              </a:xfrm>
            </p:grpSpPr>
            <p:grpSp>
              <p:nvGrpSpPr>
                <p:cNvPr id="5652" name="Google Shape;5652;p47"/>
                <p:cNvGrpSpPr/>
                <p:nvPr/>
              </p:nvGrpSpPr>
              <p:grpSpPr>
                <a:xfrm flipH="1">
                  <a:off x="3246065" y="3839200"/>
                  <a:ext cx="435993" cy="1079177"/>
                  <a:chOff x="5739808" y="3702217"/>
                  <a:chExt cx="352110" cy="854438"/>
                </a:xfrm>
              </p:grpSpPr>
              <p:grpSp>
                <p:nvGrpSpPr>
                  <p:cNvPr id="5653" name="Google Shape;5653;p47"/>
                  <p:cNvGrpSpPr/>
                  <p:nvPr/>
                </p:nvGrpSpPr>
                <p:grpSpPr>
                  <a:xfrm>
                    <a:off x="5739808" y="3702217"/>
                    <a:ext cx="319170" cy="506923"/>
                    <a:chOff x="6097258" y="3701203"/>
                    <a:chExt cx="319170" cy="506923"/>
                  </a:xfrm>
                </p:grpSpPr>
                <p:sp>
                  <p:nvSpPr>
                    <p:cNvPr id="5654" name="Google Shape;5654;p47"/>
                    <p:cNvSpPr/>
                    <p:nvPr/>
                  </p:nvSpPr>
                  <p:spPr>
                    <a:xfrm rot="-1077969">
                      <a:off x="6165919" y="3717694"/>
                      <a:ext cx="181848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655" name="Google Shape;5655;p47"/>
                    <p:cNvSpPr/>
                    <p:nvPr/>
                  </p:nvSpPr>
                  <p:spPr>
                    <a:xfrm flipH="1" rot="655801">
                      <a:off x="6207416" y="3774548"/>
                      <a:ext cx="49476" cy="223589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656" name="Google Shape;5656;p47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57" name="Google Shape;5657;p47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658" name="Google Shape;5658;p47"/>
                <p:cNvGrpSpPr/>
                <p:nvPr/>
              </p:nvGrpSpPr>
              <p:grpSpPr>
                <a:xfrm flipH="1" rot="10800000">
                  <a:off x="3505726" y="2845317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5659" name="Google Shape;5659;p47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5660" name="Google Shape;5660;p47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661" name="Google Shape;5661;p47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662" name="Google Shape;5662;p47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63" name="Google Shape;5663;p47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664" name="Google Shape;5664;p47"/>
              <p:cNvGrpSpPr/>
              <p:nvPr/>
            </p:nvGrpSpPr>
            <p:grpSpPr>
              <a:xfrm rot="6360000">
                <a:off x="5371407" y="791349"/>
                <a:ext cx="580526" cy="1695846"/>
                <a:chOff x="2365817" y="2845869"/>
                <a:chExt cx="702197" cy="2072173"/>
              </a:xfrm>
            </p:grpSpPr>
            <p:grpSp>
              <p:nvGrpSpPr>
                <p:cNvPr id="5665" name="Google Shape;5665;p47"/>
                <p:cNvGrpSpPr/>
                <p:nvPr/>
              </p:nvGrpSpPr>
              <p:grpSpPr>
                <a:xfrm>
                  <a:off x="2632021" y="3837706"/>
                  <a:ext cx="435993" cy="1080336"/>
                  <a:chOff x="5739807" y="3701299"/>
                  <a:chExt cx="352111" cy="855357"/>
                </a:xfrm>
              </p:grpSpPr>
              <p:grpSp>
                <p:nvGrpSpPr>
                  <p:cNvPr id="5666" name="Google Shape;5666;p47"/>
                  <p:cNvGrpSpPr/>
                  <p:nvPr/>
                </p:nvGrpSpPr>
                <p:grpSpPr>
                  <a:xfrm>
                    <a:off x="5739807" y="3701299"/>
                    <a:ext cx="322028" cy="507850"/>
                    <a:chOff x="6097257" y="3700285"/>
                    <a:chExt cx="322028" cy="507850"/>
                  </a:xfrm>
                </p:grpSpPr>
                <p:sp>
                  <p:nvSpPr>
                    <p:cNvPr id="5667" name="Google Shape;5667;p47"/>
                    <p:cNvSpPr/>
                    <p:nvPr/>
                  </p:nvSpPr>
                  <p:spPr>
                    <a:xfrm rot="-1077969">
                      <a:off x="6165845" y="3717239"/>
                      <a:ext cx="184852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668" name="Google Shape;5668;p47"/>
                    <p:cNvSpPr/>
                    <p:nvPr/>
                  </p:nvSpPr>
                  <p:spPr>
                    <a:xfrm flipH="1" rot="622646">
                      <a:off x="6207873" y="3795106"/>
                      <a:ext cx="46037" cy="203887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669" name="Google Shape;5669;p47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70" name="Google Shape;5670;p47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671" name="Google Shape;5671;p47"/>
                <p:cNvGrpSpPr/>
                <p:nvPr/>
              </p:nvGrpSpPr>
              <p:grpSpPr>
                <a:xfrm rot="10800000">
                  <a:off x="2365817" y="2845869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5672" name="Google Shape;5672;p47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5673" name="Google Shape;5673;p47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674" name="Google Shape;5674;p47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675" name="Google Shape;5675;p47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76" name="Google Shape;5676;p47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5677" name="Google Shape;5677;p47"/>
              <p:cNvGrpSpPr/>
              <p:nvPr/>
            </p:nvGrpSpPr>
            <p:grpSpPr>
              <a:xfrm rot="5151436">
                <a:off x="5779040" y="1106875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5678" name="Google Shape;5678;p47"/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5679" name="Google Shape;5679;p47"/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</p:grpSpPr>
                <p:sp>
                  <p:nvSpPr>
                    <p:cNvPr id="5680" name="Google Shape;5680;p47"/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681" name="Google Shape;5681;p47"/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</p:grpSpPr>
                  <p:sp>
                    <p:nvSpPr>
                      <p:cNvPr id="5682" name="Google Shape;5682;p47"/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83" name="Google Shape;5683;p47"/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5684" name="Google Shape;5684;p47"/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5685" name="Google Shape;5685;p47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5686" name="Google Shape;5686;p47"/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5687" name="Google Shape;5687;p47"/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688" name="Google Shape;5688;p47"/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689" name="Google Shape;5689;p47"/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fmla="val 7853" name="adj1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5690" name="Google Shape;5690;p47"/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5691" name="Google Shape;5691;p47"/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692" name="Google Shape;5692;p47"/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693" name="Google Shape;5693;p47"/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5694" name="Google Shape;5694;p47"/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5695" name="Google Shape;5695;p47"/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96" name="Google Shape;5696;p47"/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97" name="Google Shape;5697;p47"/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5698" name="Google Shape;5698;p47"/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699" name="Google Shape;5699;p47"/>
              <p:cNvGrpSpPr/>
              <p:nvPr/>
            </p:nvGrpSpPr>
            <p:grpSpPr>
              <a:xfrm rot="5151436">
                <a:off x="5213985" y="1962553"/>
                <a:ext cx="796736" cy="112283"/>
                <a:chOff x="2676061" y="4093308"/>
                <a:chExt cx="963722" cy="137200"/>
              </a:xfrm>
            </p:grpSpPr>
            <p:sp>
              <p:nvSpPr>
                <p:cNvPr id="5700" name="Google Shape;5700;p47"/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701" name="Google Shape;5701;p47"/>
                <p:cNvGrpSpPr/>
                <p:nvPr/>
              </p:nvGrpSpPr>
              <p:grpSpPr>
                <a:xfrm>
                  <a:off x="2676061" y="4130452"/>
                  <a:ext cx="963722" cy="100056"/>
                  <a:chOff x="2676061" y="4130452"/>
                  <a:chExt cx="963722" cy="100056"/>
                </a:xfrm>
              </p:grpSpPr>
              <p:grpSp>
                <p:nvGrpSpPr>
                  <p:cNvPr id="5702" name="Google Shape;5702;p47"/>
                  <p:cNvGrpSpPr/>
                  <p:nvPr/>
                </p:nvGrpSpPr>
                <p:grpSpPr>
                  <a:xfrm>
                    <a:off x="2676061" y="4130452"/>
                    <a:ext cx="963722" cy="75413"/>
                    <a:chOff x="5775048" y="3892549"/>
                    <a:chExt cx="778309" cy="59708"/>
                  </a:xfrm>
                </p:grpSpPr>
                <p:sp>
                  <p:nvSpPr>
                    <p:cNvPr id="5703" name="Google Shape;5703;p47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704" name="Google Shape;5704;p47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705" name="Google Shape;5705;p47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706" name="Google Shape;5706;p47"/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5707" name="Google Shape;5707;p47"/>
          <p:cNvGrpSpPr/>
          <p:nvPr/>
        </p:nvGrpSpPr>
        <p:grpSpPr>
          <a:xfrm rot="297357">
            <a:off x="7424472" y="1650477"/>
            <a:ext cx="2320919" cy="2112818"/>
            <a:chOff x="5701956" y="1773008"/>
            <a:chExt cx="2320919" cy="2112818"/>
          </a:xfrm>
        </p:grpSpPr>
        <p:grpSp>
          <p:nvGrpSpPr>
            <p:cNvPr id="5708" name="Google Shape;5708;p47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5709" name="Google Shape;5709;p47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5710" name="Google Shape;5710;p47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11" name="Google Shape;5711;p47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12" name="Google Shape;5712;p47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solidFill>
                <a:srgbClr val="A5A5A5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13" name="Google Shape;5713;p47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rgbClr val="A5A5A5"/>
            </a:solidFill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14" name="Google Shape;5714;p47"/>
          <p:cNvSpPr/>
          <p:nvPr/>
        </p:nvSpPr>
        <p:spPr>
          <a:xfrm rot="-3006092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15" name="Google Shape;5715;p47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5716" name="Google Shape;5716;p47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5717" name="Google Shape;5717;p47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718" name="Google Shape;5718;p47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5719" name="Google Shape;5719;p47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20" name="Google Shape;5720;p47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721" name="Google Shape;5721;p47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5722" name="Google Shape;5722;p47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5723" name="Google Shape;5723;p47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24" name="Google Shape;5724;p47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725" name="Google Shape;5725;p47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5726" name="Google Shape;5726;p47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27" name="Google Shape;5727;p47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28" name="Google Shape;5728;p47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729" name="Google Shape;5729;p47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5730" name="Google Shape;5730;p47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31" name="Google Shape;5731;p47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32" name="Google Shape;5732;p47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733" name="Google Shape;5733;p47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5734" name="Google Shape;5734;p47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35" name="Google Shape;5735;p47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36" name="Google Shape;5736;p47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737" name="Google Shape;5737;p47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5738" name="Google Shape;5738;p47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39" name="Google Shape;5739;p47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40" name="Google Shape;5740;p47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5741" name="Google Shape;5741;p47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5742" name="Google Shape;5742;p47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3" name="Google Shape;5743;p47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44" name="Google Shape;5744;p47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5745" name="Google Shape;5745;p47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5746" name="Google Shape;5746;p47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5747" name="Google Shape;5747;p47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48" name="Google Shape;5748;p47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749" name="Google Shape;5749;p47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5750" name="Google Shape;5750;p47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5751" name="Google Shape;5751;p47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752" name="Google Shape;5752;p47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5753" name="Google Shape;5753;p47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5754" name="Google Shape;5754;p47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755" name="Google Shape;5755;p47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5756" name="Google Shape;5756;p47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5757" name="Google Shape;5757;p47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8" name="Google Shape;5758;p47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759" name="Google Shape;5759;p47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5760" name="Google Shape;5760;p47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1" name="Google Shape;5761;p47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2" name="Google Shape;5762;p47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63" name="Google Shape;5763;p47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64" name="Google Shape;5764;p47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5765" name="Google Shape;5765;p47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5766" name="Google Shape;5766;p47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67" name="Google Shape;5767;p47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68" name="Google Shape;5768;p47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69" name="Google Shape;5769;p47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5770" name="Google Shape;5770;p47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1" name="Google Shape;5771;p47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2" name="Google Shape;5772;p47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773" name="Google Shape;5773;p47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4" name="Google Shape;5774;p47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75" name="Google Shape;5775;p47"/>
          <p:cNvGrpSpPr/>
          <p:nvPr/>
        </p:nvGrpSpPr>
        <p:grpSpPr>
          <a:xfrm rot="10797357">
            <a:off x="8635342" y="2794982"/>
            <a:ext cx="2320919" cy="2112818"/>
            <a:chOff x="5701956" y="1773008"/>
            <a:chExt cx="2320919" cy="2112818"/>
          </a:xfrm>
        </p:grpSpPr>
        <p:grpSp>
          <p:nvGrpSpPr>
            <p:cNvPr id="5776" name="Google Shape;5776;p47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5777" name="Google Shape;5777;p47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5778" name="Google Shape;5778;p47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79" name="Google Shape;5779;p47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80" name="Google Shape;5780;p47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81" name="Google Shape;5781;p47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82" name="Google Shape;5782;p47"/>
          <p:cNvGrpSpPr/>
          <p:nvPr/>
        </p:nvGrpSpPr>
        <p:grpSpPr>
          <a:xfrm rot="600000">
            <a:off x="6352702" y="932651"/>
            <a:ext cx="2010277" cy="2036290"/>
            <a:chOff x="6243086" y="1135131"/>
            <a:chExt cx="2010277" cy="2036290"/>
          </a:xfrm>
        </p:grpSpPr>
        <p:grpSp>
          <p:nvGrpSpPr>
            <p:cNvPr id="5783" name="Google Shape;5783;p47"/>
            <p:cNvGrpSpPr/>
            <p:nvPr/>
          </p:nvGrpSpPr>
          <p:grpSpPr>
            <a:xfrm>
              <a:off x="6243086" y="1135131"/>
              <a:ext cx="2010277" cy="2036290"/>
              <a:chOff x="6243086" y="1135131"/>
              <a:chExt cx="2010277" cy="2036290"/>
            </a:xfrm>
          </p:grpSpPr>
          <p:grpSp>
            <p:nvGrpSpPr>
              <p:cNvPr id="5784" name="Google Shape;5784;p47"/>
              <p:cNvGrpSpPr/>
              <p:nvPr/>
            </p:nvGrpSpPr>
            <p:grpSpPr>
              <a:xfrm rot="785047">
                <a:off x="6414183" y="1301838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5785" name="Google Shape;5785;p47"/>
                <p:cNvGrpSpPr/>
                <p:nvPr/>
              </p:nvGrpSpPr>
              <p:grpSpPr>
                <a:xfrm>
                  <a:off x="5811486" y="1624311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5786" name="Google Shape;5786;p47"/>
                  <p:cNvGrpSpPr/>
                  <p:nvPr/>
                </p:nvGrpSpPr>
                <p:grpSpPr>
                  <a:xfrm rot="-3495342">
                    <a:off x="6006485" y="1890354"/>
                    <a:ext cx="1278085" cy="1170790"/>
                    <a:chOff x="5701956" y="1773008"/>
                    <a:chExt cx="2320919" cy="2112818"/>
                  </a:xfrm>
                </p:grpSpPr>
                <p:grpSp>
                  <p:nvGrpSpPr>
                    <p:cNvPr id="5787" name="Google Shape;5787;p47"/>
                    <p:cNvGrpSpPr/>
                    <p:nvPr/>
                  </p:nvGrpSpPr>
                  <p:grpSpPr>
                    <a:xfrm>
                      <a:off x="5701956" y="1773008"/>
                      <a:ext cx="2320919" cy="2112818"/>
                      <a:chOff x="5797343" y="2178392"/>
                      <a:chExt cx="2320919" cy="2112818"/>
                    </a:xfrm>
                  </p:grpSpPr>
                  <p:grpSp>
                    <p:nvGrpSpPr>
                      <p:cNvPr id="5788" name="Google Shape;5788;p47"/>
                      <p:cNvGrpSpPr/>
                      <p:nvPr/>
                    </p:nvGrpSpPr>
                    <p:grpSpPr>
                      <a:xfrm>
                        <a:off x="5797343" y="2178392"/>
                        <a:ext cx="2320919" cy="2112818"/>
                        <a:chOff x="5587545" y="1682358"/>
                        <a:chExt cx="2320919" cy="2112818"/>
                      </a:xfrm>
                    </p:grpSpPr>
                    <p:sp>
                      <p:nvSpPr>
                        <p:cNvPr id="5789" name="Google Shape;5789;p47"/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790" name="Google Shape;5790;p47"/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5791" name="Google Shape;5791;p47"/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792" name="Google Shape;5792;p47"/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rgbClr val="A5A5A5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793" name="Google Shape;5793;p47"/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794" name="Google Shape;5794;p47"/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95" name="Google Shape;5795;p47"/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96" name="Google Shape;5796;p47"/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97" name="Google Shape;5797;p47"/>
          <p:cNvSpPr txBox="1"/>
          <p:nvPr>
            <p:ph idx="1" type="subTitle"/>
          </p:nvPr>
        </p:nvSpPr>
        <p:spPr>
          <a:xfrm>
            <a:off x="363223" y="478971"/>
            <a:ext cx="3557898" cy="630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3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Cerrar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objeto sentido 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en sentido Antihorario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FF0000"/>
                </a:solidFill>
              </a:rPr>
              <a:t>Saltar al paso 6</a:t>
            </a:r>
            <a:endParaRPr/>
          </a:p>
        </p:txBody>
      </p:sp>
      <p:sp>
        <p:nvSpPr>
          <p:cNvPr id="5798" name="Google Shape;5798;p47"/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fmla="val 64585" name="adj1"/>
              <a:gd fmla="val 50000" name="adj2"/>
            </a:avLst>
          </a:pr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9" name="Google Shape;5799;p47"/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Posicionamiento punto de partida.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55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3" name="Shape 5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04" name="Google Shape;5804;p48"/>
          <p:cNvGrpSpPr/>
          <p:nvPr/>
        </p:nvGrpSpPr>
        <p:grpSpPr>
          <a:xfrm>
            <a:off x="4489622" y="-44321"/>
            <a:ext cx="9346639" cy="6691643"/>
            <a:chOff x="4489622" y="-44321"/>
            <a:chExt cx="9346639" cy="6691643"/>
          </a:xfrm>
        </p:grpSpPr>
        <p:grpSp>
          <p:nvGrpSpPr>
            <p:cNvPr id="5805" name="Google Shape;5805;p48"/>
            <p:cNvGrpSpPr/>
            <p:nvPr/>
          </p:nvGrpSpPr>
          <p:grpSpPr>
            <a:xfrm>
              <a:off x="4489622" y="-44321"/>
              <a:ext cx="5342694" cy="3929560"/>
              <a:chOff x="4489622" y="-44321"/>
              <a:chExt cx="5342694" cy="3929560"/>
            </a:xfrm>
          </p:grpSpPr>
          <p:grpSp>
            <p:nvGrpSpPr>
              <p:cNvPr id="5806" name="Google Shape;5806;p48"/>
              <p:cNvGrpSpPr/>
              <p:nvPr/>
            </p:nvGrpSpPr>
            <p:grpSpPr>
              <a:xfrm rot="1800000">
                <a:off x="4766586" y="822959"/>
                <a:ext cx="4057271" cy="2194999"/>
                <a:chOff x="4766586" y="822959"/>
                <a:chExt cx="4057271" cy="2194999"/>
              </a:xfrm>
            </p:grpSpPr>
            <p:grpSp>
              <p:nvGrpSpPr>
                <p:cNvPr id="5807" name="Google Shape;5807;p48"/>
                <p:cNvGrpSpPr/>
                <p:nvPr/>
              </p:nvGrpSpPr>
              <p:grpSpPr>
                <a:xfrm>
                  <a:off x="4766586" y="1126534"/>
                  <a:ext cx="2298705" cy="1891424"/>
                  <a:chOff x="4766586" y="1126534"/>
                  <a:chExt cx="2298705" cy="1891424"/>
                </a:xfrm>
              </p:grpSpPr>
              <p:grpSp>
                <p:nvGrpSpPr>
                  <p:cNvPr id="5808" name="Google Shape;5808;p48"/>
                  <p:cNvGrpSpPr/>
                  <p:nvPr/>
                </p:nvGrpSpPr>
                <p:grpSpPr>
                  <a:xfrm rot="3960000">
                    <a:off x="5436172" y="1561945"/>
                    <a:ext cx="575117" cy="1696572"/>
                    <a:chOff x="3246065" y="2845317"/>
                    <a:chExt cx="695654" cy="2073060"/>
                  </a:xfrm>
                </p:grpSpPr>
                <p:grpSp>
                  <p:nvGrpSpPr>
                    <p:cNvPr id="5809" name="Google Shape;5809;p48"/>
                    <p:cNvGrpSpPr/>
                    <p:nvPr/>
                  </p:nvGrpSpPr>
                  <p:grpSpPr>
                    <a:xfrm flipH="1">
                      <a:off x="3246065" y="3839200"/>
                      <a:ext cx="435993" cy="1079177"/>
                      <a:chOff x="5739808" y="3702217"/>
                      <a:chExt cx="352110" cy="854438"/>
                    </a:xfrm>
                  </p:grpSpPr>
                  <p:grpSp>
                    <p:nvGrpSpPr>
                      <p:cNvPr id="5810" name="Google Shape;5810;p48"/>
                      <p:cNvGrpSpPr/>
                      <p:nvPr/>
                    </p:nvGrpSpPr>
                    <p:grpSpPr>
                      <a:xfrm>
                        <a:off x="5739808" y="3702217"/>
                        <a:ext cx="319170" cy="506923"/>
                        <a:chOff x="6097258" y="3701203"/>
                        <a:chExt cx="319170" cy="506923"/>
                      </a:xfrm>
                    </p:grpSpPr>
                    <p:sp>
                      <p:nvSpPr>
                        <p:cNvPr id="5811" name="Google Shape;5811;p48"/>
                        <p:cNvSpPr/>
                        <p:nvPr/>
                      </p:nvSpPr>
                      <p:spPr>
                        <a:xfrm rot="-1077969">
                          <a:off x="6165919" y="3717694"/>
                          <a:ext cx="181848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812" name="Google Shape;5812;p48"/>
                        <p:cNvSpPr/>
                        <p:nvPr/>
                      </p:nvSpPr>
                      <p:spPr>
                        <a:xfrm flipH="1" rot="655801">
                          <a:off x="6207416" y="3774548"/>
                          <a:ext cx="49476" cy="223589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lt1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5813" name="Google Shape;5813;p48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814" name="Google Shape;5814;p48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5815" name="Google Shape;5815;p48"/>
                    <p:cNvGrpSpPr/>
                    <p:nvPr/>
                  </p:nvGrpSpPr>
                  <p:grpSpPr>
                    <a:xfrm flipH="1" rot="10800000">
                      <a:off x="3505726" y="2845317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5816" name="Google Shape;5816;p48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5817" name="Google Shape;5817;p48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818" name="Google Shape;5818;p48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5819" name="Google Shape;5819;p48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820" name="Google Shape;5820;p48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5821" name="Google Shape;5821;p48"/>
                  <p:cNvGrpSpPr/>
                  <p:nvPr/>
                </p:nvGrpSpPr>
                <p:grpSpPr>
                  <a:xfrm rot="6360000">
                    <a:off x="5371407" y="791349"/>
                    <a:ext cx="580526" cy="1695846"/>
                    <a:chOff x="2365817" y="2845869"/>
                    <a:chExt cx="702197" cy="2072173"/>
                  </a:xfrm>
                </p:grpSpPr>
                <p:grpSp>
                  <p:nvGrpSpPr>
                    <p:cNvPr id="5822" name="Google Shape;5822;p48"/>
                    <p:cNvGrpSpPr/>
                    <p:nvPr/>
                  </p:nvGrpSpPr>
                  <p:grpSpPr>
                    <a:xfrm>
                      <a:off x="2632021" y="3837706"/>
                      <a:ext cx="435993" cy="1080336"/>
                      <a:chOff x="5739807" y="3701299"/>
                      <a:chExt cx="352111" cy="855357"/>
                    </a:xfrm>
                  </p:grpSpPr>
                  <p:grpSp>
                    <p:nvGrpSpPr>
                      <p:cNvPr id="5823" name="Google Shape;5823;p48"/>
                      <p:cNvGrpSpPr/>
                      <p:nvPr/>
                    </p:nvGrpSpPr>
                    <p:grpSpPr>
                      <a:xfrm>
                        <a:off x="5739807" y="3701299"/>
                        <a:ext cx="322028" cy="507850"/>
                        <a:chOff x="6097257" y="3700285"/>
                        <a:chExt cx="322028" cy="507850"/>
                      </a:xfrm>
                    </p:grpSpPr>
                    <p:sp>
                      <p:nvSpPr>
                        <p:cNvPr id="5824" name="Google Shape;5824;p48"/>
                        <p:cNvSpPr/>
                        <p:nvPr/>
                      </p:nvSpPr>
                      <p:spPr>
                        <a:xfrm rot="-1077969">
                          <a:off x="6165845" y="3717239"/>
                          <a:ext cx="184852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825" name="Google Shape;5825;p48"/>
                        <p:cNvSpPr/>
                        <p:nvPr/>
                      </p:nvSpPr>
                      <p:spPr>
                        <a:xfrm flipH="1" rot="622646">
                          <a:off x="6207873" y="3795106"/>
                          <a:ext cx="46037" cy="203887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lt1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5826" name="Google Shape;5826;p48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827" name="Google Shape;5827;p48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5828" name="Google Shape;5828;p48"/>
                    <p:cNvGrpSpPr/>
                    <p:nvPr/>
                  </p:nvGrpSpPr>
                  <p:grpSpPr>
                    <a:xfrm rot="10800000">
                      <a:off x="2365817" y="2845869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5829" name="Google Shape;5829;p48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5830" name="Google Shape;5830;p48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831" name="Google Shape;5831;p48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5832" name="Google Shape;5832;p48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833" name="Google Shape;5833;p48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5834" name="Google Shape;5834;p48"/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5835" name="Google Shape;5835;p48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5836" name="Google Shape;5836;p48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5837" name="Google Shape;5837;p48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5838" name="Google Shape;5838;p48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5839" name="Google Shape;5839;p48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840" name="Google Shape;5840;p48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5841" name="Google Shape;5841;p48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5842" name="Google Shape;5842;p48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5843" name="Google Shape;5843;p48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5844" name="Google Shape;5844;p48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5845" name="Google Shape;5845;p48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5846" name="Google Shape;5846;p48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5847" name="Google Shape;5847;p48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5848" name="Google Shape;5848;p48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5849" name="Google Shape;5849;p48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5850" name="Google Shape;5850;p48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5851" name="Google Shape;5851;p48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5852" name="Google Shape;5852;p48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rgbClr val="595959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853" name="Google Shape;5853;p48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854" name="Google Shape;5854;p48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5855" name="Google Shape;5855;p48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5856" name="Google Shape;5856;p48"/>
                  <p:cNvGrpSpPr/>
                  <p:nvPr/>
                </p:nvGrpSpPr>
                <p:grpSpPr>
                  <a:xfrm rot="5151436">
                    <a:off x="5213985" y="1962553"/>
                    <a:ext cx="796736" cy="112283"/>
                    <a:chOff x="2676061" y="4093308"/>
                    <a:chExt cx="963722" cy="137200"/>
                  </a:xfrm>
                </p:grpSpPr>
                <p:sp>
                  <p:nvSpPr>
                    <p:cNvPr id="5857" name="Google Shape;5857;p48"/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858" name="Google Shape;5858;p48"/>
                    <p:cNvGrpSpPr/>
                    <p:nvPr/>
                  </p:nvGrpSpPr>
                  <p:grpSpPr>
                    <a:xfrm>
                      <a:off x="2676061" y="4130452"/>
                      <a:ext cx="963722" cy="100056"/>
                      <a:chOff x="2676061" y="4130452"/>
                      <a:chExt cx="963722" cy="100056"/>
                    </a:xfrm>
                  </p:grpSpPr>
                  <p:grpSp>
                    <p:nvGrpSpPr>
                      <p:cNvPr id="5859" name="Google Shape;5859;p48"/>
                      <p:cNvGrpSpPr/>
                      <p:nvPr/>
                    </p:nvGrpSpPr>
                    <p:grpSpPr>
                      <a:xfrm>
                        <a:off x="2676061" y="4130452"/>
                        <a:ext cx="963722" cy="75413"/>
                        <a:chOff x="5775048" y="3892549"/>
                        <a:chExt cx="778309" cy="59708"/>
                      </a:xfrm>
                    </p:grpSpPr>
                    <p:sp>
                      <p:nvSpPr>
                        <p:cNvPr id="5860" name="Google Shape;5860;p48"/>
                        <p:cNvSpPr/>
                        <p:nvPr/>
                      </p:nvSpPr>
                      <p:spPr>
                        <a:xfrm rot="-54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861" name="Google Shape;5861;p48"/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862" name="Google Shape;5862;p48"/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5863" name="Google Shape;5863;p48"/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5864" name="Google Shape;5864;p48"/>
                <p:cNvGrpSpPr/>
                <p:nvPr/>
              </p:nvGrpSpPr>
              <p:grpSpPr>
                <a:xfrm rot="10800000">
                  <a:off x="6525152" y="822959"/>
                  <a:ext cx="2298705" cy="1891424"/>
                  <a:chOff x="4766586" y="1126534"/>
                  <a:chExt cx="2298705" cy="1891424"/>
                </a:xfrm>
              </p:grpSpPr>
              <p:grpSp>
                <p:nvGrpSpPr>
                  <p:cNvPr id="5865" name="Google Shape;5865;p48"/>
                  <p:cNvGrpSpPr/>
                  <p:nvPr/>
                </p:nvGrpSpPr>
                <p:grpSpPr>
                  <a:xfrm rot="3960000">
                    <a:off x="5436172" y="1561945"/>
                    <a:ext cx="575117" cy="1696572"/>
                    <a:chOff x="3246065" y="2845317"/>
                    <a:chExt cx="695654" cy="2073060"/>
                  </a:xfrm>
                </p:grpSpPr>
                <p:grpSp>
                  <p:nvGrpSpPr>
                    <p:cNvPr id="5866" name="Google Shape;5866;p48"/>
                    <p:cNvGrpSpPr/>
                    <p:nvPr/>
                  </p:nvGrpSpPr>
                  <p:grpSpPr>
                    <a:xfrm flipH="1">
                      <a:off x="3246065" y="3839200"/>
                      <a:ext cx="435993" cy="1079177"/>
                      <a:chOff x="5739808" y="3702217"/>
                      <a:chExt cx="352110" cy="854438"/>
                    </a:xfrm>
                  </p:grpSpPr>
                  <p:grpSp>
                    <p:nvGrpSpPr>
                      <p:cNvPr id="5867" name="Google Shape;5867;p48"/>
                      <p:cNvGrpSpPr/>
                      <p:nvPr/>
                    </p:nvGrpSpPr>
                    <p:grpSpPr>
                      <a:xfrm>
                        <a:off x="5739808" y="3702217"/>
                        <a:ext cx="319170" cy="506923"/>
                        <a:chOff x="6097258" y="3701203"/>
                        <a:chExt cx="319170" cy="506923"/>
                      </a:xfrm>
                    </p:grpSpPr>
                    <p:sp>
                      <p:nvSpPr>
                        <p:cNvPr id="5868" name="Google Shape;5868;p48"/>
                        <p:cNvSpPr/>
                        <p:nvPr/>
                      </p:nvSpPr>
                      <p:spPr>
                        <a:xfrm rot="-1077969">
                          <a:off x="6165919" y="3717694"/>
                          <a:ext cx="181848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869" name="Google Shape;5869;p48"/>
                        <p:cNvSpPr/>
                        <p:nvPr/>
                      </p:nvSpPr>
                      <p:spPr>
                        <a:xfrm flipH="1" rot="655801">
                          <a:off x="6207416" y="3774548"/>
                          <a:ext cx="49476" cy="223589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5870" name="Google Shape;5870;p48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871" name="Google Shape;5871;p48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5872" name="Google Shape;5872;p48"/>
                    <p:cNvGrpSpPr/>
                    <p:nvPr/>
                  </p:nvGrpSpPr>
                  <p:grpSpPr>
                    <a:xfrm flipH="1" rot="10800000">
                      <a:off x="3505726" y="2845317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5873" name="Google Shape;5873;p48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5874" name="Google Shape;5874;p48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875" name="Google Shape;5875;p48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5876" name="Google Shape;5876;p48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877" name="Google Shape;5877;p48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5878" name="Google Shape;5878;p48"/>
                  <p:cNvGrpSpPr/>
                  <p:nvPr/>
                </p:nvGrpSpPr>
                <p:grpSpPr>
                  <a:xfrm rot="6360000">
                    <a:off x="5371407" y="791349"/>
                    <a:ext cx="580526" cy="1695846"/>
                    <a:chOff x="2365817" y="2845869"/>
                    <a:chExt cx="702197" cy="2072173"/>
                  </a:xfrm>
                </p:grpSpPr>
                <p:grpSp>
                  <p:nvGrpSpPr>
                    <p:cNvPr id="5879" name="Google Shape;5879;p48"/>
                    <p:cNvGrpSpPr/>
                    <p:nvPr/>
                  </p:nvGrpSpPr>
                  <p:grpSpPr>
                    <a:xfrm>
                      <a:off x="2632021" y="3837706"/>
                      <a:ext cx="435993" cy="1080336"/>
                      <a:chOff x="5739807" y="3701299"/>
                      <a:chExt cx="352111" cy="855357"/>
                    </a:xfrm>
                  </p:grpSpPr>
                  <p:grpSp>
                    <p:nvGrpSpPr>
                      <p:cNvPr id="5880" name="Google Shape;5880;p48"/>
                      <p:cNvGrpSpPr/>
                      <p:nvPr/>
                    </p:nvGrpSpPr>
                    <p:grpSpPr>
                      <a:xfrm>
                        <a:off x="5739807" y="3701299"/>
                        <a:ext cx="322028" cy="507850"/>
                        <a:chOff x="6097257" y="3700285"/>
                        <a:chExt cx="322028" cy="507850"/>
                      </a:xfrm>
                    </p:grpSpPr>
                    <p:sp>
                      <p:nvSpPr>
                        <p:cNvPr id="5881" name="Google Shape;5881;p48"/>
                        <p:cNvSpPr/>
                        <p:nvPr/>
                      </p:nvSpPr>
                      <p:spPr>
                        <a:xfrm rot="-1077969">
                          <a:off x="6165845" y="3717239"/>
                          <a:ext cx="184852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882" name="Google Shape;5882;p48"/>
                        <p:cNvSpPr/>
                        <p:nvPr/>
                      </p:nvSpPr>
                      <p:spPr>
                        <a:xfrm flipH="1" rot="622646">
                          <a:off x="6207873" y="3795106"/>
                          <a:ext cx="46037" cy="203887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5883" name="Google Shape;5883;p48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884" name="Google Shape;5884;p48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5885" name="Google Shape;5885;p48"/>
                    <p:cNvGrpSpPr/>
                    <p:nvPr/>
                  </p:nvGrpSpPr>
                  <p:grpSpPr>
                    <a:xfrm rot="10800000">
                      <a:off x="2365817" y="2845869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5886" name="Google Shape;5886;p48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5887" name="Google Shape;5887;p48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888" name="Google Shape;5888;p48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5889" name="Google Shape;5889;p48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890" name="Google Shape;5890;p48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5891" name="Google Shape;5891;p48"/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5892" name="Google Shape;5892;p48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5893" name="Google Shape;5893;p48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5894" name="Google Shape;5894;p48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5895" name="Google Shape;5895;p48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5896" name="Google Shape;5896;p48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897" name="Google Shape;5897;p48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5898" name="Google Shape;5898;p48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5899" name="Google Shape;5899;p48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5900" name="Google Shape;5900;p48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5901" name="Google Shape;5901;p48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5902" name="Google Shape;5902;p48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5903" name="Google Shape;5903;p48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5904" name="Google Shape;5904;p48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5905" name="Google Shape;5905;p48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5906" name="Google Shape;5906;p48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5907" name="Google Shape;5907;p48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5908" name="Google Shape;5908;p48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5909" name="Google Shape;5909;p48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910" name="Google Shape;5910;p48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911" name="Google Shape;5911;p48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5912" name="Google Shape;5912;p48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5913" name="Google Shape;5913;p48"/>
                  <p:cNvGrpSpPr/>
                  <p:nvPr/>
                </p:nvGrpSpPr>
                <p:grpSpPr>
                  <a:xfrm rot="5151436">
                    <a:off x="5213985" y="1962553"/>
                    <a:ext cx="796736" cy="112283"/>
                    <a:chOff x="2676061" y="4093308"/>
                    <a:chExt cx="963722" cy="137200"/>
                  </a:xfrm>
                </p:grpSpPr>
                <p:sp>
                  <p:nvSpPr>
                    <p:cNvPr id="5914" name="Google Shape;5914;p48"/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915" name="Google Shape;5915;p48"/>
                    <p:cNvGrpSpPr/>
                    <p:nvPr/>
                  </p:nvGrpSpPr>
                  <p:grpSpPr>
                    <a:xfrm>
                      <a:off x="2676061" y="4130452"/>
                      <a:ext cx="963722" cy="100056"/>
                      <a:chOff x="2676061" y="4130452"/>
                      <a:chExt cx="963722" cy="100056"/>
                    </a:xfrm>
                  </p:grpSpPr>
                  <p:grpSp>
                    <p:nvGrpSpPr>
                      <p:cNvPr id="5916" name="Google Shape;5916;p48"/>
                      <p:cNvGrpSpPr/>
                      <p:nvPr/>
                    </p:nvGrpSpPr>
                    <p:grpSpPr>
                      <a:xfrm>
                        <a:off x="2676061" y="4130452"/>
                        <a:ext cx="963722" cy="75413"/>
                        <a:chOff x="5775048" y="3892549"/>
                        <a:chExt cx="778309" cy="59708"/>
                      </a:xfrm>
                    </p:grpSpPr>
                    <p:sp>
                      <p:nvSpPr>
                        <p:cNvPr id="5917" name="Google Shape;5917;p48"/>
                        <p:cNvSpPr/>
                        <p:nvPr/>
                      </p:nvSpPr>
                      <p:spPr>
                        <a:xfrm rot="-54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918" name="Google Shape;5918;p48"/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919" name="Google Shape;5919;p48"/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5920" name="Google Shape;5920;p48"/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5921" name="Google Shape;5921;p48"/>
              <p:cNvGrpSpPr/>
              <p:nvPr/>
            </p:nvGrpSpPr>
            <p:grpSpPr>
              <a:xfrm rot="297357">
                <a:off x="7424472" y="1650477"/>
                <a:ext cx="2320919" cy="2112818"/>
                <a:chOff x="5701956" y="1773008"/>
                <a:chExt cx="2320919" cy="2112818"/>
              </a:xfrm>
            </p:grpSpPr>
            <p:grpSp>
              <p:nvGrpSpPr>
                <p:cNvPr id="5922" name="Google Shape;5922;p48"/>
                <p:cNvGrpSpPr/>
                <p:nvPr/>
              </p:nvGrpSpPr>
              <p:grpSpPr>
                <a:xfrm>
                  <a:off x="5701956" y="1773008"/>
                  <a:ext cx="2320919" cy="2112818"/>
                  <a:chOff x="5797343" y="2178392"/>
                  <a:chExt cx="2320919" cy="2112818"/>
                </a:xfrm>
              </p:grpSpPr>
              <p:grpSp>
                <p:nvGrpSpPr>
                  <p:cNvPr id="5923" name="Google Shape;5923;p48"/>
                  <p:cNvGrpSpPr/>
                  <p:nvPr/>
                </p:nvGrpSpPr>
                <p:grpSpPr>
                  <a:xfrm>
                    <a:off x="5797343" y="2178392"/>
                    <a:ext cx="2320919" cy="2112818"/>
                    <a:chOff x="5587545" y="1682358"/>
                    <a:chExt cx="2320919" cy="2112818"/>
                  </a:xfrm>
                </p:grpSpPr>
                <p:sp>
                  <p:nvSpPr>
                    <p:cNvPr id="5924" name="Google Shape;5924;p48"/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925" name="Google Shape;5925;p48"/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926" name="Google Shape;5926;p48"/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927" name="Google Shape;5927;p48"/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28" name="Google Shape;5928;p48"/>
              <p:cNvGrpSpPr/>
              <p:nvPr/>
            </p:nvGrpSpPr>
            <p:grpSpPr>
              <a:xfrm rot="600000">
                <a:off x="6352702" y="932651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5929" name="Google Shape;5929;p48"/>
                <p:cNvGrpSpPr/>
                <p:nvPr/>
              </p:nvGrpSpPr>
              <p:grpSpPr>
                <a:xfrm>
                  <a:off x="6243086" y="1135131"/>
                  <a:ext cx="2010277" cy="2036290"/>
                  <a:chOff x="6243086" y="1135131"/>
                  <a:chExt cx="2010277" cy="2036290"/>
                </a:xfrm>
              </p:grpSpPr>
              <p:grpSp>
                <p:nvGrpSpPr>
                  <p:cNvPr id="5930" name="Google Shape;5930;p48"/>
                  <p:cNvGrpSpPr/>
                  <p:nvPr/>
                </p:nvGrpSpPr>
                <p:grpSpPr>
                  <a:xfrm rot="785047">
                    <a:off x="6414183" y="1301838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5931" name="Google Shape;5931;p48"/>
                    <p:cNvGrpSpPr/>
                    <p:nvPr/>
                  </p:nvGrpSpPr>
                  <p:grpSpPr>
                    <a:xfrm>
                      <a:off x="5811486" y="1624311"/>
                      <a:ext cx="1668083" cy="1702876"/>
                      <a:chOff x="5811486" y="1624311"/>
                      <a:chExt cx="1668083" cy="1702876"/>
                    </a:xfrm>
                  </p:grpSpPr>
                  <p:grpSp>
                    <p:nvGrpSpPr>
                      <p:cNvPr id="5932" name="Google Shape;5932;p48"/>
                      <p:cNvGrpSpPr/>
                      <p:nvPr/>
                    </p:nvGrpSpPr>
                    <p:grpSpPr>
                      <a:xfrm rot="-3495342">
                        <a:off x="6006485" y="1890354"/>
                        <a:ext cx="1278085" cy="1170790"/>
                        <a:chOff x="5701956" y="1773008"/>
                        <a:chExt cx="2320919" cy="2112818"/>
                      </a:xfrm>
                    </p:grpSpPr>
                    <p:grpSp>
                      <p:nvGrpSpPr>
                        <p:cNvPr id="5933" name="Google Shape;5933;p48"/>
                        <p:cNvGrpSpPr/>
                        <p:nvPr/>
                      </p:nvGrpSpPr>
                      <p:grpSpPr>
                        <a:xfrm>
                          <a:off x="5701956" y="1773008"/>
                          <a:ext cx="2320919" cy="2112818"/>
                          <a:chOff x="5797343" y="2178392"/>
                          <a:chExt cx="2320919" cy="2112818"/>
                        </a:xfrm>
                      </p:grpSpPr>
                      <p:grpSp>
                        <p:nvGrpSpPr>
                          <p:cNvPr id="5934" name="Google Shape;5934;p48"/>
                          <p:cNvGrpSpPr/>
                          <p:nvPr/>
                        </p:nvGrpSpPr>
                        <p:grpSpPr>
                          <a:xfrm>
                            <a:off x="5797343" y="2178392"/>
                            <a:ext cx="2320919" cy="2112818"/>
                            <a:chOff x="5587545" y="1682358"/>
                            <a:chExt cx="2320919" cy="2112818"/>
                          </a:xfrm>
                        </p:grpSpPr>
                        <p:sp>
                          <p:nvSpPr>
                            <p:cNvPr id="5935" name="Google Shape;5935;p48"/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1905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5936" name="Google Shape;5936;p48"/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1905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5937" name="Google Shape;5937;p48"/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solidFill>
                            <a:srgbClr val="A5A5A5"/>
                          </a:solidFill>
                          <a:ln cap="flat" cmpd="sng" w="1905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5938" name="Google Shape;5938;p48"/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rgbClr val="A5A5A5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5939" name="Google Shape;5939;p48"/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5940" name="Google Shape;5940;p48"/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5941" name="Google Shape;5941;p48"/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942" name="Google Shape;5942;p48"/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943" name="Google Shape;5943;p48"/>
            <p:cNvGrpSpPr/>
            <p:nvPr/>
          </p:nvGrpSpPr>
          <p:grpSpPr>
            <a:xfrm rot="10800000">
              <a:off x="8493567" y="2717762"/>
              <a:ext cx="5342694" cy="3929560"/>
              <a:chOff x="4489622" y="-44321"/>
              <a:chExt cx="5342694" cy="3929560"/>
            </a:xfrm>
          </p:grpSpPr>
          <p:grpSp>
            <p:nvGrpSpPr>
              <p:cNvPr id="5944" name="Google Shape;5944;p48"/>
              <p:cNvGrpSpPr/>
              <p:nvPr/>
            </p:nvGrpSpPr>
            <p:grpSpPr>
              <a:xfrm rot="1800000">
                <a:off x="4766586" y="822959"/>
                <a:ext cx="4057271" cy="2194999"/>
                <a:chOff x="4766586" y="822959"/>
                <a:chExt cx="4057271" cy="2194999"/>
              </a:xfrm>
            </p:grpSpPr>
            <p:grpSp>
              <p:nvGrpSpPr>
                <p:cNvPr id="5945" name="Google Shape;5945;p48"/>
                <p:cNvGrpSpPr/>
                <p:nvPr/>
              </p:nvGrpSpPr>
              <p:grpSpPr>
                <a:xfrm>
                  <a:off x="4766586" y="1126534"/>
                  <a:ext cx="2298705" cy="1891424"/>
                  <a:chOff x="4766586" y="1126534"/>
                  <a:chExt cx="2298705" cy="1891424"/>
                </a:xfrm>
              </p:grpSpPr>
              <p:grpSp>
                <p:nvGrpSpPr>
                  <p:cNvPr id="5946" name="Google Shape;5946;p48"/>
                  <p:cNvGrpSpPr/>
                  <p:nvPr/>
                </p:nvGrpSpPr>
                <p:grpSpPr>
                  <a:xfrm rot="3960000">
                    <a:off x="5436172" y="1561945"/>
                    <a:ext cx="575117" cy="1696572"/>
                    <a:chOff x="3246065" y="2845317"/>
                    <a:chExt cx="695654" cy="2073060"/>
                  </a:xfrm>
                </p:grpSpPr>
                <p:grpSp>
                  <p:nvGrpSpPr>
                    <p:cNvPr id="5947" name="Google Shape;5947;p48"/>
                    <p:cNvGrpSpPr/>
                    <p:nvPr/>
                  </p:nvGrpSpPr>
                  <p:grpSpPr>
                    <a:xfrm flipH="1">
                      <a:off x="3246065" y="3839200"/>
                      <a:ext cx="435993" cy="1079177"/>
                      <a:chOff x="5739808" y="3702217"/>
                      <a:chExt cx="352110" cy="854438"/>
                    </a:xfrm>
                  </p:grpSpPr>
                  <p:grpSp>
                    <p:nvGrpSpPr>
                      <p:cNvPr id="5948" name="Google Shape;5948;p48"/>
                      <p:cNvGrpSpPr/>
                      <p:nvPr/>
                    </p:nvGrpSpPr>
                    <p:grpSpPr>
                      <a:xfrm>
                        <a:off x="5739808" y="3702217"/>
                        <a:ext cx="319170" cy="506923"/>
                        <a:chOff x="6097258" y="3701203"/>
                        <a:chExt cx="319170" cy="506923"/>
                      </a:xfrm>
                    </p:grpSpPr>
                    <p:sp>
                      <p:nvSpPr>
                        <p:cNvPr id="5949" name="Google Shape;5949;p48"/>
                        <p:cNvSpPr/>
                        <p:nvPr/>
                      </p:nvSpPr>
                      <p:spPr>
                        <a:xfrm rot="-1077969">
                          <a:off x="6165919" y="3717694"/>
                          <a:ext cx="181848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950" name="Google Shape;5950;p48"/>
                        <p:cNvSpPr/>
                        <p:nvPr/>
                      </p:nvSpPr>
                      <p:spPr>
                        <a:xfrm flipH="1" rot="655801">
                          <a:off x="6207416" y="3774548"/>
                          <a:ext cx="49476" cy="223589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5951" name="Google Shape;5951;p48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952" name="Google Shape;5952;p48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5953" name="Google Shape;5953;p48"/>
                    <p:cNvGrpSpPr/>
                    <p:nvPr/>
                  </p:nvGrpSpPr>
                  <p:grpSpPr>
                    <a:xfrm flipH="1" rot="10800000">
                      <a:off x="3505726" y="2845317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5954" name="Google Shape;5954;p48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5955" name="Google Shape;5955;p48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956" name="Google Shape;5956;p48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5957" name="Google Shape;5957;p48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958" name="Google Shape;5958;p48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5959" name="Google Shape;5959;p48"/>
                  <p:cNvGrpSpPr/>
                  <p:nvPr/>
                </p:nvGrpSpPr>
                <p:grpSpPr>
                  <a:xfrm rot="6360000">
                    <a:off x="5371407" y="791349"/>
                    <a:ext cx="580526" cy="1695846"/>
                    <a:chOff x="2365817" y="2845869"/>
                    <a:chExt cx="702197" cy="2072173"/>
                  </a:xfrm>
                </p:grpSpPr>
                <p:grpSp>
                  <p:nvGrpSpPr>
                    <p:cNvPr id="5960" name="Google Shape;5960;p48"/>
                    <p:cNvGrpSpPr/>
                    <p:nvPr/>
                  </p:nvGrpSpPr>
                  <p:grpSpPr>
                    <a:xfrm>
                      <a:off x="2632021" y="3837706"/>
                      <a:ext cx="435993" cy="1080336"/>
                      <a:chOff x="5739807" y="3701299"/>
                      <a:chExt cx="352111" cy="855357"/>
                    </a:xfrm>
                  </p:grpSpPr>
                  <p:grpSp>
                    <p:nvGrpSpPr>
                      <p:cNvPr id="5961" name="Google Shape;5961;p48"/>
                      <p:cNvGrpSpPr/>
                      <p:nvPr/>
                    </p:nvGrpSpPr>
                    <p:grpSpPr>
                      <a:xfrm>
                        <a:off x="5739807" y="3701299"/>
                        <a:ext cx="322028" cy="507850"/>
                        <a:chOff x="6097257" y="3700285"/>
                        <a:chExt cx="322028" cy="507850"/>
                      </a:xfrm>
                    </p:grpSpPr>
                    <p:sp>
                      <p:nvSpPr>
                        <p:cNvPr id="5962" name="Google Shape;5962;p48"/>
                        <p:cNvSpPr/>
                        <p:nvPr/>
                      </p:nvSpPr>
                      <p:spPr>
                        <a:xfrm rot="-1077969">
                          <a:off x="6165845" y="3717239"/>
                          <a:ext cx="184852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963" name="Google Shape;5963;p48"/>
                        <p:cNvSpPr/>
                        <p:nvPr/>
                      </p:nvSpPr>
                      <p:spPr>
                        <a:xfrm flipH="1" rot="622646">
                          <a:off x="6207873" y="3795106"/>
                          <a:ext cx="46037" cy="203887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5964" name="Google Shape;5964;p48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965" name="Google Shape;5965;p48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5966" name="Google Shape;5966;p48"/>
                    <p:cNvGrpSpPr/>
                    <p:nvPr/>
                  </p:nvGrpSpPr>
                  <p:grpSpPr>
                    <a:xfrm rot="10800000">
                      <a:off x="2365817" y="2845869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5967" name="Google Shape;5967;p48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5968" name="Google Shape;5968;p48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969" name="Google Shape;5969;p48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5970" name="Google Shape;5970;p48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971" name="Google Shape;5971;p48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5972" name="Google Shape;5972;p48"/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5973" name="Google Shape;5973;p48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5974" name="Google Shape;5974;p48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5975" name="Google Shape;5975;p48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5976" name="Google Shape;5976;p48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5977" name="Google Shape;5977;p48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978" name="Google Shape;5978;p48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5979" name="Google Shape;5979;p48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5980" name="Google Shape;5980;p48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5981" name="Google Shape;5981;p48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5982" name="Google Shape;5982;p48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5983" name="Google Shape;5983;p48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5984" name="Google Shape;5984;p48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5985" name="Google Shape;5985;p48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5986" name="Google Shape;5986;p48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5987" name="Google Shape;5987;p48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5988" name="Google Shape;5988;p48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5989" name="Google Shape;5989;p48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5990" name="Google Shape;5990;p48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991" name="Google Shape;5991;p48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5992" name="Google Shape;5992;p48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5993" name="Google Shape;5993;p48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5994" name="Google Shape;5994;p48"/>
                  <p:cNvGrpSpPr/>
                  <p:nvPr/>
                </p:nvGrpSpPr>
                <p:grpSpPr>
                  <a:xfrm rot="5151436">
                    <a:off x="5213985" y="1962553"/>
                    <a:ext cx="796736" cy="112283"/>
                    <a:chOff x="2676061" y="4093308"/>
                    <a:chExt cx="963722" cy="137200"/>
                  </a:xfrm>
                </p:grpSpPr>
                <p:sp>
                  <p:nvSpPr>
                    <p:cNvPr id="5995" name="Google Shape;5995;p48"/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996" name="Google Shape;5996;p48"/>
                    <p:cNvGrpSpPr/>
                    <p:nvPr/>
                  </p:nvGrpSpPr>
                  <p:grpSpPr>
                    <a:xfrm>
                      <a:off x="2676061" y="4130452"/>
                      <a:ext cx="963722" cy="100056"/>
                      <a:chOff x="2676061" y="4130452"/>
                      <a:chExt cx="963722" cy="100056"/>
                    </a:xfrm>
                  </p:grpSpPr>
                  <p:grpSp>
                    <p:nvGrpSpPr>
                      <p:cNvPr id="5997" name="Google Shape;5997;p48"/>
                      <p:cNvGrpSpPr/>
                      <p:nvPr/>
                    </p:nvGrpSpPr>
                    <p:grpSpPr>
                      <a:xfrm>
                        <a:off x="2676061" y="4130452"/>
                        <a:ext cx="963722" cy="75413"/>
                        <a:chOff x="5775048" y="3892549"/>
                        <a:chExt cx="778309" cy="59708"/>
                      </a:xfrm>
                    </p:grpSpPr>
                    <p:sp>
                      <p:nvSpPr>
                        <p:cNvPr id="5998" name="Google Shape;5998;p48"/>
                        <p:cNvSpPr/>
                        <p:nvPr/>
                      </p:nvSpPr>
                      <p:spPr>
                        <a:xfrm rot="-54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5999" name="Google Shape;5999;p48"/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000" name="Google Shape;6000;p48"/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001" name="Google Shape;6001;p48"/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6002" name="Google Shape;6002;p48"/>
                <p:cNvGrpSpPr/>
                <p:nvPr/>
              </p:nvGrpSpPr>
              <p:grpSpPr>
                <a:xfrm rot="10800000">
                  <a:off x="6525152" y="822959"/>
                  <a:ext cx="2298705" cy="1891424"/>
                  <a:chOff x="4766586" y="1126534"/>
                  <a:chExt cx="2298705" cy="1891424"/>
                </a:xfrm>
              </p:grpSpPr>
              <p:grpSp>
                <p:nvGrpSpPr>
                  <p:cNvPr id="6003" name="Google Shape;6003;p48"/>
                  <p:cNvGrpSpPr/>
                  <p:nvPr/>
                </p:nvGrpSpPr>
                <p:grpSpPr>
                  <a:xfrm rot="3960000">
                    <a:off x="5436172" y="1561945"/>
                    <a:ext cx="575117" cy="1696572"/>
                    <a:chOff x="3246065" y="2845317"/>
                    <a:chExt cx="695654" cy="2073060"/>
                  </a:xfrm>
                </p:grpSpPr>
                <p:grpSp>
                  <p:nvGrpSpPr>
                    <p:cNvPr id="6004" name="Google Shape;6004;p48"/>
                    <p:cNvGrpSpPr/>
                    <p:nvPr/>
                  </p:nvGrpSpPr>
                  <p:grpSpPr>
                    <a:xfrm flipH="1">
                      <a:off x="3246065" y="3839200"/>
                      <a:ext cx="435993" cy="1079177"/>
                      <a:chOff x="5739808" y="3702217"/>
                      <a:chExt cx="352110" cy="854438"/>
                    </a:xfrm>
                  </p:grpSpPr>
                  <p:grpSp>
                    <p:nvGrpSpPr>
                      <p:cNvPr id="6005" name="Google Shape;6005;p48"/>
                      <p:cNvGrpSpPr/>
                      <p:nvPr/>
                    </p:nvGrpSpPr>
                    <p:grpSpPr>
                      <a:xfrm>
                        <a:off x="5739808" y="3702217"/>
                        <a:ext cx="319170" cy="506923"/>
                        <a:chOff x="6097258" y="3701203"/>
                        <a:chExt cx="319170" cy="506923"/>
                      </a:xfrm>
                    </p:grpSpPr>
                    <p:sp>
                      <p:nvSpPr>
                        <p:cNvPr id="6006" name="Google Shape;6006;p48"/>
                        <p:cNvSpPr/>
                        <p:nvPr/>
                      </p:nvSpPr>
                      <p:spPr>
                        <a:xfrm rot="-1077969">
                          <a:off x="6165919" y="3717694"/>
                          <a:ext cx="181848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007" name="Google Shape;6007;p48"/>
                        <p:cNvSpPr/>
                        <p:nvPr/>
                      </p:nvSpPr>
                      <p:spPr>
                        <a:xfrm flipH="1" rot="655801">
                          <a:off x="6207416" y="3774548"/>
                          <a:ext cx="49476" cy="223589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008" name="Google Shape;6008;p48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009" name="Google Shape;6009;p48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010" name="Google Shape;6010;p48"/>
                    <p:cNvGrpSpPr/>
                    <p:nvPr/>
                  </p:nvGrpSpPr>
                  <p:grpSpPr>
                    <a:xfrm flipH="1" rot="10800000">
                      <a:off x="3505726" y="2845317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011" name="Google Shape;6011;p48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012" name="Google Shape;6012;p48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013" name="Google Shape;6013;p48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014" name="Google Shape;6014;p48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015" name="Google Shape;6015;p48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016" name="Google Shape;6016;p48"/>
                  <p:cNvGrpSpPr/>
                  <p:nvPr/>
                </p:nvGrpSpPr>
                <p:grpSpPr>
                  <a:xfrm rot="6360000">
                    <a:off x="5371407" y="791349"/>
                    <a:ext cx="580526" cy="1695846"/>
                    <a:chOff x="2365817" y="2845869"/>
                    <a:chExt cx="702197" cy="2072173"/>
                  </a:xfrm>
                </p:grpSpPr>
                <p:grpSp>
                  <p:nvGrpSpPr>
                    <p:cNvPr id="6017" name="Google Shape;6017;p48"/>
                    <p:cNvGrpSpPr/>
                    <p:nvPr/>
                  </p:nvGrpSpPr>
                  <p:grpSpPr>
                    <a:xfrm>
                      <a:off x="2632021" y="3837706"/>
                      <a:ext cx="435993" cy="1080336"/>
                      <a:chOff x="5739807" y="3701299"/>
                      <a:chExt cx="352111" cy="855357"/>
                    </a:xfrm>
                  </p:grpSpPr>
                  <p:grpSp>
                    <p:nvGrpSpPr>
                      <p:cNvPr id="6018" name="Google Shape;6018;p48"/>
                      <p:cNvGrpSpPr/>
                      <p:nvPr/>
                    </p:nvGrpSpPr>
                    <p:grpSpPr>
                      <a:xfrm>
                        <a:off x="5739807" y="3701299"/>
                        <a:ext cx="322028" cy="507850"/>
                        <a:chOff x="6097257" y="3700285"/>
                        <a:chExt cx="322028" cy="507850"/>
                      </a:xfrm>
                    </p:grpSpPr>
                    <p:sp>
                      <p:nvSpPr>
                        <p:cNvPr id="6019" name="Google Shape;6019;p48"/>
                        <p:cNvSpPr/>
                        <p:nvPr/>
                      </p:nvSpPr>
                      <p:spPr>
                        <a:xfrm rot="-1077969">
                          <a:off x="6165845" y="3717239"/>
                          <a:ext cx="184852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020" name="Google Shape;6020;p48"/>
                        <p:cNvSpPr/>
                        <p:nvPr/>
                      </p:nvSpPr>
                      <p:spPr>
                        <a:xfrm flipH="1" rot="622646">
                          <a:off x="6207873" y="3795106"/>
                          <a:ext cx="46037" cy="203887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021" name="Google Shape;6021;p48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022" name="Google Shape;6022;p48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023" name="Google Shape;6023;p48"/>
                    <p:cNvGrpSpPr/>
                    <p:nvPr/>
                  </p:nvGrpSpPr>
                  <p:grpSpPr>
                    <a:xfrm rot="10800000">
                      <a:off x="2365817" y="2845869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024" name="Google Shape;6024;p48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025" name="Google Shape;6025;p48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026" name="Google Shape;6026;p48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027" name="Google Shape;6027;p48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028" name="Google Shape;6028;p48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029" name="Google Shape;6029;p48"/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6030" name="Google Shape;6030;p48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6031" name="Google Shape;6031;p48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6032" name="Google Shape;6032;p48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6033" name="Google Shape;6033;p48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6034" name="Google Shape;6034;p48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035" name="Google Shape;6035;p48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6036" name="Google Shape;6036;p48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6037" name="Google Shape;6037;p48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6038" name="Google Shape;6038;p48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6039" name="Google Shape;6039;p48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040" name="Google Shape;6040;p48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041" name="Google Shape;6041;p48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6042" name="Google Shape;6042;p48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6043" name="Google Shape;6043;p48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044" name="Google Shape;6044;p48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045" name="Google Shape;6045;p48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6046" name="Google Shape;6046;p48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6047" name="Google Shape;6047;p48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048" name="Google Shape;6048;p48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049" name="Google Shape;6049;p48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6050" name="Google Shape;6050;p48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6051" name="Google Shape;6051;p48"/>
                  <p:cNvGrpSpPr/>
                  <p:nvPr/>
                </p:nvGrpSpPr>
                <p:grpSpPr>
                  <a:xfrm rot="5151436">
                    <a:off x="5213985" y="1962553"/>
                    <a:ext cx="796736" cy="112283"/>
                    <a:chOff x="2676061" y="4093308"/>
                    <a:chExt cx="963722" cy="137200"/>
                  </a:xfrm>
                </p:grpSpPr>
                <p:sp>
                  <p:nvSpPr>
                    <p:cNvPr id="6052" name="Google Shape;6052;p48"/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053" name="Google Shape;6053;p48"/>
                    <p:cNvGrpSpPr/>
                    <p:nvPr/>
                  </p:nvGrpSpPr>
                  <p:grpSpPr>
                    <a:xfrm>
                      <a:off x="2676061" y="4130452"/>
                      <a:ext cx="963722" cy="100056"/>
                      <a:chOff x="2676061" y="4130452"/>
                      <a:chExt cx="963722" cy="100056"/>
                    </a:xfrm>
                  </p:grpSpPr>
                  <p:grpSp>
                    <p:nvGrpSpPr>
                      <p:cNvPr id="6054" name="Google Shape;6054;p48"/>
                      <p:cNvGrpSpPr/>
                      <p:nvPr/>
                    </p:nvGrpSpPr>
                    <p:grpSpPr>
                      <a:xfrm>
                        <a:off x="2676061" y="4130452"/>
                        <a:ext cx="963722" cy="75413"/>
                        <a:chOff x="5775048" y="3892549"/>
                        <a:chExt cx="778309" cy="59708"/>
                      </a:xfrm>
                    </p:grpSpPr>
                    <p:sp>
                      <p:nvSpPr>
                        <p:cNvPr id="6055" name="Google Shape;6055;p48"/>
                        <p:cNvSpPr/>
                        <p:nvPr/>
                      </p:nvSpPr>
                      <p:spPr>
                        <a:xfrm rot="-54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056" name="Google Shape;6056;p48"/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057" name="Google Shape;6057;p48"/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058" name="Google Shape;6058;p48"/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6059" name="Google Shape;6059;p48"/>
              <p:cNvGrpSpPr/>
              <p:nvPr/>
            </p:nvGrpSpPr>
            <p:grpSpPr>
              <a:xfrm rot="297357">
                <a:off x="7424472" y="1650477"/>
                <a:ext cx="2320919" cy="2112818"/>
                <a:chOff x="5701956" y="1773008"/>
                <a:chExt cx="2320919" cy="2112818"/>
              </a:xfrm>
            </p:grpSpPr>
            <p:grpSp>
              <p:nvGrpSpPr>
                <p:cNvPr id="6060" name="Google Shape;6060;p48"/>
                <p:cNvGrpSpPr/>
                <p:nvPr/>
              </p:nvGrpSpPr>
              <p:grpSpPr>
                <a:xfrm>
                  <a:off x="5701956" y="1773008"/>
                  <a:ext cx="2320919" cy="2112818"/>
                  <a:chOff x="5797343" y="2178392"/>
                  <a:chExt cx="2320919" cy="2112818"/>
                </a:xfrm>
              </p:grpSpPr>
              <p:grpSp>
                <p:nvGrpSpPr>
                  <p:cNvPr id="6061" name="Google Shape;6061;p48"/>
                  <p:cNvGrpSpPr/>
                  <p:nvPr/>
                </p:nvGrpSpPr>
                <p:grpSpPr>
                  <a:xfrm>
                    <a:off x="5797343" y="2178392"/>
                    <a:ext cx="2320919" cy="2112818"/>
                    <a:chOff x="5587545" y="1682358"/>
                    <a:chExt cx="2320919" cy="2112818"/>
                  </a:xfrm>
                </p:grpSpPr>
                <p:sp>
                  <p:nvSpPr>
                    <p:cNvPr id="6062" name="Google Shape;6062;p48"/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63" name="Google Shape;6063;p48"/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064" name="Google Shape;6064;p48"/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065" name="Google Shape;6065;p48"/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066" name="Google Shape;6066;p48"/>
              <p:cNvGrpSpPr/>
              <p:nvPr/>
            </p:nvGrpSpPr>
            <p:grpSpPr>
              <a:xfrm rot="600000">
                <a:off x="6352702" y="932651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6067" name="Google Shape;6067;p48"/>
                <p:cNvGrpSpPr/>
                <p:nvPr/>
              </p:nvGrpSpPr>
              <p:grpSpPr>
                <a:xfrm>
                  <a:off x="6243086" y="1135131"/>
                  <a:ext cx="2010277" cy="2036290"/>
                  <a:chOff x="6243086" y="1135131"/>
                  <a:chExt cx="2010277" cy="2036290"/>
                </a:xfrm>
              </p:grpSpPr>
              <p:grpSp>
                <p:nvGrpSpPr>
                  <p:cNvPr id="6068" name="Google Shape;6068;p48"/>
                  <p:cNvGrpSpPr/>
                  <p:nvPr/>
                </p:nvGrpSpPr>
                <p:grpSpPr>
                  <a:xfrm rot="785047">
                    <a:off x="6414183" y="1301838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6069" name="Google Shape;6069;p48"/>
                    <p:cNvGrpSpPr/>
                    <p:nvPr/>
                  </p:nvGrpSpPr>
                  <p:grpSpPr>
                    <a:xfrm>
                      <a:off x="5811486" y="1624311"/>
                      <a:ext cx="1668083" cy="1702876"/>
                      <a:chOff x="5811486" y="1624311"/>
                      <a:chExt cx="1668083" cy="1702876"/>
                    </a:xfrm>
                  </p:grpSpPr>
                  <p:grpSp>
                    <p:nvGrpSpPr>
                      <p:cNvPr id="6070" name="Google Shape;6070;p48"/>
                      <p:cNvGrpSpPr/>
                      <p:nvPr/>
                    </p:nvGrpSpPr>
                    <p:grpSpPr>
                      <a:xfrm rot="-3495342">
                        <a:off x="6006485" y="1890354"/>
                        <a:ext cx="1278085" cy="1170790"/>
                        <a:chOff x="5701956" y="1773008"/>
                        <a:chExt cx="2320919" cy="2112818"/>
                      </a:xfrm>
                    </p:grpSpPr>
                    <p:grpSp>
                      <p:nvGrpSpPr>
                        <p:cNvPr id="6071" name="Google Shape;6071;p48"/>
                        <p:cNvGrpSpPr/>
                        <p:nvPr/>
                      </p:nvGrpSpPr>
                      <p:grpSpPr>
                        <a:xfrm>
                          <a:off x="5701956" y="1773008"/>
                          <a:ext cx="2320919" cy="2112818"/>
                          <a:chOff x="5797343" y="2178392"/>
                          <a:chExt cx="2320919" cy="2112818"/>
                        </a:xfrm>
                      </p:grpSpPr>
                      <p:grpSp>
                        <p:nvGrpSpPr>
                          <p:cNvPr id="6072" name="Google Shape;6072;p48"/>
                          <p:cNvGrpSpPr/>
                          <p:nvPr/>
                        </p:nvGrpSpPr>
                        <p:grpSpPr>
                          <a:xfrm>
                            <a:off x="5797343" y="2178392"/>
                            <a:ext cx="2320919" cy="2112818"/>
                            <a:chOff x="5587545" y="1682358"/>
                            <a:chExt cx="2320919" cy="2112818"/>
                          </a:xfrm>
                        </p:grpSpPr>
                        <p:sp>
                          <p:nvSpPr>
                            <p:cNvPr id="6073" name="Google Shape;6073;p48"/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074" name="Google Shape;6074;p48"/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6075" name="Google Shape;6075;p48"/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6076" name="Google Shape;6076;p48"/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077" name="Google Shape;6077;p48"/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6078" name="Google Shape;6078;p48"/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079" name="Google Shape;6079;p48"/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080" name="Google Shape;6080;p48"/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6081" name="Google Shape;6081;p48"/>
          <p:cNvSpPr/>
          <p:nvPr/>
        </p:nvSpPr>
        <p:spPr>
          <a:xfrm rot="-3006092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82" name="Google Shape;6082;p48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6083" name="Google Shape;6083;p48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6084" name="Google Shape;6084;p48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85" name="Google Shape;6085;p48"/>
              <p:cNvGrpSpPr/>
              <p:nvPr/>
            </p:nvGrpSpPr>
            <p:grpSpPr>
              <a:xfrm>
                <a:off x="7991273" y="2945626"/>
                <a:ext cx="1378938" cy="1532574"/>
                <a:chOff x="7991273" y="2932926"/>
                <a:chExt cx="1378938" cy="1532574"/>
              </a:xfrm>
            </p:grpSpPr>
            <p:sp>
              <p:nvSpPr>
                <p:cNvPr id="6086" name="Google Shape;6086;p48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7" name="Google Shape;6087;p48"/>
                <p:cNvSpPr/>
                <p:nvPr/>
              </p:nvSpPr>
              <p:spPr>
                <a:xfrm>
                  <a:off x="8263838" y="2932926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088" name="Google Shape;6088;p48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6089" name="Google Shape;6089;p48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6090" name="Google Shape;6090;p48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1" name="Google Shape;6091;p48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092" name="Google Shape;6092;p48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6093" name="Google Shape;6093;p48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4" name="Google Shape;6094;p48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5" name="Google Shape;6095;p48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096" name="Google Shape;6096;p48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6097" name="Google Shape;6097;p48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8" name="Google Shape;6098;p48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9" name="Google Shape;6099;p48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00" name="Google Shape;6100;p48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6101" name="Google Shape;6101;p48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2" name="Google Shape;6102;p48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3" name="Google Shape;6103;p48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04" name="Google Shape;6104;p48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6105" name="Google Shape;6105;p48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6" name="Google Shape;6106;p48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7" name="Google Shape;6107;p48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6108" name="Google Shape;6108;p48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6109" name="Google Shape;6109;p48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0" name="Google Shape;6110;p48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11" name="Google Shape;6111;p48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6112" name="Google Shape;6112;p48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6113" name="Google Shape;6113;p48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6114" name="Google Shape;6114;p48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15" name="Google Shape;6115;p48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116" name="Google Shape;6116;p48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6117" name="Google Shape;6117;p48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6118" name="Google Shape;6118;p48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19" name="Google Shape;6119;p48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6120" name="Google Shape;6120;p48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6121" name="Google Shape;6121;p48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22" name="Google Shape;6122;p48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6123" name="Google Shape;6123;p48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6124" name="Google Shape;6124;p48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5" name="Google Shape;6125;p48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126" name="Google Shape;6126;p48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6127" name="Google Shape;6127;p48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8" name="Google Shape;6128;p48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9" name="Google Shape;6129;p48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30" name="Google Shape;6130;p48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31" name="Google Shape;6131;p48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6132" name="Google Shape;6132;p48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6133" name="Google Shape;6133;p48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4" name="Google Shape;6134;p48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135" name="Google Shape;6135;p48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36" name="Google Shape;6136;p48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6137" name="Google Shape;6137;p48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8" name="Google Shape;6138;p48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9" name="Google Shape;6139;p48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140" name="Google Shape;6140;p48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1" name="Google Shape;6141;p48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42" name="Google Shape;6142;p48"/>
          <p:cNvGrpSpPr/>
          <p:nvPr/>
        </p:nvGrpSpPr>
        <p:grpSpPr>
          <a:xfrm rot="10797357">
            <a:off x="8635342" y="2794982"/>
            <a:ext cx="2320919" cy="2112818"/>
            <a:chOff x="5701956" y="1773008"/>
            <a:chExt cx="2320919" cy="2112818"/>
          </a:xfrm>
        </p:grpSpPr>
        <p:grpSp>
          <p:nvGrpSpPr>
            <p:cNvPr id="6143" name="Google Shape;6143;p48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6144" name="Google Shape;6144;p48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6145" name="Google Shape;6145;p48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46" name="Google Shape;6146;p48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147" name="Google Shape;6147;p48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48" name="Google Shape;6148;p48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49" name="Google Shape;6149;p48"/>
          <p:cNvSpPr txBox="1"/>
          <p:nvPr>
            <p:ph idx="1" type="subTitle"/>
          </p:nvPr>
        </p:nvSpPr>
        <p:spPr>
          <a:xfrm>
            <a:off x="363223" y="478971"/>
            <a:ext cx="3557898" cy="630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3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Cerrar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objeto sentido 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en sentido Antihorario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FF0000"/>
                </a:solidFill>
              </a:rPr>
              <a:t>Saltar al paso 6</a:t>
            </a:r>
            <a:endParaRPr/>
          </a:p>
        </p:txBody>
      </p:sp>
      <p:sp>
        <p:nvSpPr>
          <p:cNvPr id="6150" name="Google Shape;6150;p48"/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fmla="val 64585" name="adj1"/>
              <a:gd fmla="val 50000" name="adj2"/>
            </a:avLst>
          </a:pr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1" name="Google Shape;6151;p48"/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Posicionamiento punto de partida.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58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5" name="Shape 6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6" name="Google Shape;6156;p49"/>
          <p:cNvGrpSpPr/>
          <p:nvPr/>
        </p:nvGrpSpPr>
        <p:grpSpPr>
          <a:xfrm rot="600000">
            <a:off x="4489622" y="-44321"/>
            <a:ext cx="9346639" cy="6691643"/>
            <a:chOff x="4489622" y="-44321"/>
            <a:chExt cx="9346639" cy="6691643"/>
          </a:xfrm>
        </p:grpSpPr>
        <p:grpSp>
          <p:nvGrpSpPr>
            <p:cNvPr id="6157" name="Google Shape;6157;p49"/>
            <p:cNvGrpSpPr/>
            <p:nvPr/>
          </p:nvGrpSpPr>
          <p:grpSpPr>
            <a:xfrm>
              <a:off x="4489622" y="-44321"/>
              <a:ext cx="5342694" cy="3929560"/>
              <a:chOff x="4489622" y="-44321"/>
              <a:chExt cx="5342694" cy="3929560"/>
            </a:xfrm>
          </p:grpSpPr>
          <p:grpSp>
            <p:nvGrpSpPr>
              <p:cNvPr id="6158" name="Google Shape;6158;p49"/>
              <p:cNvGrpSpPr/>
              <p:nvPr/>
            </p:nvGrpSpPr>
            <p:grpSpPr>
              <a:xfrm rot="1800000">
                <a:off x="4766586" y="822959"/>
                <a:ext cx="4057271" cy="2194999"/>
                <a:chOff x="4766586" y="822959"/>
                <a:chExt cx="4057271" cy="2194999"/>
              </a:xfrm>
            </p:grpSpPr>
            <p:grpSp>
              <p:nvGrpSpPr>
                <p:cNvPr id="6159" name="Google Shape;6159;p49"/>
                <p:cNvGrpSpPr/>
                <p:nvPr/>
              </p:nvGrpSpPr>
              <p:grpSpPr>
                <a:xfrm>
                  <a:off x="4766586" y="1126534"/>
                  <a:ext cx="2298705" cy="1891424"/>
                  <a:chOff x="4766586" y="1126534"/>
                  <a:chExt cx="2298705" cy="1891424"/>
                </a:xfrm>
              </p:grpSpPr>
              <p:grpSp>
                <p:nvGrpSpPr>
                  <p:cNvPr id="6160" name="Google Shape;6160;p49"/>
                  <p:cNvGrpSpPr/>
                  <p:nvPr/>
                </p:nvGrpSpPr>
                <p:grpSpPr>
                  <a:xfrm rot="3960000">
                    <a:off x="5436172" y="1561945"/>
                    <a:ext cx="575117" cy="1696572"/>
                    <a:chOff x="3246065" y="2845317"/>
                    <a:chExt cx="695654" cy="2073060"/>
                  </a:xfrm>
                </p:grpSpPr>
                <p:grpSp>
                  <p:nvGrpSpPr>
                    <p:cNvPr id="6161" name="Google Shape;6161;p49"/>
                    <p:cNvGrpSpPr/>
                    <p:nvPr/>
                  </p:nvGrpSpPr>
                  <p:grpSpPr>
                    <a:xfrm flipH="1">
                      <a:off x="3246065" y="3839200"/>
                      <a:ext cx="435993" cy="1079177"/>
                      <a:chOff x="5739808" y="3702217"/>
                      <a:chExt cx="352110" cy="854438"/>
                    </a:xfrm>
                  </p:grpSpPr>
                  <p:grpSp>
                    <p:nvGrpSpPr>
                      <p:cNvPr id="6162" name="Google Shape;6162;p49"/>
                      <p:cNvGrpSpPr/>
                      <p:nvPr/>
                    </p:nvGrpSpPr>
                    <p:grpSpPr>
                      <a:xfrm>
                        <a:off x="5739808" y="3702217"/>
                        <a:ext cx="319170" cy="506923"/>
                        <a:chOff x="6097258" y="3701203"/>
                        <a:chExt cx="319170" cy="506923"/>
                      </a:xfrm>
                    </p:grpSpPr>
                    <p:sp>
                      <p:nvSpPr>
                        <p:cNvPr id="6163" name="Google Shape;6163;p49"/>
                        <p:cNvSpPr/>
                        <p:nvPr/>
                      </p:nvSpPr>
                      <p:spPr>
                        <a:xfrm rot="-1077969">
                          <a:off x="6165919" y="3717694"/>
                          <a:ext cx="181848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164" name="Google Shape;6164;p49"/>
                        <p:cNvSpPr/>
                        <p:nvPr/>
                      </p:nvSpPr>
                      <p:spPr>
                        <a:xfrm flipH="1" rot="655801">
                          <a:off x="6207416" y="3774548"/>
                          <a:ext cx="49476" cy="223589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lt1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165" name="Google Shape;6165;p49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166" name="Google Shape;6166;p49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167" name="Google Shape;6167;p49"/>
                    <p:cNvGrpSpPr/>
                    <p:nvPr/>
                  </p:nvGrpSpPr>
                  <p:grpSpPr>
                    <a:xfrm flipH="1" rot="10800000">
                      <a:off x="3505726" y="2845317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168" name="Google Shape;6168;p49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169" name="Google Shape;6169;p49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170" name="Google Shape;6170;p49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171" name="Google Shape;6171;p49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172" name="Google Shape;6172;p49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173" name="Google Shape;6173;p49"/>
                  <p:cNvGrpSpPr/>
                  <p:nvPr/>
                </p:nvGrpSpPr>
                <p:grpSpPr>
                  <a:xfrm rot="6360000">
                    <a:off x="5371407" y="791349"/>
                    <a:ext cx="580526" cy="1695846"/>
                    <a:chOff x="2365817" y="2845869"/>
                    <a:chExt cx="702197" cy="2072173"/>
                  </a:xfrm>
                </p:grpSpPr>
                <p:grpSp>
                  <p:nvGrpSpPr>
                    <p:cNvPr id="6174" name="Google Shape;6174;p49"/>
                    <p:cNvGrpSpPr/>
                    <p:nvPr/>
                  </p:nvGrpSpPr>
                  <p:grpSpPr>
                    <a:xfrm>
                      <a:off x="2632021" y="3837706"/>
                      <a:ext cx="435993" cy="1080336"/>
                      <a:chOff x="5739807" y="3701299"/>
                      <a:chExt cx="352111" cy="855357"/>
                    </a:xfrm>
                  </p:grpSpPr>
                  <p:grpSp>
                    <p:nvGrpSpPr>
                      <p:cNvPr id="6175" name="Google Shape;6175;p49"/>
                      <p:cNvGrpSpPr/>
                      <p:nvPr/>
                    </p:nvGrpSpPr>
                    <p:grpSpPr>
                      <a:xfrm>
                        <a:off x="5739807" y="3701299"/>
                        <a:ext cx="322028" cy="507850"/>
                        <a:chOff x="6097257" y="3700285"/>
                        <a:chExt cx="322028" cy="507850"/>
                      </a:xfrm>
                    </p:grpSpPr>
                    <p:sp>
                      <p:nvSpPr>
                        <p:cNvPr id="6176" name="Google Shape;6176;p49"/>
                        <p:cNvSpPr/>
                        <p:nvPr/>
                      </p:nvSpPr>
                      <p:spPr>
                        <a:xfrm rot="-1077969">
                          <a:off x="6165845" y="3717239"/>
                          <a:ext cx="184852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177" name="Google Shape;6177;p49"/>
                        <p:cNvSpPr/>
                        <p:nvPr/>
                      </p:nvSpPr>
                      <p:spPr>
                        <a:xfrm flipH="1" rot="622646">
                          <a:off x="6207873" y="3795106"/>
                          <a:ext cx="46037" cy="203887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lt1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178" name="Google Shape;6178;p49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179" name="Google Shape;6179;p49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180" name="Google Shape;6180;p49"/>
                    <p:cNvGrpSpPr/>
                    <p:nvPr/>
                  </p:nvGrpSpPr>
                  <p:grpSpPr>
                    <a:xfrm rot="10800000">
                      <a:off x="2365817" y="2845869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181" name="Google Shape;6181;p49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182" name="Google Shape;6182;p49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183" name="Google Shape;6183;p49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184" name="Google Shape;6184;p49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185" name="Google Shape;6185;p49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186" name="Google Shape;6186;p49"/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6187" name="Google Shape;6187;p49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6188" name="Google Shape;6188;p49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6189" name="Google Shape;6189;p49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6190" name="Google Shape;6190;p49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6191" name="Google Shape;6191;p49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192" name="Google Shape;6192;p49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6193" name="Google Shape;6193;p49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6194" name="Google Shape;6194;p49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6195" name="Google Shape;6195;p49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6196" name="Google Shape;6196;p49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197" name="Google Shape;6197;p49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198" name="Google Shape;6198;p49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6199" name="Google Shape;6199;p49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6200" name="Google Shape;6200;p49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201" name="Google Shape;6201;p49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202" name="Google Shape;6202;p49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6203" name="Google Shape;6203;p49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6204" name="Google Shape;6204;p49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rgbClr val="595959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205" name="Google Shape;6205;p49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206" name="Google Shape;6206;p49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6207" name="Google Shape;6207;p49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6208" name="Google Shape;6208;p49"/>
                  <p:cNvGrpSpPr/>
                  <p:nvPr/>
                </p:nvGrpSpPr>
                <p:grpSpPr>
                  <a:xfrm rot="5151436">
                    <a:off x="5213985" y="1962553"/>
                    <a:ext cx="796736" cy="112283"/>
                    <a:chOff x="2676061" y="4093308"/>
                    <a:chExt cx="963722" cy="137200"/>
                  </a:xfrm>
                </p:grpSpPr>
                <p:sp>
                  <p:nvSpPr>
                    <p:cNvPr id="6209" name="Google Shape;6209;p49"/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210" name="Google Shape;6210;p49"/>
                    <p:cNvGrpSpPr/>
                    <p:nvPr/>
                  </p:nvGrpSpPr>
                  <p:grpSpPr>
                    <a:xfrm>
                      <a:off x="2676061" y="4130452"/>
                      <a:ext cx="963722" cy="100056"/>
                      <a:chOff x="2676061" y="4130452"/>
                      <a:chExt cx="963722" cy="100056"/>
                    </a:xfrm>
                  </p:grpSpPr>
                  <p:grpSp>
                    <p:nvGrpSpPr>
                      <p:cNvPr id="6211" name="Google Shape;6211;p49"/>
                      <p:cNvGrpSpPr/>
                      <p:nvPr/>
                    </p:nvGrpSpPr>
                    <p:grpSpPr>
                      <a:xfrm>
                        <a:off x="2676061" y="4130452"/>
                        <a:ext cx="963722" cy="75413"/>
                        <a:chOff x="5775048" y="3892549"/>
                        <a:chExt cx="778309" cy="59708"/>
                      </a:xfrm>
                    </p:grpSpPr>
                    <p:sp>
                      <p:nvSpPr>
                        <p:cNvPr id="6212" name="Google Shape;6212;p49"/>
                        <p:cNvSpPr/>
                        <p:nvPr/>
                      </p:nvSpPr>
                      <p:spPr>
                        <a:xfrm rot="-54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213" name="Google Shape;6213;p49"/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214" name="Google Shape;6214;p49"/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215" name="Google Shape;6215;p49"/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6216" name="Google Shape;6216;p49"/>
                <p:cNvGrpSpPr/>
                <p:nvPr/>
              </p:nvGrpSpPr>
              <p:grpSpPr>
                <a:xfrm rot="10800000">
                  <a:off x="6525152" y="822959"/>
                  <a:ext cx="2298705" cy="1891424"/>
                  <a:chOff x="4766586" y="1126534"/>
                  <a:chExt cx="2298705" cy="1891424"/>
                </a:xfrm>
              </p:grpSpPr>
              <p:grpSp>
                <p:nvGrpSpPr>
                  <p:cNvPr id="6217" name="Google Shape;6217;p49"/>
                  <p:cNvGrpSpPr/>
                  <p:nvPr/>
                </p:nvGrpSpPr>
                <p:grpSpPr>
                  <a:xfrm rot="3960000">
                    <a:off x="5436172" y="1561945"/>
                    <a:ext cx="575117" cy="1696572"/>
                    <a:chOff x="3246065" y="2845317"/>
                    <a:chExt cx="695654" cy="2073060"/>
                  </a:xfrm>
                </p:grpSpPr>
                <p:grpSp>
                  <p:nvGrpSpPr>
                    <p:cNvPr id="6218" name="Google Shape;6218;p49"/>
                    <p:cNvGrpSpPr/>
                    <p:nvPr/>
                  </p:nvGrpSpPr>
                  <p:grpSpPr>
                    <a:xfrm flipH="1">
                      <a:off x="3246065" y="3839200"/>
                      <a:ext cx="435993" cy="1079177"/>
                      <a:chOff x="5739808" y="3702217"/>
                      <a:chExt cx="352110" cy="854438"/>
                    </a:xfrm>
                  </p:grpSpPr>
                  <p:grpSp>
                    <p:nvGrpSpPr>
                      <p:cNvPr id="6219" name="Google Shape;6219;p49"/>
                      <p:cNvGrpSpPr/>
                      <p:nvPr/>
                    </p:nvGrpSpPr>
                    <p:grpSpPr>
                      <a:xfrm>
                        <a:off x="5739808" y="3702217"/>
                        <a:ext cx="319170" cy="506923"/>
                        <a:chOff x="6097258" y="3701203"/>
                        <a:chExt cx="319170" cy="506923"/>
                      </a:xfrm>
                    </p:grpSpPr>
                    <p:sp>
                      <p:nvSpPr>
                        <p:cNvPr id="6220" name="Google Shape;6220;p49"/>
                        <p:cNvSpPr/>
                        <p:nvPr/>
                      </p:nvSpPr>
                      <p:spPr>
                        <a:xfrm rot="-1077969">
                          <a:off x="6165919" y="3717694"/>
                          <a:ext cx="181848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221" name="Google Shape;6221;p49"/>
                        <p:cNvSpPr/>
                        <p:nvPr/>
                      </p:nvSpPr>
                      <p:spPr>
                        <a:xfrm flipH="1" rot="655801">
                          <a:off x="6207416" y="3774548"/>
                          <a:ext cx="49476" cy="223589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222" name="Google Shape;6222;p49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223" name="Google Shape;6223;p49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224" name="Google Shape;6224;p49"/>
                    <p:cNvGrpSpPr/>
                    <p:nvPr/>
                  </p:nvGrpSpPr>
                  <p:grpSpPr>
                    <a:xfrm flipH="1" rot="10800000">
                      <a:off x="3505726" y="2845317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225" name="Google Shape;6225;p49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226" name="Google Shape;6226;p49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227" name="Google Shape;6227;p49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228" name="Google Shape;6228;p49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229" name="Google Shape;6229;p49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230" name="Google Shape;6230;p49"/>
                  <p:cNvGrpSpPr/>
                  <p:nvPr/>
                </p:nvGrpSpPr>
                <p:grpSpPr>
                  <a:xfrm rot="6360000">
                    <a:off x="5371407" y="791349"/>
                    <a:ext cx="580526" cy="1695846"/>
                    <a:chOff x="2365817" y="2845869"/>
                    <a:chExt cx="702197" cy="2072173"/>
                  </a:xfrm>
                </p:grpSpPr>
                <p:grpSp>
                  <p:nvGrpSpPr>
                    <p:cNvPr id="6231" name="Google Shape;6231;p49"/>
                    <p:cNvGrpSpPr/>
                    <p:nvPr/>
                  </p:nvGrpSpPr>
                  <p:grpSpPr>
                    <a:xfrm>
                      <a:off x="2632021" y="3837706"/>
                      <a:ext cx="435993" cy="1080336"/>
                      <a:chOff x="5739807" y="3701299"/>
                      <a:chExt cx="352111" cy="855357"/>
                    </a:xfrm>
                  </p:grpSpPr>
                  <p:grpSp>
                    <p:nvGrpSpPr>
                      <p:cNvPr id="6232" name="Google Shape;6232;p49"/>
                      <p:cNvGrpSpPr/>
                      <p:nvPr/>
                    </p:nvGrpSpPr>
                    <p:grpSpPr>
                      <a:xfrm>
                        <a:off x="5739807" y="3701299"/>
                        <a:ext cx="322028" cy="507850"/>
                        <a:chOff x="6097257" y="3700285"/>
                        <a:chExt cx="322028" cy="507850"/>
                      </a:xfrm>
                    </p:grpSpPr>
                    <p:sp>
                      <p:nvSpPr>
                        <p:cNvPr id="6233" name="Google Shape;6233;p49"/>
                        <p:cNvSpPr/>
                        <p:nvPr/>
                      </p:nvSpPr>
                      <p:spPr>
                        <a:xfrm rot="-1077969">
                          <a:off x="6165845" y="3717239"/>
                          <a:ext cx="184852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234" name="Google Shape;6234;p49"/>
                        <p:cNvSpPr/>
                        <p:nvPr/>
                      </p:nvSpPr>
                      <p:spPr>
                        <a:xfrm flipH="1" rot="622646">
                          <a:off x="6207873" y="3795106"/>
                          <a:ext cx="46037" cy="203887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235" name="Google Shape;6235;p49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236" name="Google Shape;6236;p49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237" name="Google Shape;6237;p49"/>
                    <p:cNvGrpSpPr/>
                    <p:nvPr/>
                  </p:nvGrpSpPr>
                  <p:grpSpPr>
                    <a:xfrm rot="10800000">
                      <a:off x="2365817" y="2845869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238" name="Google Shape;6238;p49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239" name="Google Shape;6239;p49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240" name="Google Shape;6240;p49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241" name="Google Shape;6241;p49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242" name="Google Shape;6242;p49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243" name="Google Shape;6243;p49"/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6244" name="Google Shape;6244;p49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6245" name="Google Shape;6245;p49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6246" name="Google Shape;6246;p49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6247" name="Google Shape;6247;p49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6248" name="Google Shape;6248;p49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249" name="Google Shape;6249;p49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6250" name="Google Shape;6250;p49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6251" name="Google Shape;6251;p49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6252" name="Google Shape;6252;p49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6253" name="Google Shape;6253;p49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254" name="Google Shape;6254;p49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255" name="Google Shape;6255;p49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6256" name="Google Shape;6256;p49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6257" name="Google Shape;6257;p49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258" name="Google Shape;6258;p49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259" name="Google Shape;6259;p49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6260" name="Google Shape;6260;p49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6261" name="Google Shape;6261;p49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262" name="Google Shape;6262;p49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263" name="Google Shape;6263;p49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6264" name="Google Shape;6264;p49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6265" name="Google Shape;6265;p49"/>
                  <p:cNvGrpSpPr/>
                  <p:nvPr/>
                </p:nvGrpSpPr>
                <p:grpSpPr>
                  <a:xfrm rot="5151436">
                    <a:off x="5213985" y="1962553"/>
                    <a:ext cx="796736" cy="112283"/>
                    <a:chOff x="2676061" y="4093308"/>
                    <a:chExt cx="963722" cy="137200"/>
                  </a:xfrm>
                </p:grpSpPr>
                <p:sp>
                  <p:nvSpPr>
                    <p:cNvPr id="6266" name="Google Shape;6266;p49"/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267" name="Google Shape;6267;p49"/>
                    <p:cNvGrpSpPr/>
                    <p:nvPr/>
                  </p:nvGrpSpPr>
                  <p:grpSpPr>
                    <a:xfrm>
                      <a:off x="2676061" y="4130452"/>
                      <a:ext cx="963722" cy="100056"/>
                      <a:chOff x="2676061" y="4130452"/>
                      <a:chExt cx="963722" cy="100056"/>
                    </a:xfrm>
                  </p:grpSpPr>
                  <p:grpSp>
                    <p:nvGrpSpPr>
                      <p:cNvPr id="6268" name="Google Shape;6268;p49"/>
                      <p:cNvGrpSpPr/>
                      <p:nvPr/>
                    </p:nvGrpSpPr>
                    <p:grpSpPr>
                      <a:xfrm>
                        <a:off x="2676061" y="4130452"/>
                        <a:ext cx="963722" cy="75413"/>
                        <a:chOff x="5775048" y="3892549"/>
                        <a:chExt cx="778309" cy="59708"/>
                      </a:xfrm>
                    </p:grpSpPr>
                    <p:sp>
                      <p:nvSpPr>
                        <p:cNvPr id="6269" name="Google Shape;6269;p49"/>
                        <p:cNvSpPr/>
                        <p:nvPr/>
                      </p:nvSpPr>
                      <p:spPr>
                        <a:xfrm rot="-54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270" name="Google Shape;6270;p49"/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271" name="Google Shape;6271;p49"/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272" name="Google Shape;6272;p49"/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6273" name="Google Shape;6273;p49"/>
              <p:cNvGrpSpPr/>
              <p:nvPr/>
            </p:nvGrpSpPr>
            <p:grpSpPr>
              <a:xfrm rot="297357">
                <a:off x="7424472" y="1650477"/>
                <a:ext cx="2320919" cy="2112818"/>
                <a:chOff x="5701956" y="1773008"/>
                <a:chExt cx="2320919" cy="2112818"/>
              </a:xfrm>
            </p:grpSpPr>
            <p:grpSp>
              <p:nvGrpSpPr>
                <p:cNvPr id="6274" name="Google Shape;6274;p49"/>
                <p:cNvGrpSpPr/>
                <p:nvPr/>
              </p:nvGrpSpPr>
              <p:grpSpPr>
                <a:xfrm>
                  <a:off x="5701956" y="1773008"/>
                  <a:ext cx="2320919" cy="2112818"/>
                  <a:chOff x="5797343" y="2178392"/>
                  <a:chExt cx="2320919" cy="2112818"/>
                </a:xfrm>
              </p:grpSpPr>
              <p:grpSp>
                <p:nvGrpSpPr>
                  <p:cNvPr id="6275" name="Google Shape;6275;p49"/>
                  <p:cNvGrpSpPr/>
                  <p:nvPr/>
                </p:nvGrpSpPr>
                <p:grpSpPr>
                  <a:xfrm>
                    <a:off x="5797343" y="2178392"/>
                    <a:ext cx="2320919" cy="2112818"/>
                    <a:chOff x="5587545" y="1682358"/>
                    <a:chExt cx="2320919" cy="2112818"/>
                  </a:xfrm>
                </p:grpSpPr>
                <p:sp>
                  <p:nvSpPr>
                    <p:cNvPr id="6276" name="Google Shape;6276;p49"/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77" name="Google Shape;6277;p49"/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278" name="Google Shape;6278;p49"/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279" name="Google Shape;6279;p49"/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280" name="Google Shape;6280;p49"/>
              <p:cNvGrpSpPr/>
              <p:nvPr/>
            </p:nvGrpSpPr>
            <p:grpSpPr>
              <a:xfrm rot="600000">
                <a:off x="6352702" y="932651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6281" name="Google Shape;6281;p49"/>
                <p:cNvGrpSpPr/>
                <p:nvPr/>
              </p:nvGrpSpPr>
              <p:grpSpPr>
                <a:xfrm>
                  <a:off x="6243086" y="1135131"/>
                  <a:ext cx="2010277" cy="2036290"/>
                  <a:chOff x="6243086" y="1135131"/>
                  <a:chExt cx="2010277" cy="2036290"/>
                </a:xfrm>
              </p:grpSpPr>
              <p:grpSp>
                <p:nvGrpSpPr>
                  <p:cNvPr id="6282" name="Google Shape;6282;p49"/>
                  <p:cNvGrpSpPr/>
                  <p:nvPr/>
                </p:nvGrpSpPr>
                <p:grpSpPr>
                  <a:xfrm rot="785047">
                    <a:off x="6414183" y="1301838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6283" name="Google Shape;6283;p49"/>
                    <p:cNvGrpSpPr/>
                    <p:nvPr/>
                  </p:nvGrpSpPr>
                  <p:grpSpPr>
                    <a:xfrm>
                      <a:off x="5811486" y="1624311"/>
                      <a:ext cx="1668083" cy="1702876"/>
                      <a:chOff x="5811486" y="1624311"/>
                      <a:chExt cx="1668083" cy="1702876"/>
                    </a:xfrm>
                  </p:grpSpPr>
                  <p:grpSp>
                    <p:nvGrpSpPr>
                      <p:cNvPr id="6284" name="Google Shape;6284;p49"/>
                      <p:cNvGrpSpPr/>
                      <p:nvPr/>
                    </p:nvGrpSpPr>
                    <p:grpSpPr>
                      <a:xfrm rot="-3495342">
                        <a:off x="6006485" y="1890354"/>
                        <a:ext cx="1278085" cy="1170790"/>
                        <a:chOff x="5701956" y="1773008"/>
                        <a:chExt cx="2320919" cy="2112818"/>
                      </a:xfrm>
                    </p:grpSpPr>
                    <p:grpSp>
                      <p:nvGrpSpPr>
                        <p:cNvPr id="6285" name="Google Shape;6285;p49"/>
                        <p:cNvGrpSpPr/>
                        <p:nvPr/>
                      </p:nvGrpSpPr>
                      <p:grpSpPr>
                        <a:xfrm>
                          <a:off x="5701956" y="1773008"/>
                          <a:ext cx="2320919" cy="2112818"/>
                          <a:chOff x="5797343" y="2178392"/>
                          <a:chExt cx="2320919" cy="2112818"/>
                        </a:xfrm>
                      </p:grpSpPr>
                      <p:grpSp>
                        <p:nvGrpSpPr>
                          <p:cNvPr id="6286" name="Google Shape;6286;p49"/>
                          <p:cNvGrpSpPr/>
                          <p:nvPr/>
                        </p:nvGrpSpPr>
                        <p:grpSpPr>
                          <a:xfrm>
                            <a:off x="5797343" y="2178392"/>
                            <a:ext cx="2320919" cy="2112818"/>
                            <a:chOff x="5587545" y="1682358"/>
                            <a:chExt cx="2320919" cy="2112818"/>
                          </a:xfrm>
                        </p:grpSpPr>
                        <p:sp>
                          <p:nvSpPr>
                            <p:cNvPr id="6287" name="Google Shape;6287;p49"/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1905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288" name="Google Shape;6288;p49"/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1905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6289" name="Google Shape;6289;p49"/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solidFill>
                            <a:srgbClr val="A5A5A5"/>
                          </a:solidFill>
                          <a:ln cap="flat" cmpd="sng" w="1905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6290" name="Google Shape;6290;p49"/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rgbClr val="A5A5A5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291" name="Google Shape;6291;p49"/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6292" name="Google Shape;6292;p49"/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293" name="Google Shape;6293;p49"/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294" name="Google Shape;6294;p49"/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95" name="Google Shape;6295;p49"/>
            <p:cNvGrpSpPr/>
            <p:nvPr/>
          </p:nvGrpSpPr>
          <p:grpSpPr>
            <a:xfrm rot="10800000">
              <a:off x="8493567" y="2717762"/>
              <a:ext cx="5342694" cy="3929560"/>
              <a:chOff x="4489622" y="-44321"/>
              <a:chExt cx="5342694" cy="3929560"/>
            </a:xfrm>
          </p:grpSpPr>
          <p:grpSp>
            <p:nvGrpSpPr>
              <p:cNvPr id="6296" name="Google Shape;6296;p49"/>
              <p:cNvGrpSpPr/>
              <p:nvPr/>
            </p:nvGrpSpPr>
            <p:grpSpPr>
              <a:xfrm rot="1800000">
                <a:off x="4766586" y="822959"/>
                <a:ext cx="4057271" cy="2194999"/>
                <a:chOff x="4766586" y="822959"/>
                <a:chExt cx="4057271" cy="2194999"/>
              </a:xfrm>
            </p:grpSpPr>
            <p:grpSp>
              <p:nvGrpSpPr>
                <p:cNvPr id="6297" name="Google Shape;6297;p49"/>
                <p:cNvGrpSpPr/>
                <p:nvPr/>
              </p:nvGrpSpPr>
              <p:grpSpPr>
                <a:xfrm>
                  <a:off x="4766586" y="1126534"/>
                  <a:ext cx="2298705" cy="1891424"/>
                  <a:chOff x="4766586" y="1126534"/>
                  <a:chExt cx="2298705" cy="1891424"/>
                </a:xfrm>
              </p:grpSpPr>
              <p:grpSp>
                <p:nvGrpSpPr>
                  <p:cNvPr id="6298" name="Google Shape;6298;p49"/>
                  <p:cNvGrpSpPr/>
                  <p:nvPr/>
                </p:nvGrpSpPr>
                <p:grpSpPr>
                  <a:xfrm rot="3960000">
                    <a:off x="5436172" y="1561945"/>
                    <a:ext cx="575117" cy="1696572"/>
                    <a:chOff x="3246065" y="2845317"/>
                    <a:chExt cx="695654" cy="2073060"/>
                  </a:xfrm>
                </p:grpSpPr>
                <p:grpSp>
                  <p:nvGrpSpPr>
                    <p:cNvPr id="6299" name="Google Shape;6299;p49"/>
                    <p:cNvGrpSpPr/>
                    <p:nvPr/>
                  </p:nvGrpSpPr>
                  <p:grpSpPr>
                    <a:xfrm flipH="1">
                      <a:off x="3246065" y="3839200"/>
                      <a:ext cx="435993" cy="1079177"/>
                      <a:chOff x="5739808" y="3702217"/>
                      <a:chExt cx="352110" cy="854438"/>
                    </a:xfrm>
                  </p:grpSpPr>
                  <p:grpSp>
                    <p:nvGrpSpPr>
                      <p:cNvPr id="6300" name="Google Shape;6300;p49"/>
                      <p:cNvGrpSpPr/>
                      <p:nvPr/>
                    </p:nvGrpSpPr>
                    <p:grpSpPr>
                      <a:xfrm>
                        <a:off x="5739808" y="3702217"/>
                        <a:ext cx="319170" cy="506923"/>
                        <a:chOff x="6097258" y="3701203"/>
                        <a:chExt cx="319170" cy="506923"/>
                      </a:xfrm>
                    </p:grpSpPr>
                    <p:sp>
                      <p:nvSpPr>
                        <p:cNvPr id="6301" name="Google Shape;6301;p49"/>
                        <p:cNvSpPr/>
                        <p:nvPr/>
                      </p:nvSpPr>
                      <p:spPr>
                        <a:xfrm rot="-1077969">
                          <a:off x="6165919" y="3717694"/>
                          <a:ext cx="181848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302" name="Google Shape;6302;p49"/>
                        <p:cNvSpPr/>
                        <p:nvPr/>
                      </p:nvSpPr>
                      <p:spPr>
                        <a:xfrm flipH="1" rot="655801">
                          <a:off x="6207416" y="3774548"/>
                          <a:ext cx="49476" cy="223589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303" name="Google Shape;6303;p49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304" name="Google Shape;6304;p49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305" name="Google Shape;6305;p49"/>
                    <p:cNvGrpSpPr/>
                    <p:nvPr/>
                  </p:nvGrpSpPr>
                  <p:grpSpPr>
                    <a:xfrm flipH="1" rot="10800000">
                      <a:off x="3505726" y="2845317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306" name="Google Shape;6306;p49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307" name="Google Shape;6307;p49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308" name="Google Shape;6308;p49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309" name="Google Shape;6309;p49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310" name="Google Shape;6310;p49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311" name="Google Shape;6311;p49"/>
                  <p:cNvGrpSpPr/>
                  <p:nvPr/>
                </p:nvGrpSpPr>
                <p:grpSpPr>
                  <a:xfrm rot="6360000">
                    <a:off x="5371407" y="791349"/>
                    <a:ext cx="580526" cy="1695846"/>
                    <a:chOff x="2365817" y="2845869"/>
                    <a:chExt cx="702197" cy="2072173"/>
                  </a:xfrm>
                </p:grpSpPr>
                <p:grpSp>
                  <p:nvGrpSpPr>
                    <p:cNvPr id="6312" name="Google Shape;6312;p49"/>
                    <p:cNvGrpSpPr/>
                    <p:nvPr/>
                  </p:nvGrpSpPr>
                  <p:grpSpPr>
                    <a:xfrm>
                      <a:off x="2632021" y="3837706"/>
                      <a:ext cx="435993" cy="1080336"/>
                      <a:chOff x="5739807" y="3701299"/>
                      <a:chExt cx="352111" cy="855357"/>
                    </a:xfrm>
                  </p:grpSpPr>
                  <p:grpSp>
                    <p:nvGrpSpPr>
                      <p:cNvPr id="6313" name="Google Shape;6313;p49"/>
                      <p:cNvGrpSpPr/>
                      <p:nvPr/>
                    </p:nvGrpSpPr>
                    <p:grpSpPr>
                      <a:xfrm>
                        <a:off x="5739807" y="3701299"/>
                        <a:ext cx="322028" cy="507850"/>
                        <a:chOff x="6097257" y="3700285"/>
                        <a:chExt cx="322028" cy="507850"/>
                      </a:xfrm>
                    </p:grpSpPr>
                    <p:sp>
                      <p:nvSpPr>
                        <p:cNvPr id="6314" name="Google Shape;6314;p49"/>
                        <p:cNvSpPr/>
                        <p:nvPr/>
                      </p:nvSpPr>
                      <p:spPr>
                        <a:xfrm rot="-1077969">
                          <a:off x="6165845" y="3717239"/>
                          <a:ext cx="184852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315" name="Google Shape;6315;p49"/>
                        <p:cNvSpPr/>
                        <p:nvPr/>
                      </p:nvSpPr>
                      <p:spPr>
                        <a:xfrm flipH="1" rot="622646">
                          <a:off x="6207873" y="3795106"/>
                          <a:ext cx="46037" cy="203887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316" name="Google Shape;6316;p49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317" name="Google Shape;6317;p49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318" name="Google Shape;6318;p49"/>
                    <p:cNvGrpSpPr/>
                    <p:nvPr/>
                  </p:nvGrpSpPr>
                  <p:grpSpPr>
                    <a:xfrm rot="10800000">
                      <a:off x="2365817" y="2845869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319" name="Google Shape;6319;p49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320" name="Google Shape;6320;p49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321" name="Google Shape;6321;p49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322" name="Google Shape;6322;p49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323" name="Google Shape;6323;p49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324" name="Google Shape;6324;p49"/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6325" name="Google Shape;6325;p49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6326" name="Google Shape;6326;p49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6327" name="Google Shape;6327;p49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6328" name="Google Shape;6328;p49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6329" name="Google Shape;6329;p49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330" name="Google Shape;6330;p49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6331" name="Google Shape;6331;p49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6332" name="Google Shape;6332;p49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6333" name="Google Shape;6333;p49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6334" name="Google Shape;6334;p49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335" name="Google Shape;6335;p49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336" name="Google Shape;6336;p49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6337" name="Google Shape;6337;p49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6338" name="Google Shape;6338;p49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339" name="Google Shape;6339;p49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340" name="Google Shape;6340;p49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6341" name="Google Shape;6341;p49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6342" name="Google Shape;6342;p49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343" name="Google Shape;6343;p49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344" name="Google Shape;6344;p49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6345" name="Google Shape;6345;p49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6346" name="Google Shape;6346;p49"/>
                  <p:cNvGrpSpPr/>
                  <p:nvPr/>
                </p:nvGrpSpPr>
                <p:grpSpPr>
                  <a:xfrm rot="5151436">
                    <a:off x="5213985" y="1962553"/>
                    <a:ext cx="796736" cy="112283"/>
                    <a:chOff x="2676061" y="4093308"/>
                    <a:chExt cx="963722" cy="137200"/>
                  </a:xfrm>
                </p:grpSpPr>
                <p:sp>
                  <p:nvSpPr>
                    <p:cNvPr id="6347" name="Google Shape;6347;p49"/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348" name="Google Shape;6348;p49"/>
                    <p:cNvGrpSpPr/>
                    <p:nvPr/>
                  </p:nvGrpSpPr>
                  <p:grpSpPr>
                    <a:xfrm>
                      <a:off x="2676061" y="4130452"/>
                      <a:ext cx="963722" cy="100056"/>
                      <a:chOff x="2676061" y="4130452"/>
                      <a:chExt cx="963722" cy="100056"/>
                    </a:xfrm>
                  </p:grpSpPr>
                  <p:grpSp>
                    <p:nvGrpSpPr>
                      <p:cNvPr id="6349" name="Google Shape;6349;p49"/>
                      <p:cNvGrpSpPr/>
                      <p:nvPr/>
                    </p:nvGrpSpPr>
                    <p:grpSpPr>
                      <a:xfrm>
                        <a:off x="2676061" y="4130452"/>
                        <a:ext cx="963722" cy="75413"/>
                        <a:chOff x="5775048" y="3892549"/>
                        <a:chExt cx="778309" cy="59708"/>
                      </a:xfrm>
                    </p:grpSpPr>
                    <p:sp>
                      <p:nvSpPr>
                        <p:cNvPr id="6350" name="Google Shape;6350;p49"/>
                        <p:cNvSpPr/>
                        <p:nvPr/>
                      </p:nvSpPr>
                      <p:spPr>
                        <a:xfrm rot="-54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351" name="Google Shape;6351;p49"/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352" name="Google Shape;6352;p49"/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353" name="Google Shape;6353;p49"/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6354" name="Google Shape;6354;p49"/>
                <p:cNvGrpSpPr/>
                <p:nvPr/>
              </p:nvGrpSpPr>
              <p:grpSpPr>
                <a:xfrm rot="10800000">
                  <a:off x="6525152" y="822959"/>
                  <a:ext cx="2298705" cy="1891424"/>
                  <a:chOff x="4766586" y="1126534"/>
                  <a:chExt cx="2298705" cy="1891424"/>
                </a:xfrm>
              </p:grpSpPr>
              <p:grpSp>
                <p:nvGrpSpPr>
                  <p:cNvPr id="6355" name="Google Shape;6355;p49"/>
                  <p:cNvGrpSpPr/>
                  <p:nvPr/>
                </p:nvGrpSpPr>
                <p:grpSpPr>
                  <a:xfrm rot="3960000">
                    <a:off x="5436172" y="1561945"/>
                    <a:ext cx="575117" cy="1696572"/>
                    <a:chOff x="3246065" y="2845317"/>
                    <a:chExt cx="695654" cy="2073060"/>
                  </a:xfrm>
                </p:grpSpPr>
                <p:grpSp>
                  <p:nvGrpSpPr>
                    <p:cNvPr id="6356" name="Google Shape;6356;p49"/>
                    <p:cNvGrpSpPr/>
                    <p:nvPr/>
                  </p:nvGrpSpPr>
                  <p:grpSpPr>
                    <a:xfrm flipH="1">
                      <a:off x="3246065" y="3839200"/>
                      <a:ext cx="435993" cy="1079177"/>
                      <a:chOff x="5739808" y="3702217"/>
                      <a:chExt cx="352110" cy="854438"/>
                    </a:xfrm>
                  </p:grpSpPr>
                  <p:grpSp>
                    <p:nvGrpSpPr>
                      <p:cNvPr id="6357" name="Google Shape;6357;p49"/>
                      <p:cNvGrpSpPr/>
                      <p:nvPr/>
                    </p:nvGrpSpPr>
                    <p:grpSpPr>
                      <a:xfrm>
                        <a:off x="5739808" y="3702217"/>
                        <a:ext cx="319170" cy="506923"/>
                        <a:chOff x="6097258" y="3701203"/>
                        <a:chExt cx="319170" cy="506923"/>
                      </a:xfrm>
                    </p:grpSpPr>
                    <p:sp>
                      <p:nvSpPr>
                        <p:cNvPr id="6358" name="Google Shape;6358;p49"/>
                        <p:cNvSpPr/>
                        <p:nvPr/>
                      </p:nvSpPr>
                      <p:spPr>
                        <a:xfrm rot="-1077969">
                          <a:off x="6165919" y="3717694"/>
                          <a:ext cx="181848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359" name="Google Shape;6359;p49"/>
                        <p:cNvSpPr/>
                        <p:nvPr/>
                      </p:nvSpPr>
                      <p:spPr>
                        <a:xfrm flipH="1" rot="655801">
                          <a:off x="6207416" y="3774548"/>
                          <a:ext cx="49476" cy="223589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360" name="Google Shape;6360;p49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361" name="Google Shape;6361;p49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362" name="Google Shape;6362;p49"/>
                    <p:cNvGrpSpPr/>
                    <p:nvPr/>
                  </p:nvGrpSpPr>
                  <p:grpSpPr>
                    <a:xfrm flipH="1" rot="10800000">
                      <a:off x="3505726" y="2845317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363" name="Google Shape;6363;p49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364" name="Google Shape;6364;p49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365" name="Google Shape;6365;p49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366" name="Google Shape;6366;p49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367" name="Google Shape;6367;p49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368" name="Google Shape;6368;p49"/>
                  <p:cNvGrpSpPr/>
                  <p:nvPr/>
                </p:nvGrpSpPr>
                <p:grpSpPr>
                  <a:xfrm rot="6360000">
                    <a:off x="5371407" y="791349"/>
                    <a:ext cx="580526" cy="1695846"/>
                    <a:chOff x="2365817" y="2845869"/>
                    <a:chExt cx="702197" cy="2072173"/>
                  </a:xfrm>
                </p:grpSpPr>
                <p:grpSp>
                  <p:nvGrpSpPr>
                    <p:cNvPr id="6369" name="Google Shape;6369;p49"/>
                    <p:cNvGrpSpPr/>
                    <p:nvPr/>
                  </p:nvGrpSpPr>
                  <p:grpSpPr>
                    <a:xfrm>
                      <a:off x="2632021" y="3837706"/>
                      <a:ext cx="435993" cy="1080336"/>
                      <a:chOff x="5739807" y="3701299"/>
                      <a:chExt cx="352111" cy="855357"/>
                    </a:xfrm>
                  </p:grpSpPr>
                  <p:grpSp>
                    <p:nvGrpSpPr>
                      <p:cNvPr id="6370" name="Google Shape;6370;p49"/>
                      <p:cNvGrpSpPr/>
                      <p:nvPr/>
                    </p:nvGrpSpPr>
                    <p:grpSpPr>
                      <a:xfrm>
                        <a:off x="5739807" y="3701299"/>
                        <a:ext cx="322028" cy="507850"/>
                        <a:chOff x="6097257" y="3700285"/>
                        <a:chExt cx="322028" cy="507850"/>
                      </a:xfrm>
                    </p:grpSpPr>
                    <p:sp>
                      <p:nvSpPr>
                        <p:cNvPr id="6371" name="Google Shape;6371;p49"/>
                        <p:cNvSpPr/>
                        <p:nvPr/>
                      </p:nvSpPr>
                      <p:spPr>
                        <a:xfrm rot="-1077969">
                          <a:off x="6165845" y="3717239"/>
                          <a:ext cx="184852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372" name="Google Shape;6372;p49"/>
                        <p:cNvSpPr/>
                        <p:nvPr/>
                      </p:nvSpPr>
                      <p:spPr>
                        <a:xfrm flipH="1" rot="622646">
                          <a:off x="6207873" y="3795106"/>
                          <a:ext cx="46037" cy="203887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373" name="Google Shape;6373;p49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374" name="Google Shape;6374;p49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375" name="Google Shape;6375;p49"/>
                    <p:cNvGrpSpPr/>
                    <p:nvPr/>
                  </p:nvGrpSpPr>
                  <p:grpSpPr>
                    <a:xfrm rot="10800000">
                      <a:off x="2365817" y="2845869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376" name="Google Shape;6376;p49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377" name="Google Shape;6377;p49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378" name="Google Shape;6378;p49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379" name="Google Shape;6379;p49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380" name="Google Shape;6380;p49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381" name="Google Shape;6381;p49"/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6382" name="Google Shape;6382;p49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6383" name="Google Shape;6383;p49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6384" name="Google Shape;6384;p49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6385" name="Google Shape;6385;p49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6386" name="Google Shape;6386;p49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387" name="Google Shape;6387;p49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6388" name="Google Shape;6388;p49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6389" name="Google Shape;6389;p49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6390" name="Google Shape;6390;p49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6391" name="Google Shape;6391;p49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392" name="Google Shape;6392;p49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393" name="Google Shape;6393;p49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6394" name="Google Shape;6394;p49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6395" name="Google Shape;6395;p49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396" name="Google Shape;6396;p49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397" name="Google Shape;6397;p49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6398" name="Google Shape;6398;p49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6399" name="Google Shape;6399;p49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400" name="Google Shape;6400;p49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401" name="Google Shape;6401;p49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6402" name="Google Shape;6402;p49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6403" name="Google Shape;6403;p49"/>
                  <p:cNvGrpSpPr/>
                  <p:nvPr/>
                </p:nvGrpSpPr>
                <p:grpSpPr>
                  <a:xfrm rot="5151436">
                    <a:off x="5213985" y="1962553"/>
                    <a:ext cx="796736" cy="112283"/>
                    <a:chOff x="2676061" y="4093308"/>
                    <a:chExt cx="963722" cy="137200"/>
                  </a:xfrm>
                </p:grpSpPr>
                <p:sp>
                  <p:nvSpPr>
                    <p:cNvPr id="6404" name="Google Shape;6404;p49"/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405" name="Google Shape;6405;p49"/>
                    <p:cNvGrpSpPr/>
                    <p:nvPr/>
                  </p:nvGrpSpPr>
                  <p:grpSpPr>
                    <a:xfrm>
                      <a:off x="2676061" y="4130452"/>
                      <a:ext cx="963722" cy="100056"/>
                      <a:chOff x="2676061" y="4130452"/>
                      <a:chExt cx="963722" cy="100056"/>
                    </a:xfrm>
                  </p:grpSpPr>
                  <p:grpSp>
                    <p:nvGrpSpPr>
                      <p:cNvPr id="6406" name="Google Shape;6406;p49"/>
                      <p:cNvGrpSpPr/>
                      <p:nvPr/>
                    </p:nvGrpSpPr>
                    <p:grpSpPr>
                      <a:xfrm>
                        <a:off x="2676061" y="4130452"/>
                        <a:ext cx="963722" cy="75413"/>
                        <a:chOff x="5775048" y="3892549"/>
                        <a:chExt cx="778309" cy="59708"/>
                      </a:xfrm>
                    </p:grpSpPr>
                    <p:sp>
                      <p:nvSpPr>
                        <p:cNvPr id="6407" name="Google Shape;6407;p49"/>
                        <p:cNvSpPr/>
                        <p:nvPr/>
                      </p:nvSpPr>
                      <p:spPr>
                        <a:xfrm rot="-54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408" name="Google Shape;6408;p49"/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409" name="Google Shape;6409;p49"/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410" name="Google Shape;6410;p49"/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6411" name="Google Shape;6411;p49"/>
              <p:cNvGrpSpPr/>
              <p:nvPr/>
            </p:nvGrpSpPr>
            <p:grpSpPr>
              <a:xfrm rot="297357">
                <a:off x="7424472" y="1650477"/>
                <a:ext cx="2320919" cy="2112818"/>
                <a:chOff x="5701956" y="1773008"/>
                <a:chExt cx="2320919" cy="2112818"/>
              </a:xfrm>
            </p:grpSpPr>
            <p:grpSp>
              <p:nvGrpSpPr>
                <p:cNvPr id="6412" name="Google Shape;6412;p49"/>
                <p:cNvGrpSpPr/>
                <p:nvPr/>
              </p:nvGrpSpPr>
              <p:grpSpPr>
                <a:xfrm>
                  <a:off x="5701956" y="1773008"/>
                  <a:ext cx="2320919" cy="2112818"/>
                  <a:chOff x="5797343" y="2178392"/>
                  <a:chExt cx="2320919" cy="2112818"/>
                </a:xfrm>
              </p:grpSpPr>
              <p:grpSp>
                <p:nvGrpSpPr>
                  <p:cNvPr id="6413" name="Google Shape;6413;p49"/>
                  <p:cNvGrpSpPr/>
                  <p:nvPr/>
                </p:nvGrpSpPr>
                <p:grpSpPr>
                  <a:xfrm>
                    <a:off x="5797343" y="2178392"/>
                    <a:ext cx="2320919" cy="2112818"/>
                    <a:chOff x="5587545" y="1682358"/>
                    <a:chExt cx="2320919" cy="2112818"/>
                  </a:xfrm>
                </p:grpSpPr>
                <p:sp>
                  <p:nvSpPr>
                    <p:cNvPr id="6414" name="Google Shape;6414;p49"/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15" name="Google Shape;6415;p49"/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416" name="Google Shape;6416;p49"/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417" name="Google Shape;6417;p49"/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418" name="Google Shape;6418;p49"/>
              <p:cNvGrpSpPr/>
              <p:nvPr/>
            </p:nvGrpSpPr>
            <p:grpSpPr>
              <a:xfrm rot="600000">
                <a:off x="6352702" y="932651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6419" name="Google Shape;6419;p49"/>
                <p:cNvGrpSpPr/>
                <p:nvPr/>
              </p:nvGrpSpPr>
              <p:grpSpPr>
                <a:xfrm>
                  <a:off x="6243086" y="1135131"/>
                  <a:ext cx="2010277" cy="2036290"/>
                  <a:chOff x="6243086" y="1135131"/>
                  <a:chExt cx="2010277" cy="2036290"/>
                </a:xfrm>
              </p:grpSpPr>
              <p:grpSp>
                <p:nvGrpSpPr>
                  <p:cNvPr id="6420" name="Google Shape;6420;p49"/>
                  <p:cNvGrpSpPr/>
                  <p:nvPr/>
                </p:nvGrpSpPr>
                <p:grpSpPr>
                  <a:xfrm rot="785047">
                    <a:off x="6414183" y="1301838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6421" name="Google Shape;6421;p49"/>
                    <p:cNvGrpSpPr/>
                    <p:nvPr/>
                  </p:nvGrpSpPr>
                  <p:grpSpPr>
                    <a:xfrm>
                      <a:off x="5811486" y="1624311"/>
                      <a:ext cx="1668083" cy="1702876"/>
                      <a:chOff x="5811486" y="1624311"/>
                      <a:chExt cx="1668083" cy="1702876"/>
                    </a:xfrm>
                  </p:grpSpPr>
                  <p:grpSp>
                    <p:nvGrpSpPr>
                      <p:cNvPr id="6422" name="Google Shape;6422;p49"/>
                      <p:cNvGrpSpPr/>
                      <p:nvPr/>
                    </p:nvGrpSpPr>
                    <p:grpSpPr>
                      <a:xfrm rot="-3495342">
                        <a:off x="6006485" y="1890354"/>
                        <a:ext cx="1278085" cy="1170790"/>
                        <a:chOff x="5701956" y="1773008"/>
                        <a:chExt cx="2320919" cy="2112818"/>
                      </a:xfrm>
                    </p:grpSpPr>
                    <p:grpSp>
                      <p:nvGrpSpPr>
                        <p:cNvPr id="6423" name="Google Shape;6423;p49"/>
                        <p:cNvGrpSpPr/>
                        <p:nvPr/>
                      </p:nvGrpSpPr>
                      <p:grpSpPr>
                        <a:xfrm>
                          <a:off x="5701956" y="1773008"/>
                          <a:ext cx="2320919" cy="2112818"/>
                          <a:chOff x="5797343" y="2178392"/>
                          <a:chExt cx="2320919" cy="2112818"/>
                        </a:xfrm>
                      </p:grpSpPr>
                      <p:grpSp>
                        <p:nvGrpSpPr>
                          <p:cNvPr id="6424" name="Google Shape;6424;p49"/>
                          <p:cNvGrpSpPr/>
                          <p:nvPr/>
                        </p:nvGrpSpPr>
                        <p:grpSpPr>
                          <a:xfrm>
                            <a:off x="5797343" y="2178392"/>
                            <a:ext cx="2320919" cy="2112818"/>
                            <a:chOff x="5587545" y="1682358"/>
                            <a:chExt cx="2320919" cy="2112818"/>
                          </a:xfrm>
                        </p:grpSpPr>
                        <p:sp>
                          <p:nvSpPr>
                            <p:cNvPr id="6425" name="Google Shape;6425;p49"/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426" name="Google Shape;6426;p49"/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6427" name="Google Shape;6427;p49"/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6428" name="Google Shape;6428;p49"/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429" name="Google Shape;6429;p49"/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6430" name="Google Shape;6430;p49"/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431" name="Google Shape;6431;p49"/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432" name="Google Shape;6432;p49"/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6433" name="Google Shape;6433;p49"/>
          <p:cNvSpPr/>
          <p:nvPr/>
        </p:nvSpPr>
        <p:spPr>
          <a:xfrm rot="-3006092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34" name="Google Shape;6434;p49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6435" name="Google Shape;6435;p49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6436" name="Google Shape;6436;p49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437" name="Google Shape;6437;p49"/>
              <p:cNvGrpSpPr/>
              <p:nvPr/>
            </p:nvGrpSpPr>
            <p:grpSpPr>
              <a:xfrm>
                <a:off x="7991273" y="2945626"/>
                <a:ext cx="1378938" cy="1532574"/>
                <a:chOff x="7991273" y="2932926"/>
                <a:chExt cx="1378938" cy="1532574"/>
              </a:xfrm>
            </p:grpSpPr>
            <p:sp>
              <p:nvSpPr>
                <p:cNvPr id="6438" name="Google Shape;6438;p49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9" name="Google Shape;6439;p49"/>
                <p:cNvSpPr/>
                <p:nvPr/>
              </p:nvSpPr>
              <p:spPr>
                <a:xfrm>
                  <a:off x="8263838" y="2932926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440" name="Google Shape;6440;p49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6441" name="Google Shape;6441;p49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6442" name="Google Shape;6442;p49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3" name="Google Shape;6443;p49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444" name="Google Shape;6444;p49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6445" name="Google Shape;6445;p49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6" name="Google Shape;6446;p49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7" name="Google Shape;6447;p49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448" name="Google Shape;6448;p49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6449" name="Google Shape;6449;p49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0" name="Google Shape;6450;p49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1" name="Google Shape;6451;p49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452" name="Google Shape;6452;p49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6453" name="Google Shape;6453;p49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4" name="Google Shape;6454;p49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5" name="Google Shape;6455;p49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456" name="Google Shape;6456;p49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6457" name="Google Shape;6457;p49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8" name="Google Shape;6458;p49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9" name="Google Shape;6459;p49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6460" name="Google Shape;6460;p49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6461" name="Google Shape;6461;p49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2" name="Google Shape;6462;p49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63" name="Google Shape;6463;p49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6464" name="Google Shape;6464;p49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6465" name="Google Shape;6465;p49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6466" name="Google Shape;6466;p49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67" name="Google Shape;6467;p49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468" name="Google Shape;6468;p49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6469" name="Google Shape;6469;p49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6470" name="Google Shape;6470;p49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71" name="Google Shape;6471;p49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6472" name="Google Shape;6472;p49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6473" name="Google Shape;6473;p49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74" name="Google Shape;6474;p49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6475" name="Google Shape;6475;p49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6476" name="Google Shape;6476;p49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77" name="Google Shape;6477;p49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478" name="Google Shape;6478;p49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6479" name="Google Shape;6479;p49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0" name="Google Shape;6480;p49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1" name="Google Shape;6481;p49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82" name="Google Shape;6482;p49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83" name="Google Shape;6483;p49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6484" name="Google Shape;6484;p49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6485" name="Google Shape;6485;p49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86" name="Google Shape;6486;p49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487" name="Google Shape;6487;p49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88" name="Google Shape;6488;p49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6489" name="Google Shape;6489;p49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0" name="Google Shape;6490;p49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1" name="Google Shape;6491;p49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492" name="Google Shape;6492;p49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3" name="Google Shape;6493;p49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94" name="Google Shape;6494;p49"/>
          <p:cNvGrpSpPr/>
          <p:nvPr/>
        </p:nvGrpSpPr>
        <p:grpSpPr>
          <a:xfrm rot="10797357">
            <a:off x="8635342" y="2794982"/>
            <a:ext cx="2320919" cy="2112818"/>
            <a:chOff x="5701956" y="1773008"/>
            <a:chExt cx="2320919" cy="2112818"/>
          </a:xfrm>
        </p:grpSpPr>
        <p:grpSp>
          <p:nvGrpSpPr>
            <p:cNvPr id="6495" name="Google Shape;6495;p49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6496" name="Google Shape;6496;p49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6497" name="Google Shape;6497;p49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98" name="Google Shape;6498;p49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499" name="Google Shape;6499;p49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00" name="Google Shape;6500;p49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01" name="Google Shape;6501;p49"/>
          <p:cNvSpPr txBox="1"/>
          <p:nvPr>
            <p:ph idx="1" type="subTitle"/>
          </p:nvPr>
        </p:nvSpPr>
        <p:spPr>
          <a:xfrm>
            <a:off x="363223" y="478971"/>
            <a:ext cx="3557898" cy="630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3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Cerrar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objeto sentido 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en sentido Antihorario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FF0000"/>
                </a:solidFill>
              </a:rPr>
              <a:t>Saltar al paso 6</a:t>
            </a:r>
            <a:endParaRPr/>
          </a:p>
        </p:txBody>
      </p:sp>
      <p:sp>
        <p:nvSpPr>
          <p:cNvPr id="6502" name="Google Shape;6502;p49"/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fmla="val 64585" name="adj1"/>
              <a:gd fmla="val 50000" name="adj2"/>
            </a:avLst>
          </a:pr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3" name="Google Shape;6503;p49"/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Posicionamiento punto de partida.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7" name="Shape 6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08" name="Google Shape;6508;p50"/>
          <p:cNvGrpSpPr/>
          <p:nvPr/>
        </p:nvGrpSpPr>
        <p:grpSpPr>
          <a:xfrm rot="600000">
            <a:off x="4489622" y="-44321"/>
            <a:ext cx="9346639" cy="6691643"/>
            <a:chOff x="4489622" y="-44321"/>
            <a:chExt cx="9346639" cy="6691643"/>
          </a:xfrm>
        </p:grpSpPr>
        <p:grpSp>
          <p:nvGrpSpPr>
            <p:cNvPr id="6509" name="Google Shape;6509;p50"/>
            <p:cNvGrpSpPr/>
            <p:nvPr/>
          </p:nvGrpSpPr>
          <p:grpSpPr>
            <a:xfrm>
              <a:off x="4489622" y="-44321"/>
              <a:ext cx="5342694" cy="3929560"/>
              <a:chOff x="4489622" y="-44321"/>
              <a:chExt cx="5342694" cy="3929560"/>
            </a:xfrm>
          </p:grpSpPr>
          <p:grpSp>
            <p:nvGrpSpPr>
              <p:cNvPr id="6510" name="Google Shape;6510;p50"/>
              <p:cNvGrpSpPr/>
              <p:nvPr/>
            </p:nvGrpSpPr>
            <p:grpSpPr>
              <a:xfrm rot="1800000">
                <a:off x="4766586" y="822959"/>
                <a:ext cx="4057271" cy="2194999"/>
                <a:chOff x="4766586" y="822959"/>
                <a:chExt cx="4057271" cy="2194999"/>
              </a:xfrm>
            </p:grpSpPr>
            <p:grpSp>
              <p:nvGrpSpPr>
                <p:cNvPr id="6511" name="Google Shape;6511;p50"/>
                <p:cNvGrpSpPr/>
                <p:nvPr/>
              </p:nvGrpSpPr>
              <p:grpSpPr>
                <a:xfrm>
                  <a:off x="4766586" y="1126534"/>
                  <a:ext cx="2298705" cy="1891424"/>
                  <a:chOff x="4766586" y="1126534"/>
                  <a:chExt cx="2298705" cy="1891424"/>
                </a:xfrm>
              </p:grpSpPr>
              <p:grpSp>
                <p:nvGrpSpPr>
                  <p:cNvPr id="6512" name="Google Shape;6512;p50"/>
                  <p:cNvGrpSpPr/>
                  <p:nvPr/>
                </p:nvGrpSpPr>
                <p:grpSpPr>
                  <a:xfrm rot="3960000">
                    <a:off x="5436172" y="1561945"/>
                    <a:ext cx="575117" cy="1696572"/>
                    <a:chOff x="3246065" y="2845317"/>
                    <a:chExt cx="695654" cy="2073060"/>
                  </a:xfrm>
                </p:grpSpPr>
                <p:grpSp>
                  <p:nvGrpSpPr>
                    <p:cNvPr id="6513" name="Google Shape;6513;p50"/>
                    <p:cNvGrpSpPr/>
                    <p:nvPr/>
                  </p:nvGrpSpPr>
                  <p:grpSpPr>
                    <a:xfrm flipH="1">
                      <a:off x="3246065" y="3839200"/>
                      <a:ext cx="435993" cy="1079177"/>
                      <a:chOff x="5739808" y="3702217"/>
                      <a:chExt cx="352110" cy="854438"/>
                    </a:xfrm>
                  </p:grpSpPr>
                  <p:grpSp>
                    <p:nvGrpSpPr>
                      <p:cNvPr id="6514" name="Google Shape;6514;p50"/>
                      <p:cNvGrpSpPr/>
                      <p:nvPr/>
                    </p:nvGrpSpPr>
                    <p:grpSpPr>
                      <a:xfrm>
                        <a:off x="5739808" y="3702217"/>
                        <a:ext cx="319170" cy="506923"/>
                        <a:chOff x="6097258" y="3701203"/>
                        <a:chExt cx="319170" cy="506923"/>
                      </a:xfrm>
                    </p:grpSpPr>
                    <p:sp>
                      <p:nvSpPr>
                        <p:cNvPr id="6515" name="Google Shape;6515;p50"/>
                        <p:cNvSpPr/>
                        <p:nvPr/>
                      </p:nvSpPr>
                      <p:spPr>
                        <a:xfrm rot="-1077969">
                          <a:off x="6165919" y="3717694"/>
                          <a:ext cx="181848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516" name="Google Shape;6516;p50"/>
                        <p:cNvSpPr/>
                        <p:nvPr/>
                      </p:nvSpPr>
                      <p:spPr>
                        <a:xfrm flipH="1" rot="655801">
                          <a:off x="6207416" y="3774548"/>
                          <a:ext cx="49476" cy="223589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lt1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517" name="Google Shape;6517;p50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18" name="Google Shape;6518;p50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519" name="Google Shape;6519;p50"/>
                    <p:cNvGrpSpPr/>
                    <p:nvPr/>
                  </p:nvGrpSpPr>
                  <p:grpSpPr>
                    <a:xfrm flipH="1" rot="10800000">
                      <a:off x="3505726" y="2845317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520" name="Google Shape;6520;p50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521" name="Google Shape;6521;p50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522" name="Google Shape;6522;p50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523" name="Google Shape;6523;p50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24" name="Google Shape;6524;p50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525" name="Google Shape;6525;p50"/>
                  <p:cNvGrpSpPr/>
                  <p:nvPr/>
                </p:nvGrpSpPr>
                <p:grpSpPr>
                  <a:xfrm rot="6360000">
                    <a:off x="5371407" y="791349"/>
                    <a:ext cx="580526" cy="1695846"/>
                    <a:chOff x="2365817" y="2845869"/>
                    <a:chExt cx="702197" cy="2072173"/>
                  </a:xfrm>
                </p:grpSpPr>
                <p:grpSp>
                  <p:nvGrpSpPr>
                    <p:cNvPr id="6526" name="Google Shape;6526;p50"/>
                    <p:cNvGrpSpPr/>
                    <p:nvPr/>
                  </p:nvGrpSpPr>
                  <p:grpSpPr>
                    <a:xfrm>
                      <a:off x="2632021" y="3837706"/>
                      <a:ext cx="435993" cy="1080336"/>
                      <a:chOff x="5739807" y="3701299"/>
                      <a:chExt cx="352111" cy="855357"/>
                    </a:xfrm>
                  </p:grpSpPr>
                  <p:grpSp>
                    <p:nvGrpSpPr>
                      <p:cNvPr id="6527" name="Google Shape;6527;p50"/>
                      <p:cNvGrpSpPr/>
                      <p:nvPr/>
                    </p:nvGrpSpPr>
                    <p:grpSpPr>
                      <a:xfrm>
                        <a:off x="5739807" y="3701299"/>
                        <a:ext cx="322028" cy="507850"/>
                        <a:chOff x="6097257" y="3700285"/>
                        <a:chExt cx="322028" cy="507850"/>
                      </a:xfrm>
                    </p:grpSpPr>
                    <p:sp>
                      <p:nvSpPr>
                        <p:cNvPr id="6528" name="Google Shape;6528;p50"/>
                        <p:cNvSpPr/>
                        <p:nvPr/>
                      </p:nvSpPr>
                      <p:spPr>
                        <a:xfrm rot="-1077969">
                          <a:off x="6165845" y="3717239"/>
                          <a:ext cx="184852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529" name="Google Shape;6529;p50"/>
                        <p:cNvSpPr/>
                        <p:nvPr/>
                      </p:nvSpPr>
                      <p:spPr>
                        <a:xfrm flipH="1" rot="622646">
                          <a:off x="6207873" y="3795106"/>
                          <a:ext cx="46037" cy="203887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lt1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530" name="Google Shape;6530;p50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31" name="Google Shape;6531;p50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532" name="Google Shape;6532;p50"/>
                    <p:cNvGrpSpPr/>
                    <p:nvPr/>
                  </p:nvGrpSpPr>
                  <p:grpSpPr>
                    <a:xfrm rot="10800000">
                      <a:off x="2365817" y="2845869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533" name="Google Shape;6533;p50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534" name="Google Shape;6534;p50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535" name="Google Shape;6535;p50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536" name="Google Shape;6536;p50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37" name="Google Shape;6537;p50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538" name="Google Shape;6538;p50"/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6539" name="Google Shape;6539;p50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6540" name="Google Shape;6540;p50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6541" name="Google Shape;6541;p50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6542" name="Google Shape;6542;p50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6543" name="Google Shape;6543;p50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544" name="Google Shape;6544;p50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6545" name="Google Shape;6545;p50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6546" name="Google Shape;6546;p50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6547" name="Google Shape;6547;p50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6548" name="Google Shape;6548;p50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549" name="Google Shape;6549;p50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550" name="Google Shape;6550;p50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6551" name="Google Shape;6551;p50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6552" name="Google Shape;6552;p50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553" name="Google Shape;6553;p50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554" name="Google Shape;6554;p50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6555" name="Google Shape;6555;p50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6556" name="Google Shape;6556;p50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rgbClr val="595959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557" name="Google Shape;6557;p50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558" name="Google Shape;6558;p50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6559" name="Google Shape;6559;p50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6560" name="Google Shape;6560;p50"/>
                  <p:cNvGrpSpPr/>
                  <p:nvPr/>
                </p:nvGrpSpPr>
                <p:grpSpPr>
                  <a:xfrm rot="5151436">
                    <a:off x="5213985" y="1962553"/>
                    <a:ext cx="796736" cy="112283"/>
                    <a:chOff x="2676061" y="4093308"/>
                    <a:chExt cx="963722" cy="137200"/>
                  </a:xfrm>
                </p:grpSpPr>
                <p:sp>
                  <p:nvSpPr>
                    <p:cNvPr id="6561" name="Google Shape;6561;p50"/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562" name="Google Shape;6562;p50"/>
                    <p:cNvGrpSpPr/>
                    <p:nvPr/>
                  </p:nvGrpSpPr>
                  <p:grpSpPr>
                    <a:xfrm>
                      <a:off x="2676061" y="4130452"/>
                      <a:ext cx="963722" cy="100056"/>
                      <a:chOff x="2676061" y="4130452"/>
                      <a:chExt cx="963722" cy="100056"/>
                    </a:xfrm>
                  </p:grpSpPr>
                  <p:grpSp>
                    <p:nvGrpSpPr>
                      <p:cNvPr id="6563" name="Google Shape;6563;p50"/>
                      <p:cNvGrpSpPr/>
                      <p:nvPr/>
                    </p:nvGrpSpPr>
                    <p:grpSpPr>
                      <a:xfrm>
                        <a:off x="2676061" y="4130452"/>
                        <a:ext cx="963722" cy="75413"/>
                        <a:chOff x="5775048" y="3892549"/>
                        <a:chExt cx="778309" cy="59708"/>
                      </a:xfrm>
                    </p:grpSpPr>
                    <p:sp>
                      <p:nvSpPr>
                        <p:cNvPr id="6564" name="Google Shape;6564;p50"/>
                        <p:cNvSpPr/>
                        <p:nvPr/>
                      </p:nvSpPr>
                      <p:spPr>
                        <a:xfrm rot="-54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565" name="Google Shape;6565;p50"/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566" name="Google Shape;6566;p50"/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567" name="Google Shape;6567;p50"/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6568" name="Google Shape;6568;p50"/>
                <p:cNvGrpSpPr/>
                <p:nvPr/>
              </p:nvGrpSpPr>
              <p:grpSpPr>
                <a:xfrm rot="10800000">
                  <a:off x="6525152" y="822959"/>
                  <a:ext cx="2298705" cy="1891424"/>
                  <a:chOff x="4766586" y="1126534"/>
                  <a:chExt cx="2298705" cy="1891424"/>
                </a:xfrm>
              </p:grpSpPr>
              <p:grpSp>
                <p:nvGrpSpPr>
                  <p:cNvPr id="6569" name="Google Shape;6569;p50"/>
                  <p:cNvGrpSpPr/>
                  <p:nvPr/>
                </p:nvGrpSpPr>
                <p:grpSpPr>
                  <a:xfrm rot="3960000">
                    <a:off x="5436172" y="1561945"/>
                    <a:ext cx="575117" cy="1696572"/>
                    <a:chOff x="3246065" y="2845317"/>
                    <a:chExt cx="695654" cy="2073060"/>
                  </a:xfrm>
                </p:grpSpPr>
                <p:grpSp>
                  <p:nvGrpSpPr>
                    <p:cNvPr id="6570" name="Google Shape;6570;p50"/>
                    <p:cNvGrpSpPr/>
                    <p:nvPr/>
                  </p:nvGrpSpPr>
                  <p:grpSpPr>
                    <a:xfrm flipH="1">
                      <a:off x="3246065" y="3839200"/>
                      <a:ext cx="435993" cy="1079177"/>
                      <a:chOff x="5739808" y="3702217"/>
                      <a:chExt cx="352110" cy="854438"/>
                    </a:xfrm>
                  </p:grpSpPr>
                  <p:grpSp>
                    <p:nvGrpSpPr>
                      <p:cNvPr id="6571" name="Google Shape;6571;p50"/>
                      <p:cNvGrpSpPr/>
                      <p:nvPr/>
                    </p:nvGrpSpPr>
                    <p:grpSpPr>
                      <a:xfrm>
                        <a:off x="5739808" y="3702217"/>
                        <a:ext cx="319170" cy="506923"/>
                        <a:chOff x="6097258" y="3701203"/>
                        <a:chExt cx="319170" cy="506923"/>
                      </a:xfrm>
                    </p:grpSpPr>
                    <p:sp>
                      <p:nvSpPr>
                        <p:cNvPr id="6572" name="Google Shape;6572;p50"/>
                        <p:cNvSpPr/>
                        <p:nvPr/>
                      </p:nvSpPr>
                      <p:spPr>
                        <a:xfrm rot="-1077969">
                          <a:off x="6165919" y="3717694"/>
                          <a:ext cx="181848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573" name="Google Shape;6573;p50"/>
                        <p:cNvSpPr/>
                        <p:nvPr/>
                      </p:nvSpPr>
                      <p:spPr>
                        <a:xfrm flipH="1" rot="655801">
                          <a:off x="6207416" y="3774548"/>
                          <a:ext cx="49476" cy="223589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574" name="Google Shape;6574;p50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75" name="Google Shape;6575;p50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576" name="Google Shape;6576;p50"/>
                    <p:cNvGrpSpPr/>
                    <p:nvPr/>
                  </p:nvGrpSpPr>
                  <p:grpSpPr>
                    <a:xfrm flipH="1" rot="10800000">
                      <a:off x="3505726" y="2845317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577" name="Google Shape;6577;p50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578" name="Google Shape;6578;p50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579" name="Google Shape;6579;p50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580" name="Google Shape;6580;p50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81" name="Google Shape;6581;p50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582" name="Google Shape;6582;p50"/>
                  <p:cNvGrpSpPr/>
                  <p:nvPr/>
                </p:nvGrpSpPr>
                <p:grpSpPr>
                  <a:xfrm rot="6360000">
                    <a:off x="5371407" y="791349"/>
                    <a:ext cx="580526" cy="1695846"/>
                    <a:chOff x="2365817" y="2845869"/>
                    <a:chExt cx="702197" cy="2072173"/>
                  </a:xfrm>
                </p:grpSpPr>
                <p:grpSp>
                  <p:nvGrpSpPr>
                    <p:cNvPr id="6583" name="Google Shape;6583;p50"/>
                    <p:cNvGrpSpPr/>
                    <p:nvPr/>
                  </p:nvGrpSpPr>
                  <p:grpSpPr>
                    <a:xfrm>
                      <a:off x="2632021" y="3837706"/>
                      <a:ext cx="435993" cy="1080336"/>
                      <a:chOff x="5739807" y="3701299"/>
                      <a:chExt cx="352111" cy="855357"/>
                    </a:xfrm>
                  </p:grpSpPr>
                  <p:grpSp>
                    <p:nvGrpSpPr>
                      <p:cNvPr id="6584" name="Google Shape;6584;p50"/>
                      <p:cNvGrpSpPr/>
                      <p:nvPr/>
                    </p:nvGrpSpPr>
                    <p:grpSpPr>
                      <a:xfrm>
                        <a:off x="5739807" y="3701299"/>
                        <a:ext cx="322028" cy="507850"/>
                        <a:chOff x="6097257" y="3700285"/>
                        <a:chExt cx="322028" cy="507850"/>
                      </a:xfrm>
                    </p:grpSpPr>
                    <p:sp>
                      <p:nvSpPr>
                        <p:cNvPr id="6585" name="Google Shape;6585;p50"/>
                        <p:cNvSpPr/>
                        <p:nvPr/>
                      </p:nvSpPr>
                      <p:spPr>
                        <a:xfrm rot="-1077969">
                          <a:off x="6165845" y="3717239"/>
                          <a:ext cx="184852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586" name="Google Shape;6586;p50"/>
                        <p:cNvSpPr/>
                        <p:nvPr/>
                      </p:nvSpPr>
                      <p:spPr>
                        <a:xfrm flipH="1" rot="622646">
                          <a:off x="6207873" y="3795106"/>
                          <a:ext cx="46037" cy="203887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587" name="Google Shape;6587;p50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88" name="Google Shape;6588;p50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589" name="Google Shape;6589;p50"/>
                    <p:cNvGrpSpPr/>
                    <p:nvPr/>
                  </p:nvGrpSpPr>
                  <p:grpSpPr>
                    <a:xfrm rot="10800000">
                      <a:off x="2365817" y="2845869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590" name="Google Shape;6590;p50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591" name="Google Shape;6591;p50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592" name="Google Shape;6592;p50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593" name="Google Shape;6593;p50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94" name="Google Shape;6594;p50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595" name="Google Shape;6595;p50"/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6596" name="Google Shape;6596;p50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6597" name="Google Shape;6597;p50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6598" name="Google Shape;6598;p50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6599" name="Google Shape;6599;p50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6600" name="Google Shape;6600;p50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601" name="Google Shape;6601;p50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6602" name="Google Shape;6602;p50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6603" name="Google Shape;6603;p50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6604" name="Google Shape;6604;p50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6605" name="Google Shape;6605;p50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606" name="Google Shape;6606;p50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607" name="Google Shape;6607;p50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6608" name="Google Shape;6608;p50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6609" name="Google Shape;6609;p50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610" name="Google Shape;6610;p50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611" name="Google Shape;6611;p50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6612" name="Google Shape;6612;p50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6613" name="Google Shape;6613;p50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614" name="Google Shape;6614;p50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615" name="Google Shape;6615;p50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6616" name="Google Shape;6616;p50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6617" name="Google Shape;6617;p50"/>
                  <p:cNvGrpSpPr/>
                  <p:nvPr/>
                </p:nvGrpSpPr>
                <p:grpSpPr>
                  <a:xfrm rot="5151436">
                    <a:off x="5213985" y="1962553"/>
                    <a:ext cx="796736" cy="112283"/>
                    <a:chOff x="2676061" y="4093308"/>
                    <a:chExt cx="963722" cy="137200"/>
                  </a:xfrm>
                </p:grpSpPr>
                <p:sp>
                  <p:nvSpPr>
                    <p:cNvPr id="6618" name="Google Shape;6618;p50"/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619" name="Google Shape;6619;p50"/>
                    <p:cNvGrpSpPr/>
                    <p:nvPr/>
                  </p:nvGrpSpPr>
                  <p:grpSpPr>
                    <a:xfrm>
                      <a:off x="2676061" y="4130452"/>
                      <a:ext cx="963722" cy="100056"/>
                      <a:chOff x="2676061" y="4130452"/>
                      <a:chExt cx="963722" cy="100056"/>
                    </a:xfrm>
                  </p:grpSpPr>
                  <p:grpSp>
                    <p:nvGrpSpPr>
                      <p:cNvPr id="6620" name="Google Shape;6620;p50"/>
                      <p:cNvGrpSpPr/>
                      <p:nvPr/>
                    </p:nvGrpSpPr>
                    <p:grpSpPr>
                      <a:xfrm>
                        <a:off x="2676061" y="4130452"/>
                        <a:ext cx="963722" cy="75413"/>
                        <a:chOff x="5775048" y="3892549"/>
                        <a:chExt cx="778309" cy="59708"/>
                      </a:xfrm>
                    </p:grpSpPr>
                    <p:sp>
                      <p:nvSpPr>
                        <p:cNvPr id="6621" name="Google Shape;6621;p50"/>
                        <p:cNvSpPr/>
                        <p:nvPr/>
                      </p:nvSpPr>
                      <p:spPr>
                        <a:xfrm rot="-54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622" name="Google Shape;6622;p50"/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623" name="Google Shape;6623;p50"/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624" name="Google Shape;6624;p50"/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6625" name="Google Shape;6625;p50"/>
              <p:cNvGrpSpPr/>
              <p:nvPr/>
            </p:nvGrpSpPr>
            <p:grpSpPr>
              <a:xfrm rot="297357">
                <a:off x="7424472" y="1650477"/>
                <a:ext cx="2320919" cy="2112818"/>
                <a:chOff x="5701956" y="1773008"/>
                <a:chExt cx="2320919" cy="2112818"/>
              </a:xfrm>
            </p:grpSpPr>
            <p:grpSp>
              <p:nvGrpSpPr>
                <p:cNvPr id="6626" name="Google Shape;6626;p50"/>
                <p:cNvGrpSpPr/>
                <p:nvPr/>
              </p:nvGrpSpPr>
              <p:grpSpPr>
                <a:xfrm>
                  <a:off x="5701956" y="1773008"/>
                  <a:ext cx="2320919" cy="2112818"/>
                  <a:chOff x="5797343" y="2178392"/>
                  <a:chExt cx="2320919" cy="2112818"/>
                </a:xfrm>
              </p:grpSpPr>
              <p:grpSp>
                <p:nvGrpSpPr>
                  <p:cNvPr id="6627" name="Google Shape;6627;p50"/>
                  <p:cNvGrpSpPr/>
                  <p:nvPr/>
                </p:nvGrpSpPr>
                <p:grpSpPr>
                  <a:xfrm>
                    <a:off x="5797343" y="2178392"/>
                    <a:ext cx="2320919" cy="2112818"/>
                    <a:chOff x="5587545" y="1682358"/>
                    <a:chExt cx="2320919" cy="2112818"/>
                  </a:xfrm>
                </p:grpSpPr>
                <p:sp>
                  <p:nvSpPr>
                    <p:cNvPr id="6628" name="Google Shape;6628;p50"/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29" name="Google Shape;6629;p50"/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630" name="Google Shape;6630;p50"/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631" name="Google Shape;6631;p50"/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632" name="Google Shape;6632;p50"/>
              <p:cNvGrpSpPr/>
              <p:nvPr/>
            </p:nvGrpSpPr>
            <p:grpSpPr>
              <a:xfrm rot="600000">
                <a:off x="6352702" y="932651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6633" name="Google Shape;6633;p50"/>
                <p:cNvGrpSpPr/>
                <p:nvPr/>
              </p:nvGrpSpPr>
              <p:grpSpPr>
                <a:xfrm>
                  <a:off x="6243086" y="1135131"/>
                  <a:ext cx="2010277" cy="2036290"/>
                  <a:chOff x="6243086" y="1135131"/>
                  <a:chExt cx="2010277" cy="2036290"/>
                </a:xfrm>
              </p:grpSpPr>
              <p:grpSp>
                <p:nvGrpSpPr>
                  <p:cNvPr id="6634" name="Google Shape;6634;p50"/>
                  <p:cNvGrpSpPr/>
                  <p:nvPr/>
                </p:nvGrpSpPr>
                <p:grpSpPr>
                  <a:xfrm rot="785047">
                    <a:off x="6414183" y="1301838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6635" name="Google Shape;6635;p50"/>
                    <p:cNvGrpSpPr/>
                    <p:nvPr/>
                  </p:nvGrpSpPr>
                  <p:grpSpPr>
                    <a:xfrm>
                      <a:off x="5811486" y="1624311"/>
                      <a:ext cx="1668083" cy="1702876"/>
                      <a:chOff x="5811486" y="1624311"/>
                      <a:chExt cx="1668083" cy="1702876"/>
                    </a:xfrm>
                  </p:grpSpPr>
                  <p:grpSp>
                    <p:nvGrpSpPr>
                      <p:cNvPr id="6636" name="Google Shape;6636;p50"/>
                      <p:cNvGrpSpPr/>
                      <p:nvPr/>
                    </p:nvGrpSpPr>
                    <p:grpSpPr>
                      <a:xfrm rot="-3495342">
                        <a:off x="6006485" y="1890354"/>
                        <a:ext cx="1278085" cy="1170790"/>
                        <a:chOff x="5701956" y="1773008"/>
                        <a:chExt cx="2320919" cy="2112818"/>
                      </a:xfrm>
                    </p:grpSpPr>
                    <p:grpSp>
                      <p:nvGrpSpPr>
                        <p:cNvPr id="6637" name="Google Shape;6637;p50"/>
                        <p:cNvGrpSpPr/>
                        <p:nvPr/>
                      </p:nvGrpSpPr>
                      <p:grpSpPr>
                        <a:xfrm>
                          <a:off x="5701956" y="1773008"/>
                          <a:ext cx="2320919" cy="2112818"/>
                          <a:chOff x="5797343" y="2178392"/>
                          <a:chExt cx="2320919" cy="2112818"/>
                        </a:xfrm>
                      </p:grpSpPr>
                      <p:grpSp>
                        <p:nvGrpSpPr>
                          <p:cNvPr id="6638" name="Google Shape;6638;p50"/>
                          <p:cNvGrpSpPr/>
                          <p:nvPr/>
                        </p:nvGrpSpPr>
                        <p:grpSpPr>
                          <a:xfrm>
                            <a:off x="5797343" y="2178392"/>
                            <a:ext cx="2320919" cy="2112818"/>
                            <a:chOff x="5587545" y="1682358"/>
                            <a:chExt cx="2320919" cy="2112818"/>
                          </a:xfrm>
                        </p:grpSpPr>
                        <p:sp>
                          <p:nvSpPr>
                            <p:cNvPr id="6639" name="Google Shape;6639;p50"/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1905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640" name="Google Shape;6640;p50"/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1905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6641" name="Google Shape;6641;p50"/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solidFill>
                            <a:srgbClr val="A5A5A5"/>
                          </a:solidFill>
                          <a:ln cap="flat" cmpd="sng" w="1905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6642" name="Google Shape;6642;p50"/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rgbClr val="A5A5A5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643" name="Google Shape;6643;p50"/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6644" name="Google Shape;6644;p50"/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645" name="Google Shape;6645;p50"/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646" name="Google Shape;6646;p50"/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647" name="Google Shape;6647;p50"/>
            <p:cNvGrpSpPr/>
            <p:nvPr/>
          </p:nvGrpSpPr>
          <p:grpSpPr>
            <a:xfrm rot="10800000">
              <a:off x="8493567" y="2717762"/>
              <a:ext cx="5342694" cy="3929560"/>
              <a:chOff x="4489622" y="-44321"/>
              <a:chExt cx="5342694" cy="3929560"/>
            </a:xfrm>
          </p:grpSpPr>
          <p:grpSp>
            <p:nvGrpSpPr>
              <p:cNvPr id="6648" name="Google Shape;6648;p50"/>
              <p:cNvGrpSpPr/>
              <p:nvPr/>
            </p:nvGrpSpPr>
            <p:grpSpPr>
              <a:xfrm rot="1800000">
                <a:off x="4766586" y="822959"/>
                <a:ext cx="4057271" cy="2194999"/>
                <a:chOff x="4766586" y="822959"/>
                <a:chExt cx="4057271" cy="2194999"/>
              </a:xfrm>
            </p:grpSpPr>
            <p:grpSp>
              <p:nvGrpSpPr>
                <p:cNvPr id="6649" name="Google Shape;6649;p50"/>
                <p:cNvGrpSpPr/>
                <p:nvPr/>
              </p:nvGrpSpPr>
              <p:grpSpPr>
                <a:xfrm>
                  <a:off x="4766586" y="1126534"/>
                  <a:ext cx="2298705" cy="1891424"/>
                  <a:chOff x="4766586" y="1126534"/>
                  <a:chExt cx="2298705" cy="1891424"/>
                </a:xfrm>
              </p:grpSpPr>
              <p:grpSp>
                <p:nvGrpSpPr>
                  <p:cNvPr id="6650" name="Google Shape;6650;p50"/>
                  <p:cNvGrpSpPr/>
                  <p:nvPr/>
                </p:nvGrpSpPr>
                <p:grpSpPr>
                  <a:xfrm rot="3960000">
                    <a:off x="5436172" y="1561945"/>
                    <a:ext cx="575117" cy="1696572"/>
                    <a:chOff x="3246065" y="2845317"/>
                    <a:chExt cx="695654" cy="2073060"/>
                  </a:xfrm>
                </p:grpSpPr>
                <p:grpSp>
                  <p:nvGrpSpPr>
                    <p:cNvPr id="6651" name="Google Shape;6651;p50"/>
                    <p:cNvGrpSpPr/>
                    <p:nvPr/>
                  </p:nvGrpSpPr>
                  <p:grpSpPr>
                    <a:xfrm flipH="1">
                      <a:off x="3246065" y="3839200"/>
                      <a:ext cx="435993" cy="1079177"/>
                      <a:chOff x="5739808" y="3702217"/>
                      <a:chExt cx="352110" cy="854438"/>
                    </a:xfrm>
                  </p:grpSpPr>
                  <p:grpSp>
                    <p:nvGrpSpPr>
                      <p:cNvPr id="6652" name="Google Shape;6652;p50"/>
                      <p:cNvGrpSpPr/>
                      <p:nvPr/>
                    </p:nvGrpSpPr>
                    <p:grpSpPr>
                      <a:xfrm>
                        <a:off x="5739808" y="3702217"/>
                        <a:ext cx="319170" cy="506923"/>
                        <a:chOff x="6097258" y="3701203"/>
                        <a:chExt cx="319170" cy="506923"/>
                      </a:xfrm>
                    </p:grpSpPr>
                    <p:sp>
                      <p:nvSpPr>
                        <p:cNvPr id="6653" name="Google Shape;6653;p50"/>
                        <p:cNvSpPr/>
                        <p:nvPr/>
                      </p:nvSpPr>
                      <p:spPr>
                        <a:xfrm rot="-1077969">
                          <a:off x="6165919" y="3717694"/>
                          <a:ext cx="181848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654" name="Google Shape;6654;p50"/>
                        <p:cNvSpPr/>
                        <p:nvPr/>
                      </p:nvSpPr>
                      <p:spPr>
                        <a:xfrm flipH="1" rot="655801">
                          <a:off x="6207416" y="3774548"/>
                          <a:ext cx="49476" cy="223589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655" name="Google Shape;6655;p50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656" name="Google Shape;6656;p50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657" name="Google Shape;6657;p50"/>
                    <p:cNvGrpSpPr/>
                    <p:nvPr/>
                  </p:nvGrpSpPr>
                  <p:grpSpPr>
                    <a:xfrm flipH="1" rot="10800000">
                      <a:off x="3505726" y="2845317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658" name="Google Shape;6658;p50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659" name="Google Shape;6659;p50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660" name="Google Shape;6660;p50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661" name="Google Shape;6661;p50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662" name="Google Shape;6662;p50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663" name="Google Shape;6663;p50"/>
                  <p:cNvGrpSpPr/>
                  <p:nvPr/>
                </p:nvGrpSpPr>
                <p:grpSpPr>
                  <a:xfrm rot="6360000">
                    <a:off x="5371407" y="791349"/>
                    <a:ext cx="580526" cy="1695846"/>
                    <a:chOff x="2365817" y="2845869"/>
                    <a:chExt cx="702197" cy="2072173"/>
                  </a:xfrm>
                </p:grpSpPr>
                <p:grpSp>
                  <p:nvGrpSpPr>
                    <p:cNvPr id="6664" name="Google Shape;6664;p50"/>
                    <p:cNvGrpSpPr/>
                    <p:nvPr/>
                  </p:nvGrpSpPr>
                  <p:grpSpPr>
                    <a:xfrm>
                      <a:off x="2632021" y="3837706"/>
                      <a:ext cx="435993" cy="1080336"/>
                      <a:chOff x="5739807" y="3701299"/>
                      <a:chExt cx="352111" cy="855357"/>
                    </a:xfrm>
                  </p:grpSpPr>
                  <p:grpSp>
                    <p:nvGrpSpPr>
                      <p:cNvPr id="6665" name="Google Shape;6665;p50"/>
                      <p:cNvGrpSpPr/>
                      <p:nvPr/>
                    </p:nvGrpSpPr>
                    <p:grpSpPr>
                      <a:xfrm>
                        <a:off x="5739807" y="3701299"/>
                        <a:ext cx="322028" cy="507850"/>
                        <a:chOff x="6097257" y="3700285"/>
                        <a:chExt cx="322028" cy="507850"/>
                      </a:xfrm>
                    </p:grpSpPr>
                    <p:sp>
                      <p:nvSpPr>
                        <p:cNvPr id="6666" name="Google Shape;6666;p50"/>
                        <p:cNvSpPr/>
                        <p:nvPr/>
                      </p:nvSpPr>
                      <p:spPr>
                        <a:xfrm rot="-1077969">
                          <a:off x="6165845" y="3717239"/>
                          <a:ext cx="184852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667" name="Google Shape;6667;p50"/>
                        <p:cNvSpPr/>
                        <p:nvPr/>
                      </p:nvSpPr>
                      <p:spPr>
                        <a:xfrm flipH="1" rot="622646">
                          <a:off x="6207873" y="3795106"/>
                          <a:ext cx="46037" cy="203887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668" name="Google Shape;6668;p50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669" name="Google Shape;6669;p50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670" name="Google Shape;6670;p50"/>
                    <p:cNvGrpSpPr/>
                    <p:nvPr/>
                  </p:nvGrpSpPr>
                  <p:grpSpPr>
                    <a:xfrm rot="10800000">
                      <a:off x="2365817" y="2845869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671" name="Google Shape;6671;p50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672" name="Google Shape;6672;p50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673" name="Google Shape;6673;p50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674" name="Google Shape;6674;p50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675" name="Google Shape;6675;p50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676" name="Google Shape;6676;p50"/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6677" name="Google Shape;6677;p50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6678" name="Google Shape;6678;p50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6679" name="Google Shape;6679;p50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6680" name="Google Shape;6680;p50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6681" name="Google Shape;6681;p50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682" name="Google Shape;6682;p50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6683" name="Google Shape;6683;p50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6684" name="Google Shape;6684;p50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6685" name="Google Shape;6685;p50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6686" name="Google Shape;6686;p50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687" name="Google Shape;6687;p50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688" name="Google Shape;6688;p50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6689" name="Google Shape;6689;p50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6690" name="Google Shape;6690;p50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691" name="Google Shape;6691;p50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692" name="Google Shape;6692;p50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6693" name="Google Shape;6693;p50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6694" name="Google Shape;6694;p50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695" name="Google Shape;6695;p50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696" name="Google Shape;6696;p50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6697" name="Google Shape;6697;p50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6698" name="Google Shape;6698;p50"/>
                  <p:cNvGrpSpPr/>
                  <p:nvPr/>
                </p:nvGrpSpPr>
                <p:grpSpPr>
                  <a:xfrm rot="5151436">
                    <a:off x="5213985" y="1962553"/>
                    <a:ext cx="796736" cy="112283"/>
                    <a:chOff x="2676061" y="4093308"/>
                    <a:chExt cx="963722" cy="137200"/>
                  </a:xfrm>
                </p:grpSpPr>
                <p:sp>
                  <p:nvSpPr>
                    <p:cNvPr id="6699" name="Google Shape;6699;p50"/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700" name="Google Shape;6700;p50"/>
                    <p:cNvGrpSpPr/>
                    <p:nvPr/>
                  </p:nvGrpSpPr>
                  <p:grpSpPr>
                    <a:xfrm>
                      <a:off x="2676061" y="4130452"/>
                      <a:ext cx="963722" cy="100056"/>
                      <a:chOff x="2676061" y="4130452"/>
                      <a:chExt cx="963722" cy="100056"/>
                    </a:xfrm>
                  </p:grpSpPr>
                  <p:grpSp>
                    <p:nvGrpSpPr>
                      <p:cNvPr id="6701" name="Google Shape;6701;p50"/>
                      <p:cNvGrpSpPr/>
                      <p:nvPr/>
                    </p:nvGrpSpPr>
                    <p:grpSpPr>
                      <a:xfrm>
                        <a:off x="2676061" y="4130452"/>
                        <a:ext cx="963722" cy="75413"/>
                        <a:chOff x="5775048" y="3892549"/>
                        <a:chExt cx="778309" cy="59708"/>
                      </a:xfrm>
                    </p:grpSpPr>
                    <p:sp>
                      <p:nvSpPr>
                        <p:cNvPr id="6702" name="Google Shape;6702;p50"/>
                        <p:cNvSpPr/>
                        <p:nvPr/>
                      </p:nvSpPr>
                      <p:spPr>
                        <a:xfrm rot="-54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703" name="Google Shape;6703;p50"/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704" name="Google Shape;6704;p50"/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705" name="Google Shape;6705;p50"/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6706" name="Google Shape;6706;p50"/>
                <p:cNvGrpSpPr/>
                <p:nvPr/>
              </p:nvGrpSpPr>
              <p:grpSpPr>
                <a:xfrm rot="10800000">
                  <a:off x="6525152" y="822959"/>
                  <a:ext cx="2298705" cy="1891424"/>
                  <a:chOff x="4766586" y="1126534"/>
                  <a:chExt cx="2298705" cy="1891424"/>
                </a:xfrm>
              </p:grpSpPr>
              <p:grpSp>
                <p:nvGrpSpPr>
                  <p:cNvPr id="6707" name="Google Shape;6707;p50"/>
                  <p:cNvGrpSpPr/>
                  <p:nvPr/>
                </p:nvGrpSpPr>
                <p:grpSpPr>
                  <a:xfrm rot="3960000">
                    <a:off x="5436172" y="1561945"/>
                    <a:ext cx="575117" cy="1696572"/>
                    <a:chOff x="3246065" y="2845317"/>
                    <a:chExt cx="695654" cy="2073060"/>
                  </a:xfrm>
                </p:grpSpPr>
                <p:grpSp>
                  <p:nvGrpSpPr>
                    <p:cNvPr id="6708" name="Google Shape;6708;p50"/>
                    <p:cNvGrpSpPr/>
                    <p:nvPr/>
                  </p:nvGrpSpPr>
                  <p:grpSpPr>
                    <a:xfrm flipH="1">
                      <a:off x="3246065" y="3839200"/>
                      <a:ext cx="435993" cy="1079177"/>
                      <a:chOff x="5739808" y="3702217"/>
                      <a:chExt cx="352110" cy="854438"/>
                    </a:xfrm>
                  </p:grpSpPr>
                  <p:grpSp>
                    <p:nvGrpSpPr>
                      <p:cNvPr id="6709" name="Google Shape;6709;p50"/>
                      <p:cNvGrpSpPr/>
                      <p:nvPr/>
                    </p:nvGrpSpPr>
                    <p:grpSpPr>
                      <a:xfrm>
                        <a:off x="5739808" y="3702217"/>
                        <a:ext cx="319170" cy="506923"/>
                        <a:chOff x="6097258" y="3701203"/>
                        <a:chExt cx="319170" cy="506923"/>
                      </a:xfrm>
                    </p:grpSpPr>
                    <p:sp>
                      <p:nvSpPr>
                        <p:cNvPr id="6710" name="Google Shape;6710;p50"/>
                        <p:cNvSpPr/>
                        <p:nvPr/>
                      </p:nvSpPr>
                      <p:spPr>
                        <a:xfrm rot="-1077969">
                          <a:off x="6165919" y="3717694"/>
                          <a:ext cx="181848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711" name="Google Shape;6711;p50"/>
                        <p:cNvSpPr/>
                        <p:nvPr/>
                      </p:nvSpPr>
                      <p:spPr>
                        <a:xfrm flipH="1" rot="655801">
                          <a:off x="6207416" y="3774548"/>
                          <a:ext cx="49476" cy="223589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712" name="Google Shape;6712;p50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713" name="Google Shape;6713;p50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714" name="Google Shape;6714;p50"/>
                    <p:cNvGrpSpPr/>
                    <p:nvPr/>
                  </p:nvGrpSpPr>
                  <p:grpSpPr>
                    <a:xfrm flipH="1" rot="10800000">
                      <a:off x="3505726" y="2845317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715" name="Google Shape;6715;p50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716" name="Google Shape;6716;p50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717" name="Google Shape;6717;p50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718" name="Google Shape;6718;p50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719" name="Google Shape;6719;p50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720" name="Google Shape;6720;p50"/>
                  <p:cNvGrpSpPr/>
                  <p:nvPr/>
                </p:nvGrpSpPr>
                <p:grpSpPr>
                  <a:xfrm rot="6360000">
                    <a:off x="5371407" y="791349"/>
                    <a:ext cx="580526" cy="1695846"/>
                    <a:chOff x="2365817" y="2845869"/>
                    <a:chExt cx="702197" cy="2072173"/>
                  </a:xfrm>
                </p:grpSpPr>
                <p:grpSp>
                  <p:nvGrpSpPr>
                    <p:cNvPr id="6721" name="Google Shape;6721;p50"/>
                    <p:cNvGrpSpPr/>
                    <p:nvPr/>
                  </p:nvGrpSpPr>
                  <p:grpSpPr>
                    <a:xfrm>
                      <a:off x="2632021" y="3837706"/>
                      <a:ext cx="435993" cy="1080336"/>
                      <a:chOff x="5739807" y="3701299"/>
                      <a:chExt cx="352111" cy="855357"/>
                    </a:xfrm>
                  </p:grpSpPr>
                  <p:grpSp>
                    <p:nvGrpSpPr>
                      <p:cNvPr id="6722" name="Google Shape;6722;p50"/>
                      <p:cNvGrpSpPr/>
                      <p:nvPr/>
                    </p:nvGrpSpPr>
                    <p:grpSpPr>
                      <a:xfrm>
                        <a:off x="5739807" y="3701299"/>
                        <a:ext cx="322028" cy="507850"/>
                        <a:chOff x="6097257" y="3700285"/>
                        <a:chExt cx="322028" cy="507850"/>
                      </a:xfrm>
                    </p:grpSpPr>
                    <p:sp>
                      <p:nvSpPr>
                        <p:cNvPr id="6723" name="Google Shape;6723;p50"/>
                        <p:cNvSpPr/>
                        <p:nvPr/>
                      </p:nvSpPr>
                      <p:spPr>
                        <a:xfrm rot="-1077969">
                          <a:off x="6165845" y="3717239"/>
                          <a:ext cx="184852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724" name="Google Shape;6724;p50"/>
                        <p:cNvSpPr/>
                        <p:nvPr/>
                      </p:nvSpPr>
                      <p:spPr>
                        <a:xfrm flipH="1" rot="622646">
                          <a:off x="6207873" y="3795106"/>
                          <a:ext cx="46037" cy="203887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725" name="Google Shape;6725;p50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726" name="Google Shape;6726;p50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727" name="Google Shape;6727;p50"/>
                    <p:cNvGrpSpPr/>
                    <p:nvPr/>
                  </p:nvGrpSpPr>
                  <p:grpSpPr>
                    <a:xfrm rot="10800000">
                      <a:off x="2365817" y="2845869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728" name="Google Shape;6728;p50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729" name="Google Shape;6729;p50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730" name="Google Shape;6730;p50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731" name="Google Shape;6731;p50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732" name="Google Shape;6732;p50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733" name="Google Shape;6733;p50"/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6734" name="Google Shape;6734;p50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6735" name="Google Shape;6735;p50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6736" name="Google Shape;6736;p50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6737" name="Google Shape;6737;p50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6738" name="Google Shape;6738;p50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739" name="Google Shape;6739;p50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6740" name="Google Shape;6740;p50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6741" name="Google Shape;6741;p50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6742" name="Google Shape;6742;p50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6743" name="Google Shape;6743;p50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744" name="Google Shape;6744;p50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745" name="Google Shape;6745;p50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6746" name="Google Shape;6746;p50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6747" name="Google Shape;6747;p50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748" name="Google Shape;6748;p50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749" name="Google Shape;6749;p50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6750" name="Google Shape;6750;p50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6751" name="Google Shape;6751;p50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752" name="Google Shape;6752;p50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753" name="Google Shape;6753;p50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6754" name="Google Shape;6754;p50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6755" name="Google Shape;6755;p50"/>
                  <p:cNvGrpSpPr/>
                  <p:nvPr/>
                </p:nvGrpSpPr>
                <p:grpSpPr>
                  <a:xfrm rot="5151436">
                    <a:off x="5213985" y="1962553"/>
                    <a:ext cx="796736" cy="112283"/>
                    <a:chOff x="2676061" y="4093308"/>
                    <a:chExt cx="963722" cy="137200"/>
                  </a:xfrm>
                </p:grpSpPr>
                <p:sp>
                  <p:nvSpPr>
                    <p:cNvPr id="6756" name="Google Shape;6756;p50"/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757" name="Google Shape;6757;p50"/>
                    <p:cNvGrpSpPr/>
                    <p:nvPr/>
                  </p:nvGrpSpPr>
                  <p:grpSpPr>
                    <a:xfrm>
                      <a:off x="2676061" y="4130452"/>
                      <a:ext cx="963722" cy="100056"/>
                      <a:chOff x="2676061" y="4130452"/>
                      <a:chExt cx="963722" cy="100056"/>
                    </a:xfrm>
                  </p:grpSpPr>
                  <p:grpSp>
                    <p:nvGrpSpPr>
                      <p:cNvPr id="6758" name="Google Shape;6758;p50"/>
                      <p:cNvGrpSpPr/>
                      <p:nvPr/>
                    </p:nvGrpSpPr>
                    <p:grpSpPr>
                      <a:xfrm>
                        <a:off x="2676061" y="4130452"/>
                        <a:ext cx="963722" cy="75413"/>
                        <a:chOff x="5775048" y="3892549"/>
                        <a:chExt cx="778309" cy="59708"/>
                      </a:xfrm>
                    </p:grpSpPr>
                    <p:sp>
                      <p:nvSpPr>
                        <p:cNvPr id="6759" name="Google Shape;6759;p50"/>
                        <p:cNvSpPr/>
                        <p:nvPr/>
                      </p:nvSpPr>
                      <p:spPr>
                        <a:xfrm rot="-54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760" name="Google Shape;6760;p50"/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761" name="Google Shape;6761;p50"/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762" name="Google Shape;6762;p50"/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6763" name="Google Shape;6763;p50"/>
              <p:cNvGrpSpPr/>
              <p:nvPr/>
            </p:nvGrpSpPr>
            <p:grpSpPr>
              <a:xfrm rot="297357">
                <a:off x="7424472" y="1650477"/>
                <a:ext cx="2320919" cy="2112818"/>
                <a:chOff x="5701956" y="1773008"/>
                <a:chExt cx="2320919" cy="2112818"/>
              </a:xfrm>
            </p:grpSpPr>
            <p:grpSp>
              <p:nvGrpSpPr>
                <p:cNvPr id="6764" name="Google Shape;6764;p50"/>
                <p:cNvGrpSpPr/>
                <p:nvPr/>
              </p:nvGrpSpPr>
              <p:grpSpPr>
                <a:xfrm>
                  <a:off x="5701956" y="1773008"/>
                  <a:ext cx="2320919" cy="2112818"/>
                  <a:chOff x="5797343" y="2178392"/>
                  <a:chExt cx="2320919" cy="2112818"/>
                </a:xfrm>
              </p:grpSpPr>
              <p:grpSp>
                <p:nvGrpSpPr>
                  <p:cNvPr id="6765" name="Google Shape;6765;p50"/>
                  <p:cNvGrpSpPr/>
                  <p:nvPr/>
                </p:nvGrpSpPr>
                <p:grpSpPr>
                  <a:xfrm>
                    <a:off x="5797343" y="2178392"/>
                    <a:ext cx="2320919" cy="2112818"/>
                    <a:chOff x="5587545" y="1682358"/>
                    <a:chExt cx="2320919" cy="2112818"/>
                  </a:xfrm>
                </p:grpSpPr>
                <p:sp>
                  <p:nvSpPr>
                    <p:cNvPr id="6766" name="Google Shape;6766;p50"/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67" name="Google Shape;6767;p50"/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768" name="Google Shape;6768;p50"/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769" name="Google Shape;6769;p50"/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770" name="Google Shape;6770;p50"/>
              <p:cNvGrpSpPr/>
              <p:nvPr/>
            </p:nvGrpSpPr>
            <p:grpSpPr>
              <a:xfrm rot="600000">
                <a:off x="6352702" y="932651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6771" name="Google Shape;6771;p50"/>
                <p:cNvGrpSpPr/>
                <p:nvPr/>
              </p:nvGrpSpPr>
              <p:grpSpPr>
                <a:xfrm>
                  <a:off x="6243086" y="1135131"/>
                  <a:ext cx="2010277" cy="2036290"/>
                  <a:chOff x="6243086" y="1135131"/>
                  <a:chExt cx="2010277" cy="2036290"/>
                </a:xfrm>
              </p:grpSpPr>
              <p:grpSp>
                <p:nvGrpSpPr>
                  <p:cNvPr id="6772" name="Google Shape;6772;p50"/>
                  <p:cNvGrpSpPr/>
                  <p:nvPr/>
                </p:nvGrpSpPr>
                <p:grpSpPr>
                  <a:xfrm rot="785047">
                    <a:off x="6414183" y="1301838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6773" name="Google Shape;6773;p50"/>
                    <p:cNvGrpSpPr/>
                    <p:nvPr/>
                  </p:nvGrpSpPr>
                  <p:grpSpPr>
                    <a:xfrm>
                      <a:off x="5811486" y="1624311"/>
                      <a:ext cx="1668083" cy="1702876"/>
                      <a:chOff x="5811486" y="1624311"/>
                      <a:chExt cx="1668083" cy="1702876"/>
                    </a:xfrm>
                  </p:grpSpPr>
                  <p:grpSp>
                    <p:nvGrpSpPr>
                      <p:cNvPr id="6774" name="Google Shape;6774;p50"/>
                      <p:cNvGrpSpPr/>
                      <p:nvPr/>
                    </p:nvGrpSpPr>
                    <p:grpSpPr>
                      <a:xfrm rot="-3495342">
                        <a:off x="6006485" y="1890354"/>
                        <a:ext cx="1278085" cy="1170790"/>
                        <a:chOff x="5701956" y="1773008"/>
                        <a:chExt cx="2320919" cy="2112818"/>
                      </a:xfrm>
                    </p:grpSpPr>
                    <p:grpSp>
                      <p:nvGrpSpPr>
                        <p:cNvPr id="6775" name="Google Shape;6775;p50"/>
                        <p:cNvGrpSpPr/>
                        <p:nvPr/>
                      </p:nvGrpSpPr>
                      <p:grpSpPr>
                        <a:xfrm>
                          <a:off x="5701956" y="1773008"/>
                          <a:ext cx="2320919" cy="2112818"/>
                          <a:chOff x="5797343" y="2178392"/>
                          <a:chExt cx="2320919" cy="2112818"/>
                        </a:xfrm>
                      </p:grpSpPr>
                      <p:grpSp>
                        <p:nvGrpSpPr>
                          <p:cNvPr id="6776" name="Google Shape;6776;p50"/>
                          <p:cNvGrpSpPr/>
                          <p:nvPr/>
                        </p:nvGrpSpPr>
                        <p:grpSpPr>
                          <a:xfrm>
                            <a:off x="5797343" y="2178392"/>
                            <a:ext cx="2320919" cy="2112818"/>
                            <a:chOff x="5587545" y="1682358"/>
                            <a:chExt cx="2320919" cy="2112818"/>
                          </a:xfrm>
                        </p:grpSpPr>
                        <p:sp>
                          <p:nvSpPr>
                            <p:cNvPr id="6777" name="Google Shape;6777;p50"/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778" name="Google Shape;6778;p50"/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6779" name="Google Shape;6779;p50"/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6780" name="Google Shape;6780;p50"/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781" name="Google Shape;6781;p50"/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6782" name="Google Shape;6782;p50"/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783" name="Google Shape;6783;p50"/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784" name="Google Shape;6784;p50"/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6785" name="Google Shape;6785;p50"/>
          <p:cNvSpPr/>
          <p:nvPr/>
        </p:nvSpPr>
        <p:spPr>
          <a:xfrm rot="-3006092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86" name="Google Shape;6786;p50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6787" name="Google Shape;6787;p50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6788" name="Google Shape;6788;p50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789" name="Google Shape;6789;p50"/>
              <p:cNvGrpSpPr/>
              <p:nvPr/>
            </p:nvGrpSpPr>
            <p:grpSpPr>
              <a:xfrm>
                <a:off x="7991273" y="2945626"/>
                <a:ext cx="1378938" cy="1532574"/>
                <a:chOff x="7991273" y="2932926"/>
                <a:chExt cx="1378938" cy="1532574"/>
              </a:xfrm>
            </p:grpSpPr>
            <p:sp>
              <p:nvSpPr>
                <p:cNvPr id="6790" name="Google Shape;6790;p50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1" name="Google Shape;6791;p50"/>
                <p:cNvSpPr/>
                <p:nvPr/>
              </p:nvSpPr>
              <p:spPr>
                <a:xfrm>
                  <a:off x="8263838" y="2932926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792" name="Google Shape;6792;p50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6793" name="Google Shape;6793;p50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6794" name="Google Shape;6794;p50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5" name="Google Shape;6795;p50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796" name="Google Shape;6796;p50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6797" name="Google Shape;6797;p50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8" name="Google Shape;6798;p50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9" name="Google Shape;6799;p50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800" name="Google Shape;6800;p50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6801" name="Google Shape;6801;p50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2" name="Google Shape;6802;p50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3" name="Google Shape;6803;p50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804" name="Google Shape;6804;p50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6805" name="Google Shape;6805;p50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6" name="Google Shape;6806;p50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7" name="Google Shape;6807;p50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808" name="Google Shape;6808;p50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6809" name="Google Shape;6809;p50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10" name="Google Shape;6810;p50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11" name="Google Shape;6811;p50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6812" name="Google Shape;6812;p50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6813" name="Google Shape;6813;p50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4" name="Google Shape;6814;p50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15" name="Google Shape;6815;p50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6816" name="Google Shape;6816;p50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6817" name="Google Shape;6817;p50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6818" name="Google Shape;6818;p50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19" name="Google Shape;6819;p50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820" name="Google Shape;6820;p50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6821" name="Google Shape;6821;p50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6822" name="Google Shape;6822;p50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23" name="Google Shape;6823;p50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6824" name="Google Shape;6824;p50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6825" name="Google Shape;6825;p50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26" name="Google Shape;6826;p50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6827" name="Google Shape;6827;p50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6828" name="Google Shape;6828;p50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29" name="Google Shape;6829;p50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830" name="Google Shape;6830;p50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6831" name="Google Shape;6831;p50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2" name="Google Shape;6832;p50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3" name="Google Shape;6833;p50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834" name="Google Shape;6834;p50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35" name="Google Shape;6835;p50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6836" name="Google Shape;6836;p50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6837" name="Google Shape;6837;p50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8" name="Google Shape;6838;p50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839" name="Google Shape;6839;p50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40" name="Google Shape;6840;p50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6841" name="Google Shape;6841;p50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2" name="Google Shape;6842;p50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3" name="Google Shape;6843;p50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844" name="Google Shape;6844;p50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5" name="Google Shape;6845;p50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46" name="Google Shape;6846;p50"/>
          <p:cNvGrpSpPr/>
          <p:nvPr/>
        </p:nvGrpSpPr>
        <p:grpSpPr>
          <a:xfrm rot="10797357">
            <a:off x="8635342" y="2794982"/>
            <a:ext cx="2320919" cy="2112818"/>
            <a:chOff x="5701956" y="1773008"/>
            <a:chExt cx="2320919" cy="2112818"/>
          </a:xfrm>
        </p:grpSpPr>
        <p:grpSp>
          <p:nvGrpSpPr>
            <p:cNvPr id="6847" name="Google Shape;6847;p50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6848" name="Google Shape;6848;p50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6849" name="Google Shape;6849;p50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50" name="Google Shape;6850;p50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851" name="Google Shape;6851;p50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852" name="Google Shape;6852;p50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53" name="Google Shape;6853;p50"/>
          <p:cNvSpPr txBox="1"/>
          <p:nvPr/>
        </p:nvSpPr>
        <p:spPr>
          <a:xfrm>
            <a:off x="5529921" y="3498798"/>
            <a:ext cx="234892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Rotación Antihoraria</a:t>
            </a:r>
            <a:endParaRPr/>
          </a:p>
        </p:txBody>
      </p:sp>
      <p:sp>
        <p:nvSpPr>
          <p:cNvPr id="6854" name="Google Shape;6854;p50"/>
          <p:cNvSpPr txBox="1"/>
          <p:nvPr>
            <p:ph idx="1" type="subTitle"/>
          </p:nvPr>
        </p:nvSpPr>
        <p:spPr>
          <a:xfrm>
            <a:off x="363223" y="478971"/>
            <a:ext cx="3557898" cy="630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3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Cerrar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objeto sentido 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en sentido Antihorario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FF0000"/>
                </a:solidFill>
              </a:rPr>
              <a:t>Saltar al paso 6</a:t>
            </a:r>
            <a:endParaRPr/>
          </a:p>
        </p:txBody>
      </p:sp>
      <p:sp>
        <p:nvSpPr>
          <p:cNvPr id="6855" name="Google Shape;6855;p50"/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fmla="val 64585" name="adj1"/>
              <a:gd fmla="val 50000" name="adj2"/>
            </a:avLst>
          </a:pr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6" name="Google Shape;6856;p50"/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Posicionamiento punto de partida.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0" name="Shape 6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61" name="Google Shape;6861;p51"/>
          <p:cNvGrpSpPr/>
          <p:nvPr/>
        </p:nvGrpSpPr>
        <p:grpSpPr>
          <a:xfrm rot="600000">
            <a:off x="4489622" y="-44321"/>
            <a:ext cx="9346639" cy="6691643"/>
            <a:chOff x="4489622" y="-44321"/>
            <a:chExt cx="9346639" cy="6691643"/>
          </a:xfrm>
        </p:grpSpPr>
        <p:grpSp>
          <p:nvGrpSpPr>
            <p:cNvPr id="6862" name="Google Shape;6862;p51"/>
            <p:cNvGrpSpPr/>
            <p:nvPr/>
          </p:nvGrpSpPr>
          <p:grpSpPr>
            <a:xfrm>
              <a:off x="4489622" y="-44321"/>
              <a:ext cx="5342694" cy="3929560"/>
              <a:chOff x="4489622" y="-44321"/>
              <a:chExt cx="5342694" cy="3929560"/>
            </a:xfrm>
          </p:grpSpPr>
          <p:grpSp>
            <p:nvGrpSpPr>
              <p:cNvPr id="6863" name="Google Shape;6863;p51"/>
              <p:cNvGrpSpPr/>
              <p:nvPr/>
            </p:nvGrpSpPr>
            <p:grpSpPr>
              <a:xfrm rot="1800000">
                <a:off x="4766586" y="822959"/>
                <a:ext cx="4057271" cy="2194999"/>
                <a:chOff x="4766586" y="822959"/>
                <a:chExt cx="4057271" cy="2194999"/>
              </a:xfrm>
            </p:grpSpPr>
            <p:grpSp>
              <p:nvGrpSpPr>
                <p:cNvPr id="6864" name="Google Shape;6864;p51"/>
                <p:cNvGrpSpPr/>
                <p:nvPr/>
              </p:nvGrpSpPr>
              <p:grpSpPr>
                <a:xfrm>
                  <a:off x="4766586" y="1126534"/>
                  <a:ext cx="2298705" cy="1891424"/>
                  <a:chOff x="4766586" y="1126534"/>
                  <a:chExt cx="2298705" cy="1891424"/>
                </a:xfrm>
              </p:grpSpPr>
              <p:grpSp>
                <p:nvGrpSpPr>
                  <p:cNvPr id="6865" name="Google Shape;6865;p51"/>
                  <p:cNvGrpSpPr/>
                  <p:nvPr/>
                </p:nvGrpSpPr>
                <p:grpSpPr>
                  <a:xfrm rot="3960000">
                    <a:off x="5436172" y="1561945"/>
                    <a:ext cx="575117" cy="1696572"/>
                    <a:chOff x="3246065" y="2845317"/>
                    <a:chExt cx="695654" cy="2073060"/>
                  </a:xfrm>
                </p:grpSpPr>
                <p:grpSp>
                  <p:nvGrpSpPr>
                    <p:cNvPr id="6866" name="Google Shape;6866;p51"/>
                    <p:cNvGrpSpPr/>
                    <p:nvPr/>
                  </p:nvGrpSpPr>
                  <p:grpSpPr>
                    <a:xfrm flipH="1">
                      <a:off x="3246065" y="3839200"/>
                      <a:ext cx="435993" cy="1079177"/>
                      <a:chOff x="5739808" y="3702217"/>
                      <a:chExt cx="352110" cy="854438"/>
                    </a:xfrm>
                  </p:grpSpPr>
                  <p:grpSp>
                    <p:nvGrpSpPr>
                      <p:cNvPr id="6867" name="Google Shape;6867;p51"/>
                      <p:cNvGrpSpPr/>
                      <p:nvPr/>
                    </p:nvGrpSpPr>
                    <p:grpSpPr>
                      <a:xfrm>
                        <a:off x="5739808" y="3702217"/>
                        <a:ext cx="319170" cy="506923"/>
                        <a:chOff x="6097258" y="3701203"/>
                        <a:chExt cx="319170" cy="506923"/>
                      </a:xfrm>
                    </p:grpSpPr>
                    <p:sp>
                      <p:nvSpPr>
                        <p:cNvPr id="6868" name="Google Shape;6868;p51"/>
                        <p:cNvSpPr/>
                        <p:nvPr/>
                      </p:nvSpPr>
                      <p:spPr>
                        <a:xfrm rot="-1077969">
                          <a:off x="6165919" y="3717694"/>
                          <a:ext cx="181848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869" name="Google Shape;6869;p51"/>
                        <p:cNvSpPr/>
                        <p:nvPr/>
                      </p:nvSpPr>
                      <p:spPr>
                        <a:xfrm flipH="1" rot="655801">
                          <a:off x="6207416" y="3774548"/>
                          <a:ext cx="49476" cy="223589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lt1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870" name="Google Shape;6870;p51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871" name="Google Shape;6871;p51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872" name="Google Shape;6872;p51"/>
                    <p:cNvGrpSpPr/>
                    <p:nvPr/>
                  </p:nvGrpSpPr>
                  <p:grpSpPr>
                    <a:xfrm flipH="1" rot="10800000">
                      <a:off x="3505726" y="2845317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873" name="Google Shape;6873;p51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874" name="Google Shape;6874;p51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875" name="Google Shape;6875;p51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876" name="Google Shape;6876;p51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877" name="Google Shape;6877;p51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878" name="Google Shape;6878;p51"/>
                  <p:cNvGrpSpPr/>
                  <p:nvPr/>
                </p:nvGrpSpPr>
                <p:grpSpPr>
                  <a:xfrm rot="6360000">
                    <a:off x="5371407" y="791349"/>
                    <a:ext cx="580526" cy="1695846"/>
                    <a:chOff x="2365817" y="2845869"/>
                    <a:chExt cx="702197" cy="2072173"/>
                  </a:xfrm>
                </p:grpSpPr>
                <p:grpSp>
                  <p:nvGrpSpPr>
                    <p:cNvPr id="6879" name="Google Shape;6879;p51"/>
                    <p:cNvGrpSpPr/>
                    <p:nvPr/>
                  </p:nvGrpSpPr>
                  <p:grpSpPr>
                    <a:xfrm>
                      <a:off x="2632021" y="3837706"/>
                      <a:ext cx="435993" cy="1080336"/>
                      <a:chOff x="5739807" y="3701299"/>
                      <a:chExt cx="352111" cy="855357"/>
                    </a:xfrm>
                  </p:grpSpPr>
                  <p:grpSp>
                    <p:nvGrpSpPr>
                      <p:cNvPr id="6880" name="Google Shape;6880;p51"/>
                      <p:cNvGrpSpPr/>
                      <p:nvPr/>
                    </p:nvGrpSpPr>
                    <p:grpSpPr>
                      <a:xfrm>
                        <a:off x="5739807" y="3701299"/>
                        <a:ext cx="322028" cy="507850"/>
                        <a:chOff x="6097257" y="3700285"/>
                        <a:chExt cx="322028" cy="507850"/>
                      </a:xfrm>
                    </p:grpSpPr>
                    <p:sp>
                      <p:nvSpPr>
                        <p:cNvPr id="6881" name="Google Shape;6881;p51"/>
                        <p:cNvSpPr/>
                        <p:nvPr/>
                      </p:nvSpPr>
                      <p:spPr>
                        <a:xfrm rot="-1077969">
                          <a:off x="6165845" y="3717239"/>
                          <a:ext cx="184852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882" name="Google Shape;6882;p51"/>
                        <p:cNvSpPr/>
                        <p:nvPr/>
                      </p:nvSpPr>
                      <p:spPr>
                        <a:xfrm flipH="1" rot="622646">
                          <a:off x="6207873" y="3795106"/>
                          <a:ext cx="46037" cy="203887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lt1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883" name="Google Shape;6883;p51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884" name="Google Shape;6884;p51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885" name="Google Shape;6885;p51"/>
                    <p:cNvGrpSpPr/>
                    <p:nvPr/>
                  </p:nvGrpSpPr>
                  <p:grpSpPr>
                    <a:xfrm rot="10800000">
                      <a:off x="2365817" y="2845869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886" name="Google Shape;6886;p51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887" name="Google Shape;6887;p51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888" name="Google Shape;6888;p51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889" name="Google Shape;6889;p51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890" name="Google Shape;6890;p51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891" name="Google Shape;6891;p51"/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6892" name="Google Shape;6892;p51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6893" name="Google Shape;6893;p51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6894" name="Google Shape;6894;p51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6895" name="Google Shape;6895;p51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6896" name="Google Shape;6896;p51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897" name="Google Shape;6897;p51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6898" name="Google Shape;6898;p51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6899" name="Google Shape;6899;p51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6900" name="Google Shape;6900;p51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6901" name="Google Shape;6901;p51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902" name="Google Shape;6902;p51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903" name="Google Shape;6903;p51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6904" name="Google Shape;6904;p51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6905" name="Google Shape;6905;p51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906" name="Google Shape;6906;p51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907" name="Google Shape;6907;p51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6908" name="Google Shape;6908;p51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6909" name="Google Shape;6909;p51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rgbClr val="595959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910" name="Google Shape;6910;p51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911" name="Google Shape;6911;p51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6912" name="Google Shape;6912;p51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6913" name="Google Shape;6913;p51"/>
                  <p:cNvGrpSpPr/>
                  <p:nvPr/>
                </p:nvGrpSpPr>
                <p:grpSpPr>
                  <a:xfrm rot="5151436">
                    <a:off x="5213985" y="1962553"/>
                    <a:ext cx="796736" cy="112283"/>
                    <a:chOff x="2676061" y="4093308"/>
                    <a:chExt cx="963722" cy="137200"/>
                  </a:xfrm>
                </p:grpSpPr>
                <p:sp>
                  <p:nvSpPr>
                    <p:cNvPr id="6914" name="Google Shape;6914;p51"/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915" name="Google Shape;6915;p51"/>
                    <p:cNvGrpSpPr/>
                    <p:nvPr/>
                  </p:nvGrpSpPr>
                  <p:grpSpPr>
                    <a:xfrm>
                      <a:off x="2676061" y="4130452"/>
                      <a:ext cx="963722" cy="100056"/>
                      <a:chOff x="2676061" y="4130452"/>
                      <a:chExt cx="963722" cy="100056"/>
                    </a:xfrm>
                  </p:grpSpPr>
                  <p:grpSp>
                    <p:nvGrpSpPr>
                      <p:cNvPr id="6916" name="Google Shape;6916;p51"/>
                      <p:cNvGrpSpPr/>
                      <p:nvPr/>
                    </p:nvGrpSpPr>
                    <p:grpSpPr>
                      <a:xfrm>
                        <a:off x="2676061" y="4130452"/>
                        <a:ext cx="963722" cy="75413"/>
                        <a:chOff x="5775048" y="3892549"/>
                        <a:chExt cx="778309" cy="59708"/>
                      </a:xfrm>
                    </p:grpSpPr>
                    <p:sp>
                      <p:nvSpPr>
                        <p:cNvPr id="6917" name="Google Shape;6917;p51"/>
                        <p:cNvSpPr/>
                        <p:nvPr/>
                      </p:nvSpPr>
                      <p:spPr>
                        <a:xfrm rot="-54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918" name="Google Shape;6918;p51"/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919" name="Google Shape;6919;p51"/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920" name="Google Shape;6920;p51"/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6921" name="Google Shape;6921;p51"/>
                <p:cNvGrpSpPr/>
                <p:nvPr/>
              </p:nvGrpSpPr>
              <p:grpSpPr>
                <a:xfrm rot="10800000">
                  <a:off x="6525152" y="822959"/>
                  <a:ext cx="2298705" cy="1891424"/>
                  <a:chOff x="4766586" y="1126534"/>
                  <a:chExt cx="2298705" cy="1891424"/>
                </a:xfrm>
              </p:grpSpPr>
              <p:grpSp>
                <p:nvGrpSpPr>
                  <p:cNvPr id="6922" name="Google Shape;6922;p51"/>
                  <p:cNvGrpSpPr/>
                  <p:nvPr/>
                </p:nvGrpSpPr>
                <p:grpSpPr>
                  <a:xfrm rot="3960000">
                    <a:off x="5436172" y="1561945"/>
                    <a:ext cx="575117" cy="1696572"/>
                    <a:chOff x="3246065" y="2845317"/>
                    <a:chExt cx="695654" cy="2073060"/>
                  </a:xfrm>
                </p:grpSpPr>
                <p:grpSp>
                  <p:nvGrpSpPr>
                    <p:cNvPr id="6923" name="Google Shape;6923;p51"/>
                    <p:cNvGrpSpPr/>
                    <p:nvPr/>
                  </p:nvGrpSpPr>
                  <p:grpSpPr>
                    <a:xfrm flipH="1">
                      <a:off x="3246065" y="3839200"/>
                      <a:ext cx="435993" cy="1079177"/>
                      <a:chOff x="5739808" y="3702217"/>
                      <a:chExt cx="352110" cy="854438"/>
                    </a:xfrm>
                  </p:grpSpPr>
                  <p:grpSp>
                    <p:nvGrpSpPr>
                      <p:cNvPr id="6924" name="Google Shape;6924;p51"/>
                      <p:cNvGrpSpPr/>
                      <p:nvPr/>
                    </p:nvGrpSpPr>
                    <p:grpSpPr>
                      <a:xfrm>
                        <a:off x="5739808" y="3702217"/>
                        <a:ext cx="319170" cy="506923"/>
                        <a:chOff x="6097258" y="3701203"/>
                        <a:chExt cx="319170" cy="506923"/>
                      </a:xfrm>
                    </p:grpSpPr>
                    <p:sp>
                      <p:nvSpPr>
                        <p:cNvPr id="6925" name="Google Shape;6925;p51"/>
                        <p:cNvSpPr/>
                        <p:nvPr/>
                      </p:nvSpPr>
                      <p:spPr>
                        <a:xfrm rot="-1077969">
                          <a:off x="6165919" y="3717694"/>
                          <a:ext cx="181848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926" name="Google Shape;6926;p51"/>
                        <p:cNvSpPr/>
                        <p:nvPr/>
                      </p:nvSpPr>
                      <p:spPr>
                        <a:xfrm flipH="1" rot="655801">
                          <a:off x="6207416" y="3774548"/>
                          <a:ext cx="49476" cy="223589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927" name="Google Shape;6927;p51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928" name="Google Shape;6928;p51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929" name="Google Shape;6929;p51"/>
                    <p:cNvGrpSpPr/>
                    <p:nvPr/>
                  </p:nvGrpSpPr>
                  <p:grpSpPr>
                    <a:xfrm flipH="1" rot="10800000">
                      <a:off x="3505726" y="2845317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930" name="Google Shape;6930;p51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931" name="Google Shape;6931;p51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932" name="Google Shape;6932;p51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933" name="Google Shape;6933;p51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934" name="Google Shape;6934;p51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935" name="Google Shape;6935;p51"/>
                  <p:cNvGrpSpPr/>
                  <p:nvPr/>
                </p:nvGrpSpPr>
                <p:grpSpPr>
                  <a:xfrm rot="6360000">
                    <a:off x="5371407" y="791349"/>
                    <a:ext cx="580526" cy="1695846"/>
                    <a:chOff x="2365817" y="2845869"/>
                    <a:chExt cx="702197" cy="2072173"/>
                  </a:xfrm>
                </p:grpSpPr>
                <p:grpSp>
                  <p:nvGrpSpPr>
                    <p:cNvPr id="6936" name="Google Shape;6936;p51"/>
                    <p:cNvGrpSpPr/>
                    <p:nvPr/>
                  </p:nvGrpSpPr>
                  <p:grpSpPr>
                    <a:xfrm>
                      <a:off x="2632021" y="3837706"/>
                      <a:ext cx="435993" cy="1080336"/>
                      <a:chOff x="5739807" y="3701299"/>
                      <a:chExt cx="352111" cy="855357"/>
                    </a:xfrm>
                  </p:grpSpPr>
                  <p:grpSp>
                    <p:nvGrpSpPr>
                      <p:cNvPr id="6937" name="Google Shape;6937;p51"/>
                      <p:cNvGrpSpPr/>
                      <p:nvPr/>
                    </p:nvGrpSpPr>
                    <p:grpSpPr>
                      <a:xfrm>
                        <a:off x="5739807" y="3701299"/>
                        <a:ext cx="322028" cy="507850"/>
                        <a:chOff x="6097257" y="3700285"/>
                        <a:chExt cx="322028" cy="507850"/>
                      </a:xfrm>
                    </p:grpSpPr>
                    <p:sp>
                      <p:nvSpPr>
                        <p:cNvPr id="6938" name="Google Shape;6938;p51"/>
                        <p:cNvSpPr/>
                        <p:nvPr/>
                      </p:nvSpPr>
                      <p:spPr>
                        <a:xfrm rot="-1077969">
                          <a:off x="6165845" y="3717239"/>
                          <a:ext cx="184852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939" name="Google Shape;6939;p51"/>
                        <p:cNvSpPr/>
                        <p:nvPr/>
                      </p:nvSpPr>
                      <p:spPr>
                        <a:xfrm flipH="1" rot="622646">
                          <a:off x="6207873" y="3795106"/>
                          <a:ext cx="46037" cy="203887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940" name="Google Shape;6940;p51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941" name="Google Shape;6941;p51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6942" name="Google Shape;6942;p51"/>
                    <p:cNvGrpSpPr/>
                    <p:nvPr/>
                  </p:nvGrpSpPr>
                  <p:grpSpPr>
                    <a:xfrm rot="10800000">
                      <a:off x="2365817" y="2845869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6943" name="Google Shape;6943;p51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6944" name="Google Shape;6944;p51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945" name="Google Shape;6945;p51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946" name="Google Shape;6946;p51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947" name="Google Shape;6947;p51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6948" name="Google Shape;6948;p51"/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6949" name="Google Shape;6949;p51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6950" name="Google Shape;6950;p51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6951" name="Google Shape;6951;p51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6952" name="Google Shape;6952;p51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6953" name="Google Shape;6953;p51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954" name="Google Shape;6954;p51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6955" name="Google Shape;6955;p51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6956" name="Google Shape;6956;p51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6957" name="Google Shape;6957;p51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6958" name="Google Shape;6958;p51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959" name="Google Shape;6959;p51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960" name="Google Shape;6960;p51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6961" name="Google Shape;6961;p51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6962" name="Google Shape;6962;p51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963" name="Google Shape;6963;p51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964" name="Google Shape;6964;p51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6965" name="Google Shape;6965;p51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6966" name="Google Shape;6966;p51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967" name="Google Shape;6967;p51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6968" name="Google Shape;6968;p51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6969" name="Google Shape;6969;p51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6970" name="Google Shape;6970;p51"/>
                  <p:cNvGrpSpPr/>
                  <p:nvPr/>
                </p:nvGrpSpPr>
                <p:grpSpPr>
                  <a:xfrm rot="5151436">
                    <a:off x="5213985" y="1962553"/>
                    <a:ext cx="796736" cy="112283"/>
                    <a:chOff x="2676061" y="4093308"/>
                    <a:chExt cx="963722" cy="137200"/>
                  </a:xfrm>
                </p:grpSpPr>
                <p:sp>
                  <p:nvSpPr>
                    <p:cNvPr id="6971" name="Google Shape;6971;p51"/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972" name="Google Shape;6972;p51"/>
                    <p:cNvGrpSpPr/>
                    <p:nvPr/>
                  </p:nvGrpSpPr>
                  <p:grpSpPr>
                    <a:xfrm>
                      <a:off x="2676061" y="4130452"/>
                      <a:ext cx="963722" cy="100056"/>
                      <a:chOff x="2676061" y="4130452"/>
                      <a:chExt cx="963722" cy="100056"/>
                    </a:xfrm>
                  </p:grpSpPr>
                  <p:grpSp>
                    <p:nvGrpSpPr>
                      <p:cNvPr id="6973" name="Google Shape;6973;p51"/>
                      <p:cNvGrpSpPr/>
                      <p:nvPr/>
                    </p:nvGrpSpPr>
                    <p:grpSpPr>
                      <a:xfrm>
                        <a:off x="2676061" y="4130452"/>
                        <a:ext cx="963722" cy="75413"/>
                        <a:chOff x="5775048" y="3892549"/>
                        <a:chExt cx="778309" cy="59708"/>
                      </a:xfrm>
                    </p:grpSpPr>
                    <p:sp>
                      <p:nvSpPr>
                        <p:cNvPr id="6974" name="Google Shape;6974;p51"/>
                        <p:cNvSpPr/>
                        <p:nvPr/>
                      </p:nvSpPr>
                      <p:spPr>
                        <a:xfrm rot="-54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975" name="Google Shape;6975;p51"/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6976" name="Google Shape;6976;p51"/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977" name="Google Shape;6977;p51"/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6978" name="Google Shape;6978;p51"/>
              <p:cNvGrpSpPr/>
              <p:nvPr/>
            </p:nvGrpSpPr>
            <p:grpSpPr>
              <a:xfrm rot="297357">
                <a:off x="7424472" y="1650477"/>
                <a:ext cx="2320919" cy="2112818"/>
                <a:chOff x="5701956" y="1773008"/>
                <a:chExt cx="2320919" cy="2112818"/>
              </a:xfrm>
            </p:grpSpPr>
            <p:grpSp>
              <p:nvGrpSpPr>
                <p:cNvPr id="6979" name="Google Shape;6979;p51"/>
                <p:cNvGrpSpPr/>
                <p:nvPr/>
              </p:nvGrpSpPr>
              <p:grpSpPr>
                <a:xfrm>
                  <a:off x="5701956" y="1773008"/>
                  <a:ext cx="2320919" cy="2112818"/>
                  <a:chOff x="5797343" y="2178392"/>
                  <a:chExt cx="2320919" cy="2112818"/>
                </a:xfrm>
              </p:grpSpPr>
              <p:grpSp>
                <p:nvGrpSpPr>
                  <p:cNvPr id="6980" name="Google Shape;6980;p51"/>
                  <p:cNvGrpSpPr/>
                  <p:nvPr/>
                </p:nvGrpSpPr>
                <p:grpSpPr>
                  <a:xfrm>
                    <a:off x="5797343" y="2178392"/>
                    <a:ext cx="2320919" cy="2112818"/>
                    <a:chOff x="5587545" y="1682358"/>
                    <a:chExt cx="2320919" cy="2112818"/>
                  </a:xfrm>
                </p:grpSpPr>
                <p:sp>
                  <p:nvSpPr>
                    <p:cNvPr id="6981" name="Google Shape;6981;p51"/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982" name="Google Shape;6982;p51"/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983" name="Google Shape;6983;p51"/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984" name="Google Shape;6984;p51"/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85" name="Google Shape;6985;p51"/>
              <p:cNvGrpSpPr/>
              <p:nvPr/>
            </p:nvGrpSpPr>
            <p:grpSpPr>
              <a:xfrm rot="600000">
                <a:off x="6352702" y="932651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6986" name="Google Shape;6986;p51"/>
                <p:cNvGrpSpPr/>
                <p:nvPr/>
              </p:nvGrpSpPr>
              <p:grpSpPr>
                <a:xfrm>
                  <a:off x="6243086" y="1135131"/>
                  <a:ext cx="2010277" cy="2036290"/>
                  <a:chOff x="6243086" y="1135131"/>
                  <a:chExt cx="2010277" cy="2036290"/>
                </a:xfrm>
              </p:grpSpPr>
              <p:grpSp>
                <p:nvGrpSpPr>
                  <p:cNvPr id="6987" name="Google Shape;6987;p51"/>
                  <p:cNvGrpSpPr/>
                  <p:nvPr/>
                </p:nvGrpSpPr>
                <p:grpSpPr>
                  <a:xfrm rot="785047">
                    <a:off x="6414183" y="1301838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6988" name="Google Shape;6988;p51"/>
                    <p:cNvGrpSpPr/>
                    <p:nvPr/>
                  </p:nvGrpSpPr>
                  <p:grpSpPr>
                    <a:xfrm>
                      <a:off x="5811486" y="1624311"/>
                      <a:ext cx="1668083" cy="1702876"/>
                      <a:chOff x="5811486" y="1624311"/>
                      <a:chExt cx="1668083" cy="1702876"/>
                    </a:xfrm>
                  </p:grpSpPr>
                  <p:grpSp>
                    <p:nvGrpSpPr>
                      <p:cNvPr id="6989" name="Google Shape;6989;p51"/>
                      <p:cNvGrpSpPr/>
                      <p:nvPr/>
                    </p:nvGrpSpPr>
                    <p:grpSpPr>
                      <a:xfrm rot="-3495342">
                        <a:off x="6006485" y="1890354"/>
                        <a:ext cx="1278085" cy="1170790"/>
                        <a:chOff x="5701956" y="1773008"/>
                        <a:chExt cx="2320919" cy="2112818"/>
                      </a:xfrm>
                    </p:grpSpPr>
                    <p:grpSp>
                      <p:nvGrpSpPr>
                        <p:cNvPr id="6990" name="Google Shape;6990;p51"/>
                        <p:cNvGrpSpPr/>
                        <p:nvPr/>
                      </p:nvGrpSpPr>
                      <p:grpSpPr>
                        <a:xfrm>
                          <a:off x="5701956" y="1773008"/>
                          <a:ext cx="2320919" cy="2112818"/>
                          <a:chOff x="5797343" y="2178392"/>
                          <a:chExt cx="2320919" cy="2112818"/>
                        </a:xfrm>
                      </p:grpSpPr>
                      <p:grpSp>
                        <p:nvGrpSpPr>
                          <p:cNvPr id="6991" name="Google Shape;6991;p51"/>
                          <p:cNvGrpSpPr/>
                          <p:nvPr/>
                        </p:nvGrpSpPr>
                        <p:grpSpPr>
                          <a:xfrm>
                            <a:off x="5797343" y="2178392"/>
                            <a:ext cx="2320919" cy="2112818"/>
                            <a:chOff x="5587545" y="1682358"/>
                            <a:chExt cx="2320919" cy="2112818"/>
                          </a:xfrm>
                        </p:grpSpPr>
                        <p:sp>
                          <p:nvSpPr>
                            <p:cNvPr id="6992" name="Google Shape;6992;p51"/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1905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6993" name="Google Shape;6993;p51"/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1905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6994" name="Google Shape;6994;p51"/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solidFill>
                            <a:srgbClr val="A5A5A5"/>
                          </a:solidFill>
                          <a:ln cap="flat" cmpd="sng" w="1905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6995" name="Google Shape;6995;p51"/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rgbClr val="A5A5A5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6996" name="Google Shape;6996;p51"/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6997" name="Google Shape;6997;p51"/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6998" name="Google Shape;6998;p51"/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999" name="Google Shape;6999;p51"/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00" name="Google Shape;7000;p51"/>
            <p:cNvGrpSpPr/>
            <p:nvPr/>
          </p:nvGrpSpPr>
          <p:grpSpPr>
            <a:xfrm rot="10800000">
              <a:off x="8493567" y="2717762"/>
              <a:ext cx="5342694" cy="3929560"/>
              <a:chOff x="4489622" y="-44321"/>
              <a:chExt cx="5342694" cy="3929560"/>
            </a:xfrm>
          </p:grpSpPr>
          <p:grpSp>
            <p:nvGrpSpPr>
              <p:cNvPr id="7001" name="Google Shape;7001;p51"/>
              <p:cNvGrpSpPr/>
              <p:nvPr/>
            </p:nvGrpSpPr>
            <p:grpSpPr>
              <a:xfrm rot="1800000">
                <a:off x="4766586" y="822959"/>
                <a:ext cx="4057271" cy="2194999"/>
                <a:chOff x="4766586" y="822959"/>
                <a:chExt cx="4057271" cy="2194999"/>
              </a:xfrm>
            </p:grpSpPr>
            <p:grpSp>
              <p:nvGrpSpPr>
                <p:cNvPr id="7002" name="Google Shape;7002;p51"/>
                <p:cNvGrpSpPr/>
                <p:nvPr/>
              </p:nvGrpSpPr>
              <p:grpSpPr>
                <a:xfrm>
                  <a:off x="4766586" y="1126534"/>
                  <a:ext cx="2298705" cy="1891424"/>
                  <a:chOff x="4766586" y="1126534"/>
                  <a:chExt cx="2298705" cy="1891424"/>
                </a:xfrm>
              </p:grpSpPr>
              <p:grpSp>
                <p:nvGrpSpPr>
                  <p:cNvPr id="7003" name="Google Shape;7003;p51"/>
                  <p:cNvGrpSpPr/>
                  <p:nvPr/>
                </p:nvGrpSpPr>
                <p:grpSpPr>
                  <a:xfrm rot="3960000">
                    <a:off x="5436172" y="1561945"/>
                    <a:ext cx="575117" cy="1696572"/>
                    <a:chOff x="3246065" y="2845317"/>
                    <a:chExt cx="695654" cy="2073060"/>
                  </a:xfrm>
                </p:grpSpPr>
                <p:grpSp>
                  <p:nvGrpSpPr>
                    <p:cNvPr id="7004" name="Google Shape;7004;p51"/>
                    <p:cNvGrpSpPr/>
                    <p:nvPr/>
                  </p:nvGrpSpPr>
                  <p:grpSpPr>
                    <a:xfrm flipH="1">
                      <a:off x="3246065" y="3839200"/>
                      <a:ext cx="435993" cy="1079177"/>
                      <a:chOff x="5739808" y="3702217"/>
                      <a:chExt cx="352110" cy="854438"/>
                    </a:xfrm>
                  </p:grpSpPr>
                  <p:grpSp>
                    <p:nvGrpSpPr>
                      <p:cNvPr id="7005" name="Google Shape;7005;p51"/>
                      <p:cNvGrpSpPr/>
                      <p:nvPr/>
                    </p:nvGrpSpPr>
                    <p:grpSpPr>
                      <a:xfrm>
                        <a:off x="5739808" y="3702217"/>
                        <a:ext cx="319170" cy="506923"/>
                        <a:chOff x="6097258" y="3701203"/>
                        <a:chExt cx="319170" cy="506923"/>
                      </a:xfrm>
                    </p:grpSpPr>
                    <p:sp>
                      <p:nvSpPr>
                        <p:cNvPr id="7006" name="Google Shape;7006;p51"/>
                        <p:cNvSpPr/>
                        <p:nvPr/>
                      </p:nvSpPr>
                      <p:spPr>
                        <a:xfrm rot="-1077969">
                          <a:off x="6165919" y="3717694"/>
                          <a:ext cx="181848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007" name="Google Shape;7007;p51"/>
                        <p:cNvSpPr/>
                        <p:nvPr/>
                      </p:nvSpPr>
                      <p:spPr>
                        <a:xfrm flipH="1" rot="655801">
                          <a:off x="6207416" y="3774548"/>
                          <a:ext cx="49476" cy="223589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008" name="Google Shape;7008;p51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009" name="Google Shape;7009;p51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7010" name="Google Shape;7010;p51"/>
                    <p:cNvGrpSpPr/>
                    <p:nvPr/>
                  </p:nvGrpSpPr>
                  <p:grpSpPr>
                    <a:xfrm flipH="1" rot="10800000">
                      <a:off x="3505726" y="2845317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7011" name="Google Shape;7011;p51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7012" name="Google Shape;7012;p51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013" name="Google Shape;7013;p51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014" name="Google Shape;7014;p51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015" name="Google Shape;7015;p51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016" name="Google Shape;7016;p51"/>
                  <p:cNvGrpSpPr/>
                  <p:nvPr/>
                </p:nvGrpSpPr>
                <p:grpSpPr>
                  <a:xfrm rot="6360000">
                    <a:off x="5371407" y="791349"/>
                    <a:ext cx="580526" cy="1695846"/>
                    <a:chOff x="2365817" y="2845869"/>
                    <a:chExt cx="702197" cy="2072173"/>
                  </a:xfrm>
                </p:grpSpPr>
                <p:grpSp>
                  <p:nvGrpSpPr>
                    <p:cNvPr id="7017" name="Google Shape;7017;p51"/>
                    <p:cNvGrpSpPr/>
                    <p:nvPr/>
                  </p:nvGrpSpPr>
                  <p:grpSpPr>
                    <a:xfrm>
                      <a:off x="2632021" y="3837706"/>
                      <a:ext cx="435993" cy="1080336"/>
                      <a:chOff x="5739807" y="3701299"/>
                      <a:chExt cx="352111" cy="855357"/>
                    </a:xfrm>
                  </p:grpSpPr>
                  <p:grpSp>
                    <p:nvGrpSpPr>
                      <p:cNvPr id="7018" name="Google Shape;7018;p51"/>
                      <p:cNvGrpSpPr/>
                      <p:nvPr/>
                    </p:nvGrpSpPr>
                    <p:grpSpPr>
                      <a:xfrm>
                        <a:off x="5739807" y="3701299"/>
                        <a:ext cx="322028" cy="507850"/>
                        <a:chOff x="6097257" y="3700285"/>
                        <a:chExt cx="322028" cy="507850"/>
                      </a:xfrm>
                    </p:grpSpPr>
                    <p:sp>
                      <p:nvSpPr>
                        <p:cNvPr id="7019" name="Google Shape;7019;p51"/>
                        <p:cNvSpPr/>
                        <p:nvPr/>
                      </p:nvSpPr>
                      <p:spPr>
                        <a:xfrm rot="-1077969">
                          <a:off x="6165845" y="3717239"/>
                          <a:ext cx="184852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020" name="Google Shape;7020;p51"/>
                        <p:cNvSpPr/>
                        <p:nvPr/>
                      </p:nvSpPr>
                      <p:spPr>
                        <a:xfrm flipH="1" rot="622646">
                          <a:off x="6207873" y="3795106"/>
                          <a:ext cx="46037" cy="203887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021" name="Google Shape;7021;p51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022" name="Google Shape;7022;p51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7023" name="Google Shape;7023;p51"/>
                    <p:cNvGrpSpPr/>
                    <p:nvPr/>
                  </p:nvGrpSpPr>
                  <p:grpSpPr>
                    <a:xfrm rot="10800000">
                      <a:off x="2365817" y="2845869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7024" name="Google Shape;7024;p51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7025" name="Google Shape;7025;p51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026" name="Google Shape;7026;p51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027" name="Google Shape;7027;p51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028" name="Google Shape;7028;p51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029" name="Google Shape;7029;p51"/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7030" name="Google Shape;7030;p51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7031" name="Google Shape;7031;p51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7032" name="Google Shape;7032;p51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7033" name="Google Shape;7033;p51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7034" name="Google Shape;7034;p51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7035" name="Google Shape;7035;p51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036" name="Google Shape;7036;p51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7037" name="Google Shape;7037;p51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7038" name="Google Shape;7038;p51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7039" name="Google Shape;7039;p51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7040" name="Google Shape;7040;p51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7041" name="Google Shape;7041;p51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7042" name="Google Shape;7042;p51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7043" name="Google Shape;7043;p51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7044" name="Google Shape;7044;p51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7045" name="Google Shape;7045;p51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7046" name="Google Shape;7046;p51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7047" name="Google Shape;7047;p51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7048" name="Google Shape;7048;p51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7049" name="Google Shape;7049;p51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7050" name="Google Shape;7050;p51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051" name="Google Shape;7051;p51"/>
                  <p:cNvGrpSpPr/>
                  <p:nvPr/>
                </p:nvGrpSpPr>
                <p:grpSpPr>
                  <a:xfrm rot="5151436">
                    <a:off x="5213985" y="1962553"/>
                    <a:ext cx="796736" cy="112283"/>
                    <a:chOff x="2676061" y="4093308"/>
                    <a:chExt cx="963722" cy="137200"/>
                  </a:xfrm>
                </p:grpSpPr>
                <p:sp>
                  <p:nvSpPr>
                    <p:cNvPr id="7052" name="Google Shape;7052;p51"/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053" name="Google Shape;7053;p51"/>
                    <p:cNvGrpSpPr/>
                    <p:nvPr/>
                  </p:nvGrpSpPr>
                  <p:grpSpPr>
                    <a:xfrm>
                      <a:off x="2676061" y="4130452"/>
                      <a:ext cx="963722" cy="100056"/>
                      <a:chOff x="2676061" y="4130452"/>
                      <a:chExt cx="963722" cy="100056"/>
                    </a:xfrm>
                  </p:grpSpPr>
                  <p:grpSp>
                    <p:nvGrpSpPr>
                      <p:cNvPr id="7054" name="Google Shape;7054;p51"/>
                      <p:cNvGrpSpPr/>
                      <p:nvPr/>
                    </p:nvGrpSpPr>
                    <p:grpSpPr>
                      <a:xfrm>
                        <a:off x="2676061" y="4130452"/>
                        <a:ext cx="963722" cy="75413"/>
                        <a:chOff x="5775048" y="3892549"/>
                        <a:chExt cx="778309" cy="59708"/>
                      </a:xfrm>
                    </p:grpSpPr>
                    <p:sp>
                      <p:nvSpPr>
                        <p:cNvPr id="7055" name="Google Shape;7055;p51"/>
                        <p:cNvSpPr/>
                        <p:nvPr/>
                      </p:nvSpPr>
                      <p:spPr>
                        <a:xfrm rot="-54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056" name="Google Shape;7056;p51"/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057" name="Google Shape;7057;p51"/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058" name="Google Shape;7058;p51"/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7059" name="Google Shape;7059;p51"/>
                <p:cNvGrpSpPr/>
                <p:nvPr/>
              </p:nvGrpSpPr>
              <p:grpSpPr>
                <a:xfrm rot="10800000">
                  <a:off x="6525152" y="822959"/>
                  <a:ext cx="2298705" cy="1891424"/>
                  <a:chOff x="4766586" y="1126534"/>
                  <a:chExt cx="2298705" cy="1891424"/>
                </a:xfrm>
              </p:grpSpPr>
              <p:grpSp>
                <p:nvGrpSpPr>
                  <p:cNvPr id="7060" name="Google Shape;7060;p51"/>
                  <p:cNvGrpSpPr/>
                  <p:nvPr/>
                </p:nvGrpSpPr>
                <p:grpSpPr>
                  <a:xfrm rot="3960000">
                    <a:off x="5436172" y="1561945"/>
                    <a:ext cx="575117" cy="1696572"/>
                    <a:chOff x="3246065" y="2845317"/>
                    <a:chExt cx="695654" cy="2073060"/>
                  </a:xfrm>
                </p:grpSpPr>
                <p:grpSp>
                  <p:nvGrpSpPr>
                    <p:cNvPr id="7061" name="Google Shape;7061;p51"/>
                    <p:cNvGrpSpPr/>
                    <p:nvPr/>
                  </p:nvGrpSpPr>
                  <p:grpSpPr>
                    <a:xfrm flipH="1">
                      <a:off x="3246065" y="3839200"/>
                      <a:ext cx="435993" cy="1079177"/>
                      <a:chOff x="5739808" y="3702217"/>
                      <a:chExt cx="352110" cy="854438"/>
                    </a:xfrm>
                  </p:grpSpPr>
                  <p:grpSp>
                    <p:nvGrpSpPr>
                      <p:cNvPr id="7062" name="Google Shape;7062;p51"/>
                      <p:cNvGrpSpPr/>
                      <p:nvPr/>
                    </p:nvGrpSpPr>
                    <p:grpSpPr>
                      <a:xfrm>
                        <a:off x="5739808" y="3702217"/>
                        <a:ext cx="319170" cy="506923"/>
                        <a:chOff x="6097258" y="3701203"/>
                        <a:chExt cx="319170" cy="506923"/>
                      </a:xfrm>
                    </p:grpSpPr>
                    <p:sp>
                      <p:nvSpPr>
                        <p:cNvPr id="7063" name="Google Shape;7063;p51"/>
                        <p:cNvSpPr/>
                        <p:nvPr/>
                      </p:nvSpPr>
                      <p:spPr>
                        <a:xfrm rot="-1077969">
                          <a:off x="6165919" y="3717694"/>
                          <a:ext cx="181848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064" name="Google Shape;7064;p51"/>
                        <p:cNvSpPr/>
                        <p:nvPr/>
                      </p:nvSpPr>
                      <p:spPr>
                        <a:xfrm flipH="1" rot="655801">
                          <a:off x="6207416" y="3774548"/>
                          <a:ext cx="49476" cy="223589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065" name="Google Shape;7065;p51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066" name="Google Shape;7066;p51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7067" name="Google Shape;7067;p51"/>
                    <p:cNvGrpSpPr/>
                    <p:nvPr/>
                  </p:nvGrpSpPr>
                  <p:grpSpPr>
                    <a:xfrm flipH="1" rot="10800000">
                      <a:off x="3505726" y="2845317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7068" name="Google Shape;7068;p51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7069" name="Google Shape;7069;p51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070" name="Google Shape;7070;p51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071" name="Google Shape;7071;p51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072" name="Google Shape;7072;p51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073" name="Google Shape;7073;p51"/>
                  <p:cNvGrpSpPr/>
                  <p:nvPr/>
                </p:nvGrpSpPr>
                <p:grpSpPr>
                  <a:xfrm rot="6360000">
                    <a:off x="5371407" y="791349"/>
                    <a:ext cx="580526" cy="1695846"/>
                    <a:chOff x="2365817" y="2845869"/>
                    <a:chExt cx="702197" cy="2072173"/>
                  </a:xfrm>
                </p:grpSpPr>
                <p:grpSp>
                  <p:nvGrpSpPr>
                    <p:cNvPr id="7074" name="Google Shape;7074;p51"/>
                    <p:cNvGrpSpPr/>
                    <p:nvPr/>
                  </p:nvGrpSpPr>
                  <p:grpSpPr>
                    <a:xfrm>
                      <a:off x="2632021" y="3837706"/>
                      <a:ext cx="435993" cy="1080336"/>
                      <a:chOff x="5739807" y="3701299"/>
                      <a:chExt cx="352111" cy="855357"/>
                    </a:xfrm>
                  </p:grpSpPr>
                  <p:grpSp>
                    <p:nvGrpSpPr>
                      <p:cNvPr id="7075" name="Google Shape;7075;p51"/>
                      <p:cNvGrpSpPr/>
                      <p:nvPr/>
                    </p:nvGrpSpPr>
                    <p:grpSpPr>
                      <a:xfrm>
                        <a:off x="5739807" y="3701299"/>
                        <a:ext cx="322028" cy="507850"/>
                        <a:chOff x="6097257" y="3700285"/>
                        <a:chExt cx="322028" cy="507850"/>
                      </a:xfrm>
                    </p:grpSpPr>
                    <p:sp>
                      <p:nvSpPr>
                        <p:cNvPr id="7076" name="Google Shape;7076;p51"/>
                        <p:cNvSpPr/>
                        <p:nvPr/>
                      </p:nvSpPr>
                      <p:spPr>
                        <a:xfrm rot="-1077969">
                          <a:off x="6165845" y="3717239"/>
                          <a:ext cx="184852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077" name="Google Shape;7077;p51"/>
                        <p:cNvSpPr/>
                        <p:nvPr/>
                      </p:nvSpPr>
                      <p:spPr>
                        <a:xfrm flipH="1" rot="622646">
                          <a:off x="6207873" y="3795106"/>
                          <a:ext cx="46037" cy="203887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078" name="Google Shape;7078;p51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079" name="Google Shape;7079;p51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7080" name="Google Shape;7080;p51"/>
                    <p:cNvGrpSpPr/>
                    <p:nvPr/>
                  </p:nvGrpSpPr>
                  <p:grpSpPr>
                    <a:xfrm rot="10800000">
                      <a:off x="2365817" y="2845869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7081" name="Google Shape;7081;p51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7082" name="Google Shape;7082;p51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083" name="Google Shape;7083;p51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084" name="Google Shape;7084;p51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085" name="Google Shape;7085;p51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086" name="Google Shape;7086;p51"/>
                  <p:cNvGrpSpPr/>
                  <p:nvPr/>
                </p:nvGrpSpPr>
                <p:grpSpPr>
                  <a:xfrm rot="5151436">
                    <a:off x="5779040" y="1106875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7087" name="Google Shape;7087;p51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7088" name="Google Shape;7088;p51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7089" name="Google Shape;7089;p51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7090" name="Google Shape;7090;p51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7091" name="Google Shape;7091;p51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7092" name="Google Shape;7092;p51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093" name="Google Shape;7093;p51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7094" name="Google Shape;7094;p51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7095" name="Google Shape;7095;p51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7096" name="Google Shape;7096;p51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7097" name="Google Shape;7097;p51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7098" name="Google Shape;7098;p51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7099" name="Google Shape;7099;p51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7100" name="Google Shape;7100;p51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7101" name="Google Shape;7101;p51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7102" name="Google Shape;7102;p51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7103" name="Google Shape;7103;p51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7104" name="Google Shape;7104;p51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7105" name="Google Shape;7105;p51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7106" name="Google Shape;7106;p51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7107" name="Google Shape;7107;p51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108" name="Google Shape;7108;p51"/>
                  <p:cNvGrpSpPr/>
                  <p:nvPr/>
                </p:nvGrpSpPr>
                <p:grpSpPr>
                  <a:xfrm rot="5151436">
                    <a:off x="5213985" y="1962553"/>
                    <a:ext cx="796736" cy="112283"/>
                    <a:chOff x="2676061" y="4093308"/>
                    <a:chExt cx="963722" cy="137200"/>
                  </a:xfrm>
                </p:grpSpPr>
                <p:sp>
                  <p:nvSpPr>
                    <p:cNvPr id="7109" name="Google Shape;7109;p51"/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110" name="Google Shape;7110;p51"/>
                    <p:cNvGrpSpPr/>
                    <p:nvPr/>
                  </p:nvGrpSpPr>
                  <p:grpSpPr>
                    <a:xfrm>
                      <a:off x="2676061" y="4130452"/>
                      <a:ext cx="963722" cy="100056"/>
                      <a:chOff x="2676061" y="4130452"/>
                      <a:chExt cx="963722" cy="100056"/>
                    </a:xfrm>
                  </p:grpSpPr>
                  <p:grpSp>
                    <p:nvGrpSpPr>
                      <p:cNvPr id="7111" name="Google Shape;7111;p51"/>
                      <p:cNvGrpSpPr/>
                      <p:nvPr/>
                    </p:nvGrpSpPr>
                    <p:grpSpPr>
                      <a:xfrm>
                        <a:off x="2676061" y="4130452"/>
                        <a:ext cx="963722" cy="75413"/>
                        <a:chOff x="5775048" y="3892549"/>
                        <a:chExt cx="778309" cy="59708"/>
                      </a:xfrm>
                    </p:grpSpPr>
                    <p:sp>
                      <p:nvSpPr>
                        <p:cNvPr id="7112" name="Google Shape;7112;p51"/>
                        <p:cNvSpPr/>
                        <p:nvPr/>
                      </p:nvSpPr>
                      <p:spPr>
                        <a:xfrm rot="-54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113" name="Google Shape;7113;p51"/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114" name="Google Shape;7114;p51"/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115" name="Google Shape;7115;p51"/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7116" name="Google Shape;7116;p51"/>
              <p:cNvGrpSpPr/>
              <p:nvPr/>
            </p:nvGrpSpPr>
            <p:grpSpPr>
              <a:xfrm rot="297357">
                <a:off x="7424472" y="1650477"/>
                <a:ext cx="2320919" cy="2112818"/>
                <a:chOff x="5701956" y="1773008"/>
                <a:chExt cx="2320919" cy="2112818"/>
              </a:xfrm>
            </p:grpSpPr>
            <p:grpSp>
              <p:nvGrpSpPr>
                <p:cNvPr id="7117" name="Google Shape;7117;p51"/>
                <p:cNvGrpSpPr/>
                <p:nvPr/>
              </p:nvGrpSpPr>
              <p:grpSpPr>
                <a:xfrm>
                  <a:off x="5701956" y="1773008"/>
                  <a:ext cx="2320919" cy="2112818"/>
                  <a:chOff x="5797343" y="2178392"/>
                  <a:chExt cx="2320919" cy="2112818"/>
                </a:xfrm>
              </p:grpSpPr>
              <p:grpSp>
                <p:nvGrpSpPr>
                  <p:cNvPr id="7118" name="Google Shape;7118;p51"/>
                  <p:cNvGrpSpPr/>
                  <p:nvPr/>
                </p:nvGrpSpPr>
                <p:grpSpPr>
                  <a:xfrm>
                    <a:off x="5797343" y="2178392"/>
                    <a:ext cx="2320919" cy="2112818"/>
                    <a:chOff x="5587545" y="1682358"/>
                    <a:chExt cx="2320919" cy="2112818"/>
                  </a:xfrm>
                </p:grpSpPr>
                <p:sp>
                  <p:nvSpPr>
                    <p:cNvPr id="7119" name="Google Shape;7119;p51"/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120" name="Google Shape;7120;p51"/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7121" name="Google Shape;7121;p51"/>
                  <p:cNvSpPr/>
                  <p:nvPr/>
                </p:nvSpPr>
                <p:spPr>
                  <a:xfrm>
                    <a:off x="5830183" y="2277270"/>
                    <a:ext cx="612000" cy="612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122" name="Google Shape;7122;p51"/>
                <p:cNvSpPr/>
                <p:nvPr/>
              </p:nvSpPr>
              <p:spPr>
                <a:xfrm rot="7768561">
                  <a:off x="6244837" y="1851730"/>
                  <a:ext cx="976518" cy="1813530"/>
                </a:xfrm>
                <a:prstGeom prst="flowChartManualOperation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123" name="Google Shape;7123;p51"/>
              <p:cNvGrpSpPr/>
              <p:nvPr/>
            </p:nvGrpSpPr>
            <p:grpSpPr>
              <a:xfrm rot="600000">
                <a:off x="6352702" y="932651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7124" name="Google Shape;7124;p51"/>
                <p:cNvGrpSpPr/>
                <p:nvPr/>
              </p:nvGrpSpPr>
              <p:grpSpPr>
                <a:xfrm>
                  <a:off x="6243086" y="1135131"/>
                  <a:ext cx="2010277" cy="2036290"/>
                  <a:chOff x="6243086" y="1135131"/>
                  <a:chExt cx="2010277" cy="2036290"/>
                </a:xfrm>
              </p:grpSpPr>
              <p:grpSp>
                <p:nvGrpSpPr>
                  <p:cNvPr id="7125" name="Google Shape;7125;p51"/>
                  <p:cNvGrpSpPr/>
                  <p:nvPr/>
                </p:nvGrpSpPr>
                <p:grpSpPr>
                  <a:xfrm rot="785047">
                    <a:off x="6414183" y="1301838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7126" name="Google Shape;7126;p51"/>
                    <p:cNvGrpSpPr/>
                    <p:nvPr/>
                  </p:nvGrpSpPr>
                  <p:grpSpPr>
                    <a:xfrm>
                      <a:off x="5811486" y="1624311"/>
                      <a:ext cx="1668083" cy="1702876"/>
                      <a:chOff x="5811486" y="1624311"/>
                      <a:chExt cx="1668083" cy="1702876"/>
                    </a:xfrm>
                  </p:grpSpPr>
                  <p:grpSp>
                    <p:nvGrpSpPr>
                      <p:cNvPr id="7127" name="Google Shape;7127;p51"/>
                      <p:cNvGrpSpPr/>
                      <p:nvPr/>
                    </p:nvGrpSpPr>
                    <p:grpSpPr>
                      <a:xfrm rot="-3495342">
                        <a:off x="6006485" y="1890354"/>
                        <a:ext cx="1278085" cy="1170790"/>
                        <a:chOff x="5701956" y="1773008"/>
                        <a:chExt cx="2320919" cy="2112818"/>
                      </a:xfrm>
                    </p:grpSpPr>
                    <p:grpSp>
                      <p:nvGrpSpPr>
                        <p:cNvPr id="7128" name="Google Shape;7128;p51"/>
                        <p:cNvGrpSpPr/>
                        <p:nvPr/>
                      </p:nvGrpSpPr>
                      <p:grpSpPr>
                        <a:xfrm>
                          <a:off x="5701956" y="1773008"/>
                          <a:ext cx="2320919" cy="2112818"/>
                          <a:chOff x="5797343" y="2178392"/>
                          <a:chExt cx="2320919" cy="2112818"/>
                        </a:xfrm>
                      </p:grpSpPr>
                      <p:grpSp>
                        <p:nvGrpSpPr>
                          <p:cNvPr id="7129" name="Google Shape;7129;p51"/>
                          <p:cNvGrpSpPr/>
                          <p:nvPr/>
                        </p:nvGrpSpPr>
                        <p:grpSpPr>
                          <a:xfrm>
                            <a:off x="5797343" y="2178392"/>
                            <a:ext cx="2320919" cy="2112818"/>
                            <a:chOff x="5587545" y="1682358"/>
                            <a:chExt cx="2320919" cy="2112818"/>
                          </a:xfrm>
                        </p:grpSpPr>
                        <p:sp>
                          <p:nvSpPr>
                            <p:cNvPr id="7130" name="Google Shape;7130;p51"/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7131" name="Google Shape;7131;p51"/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7132" name="Google Shape;7132;p51"/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7133" name="Google Shape;7133;p51"/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134" name="Google Shape;7134;p51"/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7135" name="Google Shape;7135;p51"/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7136" name="Google Shape;7136;p51"/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137" name="Google Shape;7137;p51"/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7138" name="Google Shape;7138;p51"/>
          <p:cNvSpPr/>
          <p:nvPr/>
        </p:nvSpPr>
        <p:spPr>
          <a:xfrm rot="-3006092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39" name="Google Shape;7139;p51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140" name="Google Shape;7140;p51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141" name="Google Shape;7141;p51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142" name="Google Shape;7142;p51"/>
              <p:cNvGrpSpPr/>
              <p:nvPr/>
            </p:nvGrpSpPr>
            <p:grpSpPr>
              <a:xfrm>
                <a:off x="7991273" y="2945626"/>
                <a:ext cx="1378938" cy="1532574"/>
                <a:chOff x="7991273" y="2932926"/>
                <a:chExt cx="1378938" cy="1532574"/>
              </a:xfrm>
            </p:grpSpPr>
            <p:sp>
              <p:nvSpPr>
                <p:cNvPr id="7143" name="Google Shape;7143;p51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4" name="Google Shape;7144;p51"/>
                <p:cNvSpPr/>
                <p:nvPr/>
              </p:nvSpPr>
              <p:spPr>
                <a:xfrm>
                  <a:off x="8263838" y="2932926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145" name="Google Shape;7145;p51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7146" name="Google Shape;7146;p51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147" name="Google Shape;7147;p51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8" name="Google Shape;7148;p51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149" name="Google Shape;7149;p51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150" name="Google Shape;7150;p51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51" name="Google Shape;7151;p51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52" name="Google Shape;7152;p51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153" name="Google Shape;7153;p51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154" name="Google Shape;7154;p51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55" name="Google Shape;7155;p51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56" name="Google Shape;7156;p51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157" name="Google Shape;7157;p51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7158" name="Google Shape;7158;p51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59" name="Google Shape;7159;p51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60" name="Google Shape;7160;p51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161" name="Google Shape;7161;p51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162" name="Google Shape;7162;p51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63" name="Google Shape;7163;p51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64" name="Google Shape;7164;p51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7165" name="Google Shape;7165;p51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7166" name="Google Shape;7166;p51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7" name="Google Shape;7167;p51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68" name="Google Shape;7168;p51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7169" name="Google Shape;7169;p51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7170" name="Google Shape;7170;p51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7171" name="Google Shape;7171;p51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72" name="Google Shape;7172;p51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173" name="Google Shape;7173;p51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7174" name="Google Shape;7174;p51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7175" name="Google Shape;7175;p51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176" name="Google Shape;7176;p51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177" name="Google Shape;7177;p51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7178" name="Google Shape;7178;p51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179" name="Google Shape;7179;p51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7180" name="Google Shape;7180;p51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7181" name="Google Shape;7181;p51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82" name="Google Shape;7182;p51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183" name="Google Shape;7183;p51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7184" name="Google Shape;7184;p51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5" name="Google Shape;7185;p51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6" name="Google Shape;7186;p51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87" name="Google Shape;7187;p51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88" name="Google Shape;7188;p51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7189" name="Google Shape;7189;p51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7190" name="Google Shape;7190;p51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91" name="Google Shape;7191;p51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92" name="Google Shape;7192;p51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93" name="Google Shape;7193;p51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7194" name="Google Shape;7194;p51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5" name="Google Shape;7195;p51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6" name="Google Shape;7196;p51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197" name="Google Shape;7197;p51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8" name="Google Shape;7198;p51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99" name="Google Shape;7199;p51"/>
          <p:cNvGrpSpPr/>
          <p:nvPr/>
        </p:nvGrpSpPr>
        <p:grpSpPr>
          <a:xfrm rot="10797357">
            <a:off x="8635342" y="2794982"/>
            <a:ext cx="2320919" cy="2112818"/>
            <a:chOff x="5701956" y="1773008"/>
            <a:chExt cx="2320919" cy="2112818"/>
          </a:xfrm>
        </p:grpSpPr>
        <p:grpSp>
          <p:nvGrpSpPr>
            <p:cNvPr id="7200" name="Google Shape;7200;p51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7201" name="Google Shape;7201;p51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7202" name="Google Shape;7202;p51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03" name="Google Shape;7203;p51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204" name="Google Shape;7204;p51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05" name="Google Shape;7205;p51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06" name="Google Shape;7206;p51"/>
          <p:cNvSpPr txBox="1"/>
          <p:nvPr>
            <p:ph idx="1" type="subTitle"/>
          </p:nvPr>
        </p:nvSpPr>
        <p:spPr>
          <a:xfrm>
            <a:off x="363223" y="478971"/>
            <a:ext cx="3557898" cy="630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3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Cerrar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objeto sentido 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en sentido Antihorario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FF0000"/>
                </a:solidFill>
              </a:rPr>
              <a:t>Saltar al paso 6</a:t>
            </a:r>
            <a:endParaRPr/>
          </a:p>
        </p:txBody>
      </p:sp>
      <p:sp>
        <p:nvSpPr>
          <p:cNvPr id="7207" name="Google Shape;7207;p51"/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fmla="val 64585" name="adj1"/>
              <a:gd fmla="val 50000" name="adj2"/>
            </a:avLst>
          </a:pr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8" name="Google Shape;7208;p51"/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Posicionamiento punto de partida.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68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2" name="Shape 7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13" name="Google Shape;7213;p52"/>
          <p:cNvGrpSpPr/>
          <p:nvPr/>
        </p:nvGrpSpPr>
        <p:grpSpPr>
          <a:xfrm rot="1800000">
            <a:off x="4766586" y="822959"/>
            <a:ext cx="4057271" cy="2194999"/>
            <a:chOff x="4766586" y="822959"/>
            <a:chExt cx="4057271" cy="2194999"/>
          </a:xfrm>
        </p:grpSpPr>
        <p:grpSp>
          <p:nvGrpSpPr>
            <p:cNvPr id="7214" name="Google Shape;7214;p52"/>
            <p:cNvGrpSpPr/>
            <p:nvPr/>
          </p:nvGrpSpPr>
          <p:grpSpPr>
            <a:xfrm>
              <a:off x="4766586" y="1126534"/>
              <a:ext cx="2298705" cy="1891424"/>
              <a:chOff x="4766586" y="1126534"/>
              <a:chExt cx="2298705" cy="1891424"/>
            </a:xfrm>
          </p:grpSpPr>
          <p:grpSp>
            <p:nvGrpSpPr>
              <p:cNvPr id="7215" name="Google Shape;7215;p52"/>
              <p:cNvGrpSpPr/>
              <p:nvPr/>
            </p:nvGrpSpPr>
            <p:grpSpPr>
              <a:xfrm rot="3960000">
                <a:off x="5436172" y="1561945"/>
                <a:ext cx="575117" cy="1696572"/>
                <a:chOff x="3246065" y="2845317"/>
                <a:chExt cx="695654" cy="2073060"/>
              </a:xfrm>
            </p:grpSpPr>
            <p:grpSp>
              <p:nvGrpSpPr>
                <p:cNvPr id="7216" name="Google Shape;7216;p52"/>
                <p:cNvGrpSpPr/>
                <p:nvPr/>
              </p:nvGrpSpPr>
              <p:grpSpPr>
                <a:xfrm flipH="1">
                  <a:off x="3246065" y="3839200"/>
                  <a:ext cx="435993" cy="1079177"/>
                  <a:chOff x="5739808" y="3702217"/>
                  <a:chExt cx="352110" cy="854438"/>
                </a:xfrm>
              </p:grpSpPr>
              <p:grpSp>
                <p:nvGrpSpPr>
                  <p:cNvPr id="7217" name="Google Shape;7217;p52"/>
                  <p:cNvGrpSpPr/>
                  <p:nvPr/>
                </p:nvGrpSpPr>
                <p:grpSpPr>
                  <a:xfrm>
                    <a:off x="5739808" y="3702217"/>
                    <a:ext cx="319170" cy="506923"/>
                    <a:chOff x="6097258" y="3701203"/>
                    <a:chExt cx="319170" cy="506923"/>
                  </a:xfrm>
                </p:grpSpPr>
                <p:sp>
                  <p:nvSpPr>
                    <p:cNvPr id="7218" name="Google Shape;7218;p52"/>
                    <p:cNvSpPr/>
                    <p:nvPr/>
                  </p:nvSpPr>
                  <p:spPr>
                    <a:xfrm rot="-1077969">
                      <a:off x="6165919" y="3717694"/>
                      <a:ext cx="181848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219" name="Google Shape;7219;p52"/>
                    <p:cNvSpPr/>
                    <p:nvPr/>
                  </p:nvSpPr>
                  <p:spPr>
                    <a:xfrm flipH="1" rot="655801">
                      <a:off x="6207416" y="3774548"/>
                      <a:ext cx="49476" cy="223589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7220" name="Google Shape;7220;p52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21" name="Google Shape;7221;p52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222" name="Google Shape;7222;p52"/>
                <p:cNvGrpSpPr/>
                <p:nvPr/>
              </p:nvGrpSpPr>
              <p:grpSpPr>
                <a:xfrm flipH="1" rot="10800000">
                  <a:off x="3505726" y="2845317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7223" name="Google Shape;7223;p52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7224" name="Google Shape;7224;p52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225" name="Google Shape;7225;p52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7226" name="Google Shape;7226;p52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27" name="Google Shape;7227;p52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228" name="Google Shape;7228;p52"/>
              <p:cNvGrpSpPr/>
              <p:nvPr/>
            </p:nvGrpSpPr>
            <p:grpSpPr>
              <a:xfrm rot="6360000">
                <a:off x="5371407" y="791349"/>
                <a:ext cx="580526" cy="1695846"/>
                <a:chOff x="2365817" y="2845869"/>
                <a:chExt cx="702197" cy="2072173"/>
              </a:xfrm>
            </p:grpSpPr>
            <p:grpSp>
              <p:nvGrpSpPr>
                <p:cNvPr id="7229" name="Google Shape;7229;p52"/>
                <p:cNvGrpSpPr/>
                <p:nvPr/>
              </p:nvGrpSpPr>
              <p:grpSpPr>
                <a:xfrm>
                  <a:off x="2632021" y="3837706"/>
                  <a:ext cx="435993" cy="1080336"/>
                  <a:chOff x="5739807" y="3701299"/>
                  <a:chExt cx="352111" cy="855357"/>
                </a:xfrm>
              </p:grpSpPr>
              <p:grpSp>
                <p:nvGrpSpPr>
                  <p:cNvPr id="7230" name="Google Shape;7230;p52"/>
                  <p:cNvGrpSpPr/>
                  <p:nvPr/>
                </p:nvGrpSpPr>
                <p:grpSpPr>
                  <a:xfrm>
                    <a:off x="5739807" y="3701299"/>
                    <a:ext cx="322028" cy="507850"/>
                    <a:chOff x="6097257" y="3700285"/>
                    <a:chExt cx="322028" cy="507850"/>
                  </a:xfrm>
                </p:grpSpPr>
                <p:sp>
                  <p:nvSpPr>
                    <p:cNvPr id="7231" name="Google Shape;7231;p52"/>
                    <p:cNvSpPr/>
                    <p:nvPr/>
                  </p:nvSpPr>
                  <p:spPr>
                    <a:xfrm rot="-1077969">
                      <a:off x="6165845" y="3717239"/>
                      <a:ext cx="184852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232" name="Google Shape;7232;p52"/>
                    <p:cNvSpPr/>
                    <p:nvPr/>
                  </p:nvSpPr>
                  <p:spPr>
                    <a:xfrm flipH="1" rot="622646">
                      <a:off x="6207873" y="3795106"/>
                      <a:ext cx="46037" cy="203887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7233" name="Google Shape;7233;p52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34" name="Google Shape;7234;p52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235" name="Google Shape;7235;p52"/>
                <p:cNvGrpSpPr/>
                <p:nvPr/>
              </p:nvGrpSpPr>
              <p:grpSpPr>
                <a:xfrm rot="10800000">
                  <a:off x="2365817" y="2845869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7236" name="Google Shape;7236;p52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7237" name="Google Shape;7237;p52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238" name="Google Shape;7238;p52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7239" name="Google Shape;7239;p52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40" name="Google Shape;7240;p52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241" name="Google Shape;7241;p52"/>
              <p:cNvGrpSpPr/>
              <p:nvPr/>
            </p:nvGrpSpPr>
            <p:grpSpPr>
              <a:xfrm rot="5151436">
                <a:off x="5779040" y="1106875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7242" name="Google Shape;7242;p52"/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7243" name="Google Shape;7243;p52"/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</p:grpSpPr>
                <p:sp>
                  <p:nvSpPr>
                    <p:cNvPr id="7244" name="Google Shape;7244;p52"/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245" name="Google Shape;7245;p52"/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</p:grpSpPr>
                  <p:sp>
                    <p:nvSpPr>
                      <p:cNvPr id="7246" name="Google Shape;7246;p52"/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247" name="Google Shape;7247;p52"/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248" name="Google Shape;7248;p52"/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7249" name="Google Shape;7249;p52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7250" name="Google Shape;7250;p52"/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7251" name="Google Shape;7251;p52"/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252" name="Google Shape;7252;p52"/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253" name="Google Shape;7253;p52"/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fmla="val 7853" name="adj1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7254" name="Google Shape;7254;p52"/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7255" name="Google Shape;7255;p52"/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256" name="Google Shape;7256;p52"/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257" name="Google Shape;7257;p52"/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7258" name="Google Shape;7258;p52"/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7259" name="Google Shape;7259;p52"/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rgbClr val="595959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260" name="Google Shape;7260;p52"/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261" name="Google Shape;7261;p52"/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7262" name="Google Shape;7262;p52"/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263" name="Google Shape;7263;p52"/>
              <p:cNvGrpSpPr/>
              <p:nvPr/>
            </p:nvGrpSpPr>
            <p:grpSpPr>
              <a:xfrm rot="5151436">
                <a:off x="5213985" y="1962553"/>
                <a:ext cx="796736" cy="112283"/>
                <a:chOff x="2676061" y="4093308"/>
                <a:chExt cx="963722" cy="137200"/>
              </a:xfrm>
            </p:grpSpPr>
            <p:sp>
              <p:nvSpPr>
                <p:cNvPr id="7264" name="Google Shape;7264;p52"/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265" name="Google Shape;7265;p52"/>
                <p:cNvGrpSpPr/>
                <p:nvPr/>
              </p:nvGrpSpPr>
              <p:grpSpPr>
                <a:xfrm>
                  <a:off x="2676061" y="4130452"/>
                  <a:ext cx="963722" cy="100056"/>
                  <a:chOff x="2676061" y="4130452"/>
                  <a:chExt cx="963722" cy="100056"/>
                </a:xfrm>
              </p:grpSpPr>
              <p:grpSp>
                <p:nvGrpSpPr>
                  <p:cNvPr id="7266" name="Google Shape;7266;p52"/>
                  <p:cNvGrpSpPr/>
                  <p:nvPr/>
                </p:nvGrpSpPr>
                <p:grpSpPr>
                  <a:xfrm>
                    <a:off x="2676061" y="4130452"/>
                    <a:ext cx="963722" cy="75413"/>
                    <a:chOff x="5775048" y="3892549"/>
                    <a:chExt cx="778309" cy="59708"/>
                  </a:xfrm>
                </p:grpSpPr>
                <p:sp>
                  <p:nvSpPr>
                    <p:cNvPr id="7267" name="Google Shape;7267;p52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268" name="Google Shape;7268;p52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269" name="Google Shape;7269;p52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7270" name="Google Shape;7270;p52"/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7271" name="Google Shape;7271;p52"/>
            <p:cNvGrpSpPr/>
            <p:nvPr/>
          </p:nvGrpSpPr>
          <p:grpSpPr>
            <a:xfrm rot="10800000">
              <a:off x="6525152" y="822959"/>
              <a:ext cx="2298705" cy="1891424"/>
              <a:chOff x="4766586" y="1126534"/>
              <a:chExt cx="2298705" cy="1891424"/>
            </a:xfrm>
          </p:grpSpPr>
          <p:grpSp>
            <p:nvGrpSpPr>
              <p:cNvPr id="7272" name="Google Shape;7272;p52"/>
              <p:cNvGrpSpPr/>
              <p:nvPr/>
            </p:nvGrpSpPr>
            <p:grpSpPr>
              <a:xfrm rot="3960000">
                <a:off x="5436172" y="1561945"/>
                <a:ext cx="575117" cy="1696572"/>
                <a:chOff x="3246065" y="2845317"/>
                <a:chExt cx="695654" cy="2073060"/>
              </a:xfrm>
            </p:grpSpPr>
            <p:grpSp>
              <p:nvGrpSpPr>
                <p:cNvPr id="7273" name="Google Shape;7273;p52"/>
                <p:cNvGrpSpPr/>
                <p:nvPr/>
              </p:nvGrpSpPr>
              <p:grpSpPr>
                <a:xfrm flipH="1">
                  <a:off x="3246065" y="3839200"/>
                  <a:ext cx="435993" cy="1079177"/>
                  <a:chOff x="5739808" y="3702217"/>
                  <a:chExt cx="352110" cy="854438"/>
                </a:xfrm>
              </p:grpSpPr>
              <p:grpSp>
                <p:nvGrpSpPr>
                  <p:cNvPr id="7274" name="Google Shape;7274;p52"/>
                  <p:cNvGrpSpPr/>
                  <p:nvPr/>
                </p:nvGrpSpPr>
                <p:grpSpPr>
                  <a:xfrm>
                    <a:off x="5739808" y="3702217"/>
                    <a:ext cx="319170" cy="506923"/>
                    <a:chOff x="6097258" y="3701203"/>
                    <a:chExt cx="319170" cy="506923"/>
                  </a:xfrm>
                </p:grpSpPr>
                <p:sp>
                  <p:nvSpPr>
                    <p:cNvPr id="7275" name="Google Shape;7275;p52"/>
                    <p:cNvSpPr/>
                    <p:nvPr/>
                  </p:nvSpPr>
                  <p:spPr>
                    <a:xfrm rot="-1077969">
                      <a:off x="6165919" y="3717694"/>
                      <a:ext cx="181848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276" name="Google Shape;7276;p52"/>
                    <p:cNvSpPr/>
                    <p:nvPr/>
                  </p:nvSpPr>
                  <p:spPr>
                    <a:xfrm flipH="1" rot="655801">
                      <a:off x="6207416" y="3774548"/>
                      <a:ext cx="49476" cy="223589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7277" name="Google Shape;7277;p52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78" name="Google Shape;7278;p52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279" name="Google Shape;7279;p52"/>
                <p:cNvGrpSpPr/>
                <p:nvPr/>
              </p:nvGrpSpPr>
              <p:grpSpPr>
                <a:xfrm flipH="1" rot="10800000">
                  <a:off x="3505726" y="2845317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7280" name="Google Shape;7280;p52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7281" name="Google Shape;7281;p52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282" name="Google Shape;7282;p52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7283" name="Google Shape;7283;p52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84" name="Google Shape;7284;p52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285" name="Google Shape;7285;p52"/>
              <p:cNvGrpSpPr/>
              <p:nvPr/>
            </p:nvGrpSpPr>
            <p:grpSpPr>
              <a:xfrm rot="6360000">
                <a:off x="5371407" y="791349"/>
                <a:ext cx="580526" cy="1695846"/>
                <a:chOff x="2365817" y="2845869"/>
                <a:chExt cx="702197" cy="2072173"/>
              </a:xfrm>
            </p:grpSpPr>
            <p:grpSp>
              <p:nvGrpSpPr>
                <p:cNvPr id="7286" name="Google Shape;7286;p52"/>
                <p:cNvGrpSpPr/>
                <p:nvPr/>
              </p:nvGrpSpPr>
              <p:grpSpPr>
                <a:xfrm>
                  <a:off x="2632021" y="3837706"/>
                  <a:ext cx="435993" cy="1080336"/>
                  <a:chOff x="5739807" y="3701299"/>
                  <a:chExt cx="352111" cy="855357"/>
                </a:xfrm>
              </p:grpSpPr>
              <p:grpSp>
                <p:nvGrpSpPr>
                  <p:cNvPr id="7287" name="Google Shape;7287;p52"/>
                  <p:cNvGrpSpPr/>
                  <p:nvPr/>
                </p:nvGrpSpPr>
                <p:grpSpPr>
                  <a:xfrm>
                    <a:off x="5739807" y="3701299"/>
                    <a:ext cx="322028" cy="507850"/>
                    <a:chOff x="6097257" y="3700285"/>
                    <a:chExt cx="322028" cy="507850"/>
                  </a:xfrm>
                </p:grpSpPr>
                <p:sp>
                  <p:nvSpPr>
                    <p:cNvPr id="7288" name="Google Shape;7288;p52"/>
                    <p:cNvSpPr/>
                    <p:nvPr/>
                  </p:nvSpPr>
                  <p:spPr>
                    <a:xfrm rot="-1077969">
                      <a:off x="6165845" y="3717239"/>
                      <a:ext cx="184852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289" name="Google Shape;7289;p52"/>
                    <p:cNvSpPr/>
                    <p:nvPr/>
                  </p:nvSpPr>
                  <p:spPr>
                    <a:xfrm flipH="1" rot="622646">
                      <a:off x="6207873" y="3795106"/>
                      <a:ext cx="46037" cy="203887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7290" name="Google Shape;7290;p52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91" name="Google Shape;7291;p52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292" name="Google Shape;7292;p52"/>
                <p:cNvGrpSpPr/>
                <p:nvPr/>
              </p:nvGrpSpPr>
              <p:grpSpPr>
                <a:xfrm rot="10800000">
                  <a:off x="2365817" y="2845869"/>
                  <a:ext cx="435993" cy="1070111"/>
                  <a:chOff x="5739808" y="3709395"/>
                  <a:chExt cx="352110" cy="847261"/>
                </a:xfrm>
              </p:grpSpPr>
              <p:grpSp>
                <p:nvGrpSpPr>
                  <p:cNvPr id="7293" name="Google Shape;7293;p52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7294" name="Google Shape;7294;p52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295" name="Google Shape;7295;p52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7296" name="Google Shape;7296;p52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97" name="Google Shape;7297;p52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298" name="Google Shape;7298;p52"/>
              <p:cNvGrpSpPr/>
              <p:nvPr/>
            </p:nvGrpSpPr>
            <p:grpSpPr>
              <a:xfrm rot="5151436">
                <a:off x="5779040" y="1106875"/>
                <a:ext cx="796825" cy="1722615"/>
                <a:chOff x="5775707" y="2428623"/>
                <a:chExt cx="778396" cy="1666542"/>
              </a:xfrm>
            </p:grpSpPr>
            <p:grpSp>
              <p:nvGrpSpPr>
                <p:cNvPr id="7299" name="Google Shape;7299;p52"/>
                <p:cNvGrpSpPr/>
                <p:nvPr/>
              </p:nvGrpSpPr>
              <p:grpSpPr>
                <a:xfrm>
                  <a:off x="5775707" y="2428623"/>
                  <a:ext cx="778396" cy="1321607"/>
                  <a:chOff x="5728098" y="3524079"/>
                  <a:chExt cx="778396" cy="1321607"/>
                </a:xfrm>
              </p:grpSpPr>
              <p:grpSp>
                <p:nvGrpSpPr>
                  <p:cNvPr id="7300" name="Google Shape;7300;p52"/>
                  <p:cNvGrpSpPr/>
                  <p:nvPr/>
                </p:nvGrpSpPr>
                <p:grpSpPr>
                  <a:xfrm>
                    <a:off x="5882065" y="3524079"/>
                    <a:ext cx="468000" cy="773094"/>
                    <a:chOff x="5755916" y="3285424"/>
                    <a:chExt cx="468000" cy="773094"/>
                  </a:xfrm>
                </p:grpSpPr>
                <p:sp>
                  <p:nvSpPr>
                    <p:cNvPr id="7301" name="Google Shape;7301;p52"/>
                    <p:cNvSpPr/>
                    <p:nvPr/>
                  </p:nvSpPr>
                  <p:spPr>
                    <a:xfrm>
                      <a:off x="5755916" y="3285424"/>
                      <a:ext cx="468000" cy="468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302" name="Google Shape;7302;p52"/>
                    <p:cNvGrpSpPr/>
                    <p:nvPr/>
                  </p:nvGrpSpPr>
                  <p:grpSpPr>
                    <a:xfrm>
                      <a:off x="5809916" y="3734518"/>
                      <a:ext cx="360000" cy="324000"/>
                      <a:chOff x="5827652" y="3885379"/>
                      <a:chExt cx="360000" cy="324000"/>
                    </a:xfrm>
                  </p:grpSpPr>
                  <p:sp>
                    <p:nvSpPr>
                      <p:cNvPr id="7303" name="Google Shape;7303;p52"/>
                      <p:cNvSpPr/>
                      <p:nvPr/>
                    </p:nvSpPr>
                    <p:spPr>
                      <a:xfrm>
                        <a:off x="5917652" y="3885379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304" name="Google Shape;7304;p52"/>
                      <p:cNvSpPr/>
                      <p:nvPr/>
                    </p:nvSpPr>
                    <p:spPr>
                      <a:xfrm>
                        <a:off x="5827652" y="4065379"/>
                        <a:ext cx="360000" cy="144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305" name="Google Shape;7305;p52"/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7306" name="Google Shape;7306;p52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7307" name="Google Shape;7307;p52"/>
                      <p:cNvGrpSpPr/>
                      <p:nvPr/>
                    </p:nvGrpSpPr>
                    <p:grpSpPr>
                      <a:xfrm>
                        <a:off x="5728098" y="4268155"/>
                        <a:ext cx="778396" cy="468000"/>
                        <a:chOff x="5728098" y="4268155"/>
                        <a:chExt cx="778396" cy="468000"/>
                      </a:xfrm>
                    </p:grpSpPr>
                    <p:sp>
                      <p:nvSpPr>
                        <p:cNvPr id="7308" name="Google Shape;7308;p52"/>
                        <p:cNvSpPr/>
                        <p:nvPr/>
                      </p:nvSpPr>
                      <p:spPr>
                        <a:xfrm>
                          <a:off x="5728098" y="4659003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309" name="Google Shape;7309;p52"/>
                        <p:cNvSpPr/>
                        <p:nvPr/>
                      </p:nvSpPr>
                      <p:spPr>
                        <a:xfrm>
                          <a:off x="6348799" y="4661385"/>
                          <a:ext cx="157695" cy="36000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310" name="Google Shape;7310;p52"/>
                        <p:cNvSpPr/>
                        <p:nvPr/>
                      </p:nvSpPr>
                      <p:spPr>
                        <a:xfrm>
                          <a:off x="5847296" y="4268155"/>
                          <a:ext cx="540000" cy="468000"/>
                        </a:xfrm>
                        <a:prstGeom prst="frame">
                          <a:avLst>
                            <a:gd fmla="val 7853" name="adj1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grpSp>
                    <p:nvGrpSpPr>
                      <p:cNvPr id="7311" name="Google Shape;7311;p52"/>
                      <p:cNvGrpSpPr/>
                      <p:nvPr/>
                    </p:nvGrpSpPr>
                    <p:grpSpPr>
                      <a:xfrm>
                        <a:off x="5728099" y="4698144"/>
                        <a:ext cx="777647" cy="147542"/>
                        <a:chOff x="5728099" y="4698144"/>
                        <a:chExt cx="777647" cy="147542"/>
                      </a:xfrm>
                    </p:grpSpPr>
                    <p:sp>
                      <p:nvSpPr>
                        <p:cNvPr id="7312" name="Google Shape;7312;p52"/>
                        <p:cNvSpPr/>
                        <p:nvPr/>
                      </p:nvSpPr>
                      <p:spPr>
                        <a:xfrm>
                          <a:off x="5849450" y="4698833"/>
                          <a:ext cx="537845" cy="4571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313" name="Google Shape;7313;p52"/>
                        <p:cNvSpPr/>
                        <p:nvPr/>
                      </p:nvSpPr>
                      <p:spPr>
                        <a:xfrm>
                          <a:off x="5728099" y="4698144"/>
                          <a:ext cx="118291" cy="14754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314" name="Google Shape;7314;p52"/>
                        <p:cNvSpPr/>
                        <p:nvPr/>
                      </p:nvSpPr>
                      <p:spPr>
                        <a:xfrm>
                          <a:off x="6385142" y="4698144"/>
                          <a:ext cx="120604" cy="147542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7315" name="Google Shape;7315;p52"/>
                    <p:cNvGrpSpPr/>
                    <p:nvPr/>
                  </p:nvGrpSpPr>
                  <p:grpSpPr>
                    <a:xfrm>
                      <a:off x="5969948" y="4385231"/>
                      <a:ext cx="300588" cy="306875"/>
                      <a:chOff x="6707431" y="4143645"/>
                      <a:chExt cx="398381" cy="433766"/>
                    </a:xfrm>
                  </p:grpSpPr>
                  <p:sp>
                    <p:nvSpPr>
                      <p:cNvPr id="7316" name="Google Shape;7316;p52"/>
                      <p:cNvSpPr/>
                      <p:nvPr/>
                    </p:nvSpPr>
                    <p:spPr>
                      <a:xfrm>
                        <a:off x="6708632" y="4255261"/>
                        <a:ext cx="396000" cy="21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317" name="Google Shape;7317;p52"/>
                      <p:cNvSpPr/>
                      <p:nvPr/>
                    </p:nvSpPr>
                    <p:spPr>
                      <a:xfrm>
                        <a:off x="6709813" y="4143645"/>
                        <a:ext cx="395999" cy="108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318" name="Google Shape;7318;p52"/>
                      <p:cNvSpPr/>
                      <p:nvPr/>
                    </p:nvSpPr>
                    <p:spPr>
                      <a:xfrm>
                        <a:off x="6707431" y="4469411"/>
                        <a:ext cx="396000" cy="108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7319" name="Google Shape;7319;p52"/>
                <p:cNvSpPr/>
                <p:nvPr/>
              </p:nvSpPr>
              <p:spPr>
                <a:xfrm>
                  <a:off x="6139226" y="3643061"/>
                  <a:ext cx="45719" cy="452104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320" name="Google Shape;7320;p52"/>
              <p:cNvGrpSpPr/>
              <p:nvPr/>
            </p:nvGrpSpPr>
            <p:grpSpPr>
              <a:xfrm rot="5151436">
                <a:off x="5213985" y="1962553"/>
                <a:ext cx="796736" cy="112283"/>
                <a:chOff x="2676061" y="4093308"/>
                <a:chExt cx="963722" cy="137200"/>
              </a:xfrm>
            </p:grpSpPr>
            <p:sp>
              <p:nvSpPr>
                <p:cNvPr id="7321" name="Google Shape;7321;p52"/>
                <p:cNvSpPr/>
                <p:nvPr/>
              </p:nvSpPr>
              <p:spPr>
                <a:xfrm>
                  <a:off x="3235261" y="4093308"/>
                  <a:ext cx="72000" cy="360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322" name="Google Shape;7322;p52"/>
                <p:cNvGrpSpPr/>
                <p:nvPr/>
              </p:nvGrpSpPr>
              <p:grpSpPr>
                <a:xfrm>
                  <a:off x="2676061" y="4130452"/>
                  <a:ext cx="963722" cy="100056"/>
                  <a:chOff x="2676061" y="4130452"/>
                  <a:chExt cx="963722" cy="100056"/>
                </a:xfrm>
              </p:grpSpPr>
              <p:grpSp>
                <p:nvGrpSpPr>
                  <p:cNvPr id="7323" name="Google Shape;7323;p52"/>
                  <p:cNvGrpSpPr/>
                  <p:nvPr/>
                </p:nvGrpSpPr>
                <p:grpSpPr>
                  <a:xfrm>
                    <a:off x="2676061" y="4130452"/>
                    <a:ext cx="963722" cy="75413"/>
                    <a:chOff x="5775048" y="3892549"/>
                    <a:chExt cx="778309" cy="59708"/>
                  </a:xfrm>
                </p:grpSpPr>
                <p:sp>
                  <p:nvSpPr>
                    <p:cNvPr id="7324" name="Google Shape;7324;p52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325" name="Google Shape;7325;p52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326" name="Google Shape;7326;p52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7327" name="Google Shape;7327;p52"/>
                  <p:cNvSpPr/>
                  <p:nvPr/>
                </p:nvSpPr>
                <p:spPr>
                  <a:xfrm>
                    <a:off x="3012721" y="4194508"/>
                    <a:ext cx="72000" cy="360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7328" name="Google Shape;7328;p52"/>
          <p:cNvGrpSpPr/>
          <p:nvPr/>
        </p:nvGrpSpPr>
        <p:grpSpPr>
          <a:xfrm rot="297357">
            <a:off x="7424472" y="1650477"/>
            <a:ext cx="2320919" cy="2112818"/>
            <a:chOff x="5701956" y="1773008"/>
            <a:chExt cx="2320919" cy="2112818"/>
          </a:xfrm>
        </p:grpSpPr>
        <p:grpSp>
          <p:nvGrpSpPr>
            <p:cNvPr id="7329" name="Google Shape;7329;p52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7330" name="Google Shape;7330;p52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7331" name="Google Shape;7331;p52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32" name="Google Shape;7332;p52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333" name="Google Shape;7333;p52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solidFill>
                <a:srgbClr val="A5A5A5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334" name="Google Shape;7334;p52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rgbClr val="A5A5A5"/>
            </a:solidFill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35" name="Google Shape;7335;p52"/>
          <p:cNvGrpSpPr/>
          <p:nvPr/>
        </p:nvGrpSpPr>
        <p:grpSpPr>
          <a:xfrm rot="600000">
            <a:off x="6352702" y="932651"/>
            <a:ext cx="2010277" cy="2036290"/>
            <a:chOff x="6243086" y="1135131"/>
            <a:chExt cx="2010277" cy="2036290"/>
          </a:xfrm>
        </p:grpSpPr>
        <p:grpSp>
          <p:nvGrpSpPr>
            <p:cNvPr id="7336" name="Google Shape;7336;p52"/>
            <p:cNvGrpSpPr/>
            <p:nvPr/>
          </p:nvGrpSpPr>
          <p:grpSpPr>
            <a:xfrm>
              <a:off x="6243086" y="1135131"/>
              <a:ext cx="2010277" cy="2036290"/>
              <a:chOff x="6243086" y="1135131"/>
              <a:chExt cx="2010277" cy="2036290"/>
            </a:xfrm>
          </p:grpSpPr>
          <p:grpSp>
            <p:nvGrpSpPr>
              <p:cNvPr id="7337" name="Google Shape;7337;p52"/>
              <p:cNvGrpSpPr/>
              <p:nvPr/>
            </p:nvGrpSpPr>
            <p:grpSpPr>
              <a:xfrm rot="785047">
                <a:off x="6414183" y="1301838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7338" name="Google Shape;7338;p52"/>
                <p:cNvGrpSpPr/>
                <p:nvPr/>
              </p:nvGrpSpPr>
              <p:grpSpPr>
                <a:xfrm>
                  <a:off x="5811486" y="1624311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7339" name="Google Shape;7339;p52"/>
                  <p:cNvGrpSpPr/>
                  <p:nvPr/>
                </p:nvGrpSpPr>
                <p:grpSpPr>
                  <a:xfrm rot="-3495342">
                    <a:off x="6006485" y="1890354"/>
                    <a:ext cx="1278085" cy="1170790"/>
                    <a:chOff x="5701956" y="1773008"/>
                    <a:chExt cx="2320919" cy="2112818"/>
                  </a:xfrm>
                </p:grpSpPr>
                <p:grpSp>
                  <p:nvGrpSpPr>
                    <p:cNvPr id="7340" name="Google Shape;7340;p52"/>
                    <p:cNvGrpSpPr/>
                    <p:nvPr/>
                  </p:nvGrpSpPr>
                  <p:grpSpPr>
                    <a:xfrm>
                      <a:off x="5701956" y="1773008"/>
                      <a:ext cx="2320919" cy="2112818"/>
                      <a:chOff x="5797343" y="2178392"/>
                      <a:chExt cx="2320919" cy="2112818"/>
                    </a:xfrm>
                  </p:grpSpPr>
                  <p:grpSp>
                    <p:nvGrpSpPr>
                      <p:cNvPr id="7341" name="Google Shape;7341;p52"/>
                      <p:cNvGrpSpPr/>
                      <p:nvPr/>
                    </p:nvGrpSpPr>
                    <p:grpSpPr>
                      <a:xfrm>
                        <a:off x="5797343" y="2178392"/>
                        <a:ext cx="2320919" cy="2112818"/>
                        <a:chOff x="5587545" y="1682358"/>
                        <a:chExt cx="2320919" cy="2112818"/>
                      </a:xfrm>
                    </p:grpSpPr>
                    <p:sp>
                      <p:nvSpPr>
                        <p:cNvPr id="7342" name="Google Shape;7342;p52"/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343" name="Google Shape;7343;p52"/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344" name="Google Shape;7344;p52"/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7345" name="Google Shape;7345;p52"/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rgbClr val="A5A5A5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7346" name="Google Shape;7346;p52"/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347" name="Google Shape;7347;p52"/>
                <p:cNvSpPr/>
                <p:nvPr/>
              </p:nvSpPr>
              <p:spPr>
                <a:xfrm>
                  <a:off x="6040669" y="2596991"/>
                  <a:ext cx="144000" cy="144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348" name="Google Shape;7348;p52"/>
              <p:cNvSpPr/>
              <p:nvPr/>
            </p:nvSpPr>
            <p:spPr>
              <a:xfrm rot="2737538">
                <a:off x="7852137" y="2041987"/>
                <a:ext cx="108000" cy="108000"/>
              </a:xfrm>
              <a:prstGeom prst="ellipse">
                <a:avLst/>
              </a:prstGeom>
              <a:solidFill>
                <a:srgbClr val="FF0000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349" name="Google Shape;7349;p52"/>
            <p:cNvSpPr/>
            <p:nvPr/>
          </p:nvSpPr>
          <p:spPr>
            <a:xfrm rot="2737538">
              <a:off x="6770562" y="2167808"/>
              <a:ext cx="90000" cy="90000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50" name="Google Shape;7350;p52"/>
          <p:cNvSpPr/>
          <p:nvPr/>
        </p:nvSpPr>
        <p:spPr>
          <a:xfrm rot="-3006092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51" name="Google Shape;7351;p52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352" name="Google Shape;7352;p52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353" name="Google Shape;7353;p52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54" name="Google Shape;7354;p52"/>
              <p:cNvGrpSpPr/>
              <p:nvPr/>
            </p:nvGrpSpPr>
            <p:grpSpPr>
              <a:xfrm>
                <a:off x="7991273" y="2945626"/>
                <a:ext cx="1378938" cy="1532574"/>
                <a:chOff x="7991273" y="2932926"/>
                <a:chExt cx="1378938" cy="1532574"/>
              </a:xfrm>
            </p:grpSpPr>
            <p:sp>
              <p:nvSpPr>
                <p:cNvPr id="7355" name="Google Shape;7355;p52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56" name="Google Shape;7356;p52"/>
                <p:cNvSpPr/>
                <p:nvPr/>
              </p:nvSpPr>
              <p:spPr>
                <a:xfrm>
                  <a:off x="8263838" y="2932926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57" name="Google Shape;7357;p52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7358" name="Google Shape;7358;p52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359" name="Google Shape;7359;p52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60" name="Google Shape;7360;p52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361" name="Google Shape;7361;p52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362" name="Google Shape;7362;p52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63" name="Google Shape;7363;p52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64" name="Google Shape;7364;p52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365" name="Google Shape;7365;p52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366" name="Google Shape;7366;p52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67" name="Google Shape;7367;p52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68" name="Google Shape;7368;p52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369" name="Google Shape;7369;p52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7370" name="Google Shape;7370;p52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71" name="Google Shape;7371;p52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72" name="Google Shape;7372;p52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373" name="Google Shape;7373;p52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374" name="Google Shape;7374;p52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75" name="Google Shape;7375;p52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76" name="Google Shape;7376;p52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7377" name="Google Shape;7377;p52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7378" name="Google Shape;7378;p52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9" name="Google Shape;7379;p52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80" name="Google Shape;7380;p52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7381" name="Google Shape;7381;p52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7382" name="Google Shape;7382;p52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7383" name="Google Shape;7383;p52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84" name="Google Shape;7384;p52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5" name="Google Shape;7385;p52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7386" name="Google Shape;7386;p52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7387" name="Google Shape;7387;p52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388" name="Google Shape;7388;p52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389" name="Google Shape;7389;p52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7390" name="Google Shape;7390;p52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391" name="Google Shape;7391;p52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7392" name="Google Shape;7392;p52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7393" name="Google Shape;7393;p52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94" name="Google Shape;7394;p52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95" name="Google Shape;7395;p52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7396" name="Google Shape;7396;p52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7" name="Google Shape;7397;p52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8" name="Google Shape;7398;p52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399" name="Google Shape;7399;p52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400" name="Google Shape;7400;p52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7401" name="Google Shape;7401;p52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7402" name="Google Shape;7402;p52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03" name="Google Shape;7403;p52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404" name="Google Shape;7404;p52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05" name="Google Shape;7405;p52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7406" name="Google Shape;7406;p52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7" name="Google Shape;7407;p52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8" name="Google Shape;7408;p52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409" name="Google Shape;7409;p52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0" name="Google Shape;7410;p52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1" name="Google Shape;7411;p52"/>
          <p:cNvSpPr txBox="1"/>
          <p:nvPr>
            <p:ph idx="1" type="subTitle"/>
          </p:nvPr>
        </p:nvSpPr>
        <p:spPr>
          <a:xfrm>
            <a:off x="363223" y="478971"/>
            <a:ext cx="3557898" cy="630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3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Cerrar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objeto sentido 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en sentido Antihorario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FF0000"/>
                </a:solidFill>
              </a:rPr>
              <a:t>Saltar al paso 5</a:t>
            </a:r>
            <a:endParaRPr/>
          </a:p>
        </p:txBody>
      </p:sp>
      <p:sp>
        <p:nvSpPr>
          <p:cNvPr id="7412" name="Google Shape;7412;p52"/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fmla="val 64585" name="adj1"/>
              <a:gd fmla="val 50000" name="adj2"/>
            </a:avLst>
          </a:pr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3" name="Google Shape;7413;p52"/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Posicionamiento punto de partida.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72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7" name="Shape 7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8" name="Google Shape;7418;p53"/>
          <p:cNvSpPr txBox="1"/>
          <p:nvPr>
            <p:ph type="ctrTitle"/>
          </p:nvPr>
        </p:nvSpPr>
        <p:spPr>
          <a:xfrm>
            <a:off x="561712" y="91427"/>
            <a:ext cx="11068575" cy="7225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flujograma</a:t>
            </a:r>
            <a:endParaRPr sz="4000">
              <a:latin typeface="Aharoni"/>
              <a:ea typeface="Aharoni"/>
              <a:cs typeface="Aharoni"/>
              <a:sym typeface="Aharoni"/>
            </a:endParaRPr>
          </a:p>
        </p:txBody>
      </p:sp>
      <p:grpSp>
        <p:nvGrpSpPr>
          <p:cNvPr id="7419" name="Google Shape;7419;p53"/>
          <p:cNvGrpSpPr/>
          <p:nvPr/>
        </p:nvGrpSpPr>
        <p:grpSpPr>
          <a:xfrm rot="10800000">
            <a:off x="5345493" y="5387066"/>
            <a:ext cx="2876424" cy="2871632"/>
            <a:chOff x="8229599" y="2516139"/>
            <a:chExt cx="2876424" cy="2871632"/>
          </a:xfrm>
        </p:grpSpPr>
        <p:cxnSp>
          <p:nvCxnSpPr>
            <p:cNvPr id="7420" name="Google Shape;7420;p53"/>
            <p:cNvCxnSpPr/>
            <p:nvPr/>
          </p:nvCxnSpPr>
          <p:spPr>
            <a:xfrm rot="10800000">
              <a:off x="8738716" y="4158654"/>
              <a:ext cx="0" cy="144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421" name="Google Shape;7421;p53"/>
            <p:cNvCxnSpPr/>
            <p:nvPr/>
          </p:nvCxnSpPr>
          <p:spPr>
            <a:xfrm>
              <a:off x="9787833" y="3825336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422" name="Google Shape;7422;p53"/>
            <p:cNvCxnSpPr/>
            <p:nvPr/>
          </p:nvCxnSpPr>
          <p:spPr>
            <a:xfrm rot="10800000">
              <a:off x="9240575" y="3278058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423" name="Google Shape;7423;p53"/>
            <p:cNvCxnSpPr/>
            <p:nvPr/>
          </p:nvCxnSpPr>
          <p:spPr>
            <a:xfrm rot="10800000">
              <a:off x="9622413" y="2395382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424" name="Google Shape;7424;p53"/>
            <p:cNvCxnSpPr/>
            <p:nvPr/>
          </p:nvCxnSpPr>
          <p:spPr>
            <a:xfrm>
              <a:off x="8843666" y="2357977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425" name="Google Shape;7425;p53"/>
            <p:cNvCxnSpPr/>
            <p:nvPr/>
          </p:nvCxnSpPr>
          <p:spPr>
            <a:xfrm rot="10800000">
              <a:off x="10716927" y="3439122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426" name="Google Shape;7426;p53"/>
            <p:cNvCxnSpPr/>
            <p:nvPr/>
          </p:nvCxnSpPr>
          <p:spPr>
            <a:xfrm>
              <a:off x="10724185" y="4202623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427" name="Google Shape;7427;p53"/>
            <p:cNvCxnSpPr/>
            <p:nvPr/>
          </p:nvCxnSpPr>
          <p:spPr>
            <a:xfrm>
              <a:off x="9650884" y="3436221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428" name="Google Shape;7428;p53"/>
            <p:cNvCxnSpPr/>
            <p:nvPr/>
          </p:nvCxnSpPr>
          <p:spPr>
            <a:xfrm rot="10800000">
              <a:off x="10414560" y="2665268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</p:grpSp>
      <p:pic>
        <p:nvPicPr>
          <p:cNvPr id="7429" name="Google Shape;742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0394" y="346711"/>
            <a:ext cx="1563159" cy="6058589"/>
          </a:xfrm>
          <a:prstGeom prst="rect">
            <a:avLst/>
          </a:prstGeom>
          <a:noFill/>
          <a:ln>
            <a:noFill/>
          </a:ln>
        </p:spPr>
      </p:pic>
      <p:sp>
        <p:nvSpPr>
          <p:cNvPr id="7430" name="Google Shape;7430;p53"/>
          <p:cNvSpPr txBox="1"/>
          <p:nvPr>
            <p:ph idx="1" type="subTitle"/>
          </p:nvPr>
        </p:nvSpPr>
        <p:spPr>
          <a:xfrm>
            <a:off x="363223" y="478971"/>
            <a:ext cx="3557898" cy="630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3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Cerrar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objeto sentido 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en sentido Antihorario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FF0000"/>
                </a:solidFill>
              </a:rPr>
              <a:t>Saltar al paso 5</a:t>
            </a:r>
            <a:endParaRPr/>
          </a:p>
        </p:txBody>
      </p:sp>
      <p:sp>
        <p:nvSpPr>
          <p:cNvPr id="7431" name="Google Shape;7431;p53"/>
          <p:cNvSpPr/>
          <p:nvPr/>
        </p:nvSpPr>
        <p:spPr>
          <a:xfrm>
            <a:off x="2761029" y="763814"/>
            <a:ext cx="272457" cy="1255810"/>
          </a:xfrm>
          <a:prstGeom prst="rightBrace">
            <a:avLst>
              <a:gd fmla="val 64585" name="adj1"/>
              <a:gd fmla="val 50000" name="adj2"/>
            </a:avLst>
          </a:pr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2" name="Google Shape;7432;p53"/>
          <p:cNvSpPr txBox="1"/>
          <p:nvPr/>
        </p:nvSpPr>
        <p:spPr>
          <a:xfrm>
            <a:off x="3043974" y="1057368"/>
            <a:ext cx="192432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Posicionamiento punto de partida.</a:t>
            </a:r>
            <a:endParaRPr/>
          </a:p>
        </p:txBody>
      </p:sp>
      <p:sp>
        <p:nvSpPr>
          <p:cNvPr id="7433" name="Google Shape;7433;p53"/>
          <p:cNvSpPr/>
          <p:nvPr/>
        </p:nvSpPr>
        <p:spPr>
          <a:xfrm>
            <a:off x="5345493" y="1055118"/>
            <a:ext cx="2610387" cy="56582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CC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7" name="Shape 7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8" name="Google Shape;7438;p54"/>
          <p:cNvSpPr txBox="1"/>
          <p:nvPr>
            <p:ph type="ctrTitle"/>
          </p:nvPr>
        </p:nvSpPr>
        <p:spPr>
          <a:xfrm>
            <a:off x="561712" y="91427"/>
            <a:ext cx="11068575" cy="7225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flujograma</a:t>
            </a:r>
            <a:endParaRPr sz="4000"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7439" name="Google Shape;7439;p54"/>
          <p:cNvSpPr txBox="1"/>
          <p:nvPr>
            <p:ph idx="1" type="subTitle"/>
          </p:nvPr>
        </p:nvSpPr>
        <p:spPr>
          <a:xfrm>
            <a:off x="363223" y="478971"/>
            <a:ext cx="3557898" cy="630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3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Cerrar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objeto sentido 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en sentido Antihorario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FF0000"/>
                </a:solidFill>
              </a:rPr>
              <a:t>Saltar al paso 5</a:t>
            </a:r>
            <a:endParaRPr/>
          </a:p>
        </p:txBody>
      </p:sp>
      <p:sp>
        <p:nvSpPr>
          <p:cNvPr id="7440" name="Google Shape;7440;p54"/>
          <p:cNvSpPr/>
          <p:nvPr/>
        </p:nvSpPr>
        <p:spPr>
          <a:xfrm>
            <a:off x="3643086" y="2173190"/>
            <a:ext cx="449943" cy="2195610"/>
          </a:xfrm>
          <a:prstGeom prst="rightBrace">
            <a:avLst>
              <a:gd fmla="val 64585" name="adj1"/>
              <a:gd fmla="val 50000" name="adj2"/>
            </a:avLst>
          </a:prstGeom>
          <a:noFill/>
          <a:ln cap="flat" cmpd="sng" w="28575">
            <a:solidFill>
              <a:srgbClr val="33CC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CC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1" name="Google Shape;7441;p54"/>
          <p:cNvSpPr txBox="1"/>
          <p:nvPr/>
        </p:nvSpPr>
        <p:spPr>
          <a:xfrm>
            <a:off x="5276657" y="3553907"/>
            <a:ext cx="271303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Procedimiento de transporte</a:t>
            </a:r>
            <a:endParaRPr/>
          </a:p>
        </p:txBody>
      </p:sp>
      <p:sp>
        <p:nvSpPr>
          <p:cNvPr id="7442" name="Google Shape;7442;p54"/>
          <p:cNvSpPr/>
          <p:nvPr/>
        </p:nvSpPr>
        <p:spPr>
          <a:xfrm>
            <a:off x="4572001" y="2988083"/>
            <a:ext cx="3518730" cy="56582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3CC33"/>
          </a:solidFill>
          <a:ln cap="flat" cmpd="sng" w="12700">
            <a:solidFill>
              <a:srgbClr val="33CC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43" name="Google Shape;744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5224" y="190663"/>
            <a:ext cx="1018533" cy="6588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7" name="Shape 7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8" name="Google Shape;7448;p55"/>
          <p:cNvSpPr txBox="1"/>
          <p:nvPr>
            <p:ph type="ctrTitle"/>
          </p:nvPr>
        </p:nvSpPr>
        <p:spPr>
          <a:xfrm>
            <a:off x="561712" y="91427"/>
            <a:ext cx="11068575" cy="7225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flujograma</a:t>
            </a:r>
            <a:endParaRPr sz="4000"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7449" name="Google Shape;7449;p55"/>
          <p:cNvSpPr txBox="1"/>
          <p:nvPr>
            <p:ph idx="1" type="subTitle"/>
          </p:nvPr>
        </p:nvSpPr>
        <p:spPr>
          <a:xfrm>
            <a:off x="363223" y="478971"/>
            <a:ext cx="3557898" cy="630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3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7030A0"/>
                </a:solidFill>
              </a:rPr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Cerrar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objeto sentido 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Abrir garra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Subir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s-ES"/>
              <a:t>Rotar en sentido Antihorario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2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chemeClr val="accent2"/>
                </a:solidFill>
              </a:rPr>
              <a:t>Bajar eslabón 4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AutoNum type="arabicPeriod"/>
            </a:pPr>
            <a:r>
              <a:rPr lang="es-ES">
                <a:solidFill>
                  <a:srgbClr val="FF0000"/>
                </a:solidFill>
              </a:rPr>
              <a:t>Saltar al paso 5</a:t>
            </a:r>
            <a:endParaRPr/>
          </a:p>
        </p:txBody>
      </p:sp>
      <p:sp>
        <p:nvSpPr>
          <p:cNvPr id="7450" name="Google Shape;7450;p55"/>
          <p:cNvSpPr/>
          <p:nvPr/>
        </p:nvSpPr>
        <p:spPr>
          <a:xfrm>
            <a:off x="3684265" y="4384904"/>
            <a:ext cx="449943" cy="2020396"/>
          </a:xfrm>
          <a:prstGeom prst="rightBrace">
            <a:avLst>
              <a:gd fmla="val 64585" name="adj1"/>
              <a:gd fmla="val 50000" name="adj2"/>
            </a:avLst>
          </a:prstGeom>
          <a:noFill/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CC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1" name="Google Shape;7451;p55"/>
          <p:cNvSpPr txBox="1"/>
          <p:nvPr/>
        </p:nvSpPr>
        <p:spPr>
          <a:xfrm>
            <a:off x="5460759" y="4281193"/>
            <a:ext cx="271303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Procedimiento de retorno</a:t>
            </a:r>
            <a:endParaRPr/>
          </a:p>
        </p:txBody>
      </p:sp>
      <p:sp>
        <p:nvSpPr>
          <p:cNvPr id="7452" name="Google Shape;7452;p55"/>
          <p:cNvSpPr/>
          <p:nvPr/>
        </p:nvSpPr>
        <p:spPr>
          <a:xfrm>
            <a:off x="5105489" y="5112190"/>
            <a:ext cx="3518730" cy="56582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030A0"/>
          </a:solidFill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53" name="Google Shape;745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0342" y="174171"/>
            <a:ext cx="1169641" cy="6509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7" name="Shape 7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8" name="Google Shape;7458;p56"/>
          <p:cNvSpPr txBox="1"/>
          <p:nvPr>
            <p:ph type="ctrTitle"/>
          </p:nvPr>
        </p:nvSpPr>
        <p:spPr>
          <a:xfrm>
            <a:off x="561712" y="91427"/>
            <a:ext cx="11068575" cy="7225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Flujograma programa principal</a:t>
            </a:r>
            <a:endParaRPr sz="4000">
              <a:latin typeface="Aharoni"/>
              <a:ea typeface="Aharoni"/>
              <a:cs typeface="Aharoni"/>
              <a:sym typeface="Aharoni"/>
            </a:endParaRPr>
          </a:p>
        </p:txBody>
      </p:sp>
      <p:grpSp>
        <p:nvGrpSpPr>
          <p:cNvPr id="7459" name="Google Shape;7459;p56"/>
          <p:cNvGrpSpPr/>
          <p:nvPr/>
        </p:nvGrpSpPr>
        <p:grpSpPr>
          <a:xfrm rot="10800000">
            <a:off x="5345493" y="5387066"/>
            <a:ext cx="2876424" cy="2871632"/>
            <a:chOff x="8229599" y="2516139"/>
            <a:chExt cx="2876424" cy="2871632"/>
          </a:xfrm>
        </p:grpSpPr>
        <p:cxnSp>
          <p:nvCxnSpPr>
            <p:cNvPr id="7460" name="Google Shape;7460;p56"/>
            <p:cNvCxnSpPr/>
            <p:nvPr/>
          </p:nvCxnSpPr>
          <p:spPr>
            <a:xfrm rot="10800000">
              <a:off x="8738716" y="4158654"/>
              <a:ext cx="0" cy="144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461" name="Google Shape;7461;p56"/>
            <p:cNvCxnSpPr/>
            <p:nvPr/>
          </p:nvCxnSpPr>
          <p:spPr>
            <a:xfrm>
              <a:off x="9787833" y="3825336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462" name="Google Shape;7462;p56"/>
            <p:cNvCxnSpPr/>
            <p:nvPr/>
          </p:nvCxnSpPr>
          <p:spPr>
            <a:xfrm rot="10800000">
              <a:off x="9240575" y="3278058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463" name="Google Shape;7463;p56"/>
            <p:cNvCxnSpPr/>
            <p:nvPr/>
          </p:nvCxnSpPr>
          <p:spPr>
            <a:xfrm rot="10800000">
              <a:off x="9622413" y="2395382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464" name="Google Shape;7464;p56"/>
            <p:cNvCxnSpPr/>
            <p:nvPr/>
          </p:nvCxnSpPr>
          <p:spPr>
            <a:xfrm>
              <a:off x="8843666" y="2357977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465" name="Google Shape;7465;p56"/>
            <p:cNvCxnSpPr/>
            <p:nvPr/>
          </p:nvCxnSpPr>
          <p:spPr>
            <a:xfrm rot="10800000">
              <a:off x="10716927" y="3439122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466" name="Google Shape;7466;p56"/>
            <p:cNvCxnSpPr/>
            <p:nvPr/>
          </p:nvCxnSpPr>
          <p:spPr>
            <a:xfrm>
              <a:off x="10724185" y="4202623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467" name="Google Shape;7467;p56"/>
            <p:cNvCxnSpPr/>
            <p:nvPr/>
          </p:nvCxnSpPr>
          <p:spPr>
            <a:xfrm>
              <a:off x="9650884" y="3436221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468" name="Google Shape;7468;p56"/>
            <p:cNvCxnSpPr/>
            <p:nvPr/>
          </p:nvCxnSpPr>
          <p:spPr>
            <a:xfrm rot="10800000">
              <a:off x="10414560" y="2665268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</p:grpSp>
      <p:pic>
        <p:nvPicPr>
          <p:cNvPr id="7469" name="Google Shape;746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3306" y="864612"/>
            <a:ext cx="4968612" cy="5993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3" name="Shape 7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4" name="Google Shape;7474;p57"/>
          <p:cNvSpPr txBox="1"/>
          <p:nvPr>
            <p:ph type="ctrTitle"/>
          </p:nvPr>
        </p:nvSpPr>
        <p:spPr>
          <a:xfrm>
            <a:off x="26587" y="200781"/>
            <a:ext cx="3972208" cy="5634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haroni"/>
              <a:buNone/>
            </a:pPr>
            <a:r>
              <a:rPr lang="es-ES" sz="36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Panel de Control</a:t>
            </a:r>
            <a:endParaRPr sz="3600">
              <a:latin typeface="Aharoni"/>
              <a:ea typeface="Aharoni"/>
              <a:cs typeface="Aharoni"/>
              <a:sym typeface="Aharoni"/>
            </a:endParaRPr>
          </a:p>
        </p:txBody>
      </p:sp>
      <p:cxnSp>
        <p:nvCxnSpPr>
          <p:cNvPr id="7475" name="Google Shape;7475;p57"/>
          <p:cNvCxnSpPr/>
          <p:nvPr/>
        </p:nvCxnSpPr>
        <p:spPr>
          <a:xfrm>
            <a:off x="5083214" y="764275"/>
            <a:ext cx="0" cy="68238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476" name="Google Shape;7476;p57"/>
          <p:cNvSpPr txBox="1"/>
          <p:nvPr/>
        </p:nvSpPr>
        <p:spPr>
          <a:xfrm>
            <a:off x="3838179" y="394693"/>
            <a:ext cx="24900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eta de emergencia</a:t>
            </a:r>
            <a:endParaRPr/>
          </a:p>
        </p:txBody>
      </p:sp>
      <p:cxnSp>
        <p:nvCxnSpPr>
          <p:cNvPr id="7477" name="Google Shape;7477;p57"/>
          <p:cNvCxnSpPr/>
          <p:nvPr/>
        </p:nvCxnSpPr>
        <p:spPr>
          <a:xfrm flipH="1">
            <a:off x="5753776" y="794803"/>
            <a:ext cx="1060444" cy="65186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478" name="Google Shape;7478;p57"/>
          <p:cNvSpPr txBox="1"/>
          <p:nvPr/>
        </p:nvSpPr>
        <p:spPr>
          <a:xfrm>
            <a:off x="6150542" y="408813"/>
            <a:ext cx="131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MCU/PLC</a:t>
            </a:r>
            <a:endParaRPr/>
          </a:p>
        </p:txBody>
      </p:sp>
      <p:cxnSp>
        <p:nvCxnSpPr>
          <p:cNvPr id="7479" name="Google Shape;7479;p57"/>
          <p:cNvCxnSpPr>
            <a:stCxn id="7480" idx="2"/>
          </p:cNvCxnSpPr>
          <p:nvPr/>
        </p:nvCxnSpPr>
        <p:spPr>
          <a:xfrm flipH="1">
            <a:off x="6442937" y="537302"/>
            <a:ext cx="1921800" cy="993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480" name="Google Shape;7480;p57"/>
          <p:cNvSpPr txBox="1"/>
          <p:nvPr/>
        </p:nvSpPr>
        <p:spPr>
          <a:xfrm>
            <a:off x="7230632" y="137192"/>
            <a:ext cx="22682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odo de operación</a:t>
            </a:r>
            <a:endParaRPr/>
          </a:p>
        </p:txBody>
      </p:sp>
      <p:cxnSp>
        <p:nvCxnSpPr>
          <p:cNvPr id="7481" name="Google Shape;7481;p57"/>
          <p:cNvCxnSpPr/>
          <p:nvPr/>
        </p:nvCxnSpPr>
        <p:spPr>
          <a:xfrm flipH="1">
            <a:off x="7210986" y="679953"/>
            <a:ext cx="2212295" cy="89699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482" name="Google Shape;7482;p57"/>
          <p:cNvSpPr txBox="1"/>
          <p:nvPr/>
        </p:nvSpPr>
        <p:spPr>
          <a:xfrm>
            <a:off x="9423281" y="476950"/>
            <a:ext cx="19218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osición origen</a:t>
            </a:r>
            <a:endParaRPr/>
          </a:p>
        </p:txBody>
      </p:sp>
      <p:cxnSp>
        <p:nvCxnSpPr>
          <p:cNvPr id="7483" name="Google Shape;7483;p57"/>
          <p:cNvCxnSpPr/>
          <p:nvPr/>
        </p:nvCxnSpPr>
        <p:spPr>
          <a:xfrm flipH="1">
            <a:off x="7830596" y="1216818"/>
            <a:ext cx="1592685" cy="39085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484" name="Google Shape;7484;p57"/>
          <p:cNvSpPr txBox="1"/>
          <p:nvPr/>
        </p:nvSpPr>
        <p:spPr>
          <a:xfrm>
            <a:off x="9423280" y="1041438"/>
            <a:ext cx="260162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nicia Mod automático</a:t>
            </a:r>
            <a:endParaRPr/>
          </a:p>
        </p:txBody>
      </p:sp>
      <p:cxnSp>
        <p:nvCxnSpPr>
          <p:cNvPr id="7485" name="Google Shape;7485;p57"/>
          <p:cNvCxnSpPr/>
          <p:nvPr/>
        </p:nvCxnSpPr>
        <p:spPr>
          <a:xfrm flipH="1">
            <a:off x="8718348" y="1821256"/>
            <a:ext cx="704932" cy="2110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486" name="Google Shape;7486;p57"/>
          <p:cNvSpPr txBox="1"/>
          <p:nvPr/>
        </p:nvSpPr>
        <p:spPr>
          <a:xfrm>
            <a:off x="9423279" y="1616734"/>
            <a:ext cx="288700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etiene Mod automático</a:t>
            </a:r>
            <a:endParaRPr/>
          </a:p>
        </p:txBody>
      </p:sp>
      <p:grpSp>
        <p:nvGrpSpPr>
          <p:cNvPr id="7487" name="Google Shape;7487;p57"/>
          <p:cNvGrpSpPr/>
          <p:nvPr/>
        </p:nvGrpSpPr>
        <p:grpSpPr>
          <a:xfrm>
            <a:off x="269301" y="893537"/>
            <a:ext cx="11922699" cy="5773394"/>
            <a:chOff x="269301" y="893537"/>
            <a:chExt cx="11922699" cy="5773394"/>
          </a:xfrm>
        </p:grpSpPr>
        <p:grpSp>
          <p:nvGrpSpPr>
            <p:cNvPr id="7488" name="Google Shape;7488;p57"/>
            <p:cNvGrpSpPr/>
            <p:nvPr/>
          </p:nvGrpSpPr>
          <p:grpSpPr>
            <a:xfrm>
              <a:off x="269301" y="893537"/>
              <a:ext cx="11922699" cy="5773394"/>
              <a:chOff x="370597" y="880329"/>
              <a:chExt cx="11922699" cy="5773394"/>
            </a:xfrm>
          </p:grpSpPr>
          <p:grpSp>
            <p:nvGrpSpPr>
              <p:cNvPr id="7489" name="Google Shape;7489;p57"/>
              <p:cNvGrpSpPr/>
              <p:nvPr/>
            </p:nvGrpSpPr>
            <p:grpSpPr>
              <a:xfrm>
                <a:off x="370597" y="880329"/>
                <a:ext cx="8757214" cy="5773394"/>
                <a:chOff x="1394179" y="839386"/>
                <a:chExt cx="8757214" cy="5773394"/>
              </a:xfrm>
            </p:grpSpPr>
            <p:grpSp>
              <p:nvGrpSpPr>
                <p:cNvPr id="7490" name="Google Shape;7490;p57"/>
                <p:cNvGrpSpPr/>
                <p:nvPr/>
              </p:nvGrpSpPr>
              <p:grpSpPr>
                <a:xfrm>
                  <a:off x="1394179" y="839386"/>
                  <a:ext cx="8757214" cy="5679981"/>
                  <a:chOff x="1394179" y="839386"/>
                  <a:chExt cx="8757214" cy="5679981"/>
                </a:xfrm>
              </p:grpSpPr>
              <p:grpSp>
                <p:nvGrpSpPr>
                  <p:cNvPr id="7491" name="Google Shape;7491;p57"/>
                  <p:cNvGrpSpPr/>
                  <p:nvPr/>
                </p:nvGrpSpPr>
                <p:grpSpPr>
                  <a:xfrm>
                    <a:off x="1394179" y="839386"/>
                    <a:ext cx="8757214" cy="3707839"/>
                    <a:chOff x="1093161" y="905649"/>
                    <a:chExt cx="8757214" cy="3707839"/>
                  </a:xfrm>
                </p:grpSpPr>
                <p:pic>
                  <p:nvPicPr>
                    <p:cNvPr id="7492" name="Google Shape;7492;p57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4410" l="7407" r="9234" t="43427"/>
                    <a:stretch/>
                  </p:blipFill>
                  <p:spPr>
                    <a:xfrm>
                      <a:off x="1093161" y="905649"/>
                      <a:ext cx="8757214" cy="370783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grpSp>
                  <p:nvGrpSpPr>
                    <p:cNvPr id="7493" name="Google Shape;7493;p57"/>
                    <p:cNvGrpSpPr/>
                    <p:nvPr/>
                  </p:nvGrpSpPr>
                  <p:grpSpPr>
                    <a:xfrm>
                      <a:off x="5646238" y="2477453"/>
                      <a:ext cx="3882075" cy="1752645"/>
                      <a:chOff x="6281530" y="2557666"/>
                      <a:chExt cx="3796767" cy="1643273"/>
                    </a:xfrm>
                  </p:grpSpPr>
                  <p:sp>
                    <p:nvSpPr>
                      <p:cNvPr id="7494" name="Google Shape;7494;p57"/>
                      <p:cNvSpPr/>
                      <p:nvPr/>
                    </p:nvSpPr>
                    <p:spPr>
                      <a:xfrm>
                        <a:off x="6281530" y="2557669"/>
                        <a:ext cx="510208" cy="1643269"/>
                      </a:xfrm>
                      <a:prstGeom prst="rect">
                        <a:avLst/>
                      </a:prstGeom>
                      <a:noFill/>
                      <a:ln cap="flat" cmpd="sng" w="28575">
                        <a:solidFill>
                          <a:srgbClr val="FF6600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495" name="Google Shape;7495;p57"/>
                      <p:cNvSpPr/>
                      <p:nvPr/>
                    </p:nvSpPr>
                    <p:spPr>
                      <a:xfrm>
                        <a:off x="6937513" y="2557670"/>
                        <a:ext cx="510209" cy="1643269"/>
                      </a:xfrm>
                      <a:prstGeom prst="rect">
                        <a:avLst/>
                      </a:prstGeom>
                      <a:noFill/>
                      <a:ln cap="flat" cmpd="sng" w="28575">
                        <a:solidFill>
                          <a:srgbClr val="FFFF00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496" name="Google Shape;7496;p57"/>
                      <p:cNvSpPr/>
                      <p:nvPr/>
                    </p:nvSpPr>
                    <p:spPr>
                      <a:xfrm>
                        <a:off x="7573618" y="2557668"/>
                        <a:ext cx="510209" cy="1643269"/>
                      </a:xfrm>
                      <a:prstGeom prst="rect">
                        <a:avLst/>
                      </a:prstGeom>
                      <a:noFill/>
                      <a:ln cap="flat" cmpd="sng" w="28575">
                        <a:solidFill>
                          <a:srgbClr val="FF33C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497" name="Google Shape;7497;p57"/>
                      <p:cNvSpPr/>
                      <p:nvPr/>
                    </p:nvSpPr>
                    <p:spPr>
                      <a:xfrm>
                        <a:off x="8229602" y="2557667"/>
                        <a:ext cx="510209" cy="1643269"/>
                      </a:xfrm>
                      <a:prstGeom prst="rect">
                        <a:avLst/>
                      </a:prstGeom>
                      <a:noFill/>
                      <a:ln cap="flat" cmpd="sng" w="28575">
                        <a:solidFill>
                          <a:srgbClr val="00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498" name="Google Shape;7498;p57"/>
                      <p:cNvSpPr/>
                      <p:nvPr/>
                    </p:nvSpPr>
                    <p:spPr>
                      <a:xfrm>
                        <a:off x="8898841" y="2557666"/>
                        <a:ext cx="510209" cy="1643269"/>
                      </a:xfrm>
                      <a:prstGeom prst="rect">
                        <a:avLst/>
                      </a:prstGeom>
                      <a:noFill/>
                      <a:ln cap="flat" cmpd="sng" w="28575">
                        <a:solidFill>
                          <a:srgbClr val="0000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499" name="Google Shape;7499;p57"/>
                      <p:cNvSpPr/>
                      <p:nvPr/>
                    </p:nvSpPr>
                    <p:spPr>
                      <a:xfrm>
                        <a:off x="9568088" y="2557666"/>
                        <a:ext cx="510209" cy="1643269"/>
                      </a:xfrm>
                      <a:prstGeom prst="rect">
                        <a:avLst/>
                      </a:prstGeom>
                      <a:noFill/>
                      <a:ln cap="flat" cmpd="sng" w="28575">
                        <a:solidFill>
                          <a:srgbClr val="00FF00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500" name="Google Shape;7500;p57"/>
                  <p:cNvGrpSpPr/>
                  <p:nvPr/>
                </p:nvGrpSpPr>
                <p:grpSpPr>
                  <a:xfrm>
                    <a:off x="4834505" y="4163831"/>
                    <a:ext cx="4695279" cy="2355537"/>
                    <a:chOff x="5155096" y="4316851"/>
                    <a:chExt cx="4695279" cy="2355537"/>
                  </a:xfrm>
                </p:grpSpPr>
                <p:sp>
                  <p:nvSpPr>
                    <p:cNvPr id="7501" name="Google Shape;7501;p57"/>
                    <p:cNvSpPr/>
                    <p:nvPr/>
                  </p:nvSpPr>
                  <p:spPr>
                    <a:xfrm flipH="1" rot="-5400000">
                      <a:off x="5444964" y="4026985"/>
                      <a:ext cx="811741" cy="1391478"/>
                    </a:xfrm>
                    <a:prstGeom prst="bentUpArrow">
                      <a:avLst>
                        <a:gd fmla="val 4048" name="adj1"/>
                        <a:gd fmla="val 9286" name="adj2"/>
                        <a:gd fmla="val 13571" name="adj3"/>
                      </a:avLst>
                    </a:prstGeom>
                    <a:solidFill>
                      <a:srgbClr val="FF6600"/>
                    </a:solidFill>
                    <a:ln cap="flat" cmpd="sng" w="12700">
                      <a:solidFill>
                        <a:srgbClr val="FF66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502" name="Google Shape;7502;p57"/>
                    <p:cNvSpPr/>
                    <p:nvPr/>
                  </p:nvSpPr>
                  <p:spPr>
                    <a:xfrm flipH="1" rot="-5400000">
                      <a:off x="5599022" y="3872928"/>
                      <a:ext cx="1156298" cy="2044148"/>
                    </a:xfrm>
                    <a:prstGeom prst="bentUpArrow">
                      <a:avLst>
                        <a:gd fmla="val 2902" name="adj1"/>
                        <a:gd fmla="val 7567" name="adj2"/>
                        <a:gd fmla="val 7840" name="adj3"/>
                      </a:avLst>
                    </a:prstGeom>
                    <a:solidFill>
                      <a:srgbClr val="FFFF00"/>
                    </a:solidFill>
                    <a:ln cap="flat" cmpd="sng" w="12700">
                      <a:solidFill>
                        <a:srgbClr val="FFFF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503" name="Google Shape;7503;p57"/>
                    <p:cNvSpPr/>
                    <p:nvPr/>
                  </p:nvSpPr>
                  <p:spPr>
                    <a:xfrm flipH="1" rot="-5400000">
                      <a:off x="5804432" y="3667519"/>
                      <a:ext cx="1434590" cy="2733259"/>
                    </a:xfrm>
                    <a:prstGeom prst="bentUpArrow">
                      <a:avLst>
                        <a:gd fmla="val 1979" name="adj1"/>
                        <a:gd fmla="val 6002" name="adj2"/>
                        <a:gd fmla="val 7293" name="adj3"/>
                      </a:avLst>
                    </a:prstGeom>
                    <a:solidFill>
                      <a:srgbClr val="FF33CC"/>
                    </a:solidFill>
                    <a:ln cap="flat" cmpd="sng" w="12700">
                      <a:solidFill>
                        <a:srgbClr val="FF33CC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504" name="Google Shape;7504;p57"/>
                    <p:cNvSpPr/>
                    <p:nvPr/>
                  </p:nvSpPr>
                  <p:spPr>
                    <a:xfrm flipH="1" rot="-5400000">
                      <a:off x="5958622" y="3513326"/>
                      <a:ext cx="1752645" cy="3359695"/>
                    </a:xfrm>
                    <a:prstGeom prst="bentUpArrow">
                      <a:avLst>
                        <a:gd fmla="val 1390" name="adj1"/>
                        <a:gd fmla="val 5327" name="adj2"/>
                        <a:gd fmla="val 5634" name="adj3"/>
                      </a:avLst>
                    </a:prstGeom>
                    <a:solidFill>
                      <a:srgbClr val="00FFFF"/>
                    </a:solidFill>
                    <a:ln cap="flat" cmpd="sng" w="12700">
                      <a:solidFill>
                        <a:srgbClr val="00FF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505" name="Google Shape;7505;p57"/>
                    <p:cNvSpPr/>
                    <p:nvPr/>
                  </p:nvSpPr>
                  <p:spPr>
                    <a:xfrm flipH="1" rot="-5400000">
                      <a:off x="6166622" y="3305330"/>
                      <a:ext cx="2004435" cy="4027486"/>
                    </a:xfrm>
                    <a:prstGeom prst="bentUpArrow">
                      <a:avLst>
                        <a:gd fmla="val 1580" name="adj1"/>
                        <a:gd fmla="val 4948" name="adj2"/>
                        <a:gd fmla="val 4549" name="adj3"/>
                      </a:avLst>
                    </a:prstGeom>
                    <a:solidFill>
                      <a:srgbClr val="0000FF"/>
                    </a:solidFill>
                    <a:ln cap="flat" cmpd="sng" w="12700">
                      <a:solidFill>
                        <a:srgbClr val="0000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506" name="Google Shape;7506;p57"/>
                    <p:cNvSpPr/>
                    <p:nvPr/>
                  </p:nvSpPr>
                  <p:spPr>
                    <a:xfrm flipH="1" rot="-5400000">
                      <a:off x="6324970" y="3146983"/>
                      <a:ext cx="2355531" cy="4695278"/>
                    </a:xfrm>
                    <a:prstGeom prst="bentUpArrow">
                      <a:avLst>
                        <a:gd fmla="val 1214" name="adj1"/>
                        <a:gd fmla="val 4071" name="adj2"/>
                        <a:gd fmla="val 3559" name="adj3"/>
                      </a:avLst>
                    </a:prstGeom>
                    <a:solidFill>
                      <a:srgbClr val="00FF00"/>
                    </a:solidFill>
                    <a:ln cap="flat" cmpd="sng" w="12700">
                      <a:solidFill>
                        <a:srgbClr val="00FF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7507" name="Google Shape;7507;p57"/>
                <p:cNvGrpSpPr/>
                <p:nvPr/>
              </p:nvGrpSpPr>
              <p:grpSpPr>
                <a:xfrm>
                  <a:off x="1548863" y="4686834"/>
                  <a:ext cx="3470832" cy="1925946"/>
                  <a:chOff x="1548863" y="4686834"/>
                  <a:chExt cx="3470832" cy="1925946"/>
                </a:xfrm>
              </p:grpSpPr>
              <p:sp>
                <p:nvSpPr>
                  <p:cNvPr id="7508" name="Google Shape;7508;p57"/>
                  <p:cNvSpPr txBox="1"/>
                  <p:nvPr/>
                </p:nvSpPr>
                <p:spPr>
                  <a:xfrm>
                    <a:off x="1554278" y="5609069"/>
                    <a:ext cx="346078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s-ES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M07</a:t>
                    </a:r>
                    <a:r>
                      <a:rPr lang="es-ES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y </a:t>
                    </a:r>
                    <a:r>
                      <a:rPr b="1" lang="es-ES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M08</a:t>
                    </a:r>
                    <a:r>
                      <a:rPr lang="es-ES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Rotación motor 4</a:t>
                    </a:r>
                    <a:endParaRPr/>
                  </a:p>
                </p:txBody>
              </p:sp>
              <p:grpSp>
                <p:nvGrpSpPr>
                  <p:cNvPr id="7509" name="Google Shape;7509;p57"/>
                  <p:cNvGrpSpPr/>
                  <p:nvPr/>
                </p:nvGrpSpPr>
                <p:grpSpPr>
                  <a:xfrm>
                    <a:off x="1548863" y="4686834"/>
                    <a:ext cx="3470832" cy="1925946"/>
                    <a:chOff x="1548863" y="4686834"/>
                    <a:chExt cx="3470832" cy="1925946"/>
                  </a:xfrm>
                </p:grpSpPr>
                <p:sp>
                  <p:nvSpPr>
                    <p:cNvPr id="7510" name="Google Shape;7510;p57"/>
                    <p:cNvSpPr txBox="1"/>
                    <p:nvPr/>
                  </p:nvSpPr>
                  <p:spPr>
                    <a:xfrm>
                      <a:off x="1553888" y="5011491"/>
                      <a:ext cx="346078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M03</a:t>
                      </a:r>
                      <a:r>
                        <a:rPr lang="es-E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y </a:t>
                      </a:r>
                      <a:r>
                        <a:rPr b="1" lang="es-E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M04</a:t>
                      </a:r>
                      <a:r>
                        <a:rPr lang="es-E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Rotación motor 2</a:t>
                      </a:r>
                      <a:endParaRPr/>
                    </a:p>
                  </p:txBody>
                </p:sp>
                <p:grpSp>
                  <p:nvGrpSpPr>
                    <p:cNvPr id="7511" name="Google Shape;7511;p57"/>
                    <p:cNvGrpSpPr/>
                    <p:nvPr/>
                  </p:nvGrpSpPr>
                  <p:grpSpPr>
                    <a:xfrm>
                      <a:off x="1548863" y="4686834"/>
                      <a:ext cx="3470832" cy="1925946"/>
                      <a:chOff x="1548863" y="4686834"/>
                      <a:chExt cx="3470832" cy="1925946"/>
                    </a:xfrm>
                  </p:grpSpPr>
                  <p:sp>
                    <p:nvSpPr>
                      <p:cNvPr id="7512" name="Google Shape;7512;p57"/>
                      <p:cNvSpPr txBox="1"/>
                      <p:nvPr/>
                    </p:nvSpPr>
                    <p:spPr>
                      <a:xfrm>
                        <a:off x="1558913" y="4686834"/>
                        <a:ext cx="3460782" cy="400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M01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y </a:t>
                        </a: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M02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Rotación motor 1</a:t>
                        </a:r>
                        <a:endParaRPr/>
                      </a:p>
                    </p:txBody>
                  </p:sp>
                  <p:sp>
                    <p:nvSpPr>
                      <p:cNvPr id="7513" name="Google Shape;7513;p57"/>
                      <p:cNvSpPr txBox="1"/>
                      <p:nvPr/>
                    </p:nvSpPr>
                    <p:spPr>
                      <a:xfrm>
                        <a:off x="1548863" y="5324212"/>
                        <a:ext cx="3460782" cy="400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M05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y </a:t>
                        </a: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M06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Rotación motor 3</a:t>
                        </a:r>
                        <a:endParaRPr/>
                      </a:p>
                    </p:txBody>
                  </p:sp>
                  <p:sp>
                    <p:nvSpPr>
                      <p:cNvPr id="7514" name="Google Shape;7514;p57"/>
                      <p:cNvSpPr txBox="1"/>
                      <p:nvPr/>
                    </p:nvSpPr>
                    <p:spPr>
                      <a:xfrm>
                        <a:off x="1558913" y="5897063"/>
                        <a:ext cx="3460782" cy="400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M09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y </a:t>
                        </a: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M10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Rotación motor 5</a:t>
                        </a:r>
                        <a:endParaRPr/>
                      </a:p>
                    </p:txBody>
                  </p:sp>
                  <p:sp>
                    <p:nvSpPr>
                      <p:cNvPr id="7515" name="Google Shape;7515;p57"/>
                      <p:cNvSpPr txBox="1"/>
                      <p:nvPr/>
                    </p:nvSpPr>
                    <p:spPr>
                      <a:xfrm>
                        <a:off x="1548863" y="6212670"/>
                        <a:ext cx="3460782" cy="400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M11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y </a:t>
                        </a: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M12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Rotación motor 6</a:t>
                        </a:r>
                        <a:endParaRPr/>
                      </a:p>
                    </p:txBody>
                  </p:sp>
                </p:grpSp>
              </p:grpSp>
            </p:grpSp>
          </p:grpSp>
          <p:grpSp>
            <p:nvGrpSpPr>
              <p:cNvPr id="7516" name="Google Shape;7516;p57"/>
              <p:cNvGrpSpPr/>
              <p:nvPr/>
            </p:nvGrpSpPr>
            <p:grpSpPr>
              <a:xfrm>
                <a:off x="8805727" y="2534193"/>
                <a:ext cx="3487569" cy="1389505"/>
                <a:chOff x="8805727" y="2534193"/>
                <a:chExt cx="3487569" cy="1389505"/>
              </a:xfrm>
            </p:grpSpPr>
            <p:sp>
              <p:nvSpPr>
                <p:cNvPr id="7517" name="Google Shape;7517;p57"/>
                <p:cNvSpPr txBox="1"/>
                <p:nvPr/>
              </p:nvSpPr>
              <p:spPr>
                <a:xfrm>
                  <a:off x="9803227" y="2534193"/>
                  <a:ext cx="2490069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s-E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s-E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rriba / Antihorario</a:t>
                  </a:r>
                  <a:endParaRPr/>
                </a:p>
              </p:txBody>
            </p:sp>
            <p:sp>
              <p:nvSpPr>
                <p:cNvPr id="7518" name="Google Shape;7518;p57"/>
                <p:cNvSpPr txBox="1"/>
                <p:nvPr/>
              </p:nvSpPr>
              <p:spPr>
                <a:xfrm>
                  <a:off x="9803227" y="3523588"/>
                  <a:ext cx="2490069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s-E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s-E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bajo / Horario</a:t>
                  </a:r>
                  <a:endParaRPr/>
                </a:p>
              </p:txBody>
            </p:sp>
            <p:cxnSp>
              <p:nvCxnSpPr>
                <p:cNvPr id="7519" name="Google Shape;7519;p57"/>
                <p:cNvCxnSpPr>
                  <a:stCxn id="7517" idx="1"/>
                </p:cNvCxnSpPr>
                <p:nvPr/>
              </p:nvCxnSpPr>
              <p:spPr>
                <a:xfrm rot="10800000">
                  <a:off x="8805727" y="2734248"/>
                  <a:ext cx="9975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7520" name="Google Shape;7520;p57"/>
                <p:cNvCxnSpPr/>
                <p:nvPr/>
              </p:nvCxnSpPr>
              <p:spPr>
                <a:xfrm rot="10800000">
                  <a:off x="8805749" y="3723643"/>
                  <a:ext cx="997478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</p:grpSp>
        <p:grpSp>
          <p:nvGrpSpPr>
            <p:cNvPr id="7521" name="Google Shape;7521;p57"/>
            <p:cNvGrpSpPr/>
            <p:nvPr/>
          </p:nvGrpSpPr>
          <p:grpSpPr>
            <a:xfrm>
              <a:off x="1052025" y="2016844"/>
              <a:ext cx="2312904" cy="1294886"/>
              <a:chOff x="1052025" y="2016844"/>
              <a:chExt cx="2312904" cy="1294886"/>
            </a:xfrm>
          </p:grpSpPr>
          <p:sp>
            <p:nvSpPr>
              <p:cNvPr id="7522" name="Google Shape;7522;p57"/>
              <p:cNvSpPr/>
              <p:nvPr/>
            </p:nvSpPr>
            <p:spPr>
              <a:xfrm>
                <a:off x="3256929" y="3203730"/>
                <a:ext cx="108000" cy="108000"/>
              </a:xfrm>
              <a:prstGeom prst="rect">
                <a:avLst/>
              </a:prstGeom>
              <a:solidFill>
                <a:srgbClr val="FF6600"/>
              </a:solidFill>
              <a:ln cap="flat" cmpd="sng" w="28575">
                <a:solidFill>
                  <a:srgbClr val="FF66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3" name="Google Shape;7523;p57"/>
              <p:cNvSpPr/>
              <p:nvPr/>
            </p:nvSpPr>
            <p:spPr>
              <a:xfrm>
                <a:off x="3077756" y="2548226"/>
                <a:ext cx="108000" cy="108000"/>
              </a:xfrm>
              <a:prstGeom prst="rect">
                <a:avLst/>
              </a:prstGeom>
              <a:solidFill>
                <a:srgbClr val="FFFF00"/>
              </a:solidFill>
              <a:ln cap="flat" cmpd="sng" w="28575">
                <a:solidFill>
                  <a:srgbClr val="FF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4" name="Google Shape;7524;p57"/>
              <p:cNvSpPr/>
              <p:nvPr/>
            </p:nvSpPr>
            <p:spPr>
              <a:xfrm>
                <a:off x="2456845" y="2101804"/>
                <a:ext cx="108000" cy="108000"/>
              </a:xfrm>
              <a:prstGeom prst="rect">
                <a:avLst/>
              </a:prstGeom>
              <a:solidFill>
                <a:srgbClr val="FF33CC"/>
              </a:solidFill>
              <a:ln cap="flat" cmpd="sng" w="28575">
                <a:solidFill>
                  <a:srgbClr val="FF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5" name="Google Shape;7525;p57"/>
              <p:cNvSpPr/>
              <p:nvPr/>
            </p:nvSpPr>
            <p:spPr>
              <a:xfrm>
                <a:off x="1809173" y="2016844"/>
                <a:ext cx="108000" cy="108000"/>
              </a:xfrm>
              <a:prstGeom prst="rect">
                <a:avLst/>
              </a:prstGeom>
              <a:solidFill>
                <a:srgbClr val="00FFFF"/>
              </a:solidFill>
              <a:ln cap="flat" cmpd="sng" w="28575">
                <a:solidFill>
                  <a:srgbClr val="00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6" name="Google Shape;7526;p57"/>
              <p:cNvSpPr/>
              <p:nvPr/>
            </p:nvSpPr>
            <p:spPr>
              <a:xfrm>
                <a:off x="1503383" y="2030492"/>
                <a:ext cx="108000" cy="108000"/>
              </a:xfrm>
              <a:prstGeom prst="rect">
                <a:avLst/>
              </a:prstGeom>
              <a:solidFill>
                <a:srgbClr val="0000FF"/>
              </a:solidFill>
              <a:ln cap="flat" cmpd="sng" w="28575">
                <a:solidFill>
                  <a:srgbClr val="0000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7" name="Google Shape;7527;p57"/>
              <p:cNvSpPr/>
              <p:nvPr/>
            </p:nvSpPr>
            <p:spPr>
              <a:xfrm>
                <a:off x="1052025" y="2030492"/>
                <a:ext cx="108000" cy="108000"/>
              </a:xfrm>
              <a:prstGeom prst="rect">
                <a:avLst/>
              </a:prstGeom>
              <a:solidFill>
                <a:srgbClr val="00FF00"/>
              </a:solidFill>
              <a:ln cap="flat" cmpd="sng" w="28575">
                <a:solidFill>
                  <a:srgbClr val="00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1" name="Shape 7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2" name="Google Shape;7532;p58"/>
          <p:cNvSpPr txBox="1"/>
          <p:nvPr>
            <p:ph type="ctrTitle"/>
          </p:nvPr>
        </p:nvSpPr>
        <p:spPr>
          <a:xfrm>
            <a:off x="561712" y="91427"/>
            <a:ext cx="11068575" cy="7225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flujograma</a:t>
            </a:r>
            <a:endParaRPr sz="4000">
              <a:latin typeface="Aharoni"/>
              <a:ea typeface="Aharoni"/>
              <a:cs typeface="Aharoni"/>
              <a:sym typeface="Aharoni"/>
            </a:endParaRPr>
          </a:p>
        </p:txBody>
      </p:sp>
      <p:grpSp>
        <p:nvGrpSpPr>
          <p:cNvPr id="7533" name="Google Shape;7533;p58"/>
          <p:cNvGrpSpPr/>
          <p:nvPr/>
        </p:nvGrpSpPr>
        <p:grpSpPr>
          <a:xfrm rot="10800000">
            <a:off x="5345493" y="5387066"/>
            <a:ext cx="2876424" cy="2871632"/>
            <a:chOff x="8229599" y="2516139"/>
            <a:chExt cx="2876424" cy="2871632"/>
          </a:xfrm>
        </p:grpSpPr>
        <p:cxnSp>
          <p:nvCxnSpPr>
            <p:cNvPr id="7534" name="Google Shape;7534;p58"/>
            <p:cNvCxnSpPr/>
            <p:nvPr/>
          </p:nvCxnSpPr>
          <p:spPr>
            <a:xfrm rot="10800000">
              <a:off x="8738716" y="4158654"/>
              <a:ext cx="0" cy="144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35" name="Google Shape;7535;p58"/>
            <p:cNvCxnSpPr/>
            <p:nvPr/>
          </p:nvCxnSpPr>
          <p:spPr>
            <a:xfrm>
              <a:off x="9787833" y="3825336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36" name="Google Shape;7536;p58"/>
            <p:cNvCxnSpPr/>
            <p:nvPr/>
          </p:nvCxnSpPr>
          <p:spPr>
            <a:xfrm rot="10800000">
              <a:off x="9240575" y="3278058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37" name="Google Shape;7537;p58"/>
            <p:cNvCxnSpPr/>
            <p:nvPr/>
          </p:nvCxnSpPr>
          <p:spPr>
            <a:xfrm rot="10800000">
              <a:off x="9622413" y="2395382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38" name="Google Shape;7538;p58"/>
            <p:cNvCxnSpPr/>
            <p:nvPr/>
          </p:nvCxnSpPr>
          <p:spPr>
            <a:xfrm>
              <a:off x="8843666" y="2357977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39" name="Google Shape;7539;p58"/>
            <p:cNvCxnSpPr/>
            <p:nvPr/>
          </p:nvCxnSpPr>
          <p:spPr>
            <a:xfrm rot="10800000">
              <a:off x="10716927" y="3439122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40" name="Google Shape;7540;p58"/>
            <p:cNvCxnSpPr/>
            <p:nvPr/>
          </p:nvCxnSpPr>
          <p:spPr>
            <a:xfrm>
              <a:off x="10724185" y="4202623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41" name="Google Shape;7541;p58"/>
            <p:cNvCxnSpPr/>
            <p:nvPr/>
          </p:nvCxnSpPr>
          <p:spPr>
            <a:xfrm>
              <a:off x="9650884" y="3436221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42" name="Google Shape;7542;p58"/>
            <p:cNvCxnSpPr/>
            <p:nvPr/>
          </p:nvCxnSpPr>
          <p:spPr>
            <a:xfrm rot="10800000">
              <a:off x="10414560" y="2665268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6" name="Shape 7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7" name="Google Shape;7547;p59"/>
          <p:cNvSpPr txBox="1"/>
          <p:nvPr>
            <p:ph type="ctrTitle"/>
          </p:nvPr>
        </p:nvSpPr>
        <p:spPr>
          <a:xfrm>
            <a:off x="561712" y="91427"/>
            <a:ext cx="11068575" cy="7225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flujograma</a:t>
            </a:r>
            <a:endParaRPr sz="4000">
              <a:latin typeface="Aharoni"/>
              <a:ea typeface="Aharoni"/>
              <a:cs typeface="Aharoni"/>
              <a:sym typeface="Aharoni"/>
            </a:endParaRPr>
          </a:p>
        </p:txBody>
      </p:sp>
      <p:grpSp>
        <p:nvGrpSpPr>
          <p:cNvPr id="7548" name="Google Shape;7548;p59"/>
          <p:cNvGrpSpPr/>
          <p:nvPr/>
        </p:nvGrpSpPr>
        <p:grpSpPr>
          <a:xfrm rot="10800000">
            <a:off x="5345493" y="5387066"/>
            <a:ext cx="2876424" cy="2871632"/>
            <a:chOff x="8229599" y="2516139"/>
            <a:chExt cx="2876424" cy="2871632"/>
          </a:xfrm>
        </p:grpSpPr>
        <p:cxnSp>
          <p:nvCxnSpPr>
            <p:cNvPr id="7549" name="Google Shape;7549;p59"/>
            <p:cNvCxnSpPr/>
            <p:nvPr/>
          </p:nvCxnSpPr>
          <p:spPr>
            <a:xfrm rot="10800000">
              <a:off x="8738716" y="4158654"/>
              <a:ext cx="0" cy="144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50" name="Google Shape;7550;p59"/>
            <p:cNvCxnSpPr/>
            <p:nvPr/>
          </p:nvCxnSpPr>
          <p:spPr>
            <a:xfrm>
              <a:off x="9787833" y="3825336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51" name="Google Shape;7551;p59"/>
            <p:cNvCxnSpPr/>
            <p:nvPr/>
          </p:nvCxnSpPr>
          <p:spPr>
            <a:xfrm rot="10800000">
              <a:off x="9240575" y="3278058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52" name="Google Shape;7552;p59"/>
            <p:cNvCxnSpPr/>
            <p:nvPr/>
          </p:nvCxnSpPr>
          <p:spPr>
            <a:xfrm rot="10800000">
              <a:off x="9622413" y="2395382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53" name="Google Shape;7553;p59"/>
            <p:cNvCxnSpPr/>
            <p:nvPr/>
          </p:nvCxnSpPr>
          <p:spPr>
            <a:xfrm>
              <a:off x="8843666" y="2357977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54" name="Google Shape;7554;p59"/>
            <p:cNvCxnSpPr/>
            <p:nvPr/>
          </p:nvCxnSpPr>
          <p:spPr>
            <a:xfrm rot="10800000">
              <a:off x="10716927" y="3439122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55" name="Google Shape;7555;p59"/>
            <p:cNvCxnSpPr/>
            <p:nvPr/>
          </p:nvCxnSpPr>
          <p:spPr>
            <a:xfrm>
              <a:off x="10724185" y="4202623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56" name="Google Shape;7556;p59"/>
            <p:cNvCxnSpPr/>
            <p:nvPr/>
          </p:nvCxnSpPr>
          <p:spPr>
            <a:xfrm>
              <a:off x="9650884" y="3436221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57" name="Google Shape;7557;p59"/>
            <p:cNvCxnSpPr/>
            <p:nvPr/>
          </p:nvCxnSpPr>
          <p:spPr>
            <a:xfrm rot="10800000">
              <a:off x="10414560" y="2665268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1" name="Shape 7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2" name="Google Shape;7562;p60"/>
          <p:cNvSpPr txBox="1"/>
          <p:nvPr>
            <p:ph type="ctrTitle"/>
          </p:nvPr>
        </p:nvSpPr>
        <p:spPr>
          <a:xfrm>
            <a:off x="561712" y="91427"/>
            <a:ext cx="11068575" cy="7225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flujograma</a:t>
            </a:r>
            <a:endParaRPr sz="4000">
              <a:latin typeface="Aharoni"/>
              <a:ea typeface="Aharoni"/>
              <a:cs typeface="Aharoni"/>
              <a:sym typeface="Aharoni"/>
            </a:endParaRPr>
          </a:p>
        </p:txBody>
      </p:sp>
      <p:grpSp>
        <p:nvGrpSpPr>
          <p:cNvPr id="7563" name="Google Shape;7563;p60"/>
          <p:cNvGrpSpPr/>
          <p:nvPr/>
        </p:nvGrpSpPr>
        <p:grpSpPr>
          <a:xfrm rot="10800000">
            <a:off x="5345493" y="5387066"/>
            <a:ext cx="2876424" cy="2871632"/>
            <a:chOff x="8229599" y="2516139"/>
            <a:chExt cx="2876424" cy="2871632"/>
          </a:xfrm>
        </p:grpSpPr>
        <p:cxnSp>
          <p:nvCxnSpPr>
            <p:cNvPr id="7564" name="Google Shape;7564;p60"/>
            <p:cNvCxnSpPr/>
            <p:nvPr/>
          </p:nvCxnSpPr>
          <p:spPr>
            <a:xfrm rot="10800000">
              <a:off x="8738716" y="4158654"/>
              <a:ext cx="0" cy="144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65" name="Google Shape;7565;p60"/>
            <p:cNvCxnSpPr/>
            <p:nvPr/>
          </p:nvCxnSpPr>
          <p:spPr>
            <a:xfrm>
              <a:off x="9787833" y="3825336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66" name="Google Shape;7566;p60"/>
            <p:cNvCxnSpPr/>
            <p:nvPr/>
          </p:nvCxnSpPr>
          <p:spPr>
            <a:xfrm rot="10800000">
              <a:off x="9240575" y="3278058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67" name="Google Shape;7567;p60"/>
            <p:cNvCxnSpPr/>
            <p:nvPr/>
          </p:nvCxnSpPr>
          <p:spPr>
            <a:xfrm rot="10800000">
              <a:off x="9622413" y="2395382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68" name="Google Shape;7568;p60"/>
            <p:cNvCxnSpPr/>
            <p:nvPr/>
          </p:nvCxnSpPr>
          <p:spPr>
            <a:xfrm>
              <a:off x="8843666" y="2357977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69" name="Google Shape;7569;p60"/>
            <p:cNvCxnSpPr/>
            <p:nvPr/>
          </p:nvCxnSpPr>
          <p:spPr>
            <a:xfrm rot="10800000">
              <a:off x="10716927" y="3439122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70" name="Google Shape;7570;p60"/>
            <p:cNvCxnSpPr/>
            <p:nvPr/>
          </p:nvCxnSpPr>
          <p:spPr>
            <a:xfrm>
              <a:off x="10724185" y="4202623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71" name="Google Shape;7571;p60"/>
            <p:cNvCxnSpPr/>
            <p:nvPr/>
          </p:nvCxnSpPr>
          <p:spPr>
            <a:xfrm>
              <a:off x="9650884" y="3436221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72" name="Google Shape;7572;p60"/>
            <p:cNvCxnSpPr/>
            <p:nvPr/>
          </p:nvCxnSpPr>
          <p:spPr>
            <a:xfrm rot="10800000">
              <a:off x="10414560" y="2665268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6" name="Shape 7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" name="Google Shape;7577;p61"/>
          <p:cNvSpPr txBox="1"/>
          <p:nvPr>
            <p:ph type="ctrTitle"/>
          </p:nvPr>
        </p:nvSpPr>
        <p:spPr>
          <a:xfrm>
            <a:off x="561712" y="206369"/>
            <a:ext cx="11068575" cy="7225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ESPACIO DE ACCION</a:t>
            </a:r>
            <a:endParaRPr sz="4000">
              <a:latin typeface="Aharoni"/>
              <a:ea typeface="Aharoni"/>
              <a:cs typeface="Aharoni"/>
              <a:sym typeface="Aharoni"/>
            </a:endParaRPr>
          </a:p>
        </p:txBody>
      </p:sp>
      <p:grpSp>
        <p:nvGrpSpPr>
          <p:cNvPr id="7578" name="Google Shape;7578;p61"/>
          <p:cNvGrpSpPr/>
          <p:nvPr/>
        </p:nvGrpSpPr>
        <p:grpSpPr>
          <a:xfrm rot="10800000">
            <a:off x="5345493" y="5387066"/>
            <a:ext cx="2876424" cy="2871632"/>
            <a:chOff x="8229599" y="2516139"/>
            <a:chExt cx="2876424" cy="2871632"/>
          </a:xfrm>
        </p:grpSpPr>
        <p:cxnSp>
          <p:nvCxnSpPr>
            <p:cNvPr id="7579" name="Google Shape;7579;p61"/>
            <p:cNvCxnSpPr/>
            <p:nvPr/>
          </p:nvCxnSpPr>
          <p:spPr>
            <a:xfrm rot="10800000">
              <a:off x="8738716" y="4158654"/>
              <a:ext cx="0" cy="144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80" name="Google Shape;7580;p61"/>
            <p:cNvCxnSpPr/>
            <p:nvPr/>
          </p:nvCxnSpPr>
          <p:spPr>
            <a:xfrm>
              <a:off x="9787833" y="3825336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81" name="Google Shape;7581;p61"/>
            <p:cNvCxnSpPr/>
            <p:nvPr/>
          </p:nvCxnSpPr>
          <p:spPr>
            <a:xfrm rot="10800000">
              <a:off x="9240575" y="3278058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82" name="Google Shape;7582;p61"/>
            <p:cNvCxnSpPr/>
            <p:nvPr/>
          </p:nvCxnSpPr>
          <p:spPr>
            <a:xfrm rot="10800000">
              <a:off x="9622413" y="2395382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83" name="Google Shape;7583;p61"/>
            <p:cNvCxnSpPr/>
            <p:nvPr/>
          </p:nvCxnSpPr>
          <p:spPr>
            <a:xfrm>
              <a:off x="8843666" y="2357977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84" name="Google Shape;7584;p61"/>
            <p:cNvCxnSpPr/>
            <p:nvPr/>
          </p:nvCxnSpPr>
          <p:spPr>
            <a:xfrm rot="10800000">
              <a:off x="10716927" y="3439122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85" name="Google Shape;7585;p61"/>
            <p:cNvCxnSpPr/>
            <p:nvPr/>
          </p:nvCxnSpPr>
          <p:spPr>
            <a:xfrm>
              <a:off x="10724185" y="4202623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86" name="Google Shape;7586;p61"/>
            <p:cNvCxnSpPr/>
            <p:nvPr/>
          </p:nvCxnSpPr>
          <p:spPr>
            <a:xfrm>
              <a:off x="9650884" y="3436221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587" name="Google Shape;7587;p61"/>
            <p:cNvCxnSpPr/>
            <p:nvPr/>
          </p:nvCxnSpPr>
          <p:spPr>
            <a:xfrm rot="10800000">
              <a:off x="10414560" y="2665268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1" name="Shape 7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92" name="Google Shape;7592;p62"/>
          <p:cNvGrpSpPr/>
          <p:nvPr/>
        </p:nvGrpSpPr>
        <p:grpSpPr>
          <a:xfrm rot="-2643">
            <a:off x="7374761" y="1703311"/>
            <a:ext cx="2320919" cy="2112818"/>
            <a:chOff x="5701956" y="1773008"/>
            <a:chExt cx="2320919" cy="2112818"/>
          </a:xfrm>
        </p:grpSpPr>
        <p:grpSp>
          <p:nvGrpSpPr>
            <p:cNvPr id="7593" name="Google Shape;7593;p62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7594" name="Google Shape;7594;p62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7595" name="Google Shape;7595;p62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96" name="Google Shape;7596;p62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597" name="Google Shape;7597;p62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solidFill>
                <a:srgbClr val="A5A5A5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598" name="Google Shape;7598;p62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rgbClr val="A5A5A5"/>
            </a:solidFill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99" name="Google Shape;7599;p62"/>
          <p:cNvGrpSpPr/>
          <p:nvPr/>
        </p:nvGrpSpPr>
        <p:grpSpPr>
          <a:xfrm rot="10800000">
            <a:off x="8633756" y="2521519"/>
            <a:ext cx="4868990" cy="2948536"/>
            <a:chOff x="4827502" y="1135131"/>
            <a:chExt cx="4868990" cy="2948536"/>
          </a:xfrm>
        </p:grpSpPr>
        <p:grpSp>
          <p:nvGrpSpPr>
            <p:cNvPr id="7600" name="Google Shape;7600;p62"/>
            <p:cNvGrpSpPr/>
            <p:nvPr/>
          </p:nvGrpSpPr>
          <p:grpSpPr>
            <a:xfrm rot="-2643">
              <a:off x="7374761" y="1703311"/>
              <a:ext cx="2320919" cy="2112818"/>
              <a:chOff x="5701956" y="1773008"/>
              <a:chExt cx="2320919" cy="2112818"/>
            </a:xfrm>
          </p:grpSpPr>
          <p:grpSp>
            <p:nvGrpSpPr>
              <p:cNvPr id="7601" name="Google Shape;7601;p62"/>
              <p:cNvGrpSpPr/>
              <p:nvPr/>
            </p:nvGrpSpPr>
            <p:grpSpPr>
              <a:xfrm>
                <a:off x="5701956" y="1773008"/>
                <a:ext cx="2320919" cy="2112818"/>
                <a:chOff x="5797343" y="2178392"/>
                <a:chExt cx="2320919" cy="2112818"/>
              </a:xfrm>
            </p:grpSpPr>
            <p:grpSp>
              <p:nvGrpSpPr>
                <p:cNvPr id="7602" name="Google Shape;7602;p62"/>
                <p:cNvGrpSpPr/>
                <p:nvPr/>
              </p:nvGrpSpPr>
              <p:grpSpPr>
                <a:xfrm>
                  <a:off x="5797343" y="2178392"/>
                  <a:ext cx="2320919" cy="2112818"/>
                  <a:chOff x="5587545" y="1682358"/>
                  <a:chExt cx="2320919" cy="2112818"/>
                </a:xfrm>
              </p:grpSpPr>
              <p:sp>
                <p:nvSpPr>
                  <p:cNvPr id="7603" name="Google Shape;7603;p62"/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04" name="Google Shape;7604;p62"/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605" name="Google Shape;7605;p62"/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06" name="Google Shape;7606;p62"/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07" name="Google Shape;7607;p62"/>
            <p:cNvGrpSpPr/>
            <p:nvPr/>
          </p:nvGrpSpPr>
          <p:grpSpPr>
            <a:xfrm rot="2751436">
              <a:off x="5893676" y="2438240"/>
              <a:ext cx="575117" cy="1696572"/>
              <a:chOff x="3246065" y="2845317"/>
              <a:chExt cx="695654" cy="2073060"/>
            </a:xfrm>
          </p:grpSpPr>
          <p:grpSp>
            <p:nvGrpSpPr>
              <p:cNvPr id="7608" name="Google Shape;7608;p62"/>
              <p:cNvGrpSpPr/>
              <p:nvPr/>
            </p:nvGrpSpPr>
            <p:grpSpPr>
              <a:xfrm flipH="1">
                <a:off x="3246065" y="3839200"/>
                <a:ext cx="435993" cy="1079177"/>
                <a:chOff x="5739808" y="3702217"/>
                <a:chExt cx="352110" cy="854438"/>
              </a:xfrm>
            </p:grpSpPr>
            <p:grpSp>
              <p:nvGrpSpPr>
                <p:cNvPr id="7609" name="Google Shape;7609;p62"/>
                <p:cNvGrpSpPr/>
                <p:nvPr/>
              </p:nvGrpSpPr>
              <p:grpSpPr>
                <a:xfrm>
                  <a:off x="5739808" y="3702217"/>
                  <a:ext cx="319170" cy="506923"/>
                  <a:chOff x="6097258" y="3701203"/>
                  <a:chExt cx="319170" cy="506923"/>
                </a:xfrm>
              </p:grpSpPr>
              <p:sp>
                <p:nvSpPr>
                  <p:cNvPr id="7610" name="Google Shape;7610;p62"/>
                  <p:cNvSpPr/>
                  <p:nvPr/>
                </p:nvSpPr>
                <p:spPr>
                  <a:xfrm rot="-1077969">
                    <a:off x="6165919" y="3717694"/>
                    <a:ext cx="181848" cy="473941"/>
                  </a:xfrm>
                  <a:prstGeom prst="roundRect">
                    <a:avLst>
                      <a:gd fmla="val 16667" name="adj"/>
                    </a:avLst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11" name="Google Shape;7611;p62"/>
                  <p:cNvSpPr/>
                  <p:nvPr/>
                </p:nvSpPr>
                <p:spPr>
                  <a:xfrm flipH="1" rot="655801">
                    <a:off x="6207416" y="3774548"/>
                    <a:ext cx="49476" cy="223589"/>
                  </a:xfrm>
                  <a:prstGeom prst="roundRect">
                    <a:avLst>
                      <a:gd fmla="val 40457" name="adj"/>
                    </a:avLst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612" name="Google Shape;7612;p62"/>
                <p:cNvSpPr/>
                <p:nvPr/>
              </p:nvSpPr>
              <p:spPr>
                <a:xfrm rot="-1153397">
                  <a:off x="5872725" y="4154646"/>
                  <a:ext cx="212428" cy="6040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3" name="Google Shape;7613;p62"/>
                <p:cNvSpPr/>
                <p:nvPr/>
              </p:nvSpPr>
              <p:spPr>
                <a:xfrm rot="-1153397">
                  <a:off x="5969456" y="4217860"/>
                  <a:ext cx="68932" cy="3368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614" name="Google Shape;7614;p62"/>
              <p:cNvGrpSpPr/>
              <p:nvPr/>
            </p:nvGrpSpPr>
            <p:grpSpPr>
              <a:xfrm flipH="1" rot="10800000">
                <a:off x="3505726" y="2845317"/>
                <a:ext cx="435993" cy="1070111"/>
                <a:chOff x="5739808" y="3709395"/>
                <a:chExt cx="352110" cy="847261"/>
              </a:xfrm>
            </p:grpSpPr>
            <p:grpSp>
              <p:nvGrpSpPr>
                <p:cNvPr id="7615" name="Google Shape;7615;p62"/>
                <p:cNvGrpSpPr/>
                <p:nvPr/>
              </p:nvGrpSpPr>
              <p:grpSpPr>
                <a:xfrm>
                  <a:off x="5739808" y="3709395"/>
                  <a:ext cx="296814" cy="499674"/>
                  <a:chOff x="6097258" y="3708381"/>
                  <a:chExt cx="296814" cy="499674"/>
                </a:xfrm>
              </p:grpSpPr>
              <p:sp>
                <p:nvSpPr>
                  <p:cNvPr id="7616" name="Google Shape;7616;p62"/>
                  <p:cNvSpPr/>
                  <p:nvPr/>
                </p:nvSpPr>
                <p:spPr>
                  <a:xfrm rot="-1077969">
                    <a:off x="6166492" y="3721247"/>
                    <a:ext cx="158346" cy="473941"/>
                  </a:xfrm>
                  <a:prstGeom prst="roundRect">
                    <a:avLst>
                      <a:gd fmla="val 16667" name="adj"/>
                    </a:avLst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17" name="Google Shape;7617;p62"/>
                  <p:cNvSpPr/>
                  <p:nvPr/>
                </p:nvSpPr>
                <p:spPr>
                  <a:xfrm flipH="1" rot="231950">
                    <a:off x="6202247" y="3774966"/>
                    <a:ext cx="45719" cy="216078"/>
                  </a:xfrm>
                  <a:prstGeom prst="roundRect">
                    <a:avLst>
                      <a:gd fmla="val 40457" name="adj"/>
                    </a:avLst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618" name="Google Shape;7618;p62"/>
                <p:cNvSpPr/>
                <p:nvPr/>
              </p:nvSpPr>
              <p:spPr>
                <a:xfrm rot="-1153397">
                  <a:off x="5872725" y="4154646"/>
                  <a:ext cx="212428" cy="6040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9" name="Google Shape;7619;p62"/>
                <p:cNvSpPr/>
                <p:nvPr/>
              </p:nvSpPr>
              <p:spPr>
                <a:xfrm rot="-1153397">
                  <a:off x="5969456" y="4217860"/>
                  <a:ext cx="68932" cy="3368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620" name="Google Shape;7620;p62"/>
            <p:cNvGrpSpPr/>
            <p:nvPr/>
          </p:nvGrpSpPr>
          <p:grpSpPr>
            <a:xfrm rot="2751436">
              <a:off x="5347868" y="1887905"/>
              <a:ext cx="580526" cy="1695846"/>
              <a:chOff x="2365817" y="2845869"/>
              <a:chExt cx="702197" cy="2072173"/>
            </a:xfrm>
          </p:grpSpPr>
          <p:grpSp>
            <p:nvGrpSpPr>
              <p:cNvPr id="7621" name="Google Shape;7621;p62"/>
              <p:cNvGrpSpPr/>
              <p:nvPr/>
            </p:nvGrpSpPr>
            <p:grpSpPr>
              <a:xfrm>
                <a:off x="2632021" y="3837706"/>
                <a:ext cx="435993" cy="1080336"/>
                <a:chOff x="5739807" y="3701299"/>
                <a:chExt cx="352111" cy="855357"/>
              </a:xfrm>
            </p:grpSpPr>
            <p:grpSp>
              <p:nvGrpSpPr>
                <p:cNvPr id="7622" name="Google Shape;7622;p62"/>
                <p:cNvGrpSpPr/>
                <p:nvPr/>
              </p:nvGrpSpPr>
              <p:grpSpPr>
                <a:xfrm>
                  <a:off x="5739807" y="3701299"/>
                  <a:ext cx="322028" cy="507850"/>
                  <a:chOff x="6097257" y="3700285"/>
                  <a:chExt cx="322028" cy="507850"/>
                </a:xfrm>
              </p:grpSpPr>
              <p:sp>
                <p:nvSpPr>
                  <p:cNvPr id="7623" name="Google Shape;7623;p62"/>
                  <p:cNvSpPr/>
                  <p:nvPr/>
                </p:nvSpPr>
                <p:spPr>
                  <a:xfrm rot="-1077969">
                    <a:off x="6165845" y="3717239"/>
                    <a:ext cx="184852" cy="473941"/>
                  </a:xfrm>
                  <a:prstGeom prst="roundRect">
                    <a:avLst>
                      <a:gd fmla="val 16667" name="adj"/>
                    </a:avLst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24" name="Google Shape;7624;p62"/>
                  <p:cNvSpPr/>
                  <p:nvPr/>
                </p:nvSpPr>
                <p:spPr>
                  <a:xfrm flipH="1" rot="622646">
                    <a:off x="6207873" y="3795106"/>
                    <a:ext cx="46037" cy="203887"/>
                  </a:xfrm>
                  <a:prstGeom prst="roundRect">
                    <a:avLst>
                      <a:gd fmla="val 40457" name="adj"/>
                    </a:avLst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625" name="Google Shape;7625;p62"/>
                <p:cNvSpPr/>
                <p:nvPr/>
              </p:nvSpPr>
              <p:spPr>
                <a:xfrm rot="-1153397">
                  <a:off x="5872725" y="4154646"/>
                  <a:ext cx="212428" cy="6040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6" name="Google Shape;7626;p62"/>
                <p:cNvSpPr/>
                <p:nvPr/>
              </p:nvSpPr>
              <p:spPr>
                <a:xfrm rot="-1153397">
                  <a:off x="5969456" y="4217860"/>
                  <a:ext cx="68932" cy="3368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627" name="Google Shape;7627;p62"/>
              <p:cNvGrpSpPr/>
              <p:nvPr/>
            </p:nvGrpSpPr>
            <p:grpSpPr>
              <a:xfrm rot="10800000">
                <a:off x="2365817" y="2845869"/>
                <a:ext cx="435993" cy="1070111"/>
                <a:chOff x="5739808" y="3709395"/>
                <a:chExt cx="352110" cy="847261"/>
              </a:xfrm>
            </p:grpSpPr>
            <p:grpSp>
              <p:nvGrpSpPr>
                <p:cNvPr id="7628" name="Google Shape;7628;p62"/>
                <p:cNvGrpSpPr/>
                <p:nvPr/>
              </p:nvGrpSpPr>
              <p:grpSpPr>
                <a:xfrm>
                  <a:off x="5739808" y="3709395"/>
                  <a:ext cx="296814" cy="499674"/>
                  <a:chOff x="6097258" y="3708381"/>
                  <a:chExt cx="296814" cy="499674"/>
                </a:xfrm>
              </p:grpSpPr>
              <p:sp>
                <p:nvSpPr>
                  <p:cNvPr id="7629" name="Google Shape;7629;p62"/>
                  <p:cNvSpPr/>
                  <p:nvPr/>
                </p:nvSpPr>
                <p:spPr>
                  <a:xfrm rot="-1077969">
                    <a:off x="6166492" y="3721247"/>
                    <a:ext cx="158346" cy="473941"/>
                  </a:xfrm>
                  <a:prstGeom prst="roundRect">
                    <a:avLst>
                      <a:gd fmla="val 16667" name="adj"/>
                    </a:avLst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30" name="Google Shape;7630;p62"/>
                  <p:cNvSpPr/>
                  <p:nvPr/>
                </p:nvSpPr>
                <p:spPr>
                  <a:xfrm flipH="1" rot="231950">
                    <a:off x="6202247" y="3774966"/>
                    <a:ext cx="45719" cy="216078"/>
                  </a:xfrm>
                  <a:prstGeom prst="roundRect">
                    <a:avLst>
                      <a:gd fmla="val 40457" name="adj"/>
                    </a:avLst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631" name="Google Shape;7631;p62"/>
                <p:cNvSpPr/>
                <p:nvPr/>
              </p:nvSpPr>
              <p:spPr>
                <a:xfrm rot="-1153397">
                  <a:off x="5872725" y="4154646"/>
                  <a:ext cx="212428" cy="6040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32" name="Google Shape;7632;p62"/>
                <p:cNvSpPr/>
                <p:nvPr/>
              </p:nvSpPr>
              <p:spPr>
                <a:xfrm rot="-1153397">
                  <a:off x="5969456" y="4217860"/>
                  <a:ext cx="68932" cy="3368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633" name="Google Shape;7633;p62"/>
            <p:cNvGrpSpPr/>
            <p:nvPr/>
          </p:nvGrpSpPr>
          <p:grpSpPr>
            <a:xfrm rot="2751436">
              <a:off x="5846250" y="1794943"/>
              <a:ext cx="796825" cy="1722615"/>
              <a:chOff x="5775707" y="2428623"/>
              <a:chExt cx="778396" cy="1666542"/>
            </a:xfrm>
          </p:grpSpPr>
          <p:grpSp>
            <p:nvGrpSpPr>
              <p:cNvPr id="7634" name="Google Shape;7634;p62"/>
              <p:cNvGrpSpPr/>
              <p:nvPr/>
            </p:nvGrpSpPr>
            <p:grpSpPr>
              <a:xfrm>
                <a:off x="5775707" y="2428623"/>
                <a:ext cx="778396" cy="1321607"/>
                <a:chOff x="5728098" y="3524079"/>
                <a:chExt cx="778396" cy="1321607"/>
              </a:xfrm>
            </p:grpSpPr>
            <p:grpSp>
              <p:nvGrpSpPr>
                <p:cNvPr id="7635" name="Google Shape;7635;p62"/>
                <p:cNvGrpSpPr/>
                <p:nvPr/>
              </p:nvGrpSpPr>
              <p:grpSpPr>
                <a:xfrm>
                  <a:off x="5882065" y="3524079"/>
                  <a:ext cx="468000" cy="773094"/>
                  <a:chOff x="5755916" y="3285424"/>
                  <a:chExt cx="468000" cy="773094"/>
                </a:xfrm>
              </p:grpSpPr>
              <p:sp>
                <p:nvSpPr>
                  <p:cNvPr id="7636" name="Google Shape;7636;p62"/>
                  <p:cNvSpPr/>
                  <p:nvPr/>
                </p:nvSpPr>
                <p:spPr>
                  <a:xfrm>
                    <a:off x="5755916" y="3285424"/>
                    <a:ext cx="468000" cy="468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7637" name="Google Shape;7637;p62"/>
                  <p:cNvGrpSpPr/>
                  <p:nvPr/>
                </p:nvGrpSpPr>
                <p:grpSpPr>
                  <a:xfrm>
                    <a:off x="5809916" y="3734518"/>
                    <a:ext cx="360000" cy="324000"/>
                    <a:chOff x="5827652" y="3885379"/>
                    <a:chExt cx="360000" cy="324000"/>
                  </a:xfrm>
                </p:grpSpPr>
                <p:sp>
                  <p:nvSpPr>
                    <p:cNvPr id="7638" name="Google Shape;7638;p62"/>
                    <p:cNvSpPr/>
                    <p:nvPr/>
                  </p:nvSpPr>
                  <p:spPr>
                    <a:xfrm>
                      <a:off x="5917652" y="3885379"/>
                      <a:ext cx="180000" cy="180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639" name="Google Shape;7639;p62"/>
                    <p:cNvSpPr/>
                    <p:nvPr/>
                  </p:nvSpPr>
                  <p:spPr>
                    <a:xfrm>
                      <a:off x="5827652" y="4065379"/>
                      <a:ext cx="360000" cy="144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7640" name="Google Shape;7640;p62"/>
                <p:cNvGrpSpPr/>
                <p:nvPr/>
              </p:nvGrpSpPr>
              <p:grpSpPr>
                <a:xfrm>
                  <a:off x="5728098" y="4268155"/>
                  <a:ext cx="778396" cy="577531"/>
                  <a:chOff x="5728098" y="4268155"/>
                  <a:chExt cx="778396" cy="577531"/>
                </a:xfrm>
              </p:grpSpPr>
              <p:grpSp>
                <p:nvGrpSpPr>
                  <p:cNvPr id="7641" name="Google Shape;7641;p62"/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7642" name="Google Shape;7642;p62"/>
                    <p:cNvGrpSpPr/>
                    <p:nvPr/>
                  </p:nvGrpSpPr>
                  <p:grpSpPr>
                    <a:xfrm>
                      <a:off x="5728098" y="4268155"/>
                      <a:ext cx="778396" cy="468000"/>
                      <a:chOff x="5728098" y="4268155"/>
                      <a:chExt cx="778396" cy="468000"/>
                    </a:xfrm>
                  </p:grpSpPr>
                  <p:sp>
                    <p:nvSpPr>
                      <p:cNvPr id="7643" name="Google Shape;7643;p62"/>
                      <p:cNvSpPr/>
                      <p:nvPr/>
                    </p:nvSpPr>
                    <p:spPr>
                      <a:xfrm>
                        <a:off x="5728098" y="4659003"/>
                        <a:ext cx="157695" cy="3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644" name="Google Shape;7644;p62"/>
                      <p:cNvSpPr/>
                      <p:nvPr/>
                    </p:nvSpPr>
                    <p:spPr>
                      <a:xfrm>
                        <a:off x="6348799" y="4661385"/>
                        <a:ext cx="157695" cy="3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645" name="Google Shape;7645;p62"/>
                      <p:cNvSpPr/>
                      <p:nvPr/>
                    </p:nvSpPr>
                    <p:spPr>
                      <a:xfrm>
                        <a:off x="5847296" y="4268155"/>
                        <a:ext cx="540000" cy="468000"/>
                      </a:xfrm>
                      <a:prstGeom prst="frame">
                        <a:avLst>
                          <a:gd fmla="val 7853" name="adj1"/>
                        </a:avLst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7646" name="Google Shape;7646;p62"/>
                    <p:cNvGrpSpPr/>
                    <p:nvPr/>
                  </p:nvGrpSpPr>
                  <p:grpSpPr>
                    <a:xfrm>
                      <a:off x="5728099" y="4698144"/>
                      <a:ext cx="777647" cy="147542"/>
                      <a:chOff x="5728099" y="4698144"/>
                      <a:chExt cx="777647" cy="147542"/>
                    </a:xfrm>
                  </p:grpSpPr>
                  <p:sp>
                    <p:nvSpPr>
                      <p:cNvPr id="7647" name="Google Shape;7647;p62"/>
                      <p:cNvSpPr/>
                      <p:nvPr/>
                    </p:nvSpPr>
                    <p:spPr>
                      <a:xfrm>
                        <a:off x="5849450" y="4698833"/>
                        <a:ext cx="537845" cy="457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648" name="Google Shape;7648;p62"/>
                      <p:cNvSpPr/>
                      <p:nvPr/>
                    </p:nvSpPr>
                    <p:spPr>
                      <a:xfrm>
                        <a:off x="5728099" y="4698144"/>
                        <a:ext cx="118291" cy="1475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649" name="Google Shape;7649;p62"/>
                      <p:cNvSpPr/>
                      <p:nvPr/>
                    </p:nvSpPr>
                    <p:spPr>
                      <a:xfrm>
                        <a:off x="6385142" y="4698144"/>
                        <a:ext cx="120604" cy="1475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650" name="Google Shape;7650;p62"/>
                  <p:cNvGrpSpPr/>
                  <p:nvPr/>
                </p:nvGrpSpPr>
                <p:grpSpPr>
                  <a:xfrm>
                    <a:off x="5969948" y="4385231"/>
                    <a:ext cx="300588" cy="306875"/>
                    <a:chOff x="6707431" y="4143645"/>
                    <a:chExt cx="398381" cy="433766"/>
                  </a:xfrm>
                </p:grpSpPr>
                <p:sp>
                  <p:nvSpPr>
                    <p:cNvPr id="7651" name="Google Shape;7651;p62"/>
                    <p:cNvSpPr/>
                    <p:nvPr/>
                  </p:nvSpPr>
                  <p:spPr>
                    <a:xfrm>
                      <a:off x="6708632" y="4255261"/>
                      <a:ext cx="396000" cy="216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652" name="Google Shape;7652;p62"/>
                    <p:cNvSpPr/>
                    <p:nvPr/>
                  </p:nvSpPr>
                  <p:spPr>
                    <a:xfrm>
                      <a:off x="6709813" y="4143645"/>
                      <a:ext cx="395999" cy="108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653" name="Google Shape;7653;p62"/>
                    <p:cNvSpPr/>
                    <p:nvPr/>
                  </p:nvSpPr>
                  <p:spPr>
                    <a:xfrm>
                      <a:off x="6707431" y="4469411"/>
                      <a:ext cx="396000" cy="108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7654" name="Google Shape;7654;p62"/>
              <p:cNvSpPr/>
              <p:nvPr/>
            </p:nvSpPr>
            <p:spPr>
              <a:xfrm>
                <a:off x="6139226" y="3643061"/>
                <a:ext cx="45719" cy="4521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55" name="Google Shape;7655;p62"/>
            <p:cNvGrpSpPr/>
            <p:nvPr/>
          </p:nvGrpSpPr>
          <p:grpSpPr>
            <a:xfrm rot="2751436">
              <a:off x="5329270" y="3100883"/>
              <a:ext cx="796736" cy="112283"/>
              <a:chOff x="2676061" y="4093308"/>
              <a:chExt cx="963722" cy="137200"/>
            </a:xfrm>
          </p:grpSpPr>
          <p:sp>
            <p:nvSpPr>
              <p:cNvPr id="7656" name="Google Shape;7656;p62"/>
              <p:cNvSpPr/>
              <p:nvPr/>
            </p:nvSpPr>
            <p:spPr>
              <a:xfrm>
                <a:off x="3235261" y="4093308"/>
                <a:ext cx="72000" cy="3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657" name="Google Shape;7657;p62"/>
              <p:cNvGrpSpPr/>
              <p:nvPr/>
            </p:nvGrpSpPr>
            <p:grpSpPr>
              <a:xfrm>
                <a:off x="2676061" y="4130452"/>
                <a:ext cx="963722" cy="100056"/>
                <a:chOff x="2676061" y="4130452"/>
                <a:chExt cx="963722" cy="100056"/>
              </a:xfrm>
            </p:grpSpPr>
            <p:grpSp>
              <p:nvGrpSpPr>
                <p:cNvPr id="7658" name="Google Shape;7658;p62"/>
                <p:cNvGrpSpPr/>
                <p:nvPr/>
              </p:nvGrpSpPr>
              <p:grpSpPr>
                <a:xfrm>
                  <a:off x="2676061" y="4130452"/>
                  <a:ext cx="963722" cy="75413"/>
                  <a:chOff x="5775048" y="3892549"/>
                  <a:chExt cx="778309" cy="59708"/>
                </a:xfrm>
              </p:grpSpPr>
              <p:sp>
                <p:nvSpPr>
                  <p:cNvPr id="7659" name="Google Shape;7659;p62"/>
                  <p:cNvSpPr/>
                  <p:nvPr/>
                </p:nvSpPr>
                <p:spPr>
                  <a:xfrm rot="-5400000">
                    <a:off x="6134348" y="3533249"/>
                    <a:ext cx="59708" cy="7783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60" name="Google Shape;7660;p62"/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661" name="Google Shape;7661;p62"/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662" name="Google Shape;7662;p62"/>
                <p:cNvSpPr/>
                <p:nvPr/>
              </p:nvSpPr>
              <p:spPr>
                <a:xfrm>
                  <a:off x="3012721" y="4194508"/>
                  <a:ext cx="72000" cy="36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663" name="Google Shape;7663;p62"/>
            <p:cNvGrpSpPr/>
            <p:nvPr/>
          </p:nvGrpSpPr>
          <p:grpSpPr>
            <a:xfrm>
              <a:off x="6243086" y="1135131"/>
              <a:ext cx="2010277" cy="2036290"/>
              <a:chOff x="6243086" y="1135131"/>
              <a:chExt cx="2010277" cy="2036290"/>
            </a:xfrm>
          </p:grpSpPr>
          <p:grpSp>
            <p:nvGrpSpPr>
              <p:cNvPr id="7664" name="Google Shape;7664;p62"/>
              <p:cNvGrpSpPr/>
              <p:nvPr/>
            </p:nvGrpSpPr>
            <p:grpSpPr>
              <a:xfrm>
                <a:off x="6243086" y="1135131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7665" name="Google Shape;7665;p62"/>
                <p:cNvGrpSpPr/>
                <p:nvPr/>
              </p:nvGrpSpPr>
              <p:grpSpPr>
                <a:xfrm rot="785047">
                  <a:off x="6414183" y="1301838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7666" name="Google Shape;7666;p62"/>
                  <p:cNvGrpSpPr/>
                  <p:nvPr/>
                </p:nvGrpSpPr>
                <p:grpSpPr>
                  <a:xfrm>
                    <a:off x="5811486" y="1624311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7667" name="Google Shape;7667;p62"/>
                    <p:cNvGrpSpPr/>
                    <p:nvPr/>
                  </p:nvGrpSpPr>
                  <p:grpSpPr>
                    <a:xfrm rot="-3495342">
                      <a:off x="6006485" y="1890354"/>
                      <a:ext cx="1278085" cy="1170790"/>
                      <a:chOff x="5701956" y="1773008"/>
                      <a:chExt cx="2320919" cy="2112818"/>
                    </a:xfrm>
                  </p:grpSpPr>
                  <p:grpSp>
                    <p:nvGrpSpPr>
                      <p:cNvPr id="7668" name="Google Shape;7668;p62"/>
                      <p:cNvGrpSpPr/>
                      <p:nvPr/>
                    </p:nvGrpSpPr>
                    <p:grpSpPr>
                      <a:xfrm>
                        <a:off x="5701956" y="1773008"/>
                        <a:ext cx="2320919" cy="2112818"/>
                        <a:chOff x="5797343" y="2178392"/>
                        <a:chExt cx="2320919" cy="2112818"/>
                      </a:xfrm>
                    </p:grpSpPr>
                    <p:grpSp>
                      <p:nvGrpSpPr>
                        <p:cNvPr id="7669" name="Google Shape;7669;p62"/>
                        <p:cNvGrpSpPr/>
                        <p:nvPr/>
                      </p:nvGrpSpPr>
                      <p:grpSpPr>
                        <a:xfrm>
                          <a:off x="5797343" y="2178392"/>
                          <a:ext cx="2320919" cy="2112818"/>
                          <a:chOff x="5587545" y="1682358"/>
                          <a:chExt cx="2320919" cy="2112818"/>
                        </a:xfrm>
                      </p:grpSpPr>
                      <p:sp>
                        <p:nvSpPr>
                          <p:cNvPr id="7670" name="Google Shape;7670;p62"/>
                          <p:cNvSpPr/>
                          <p:nvPr/>
                        </p:nvSpPr>
                        <p:spPr>
                          <a:xfrm>
                            <a:off x="6850705" y="2763143"/>
                            <a:ext cx="1057759" cy="1032033"/>
                          </a:xfrm>
                          <a:prstGeom prst="ellipse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7671" name="Google Shape;7671;p62"/>
                          <p:cNvSpPr/>
                          <p:nvPr/>
                        </p:nvSpPr>
                        <p:spPr>
                          <a:xfrm rot="7768561">
                            <a:off x="6099463" y="1750485"/>
                            <a:ext cx="1032301" cy="1813530"/>
                          </a:xfrm>
                          <a:prstGeom prst="flowChartManualOperation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7672" name="Google Shape;7672;p62"/>
                        <p:cNvSpPr/>
                        <p:nvPr/>
                      </p:nvSpPr>
                      <p:spPr>
                        <a:xfrm>
                          <a:off x="5819210" y="2270542"/>
                          <a:ext cx="611999" cy="612001"/>
                        </a:xfrm>
                        <a:prstGeom prst="ellipse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673" name="Google Shape;7673;p62"/>
                      <p:cNvSpPr/>
                      <p:nvPr/>
                    </p:nvSpPr>
                    <p:spPr>
                      <a:xfrm rot="7723891">
                        <a:off x="6283368" y="1841295"/>
                        <a:ext cx="919947" cy="1825612"/>
                      </a:xfrm>
                      <a:prstGeom prst="flowChartManualOperation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7674" name="Google Shape;7674;p62"/>
                    <p:cNvSpPr/>
                    <p:nvPr/>
                  </p:nvSpPr>
                  <p:spPr>
                    <a:xfrm>
                      <a:off x="6945606" y="2185786"/>
                      <a:ext cx="288000" cy="288000"/>
                    </a:xfrm>
                    <a:prstGeom prst="ellipse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7675" name="Google Shape;7675;p62"/>
                  <p:cNvSpPr/>
                  <p:nvPr/>
                </p:nvSpPr>
                <p:spPr>
                  <a:xfrm>
                    <a:off x="6040669" y="2596991"/>
                    <a:ext cx="144000" cy="144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676" name="Google Shape;7676;p62"/>
                <p:cNvSpPr/>
                <p:nvPr/>
              </p:nvSpPr>
              <p:spPr>
                <a:xfrm rot="2737538">
                  <a:off x="7852137" y="2041987"/>
                  <a:ext cx="108000" cy="1080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77" name="Google Shape;7677;p62"/>
              <p:cNvSpPr/>
              <p:nvPr/>
            </p:nvSpPr>
            <p:spPr>
              <a:xfrm rot="2737538">
                <a:off x="6770562" y="2167808"/>
                <a:ext cx="90000" cy="90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678" name="Google Shape;7678;p62"/>
          <p:cNvSpPr txBox="1"/>
          <p:nvPr>
            <p:ph type="ctrTitle"/>
          </p:nvPr>
        </p:nvSpPr>
        <p:spPr>
          <a:xfrm>
            <a:off x="551746" y="194815"/>
            <a:ext cx="11068575" cy="6278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Rutina automática Nro. 1</a:t>
            </a:r>
            <a:endParaRPr sz="4000"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7679" name="Google Shape;7679;p62"/>
          <p:cNvSpPr txBox="1"/>
          <p:nvPr>
            <p:ph idx="1" type="subTitle"/>
          </p:nvPr>
        </p:nvSpPr>
        <p:spPr>
          <a:xfrm>
            <a:off x="362873" y="1589003"/>
            <a:ext cx="4949452" cy="4593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¿Botón M11 presionado y sensor S7 </a:t>
            </a:r>
            <a:r>
              <a:rPr lang="es-ES">
                <a:highlight>
                  <a:srgbClr val="FFFF00"/>
                </a:highlight>
              </a:rPr>
              <a:t>NO</a:t>
            </a:r>
            <a:r>
              <a:rPr lang="es-ES">
                <a:solidFill>
                  <a:srgbClr val="0070C0"/>
                </a:solidFill>
              </a:rPr>
              <a:t>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Cerrar garra (desplazamiento, abajo)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2.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¿Botón M12 presionado y sensor S6 </a:t>
            </a:r>
            <a:r>
              <a:rPr lang="es-ES">
                <a:highlight>
                  <a:srgbClr val="FFFF00"/>
                </a:highlight>
              </a:rPr>
              <a:t>NO</a:t>
            </a:r>
            <a:r>
              <a:rPr lang="es-ES">
                <a:solidFill>
                  <a:srgbClr val="0070C0"/>
                </a:solidFill>
              </a:rPr>
              <a:t>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rotar brazo en sentido antihorario.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3.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s-ES"/>
              <a:t>Limpiar registros E y F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rabicPeriod"/>
            </a:pPr>
            <a:r>
              <a:rPr b="1" lang="es-ES">
                <a:solidFill>
                  <a:srgbClr val="FF0000"/>
                </a:solidFill>
              </a:rPr>
              <a:t>retornar</a:t>
            </a:r>
            <a:endParaRPr/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7680" name="Google Shape;7680;p62"/>
          <p:cNvSpPr/>
          <p:nvPr/>
        </p:nvSpPr>
        <p:spPr>
          <a:xfrm rot="-3006092">
            <a:off x="9389158" y="3446615"/>
            <a:ext cx="216000" cy="180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1" name="Google Shape;7681;p62"/>
          <p:cNvSpPr/>
          <p:nvPr/>
        </p:nvSpPr>
        <p:spPr>
          <a:xfrm>
            <a:off x="9931357" y="873308"/>
            <a:ext cx="252000" cy="252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2" name="Google Shape;7682;p62"/>
          <p:cNvSpPr txBox="1"/>
          <p:nvPr/>
        </p:nvSpPr>
        <p:spPr>
          <a:xfrm>
            <a:off x="10318877" y="763813"/>
            <a:ext cx="1724695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S2</a:t>
            </a:r>
            <a:endParaRPr/>
          </a:p>
        </p:txBody>
      </p:sp>
      <p:grpSp>
        <p:nvGrpSpPr>
          <p:cNvPr id="7683" name="Google Shape;7683;p62"/>
          <p:cNvGrpSpPr/>
          <p:nvPr/>
        </p:nvGrpSpPr>
        <p:grpSpPr>
          <a:xfrm>
            <a:off x="8605216" y="3001143"/>
            <a:ext cx="1123872" cy="1369240"/>
            <a:chOff x="7991273" y="3108960"/>
            <a:chExt cx="1192486" cy="1369240"/>
          </a:xfrm>
        </p:grpSpPr>
        <p:grpSp>
          <p:nvGrpSpPr>
            <p:cNvPr id="7684" name="Google Shape;7684;p62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7685" name="Google Shape;7685;p62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686" name="Google Shape;7686;p62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7687" name="Google Shape;7687;p62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88" name="Google Shape;7688;p62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689" name="Google Shape;7689;p62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7690" name="Google Shape;7690;p62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7691" name="Google Shape;7691;p62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92" name="Google Shape;7692;p62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693" name="Google Shape;7693;p62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7694" name="Google Shape;7694;p62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95" name="Google Shape;7695;p62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96" name="Google Shape;7696;p62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697" name="Google Shape;7697;p62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7698" name="Google Shape;7698;p62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99" name="Google Shape;7699;p62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00" name="Google Shape;7700;p62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701" name="Google Shape;7701;p62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7702" name="Google Shape;7702;p62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03" name="Google Shape;7703;p62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04" name="Google Shape;7704;p62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705" name="Google Shape;7705;p62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7706" name="Google Shape;7706;p62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07" name="Google Shape;7707;p62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08" name="Google Shape;7708;p62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7709" name="Google Shape;7709;p62"/>
          <p:cNvGrpSpPr/>
          <p:nvPr/>
        </p:nvGrpSpPr>
        <p:grpSpPr>
          <a:xfrm>
            <a:off x="7939809" y="4407732"/>
            <a:ext cx="3600000" cy="2124000"/>
            <a:chOff x="7379270" y="4515549"/>
            <a:chExt cx="3600000" cy="2124000"/>
          </a:xfrm>
        </p:grpSpPr>
        <p:sp>
          <p:nvSpPr>
            <p:cNvPr id="7710" name="Google Shape;7710;p62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1" name="Google Shape;7711;p62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12" name="Google Shape;7712;p62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7713" name="Google Shape;7713;p62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7714" name="Google Shape;7714;p62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7715" name="Google Shape;7715;p62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16" name="Google Shape;7716;p62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717" name="Google Shape;7717;p62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7718" name="Google Shape;7718;p62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7719" name="Google Shape;7719;p62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720" name="Google Shape;7720;p62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721" name="Google Shape;7721;p62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7722" name="Google Shape;7722;p62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723" name="Google Shape;7723;p62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7724" name="Google Shape;7724;p62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7725" name="Google Shape;7725;p62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26" name="Google Shape;7726;p62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727" name="Google Shape;7727;p62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7728" name="Google Shape;7728;p62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9" name="Google Shape;7729;p62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0" name="Google Shape;7730;p62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31" name="Google Shape;7731;p62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32" name="Google Shape;7732;p62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7733" name="Google Shape;7733;p62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7734" name="Google Shape;7734;p62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35" name="Google Shape;7735;p62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736" name="Google Shape;7736;p62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37" name="Google Shape;7737;p62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7738" name="Google Shape;7738;p62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9" name="Google Shape;7739;p62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0" name="Google Shape;7740;p62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741" name="Google Shape;7741;p62"/>
          <p:cNvSpPr/>
          <p:nvPr/>
        </p:nvSpPr>
        <p:spPr>
          <a:xfrm rot="5400000">
            <a:off x="8790088" y="3506450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2" name="Google Shape;7742;p62"/>
          <p:cNvSpPr/>
          <p:nvPr/>
        </p:nvSpPr>
        <p:spPr>
          <a:xfrm rot="5400000">
            <a:off x="9427628" y="3488188"/>
            <a:ext cx="126153" cy="108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3" name="Google Shape;7743;p62"/>
          <p:cNvSpPr/>
          <p:nvPr/>
        </p:nvSpPr>
        <p:spPr>
          <a:xfrm>
            <a:off x="9937166" y="1316515"/>
            <a:ext cx="252000" cy="252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4" name="Google Shape;7744;p62"/>
          <p:cNvSpPr txBox="1"/>
          <p:nvPr/>
        </p:nvSpPr>
        <p:spPr>
          <a:xfrm>
            <a:off x="10324686" y="1207020"/>
            <a:ext cx="1724695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S3</a:t>
            </a:r>
            <a:endParaRPr/>
          </a:p>
        </p:txBody>
      </p:sp>
      <p:sp>
        <p:nvSpPr>
          <p:cNvPr id="7745" name="Google Shape;7745;p62"/>
          <p:cNvSpPr/>
          <p:nvPr/>
        </p:nvSpPr>
        <p:spPr>
          <a:xfrm rot="5400000">
            <a:off x="7660195" y="2395873"/>
            <a:ext cx="72000" cy="72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6" name="Google Shape;7746;p62"/>
          <p:cNvSpPr/>
          <p:nvPr/>
        </p:nvSpPr>
        <p:spPr>
          <a:xfrm rot="5400000">
            <a:off x="7987462" y="2036330"/>
            <a:ext cx="72000" cy="72000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7" name="Google Shape;7747;p62"/>
          <p:cNvSpPr/>
          <p:nvPr/>
        </p:nvSpPr>
        <p:spPr>
          <a:xfrm>
            <a:off x="9945871" y="1772909"/>
            <a:ext cx="252000" cy="252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8" name="Google Shape;7748;p62"/>
          <p:cNvSpPr txBox="1"/>
          <p:nvPr/>
        </p:nvSpPr>
        <p:spPr>
          <a:xfrm>
            <a:off x="10333391" y="1663414"/>
            <a:ext cx="1724695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S4</a:t>
            </a:r>
            <a:endParaRPr/>
          </a:p>
        </p:txBody>
      </p:sp>
      <p:sp>
        <p:nvSpPr>
          <p:cNvPr id="7749" name="Google Shape;7749;p62"/>
          <p:cNvSpPr/>
          <p:nvPr/>
        </p:nvSpPr>
        <p:spPr>
          <a:xfrm>
            <a:off x="9954322" y="2593506"/>
            <a:ext cx="252000" cy="25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0" name="Google Shape;7750;p62"/>
          <p:cNvSpPr txBox="1"/>
          <p:nvPr/>
        </p:nvSpPr>
        <p:spPr>
          <a:xfrm>
            <a:off x="10341842" y="2484011"/>
            <a:ext cx="1724695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S7</a:t>
            </a:r>
            <a:endParaRPr/>
          </a:p>
        </p:txBody>
      </p:sp>
      <p:grpSp>
        <p:nvGrpSpPr>
          <p:cNvPr id="7751" name="Google Shape;7751;p62"/>
          <p:cNvGrpSpPr/>
          <p:nvPr/>
        </p:nvGrpSpPr>
        <p:grpSpPr>
          <a:xfrm rot="10797357">
            <a:off x="8635342" y="2794982"/>
            <a:ext cx="2320919" cy="2112818"/>
            <a:chOff x="5701956" y="1773008"/>
            <a:chExt cx="2320919" cy="2112818"/>
          </a:xfrm>
        </p:grpSpPr>
        <p:grpSp>
          <p:nvGrpSpPr>
            <p:cNvPr id="7752" name="Google Shape;7752;p62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7753" name="Google Shape;7753;p62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7754" name="Google Shape;7754;p62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55" name="Google Shape;7755;p62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756" name="Google Shape;7756;p62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57" name="Google Shape;7757;p62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58" name="Google Shape;7758;p62"/>
          <p:cNvGrpSpPr/>
          <p:nvPr/>
        </p:nvGrpSpPr>
        <p:grpSpPr>
          <a:xfrm>
            <a:off x="4827502" y="151224"/>
            <a:ext cx="5761681" cy="3932444"/>
            <a:chOff x="4827502" y="151224"/>
            <a:chExt cx="5761681" cy="3932444"/>
          </a:xfrm>
        </p:grpSpPr>
        <p:grpSp>
          <p:nvGrpSpPr>
            <p:cNvPr id="7759" name="Google Shape;7759;p62"/>
            <p:cNvGrpSpPr/>
            <p:nvPr/>
          </p:nvGrpSpPr>
          <p:grpSpPr>
            <a:xfrm>
              <a:off x="4827502" y="1135131"/>
              <a:ext cx="3425861" cy="2948536"/>
              <a:chOff x="4827502" y="1135131"/>
              <a:chExt cx="3425861" cy="2948536"/>
            </a:xfrm>
          </p:grpSpPr>
          <p:grpSp>
            <p:nvGrpSpPr>
              <p:cNvPr id="7760" name="Google Shape;7760;p62"/>
              <p:cNvGrpSpPr/>
              <p:nvPr/>
            </p:nvGrpSpPr>
            <p:grpSpPr>
              <a:xfrm>
                <a:off x="4827502" y="1770491"/>
                <a:ext cx="2312715" cy="2313177"/>
                <a:chOff x="4827502" y="1770491"/>
                <a:chExt cx="2312715" cy="2313177"/>
              </a:xfrm>
            </p:grpSpPr>
            <p:grpSp>
              <p:nvGrpSpPr>
                <p:cNvPr id="7761" name="Google Shape;7761;p62"/>
                <p:cNvGrpSpPr/>
                <p:nvPr/>
              </p:nvGrpSpPr>
              <p:grpSpPr>
                <a:xfrm rot="2751436">
                  <a:off x="5347868" y="1887905"/>
                  <a:ext cx="580526" cy="1695846"/>
                  <a:chOff x="2365817" y="2845869"/>
                  <a:chExt cx="702197" cy="2072173"/>
                </a:xfrm>
              </p:grpSpPr>
              <p:grpSp>
                <p:nvGrpSpPr>
                  <p:cNvPr id="7762" name="Google Shape;7762;p62"/>
                  <p:cNvGrpSpPr/>
                  <p:nvPr/>
                </p:nvGrpSpPr>
                <p:grpSpPr>
                  <a:xfrm>
                    <a:off x="2632021" y="3837706"/>
                    <a:ext cx="435993" cy="1080336"/>
                    <a:chOff x="5739807" y="3701299"/>
                    <a:chExt cx="352111" cy="855357"/>
                  </a:xfrm>
                </p:grpSpPr>
                <p:grpSp>
                  <p:nvGrpSpPr>
                    <p:cNvPr id="7763" name="Google Shape;7763;p62"/>
                    <p:cNvGrpSpPr/>
                    <p:nvPr/>
                  </p:nvGrpSpPr>
                  <p:grpSpPr>
                    <a:xfrm>
                      <a:off x="5739807" y="3701299"/>
                      <a:ext cx="322028" cy="507850"/>
                      <a:chOff x="6097257" y="3700285"/>
                      <a:chExt cx="322028" cy="507850"/>
                    </a:xfrm>
                  </p:grpSpPr>
                  <p:sp>
                    <p:nvSpPr>
                      <p:cNvPr id="7764" name="Google Shape;7764;p62"/>
                      <p:cNvSpPr/>
                      <p:nvPr/>
                    </p:nvSpPr>
                    <p:spPr>
                      <a:xfrm rot="-1077969">
                        <a:off x="6165845" y="3717239"/>
                        <a:ext cx="184852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765" name="Google Shape;7765;p62"/>
                      <p:cNvSpPr/>
                      <p:nvPr/>
                    </p:nvSpPr>
                    <p:spPr>
                      <a:xfrm flipH="1" rot="622646">
                        <a:off x="6207873" y="3795106"/>
                        <a:ext cx="46037" cy="203887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lt1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7766" name="Google Shape;7766;p62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767" name="Google Shape;7767;p62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768" name="Google Shape;7768;p62"/>
                  <p:cNvGrpSpPr/>
                  <p:nvPr/>
                </p:nvGrpSpPr>
                <p:grpSpPr>
                  <a:xfrm rot="10800000">
                    <a:off x="2365817" y="2845869"/>
                    <a:ext cx="435993" cy="1070111"/>
                    <a:chOff x="5739808" y="3709395"/>
                    <a:chExt cx="352110" cy="847261"/>
                  </a:xfrm>
                </p:grpSpPr>
                <p:grpSp>
                  <p:nvGrpSpPr>
                    <p:cNvPr id="7769" name="Google Shape;7769;p62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7770" name="Google Shape;7770;p62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771" name="Google Shape;7771;p62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7772" name="Google Shape;7772;p62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773" name="Google Shape;7773;p62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7774" name="Google Shape;7774;p62"/>
                <p:cNvGrpSpPr/>
                <p:nvPr/>
              </p:nvGrpSpPr>
              <p:grpSpPr>
                <a:xfrm>
                  <a:off x="5349108" y="1770491"/>
                  <a:ext cx="1791108" cy="2313177"/>
                  <a:chOff x="5349108" y="1770491"/>
                  <a:chExt cx="1791108" cy="2313177"/>
                </a:xfrm>
              </p:grpSpPr>
              <p:grpSp>
                <p:nvGrpSpPr>
                  <p:cNvPr id="7775" name="Google Shape;7775;p62"/>
                  <p:cNvGrpSpPr/>
                  <p:nvPr/>
                </p:nvGrpSpPr>
                <p:grpSpPr>
                  <a:xfrm rot="2751436">
                    <a:off x="5893676" y="2438240"/>
                    <a:ext cx="575117" cy="1696572"/>
                    <a:chOff x="3246065" y="2845317"/>
                    <a:chExt cx="695654" cy="2073060"/>
                  </a:xfrm>
                </p:grpSpPr>
                <p:grpSp>
                  <p:nvGrpSpPr>
                    <p:cNvPr id="7776" name="Google Shape;7776;p62"/>
                    <p:cNvGrpSpPr/>
                    <p:nvPr/>
                  </p:nvGrpSpPr>
                  <p:grpSpPr>
                    <a:xfrm flipH="1">
                      <a:off x="3246065" y="3839200"/>
                      <a:ext cx="435993" cy="1079177"/>
                      <a:chOff x="5739808" y="3702217"/>
                      <a:chExt cx="352110" cy="854438"/>
                    </a:xfrm>
                  </p:grpSpPr>
                  <p:grpSp>
                    <p:nvGrpSpPr>
                      <p:cNvPr id="7777" name="Google Shape;7777;p62"/>
                      <p:cNvGrpSpPr/>
                      <p:nvPr/>
                    </p:nvGrpSpPr>
                    <p:grpSpPr>
                      <a:xfrm>
                        <a:off x="5739808" y="3702217"/>
                        <a:ext cx="319170" cy="506923"/>
                        <a:chOff x="6097258" y="3701203"/>
                        <a:chExt cx="319170" cy="506923"/>
                      </a:xfrm>
                    </p:grpSpPr>
                    <p:sp>
                      <p:nvSpPr>
                        <p:cNvPr id="7778" name="Google Shape;7778;p62"/>
                        <p:cNvSpPr/>
                        <p:nvPr/>
                      </p:nvSpPr>
                      <p:spPr>
                        <a:xfrm rot="-1077969">
                          <a:off x="6165919" y="3717694"/>
                          <a:ext cx="181848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779" name="Google Shape;7779;p62"/>
                        <p:cNvSpPr/>
                        <p:nvPr/>
                      </p:nvSpPr>
                      <p:spPr>
                        <a:xfrm flipH="1" rot="655801">
                          <a:off x="6207416" y="3774548"/>
                          <a:ext cx="49476" cy="223589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lt1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780" name="Google Shape;7780;p62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781" name="Google Shape;7781;p62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7782" name="Google Shape;7782;p62"/>
                    <p:cNvGrpSpPr/>
                    <p:nvPr/>
                  </p:nvGrpSpPr>
                  <p:grpSpPr>
                    <a:xfrm flipH="1" rot="10800000">
                      <a:off x="3505726" y="2845317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7783" name="Google Shape;7783;p62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7784" name="Google Shape;7784;p62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785" name="Google Shape;7785;p62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786" name="Google Shape;7786;p62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787" name="Google Shape;7787;p62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788" name="Google Shape;7788;p62"/>
                  <p:cNvGrpSpPr/>
                  <p:nvPr/>
                </p:nvGrpSpPr>
                <p:grpSpPr>
                  <a:xfrm rot="2751436">
                    <a:off x="5846250" y="1794943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7789" name="Google Shape;7789;p62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7790" name="Google Shape;7790;p62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7791" name="Google Shape;7791;p62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7792" name="Google Shape;7792;p62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7793" name="Google Shape;7793;p62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7794" name="Google Shape;7794;p62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795" name="Google Shape;7795;p62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7796" name="Google Shape;7796;p62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7797" name="Google Shape;7797;p62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7798" name="Google Shape;7798;p62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7799" name="Google Shape;7799;p62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7800" name="Google Shape;7800;p62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7801" name="Google Shape;7801;p62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7802" name="Google Shape;7802;p62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7803" name="Google Shape;7803;p62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7804" name="Google Shape;7804;p62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7805" name="Google Shape;7805;p62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7806" name="Google Shape;7806;p62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rgbClr val="595959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7807" name="Google Shape;7807;p62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7808" name="Google Shape;7808;p62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7809" name="Google Shape;7809;p62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810" name="Google Shape;7810;p62"/>
                  <p:cNvGrpSpPr/>
                  <p:nvPr/>
                </p:nvGrpSpPr>
                <p:grpSpPr>
                  <a:xfrm rot="2751436">
                    <a:off x="5329270" y="3100883"/>
                    <a:ext cx="796736" cy="112283"/>
                    <a:chOff x="2676061" y="4093308"/>
                    <a:chExt cx="963722" cy="137200"/>
                  </a:xfrm>
                </p:grpSpPr>
                <p:sp>
                  <p:nvSpPr>
                    <p:cNvPr id="7811" name="Google Shape;7811;p62"/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812" name="Google Shape;7812;p62"/>
                    <p:cNvGrpSpPr/>
                    <p:nvPr/>
                  </p:nvGrpSpPr>
                  <p:grpSpPr>
                    <a:xfrm>
                      <a:off x="2676061" y="4130452"/>
                      <a:ext cx="963722" cy="100056"/>
                      <a:chOff x="2676061" y="4130452"/>
                      <a:chExt cx="963722" cy="100056"/>
                    </a:xfrm>
                  </p:grpSpPr>
                  <p:grpSp>
                    <p:nvGrpSpPr>
                      <p:cNvPr id="7813" name="Google Shape;7813;p62"/>
                      <p:cNvGrpSpPr/>
                      <p:nvPr/>
                    </p:nvGrpSpPr>
                    <p:grpSpPr>
                      <a:xfrm>
                        <a:off x="2676061" y="4130452"/>
                        <a:ext cx="963722" cy="75413"/>
                        <a:chOff x="5775048" y="3892549"/>
                        <a:chExt cx="778309" cy="59708"/>
                      </a:xfrm>
                    </p:grpSpPr>
                    <p:sp>
                      <p:nvSpPr>
                        <p:cNvPr id="7814" name="Google Shape;7814;p62"/>
                        <p:cNvSpPr/>
                        <p:nvPr/>
                      </p:nvSpPr>
                      <p:spPr>
                        <a:xfrm rot="-54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rgbClr val="A5A5A5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815" name="Google Shape;7815;p62"/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816" name="Google Shape;7816;p62"/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817" name="Google Shape;7817;p62"/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sp>
                <p:nvSpPr>
                  <p:cNvPr id="7818" name="Google Shape;7818;p62"/>
                  <p:cNvSpPr/>
                  <p:nvPr/>
                </p:nvSpPr>
                <p:spPr>
                  <a:xfrm rot="2751436">
                    <a:off x="6297301" y="2488136"/>
                    <a:ext cx="110557" cy="111634"/>
                  </a:xfrm>
                  <a:prstGeom prst="ellipse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819" name="Google Shape;7819;p62"/>
              <p:cNvGrpSpPr/>
              <p:nvPr/>
            </p:nvGrpSpPr>
            <p:grpSpPr>
              <a:xfrm>
                <a:off x="6243086" y="1135131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7820" name="Google Shape;7820;p62"/>
                <p:cNvGrpSpPr/>
                <p:nvPr/>
              </p:nvGrpSpPr>
              <p:grpSpPr>
                <a:xfrm>
                  <a:off x="6243086" y="1135131"/>
                  <a:ext cx="2010277" cy="2036290"/>
                  <a:chOff x="6243086" y="1135131"/>
                  <a:chExt cx="2010277" cy="2036290"/>
                </a:xfrm>
              </p:grpSpPr>
              <p:grpSp>
                <p:nvGrpSpPr>
                  <p:cNvPr id="7821" name="Google Shape;7821;p62"/>
                  <p:cNvGrpSpPr/>
                  <p:nvPr/>
                </p:nvGrpSpPr>
                <p:grpSpPr>
                  <a:xfrm rot="785047">
                    <a:off x="6414183" y="1301838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7822" name="Google Shape;7822;p62"/>
                    <p:cNvGrpSpPr/>
                    <p:nvPr/>
                  </p:nvGrpSpPr>
                  <p:grpSpPr>
                    <a:xfrm>
                      <a:off x="5811486" y="1624311"/>
                      <a:ext cx="1668083" cy="1702876"/>
                      <a:chOff x="5811486" y="1624311"/>
                      <a:chExt cx="1668083" cy="1702876"/>
                    </a:xfrm>
                  </p:grpSpPr>
                  <p:grpSp>
                    <p:nvGrpSpPr>
                      <p:cNvPr id="7823" name="Google Shape;7823;p62"/>
                      <p:cNvGrpSpPr/>
                      <p:nvPr/>
                    </p:nvGrpSpPr>
                    <p:grpSpPr>
                      <a:xfrm rot="-3495342">
                        <a:off x="6006485" y="1890354"/>
                        <a:ext cx="1278085" cy="1170790"/>
                        <a:chOff x="5701956" y="1773008"/>
                        <a:chExt cx="2320919" cy="2112818"/>
                      </a:xfrm>
                    </p:grpSpPr>
                    <p:grpSp>
                      <p:nvGrpSpPr>
                        <p:cNvPr id="7824" name="Google Shape;7824;p62"/>
                        <p:cNvGrpSpPr/>
                        <p:nvPr/>
                      </p:nvGrpSpPr>
                      <p:grpSpPr>
                        <a:xfrm>
                          <a:off x="5701956" y="1773008"/>
                          <a:ext cx="2320919" cy="2112818"/>
                          <a:chOff x="5797343" y="2178392"/>
                          <a:chExt cx="2320919" cy="2112818"/>
                        </a:xfrm>
                      </p:grpSpPr>
                      <p:grpSp>
                        <p:nvGrpSpPr>
                          <p:cNvPr id="7825" name="Google Shape;7825;p62"/>
                          <p:cNvGrpSpPr/>
                          <p:nvPr/>
                        </p:nvGrpSpPr>
                        <p:grpSpPr>
                          <a:xfrm>
                            <a:off x="5797343" y="2178392"/>
                            <a:ext cx="2320919" cy="2112818"/>
                            <a:chOff x="5587545" y="1682358"/>
                            <a:chExt cx="2320919" cy="2112818"/>
                          </a:xfrm>
                        </p:grpSpPr>
                        <p:sp>
                          <p:nvSpPr>
                            <p:cNvPr id="7826" name="Google Shape;7826;p62"/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1905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7827" name="Google Shape;7827;p62"/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19050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7828" name="Google Shape;7828;p62"/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solidFill>
                            <a:srgbClr val="A5A5A5"/>
                          </a:solidFill>
                          <a:ln cap="flat" cmpd="sng" w="1905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7829" name="Google Shape;7829;p62"/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rgbClr val="A5A5A5"/>
                        </a:solidFill>
                        <a:ln cap="flat" cmpd="sng" w="19050">
                          <a:solidFill>
                            <a:srgbClr val="A5A5A5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830" name="Google Shape;7830;p62"/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7831" name="Google Shape;7831;p62"/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7832" name="Google Shape;7832;p62"/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rgbClr val="FF0000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833" name="Google Shape;7833;p62"/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rgbClr val="FF0000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834" name="Google Shape;7834;p62"/>
            <p:cNvGrpSpPr/>
            <p:nvPr/>
          </p:nvGrpSpPr>
          <p:grpSpPr>
            <a:xfrm rot="10800000">
              <a:off x="7163321" y="151224"/>
              <a:ext cx="3425861" cy="2948536"/>
              <a:chOff x="4827502" y="1135131"/>
              <a:chExt cx="3425861" cy="2948536"/>
            </a:xfrm>
          </p:grpSpPr>
          <p:grpSp>
            <p:nvGrpSpPr>
              <p:cNvPr id="7835" name="Google Shape;7835;p62"/>
              <p:cNvGrpSpPr/>
              <p:nvPr/>
            </p:nvGrpSpPr>
            <p:grpSpPr>
              <a:xfrm>
                <a:off x="4827502" y="1770491"/>
                <a:ext cx="2312715" cy="2313177"/>
                <a:chOff x="4827502" y="1770491"/>
                <a:chExt cx="2312715" cy="2313177"/>
              </a:xfrm>
            </p:grpSpPr>
            <p:grpSp>
              <p:nvGrpSpPr>
                <p:cNvPr id="7836" name="Google Shape;7836;p62"/>
                <p:cNvGrpSpPr/>
                <p:nvPr/>
              </p:nvGrpSpPr>
              <p:grpSpPr>
                <a:xfrm rot="2751436">
                  <a:off x="5347868" y="1887905"/>
                  <a:ext cx="580526" cy="1695846"/>
                  <a:chOff x="2365817" y="2845869"/>
                  <a:chExt cx="702197" cy="2072173"/>
                </a:xfrm>
              </p:grpSpPr>
              <p:grpSp>
                <p:nvGrpSpPr>
                  <p:cNvPr id="7837" name="Google Shape;7837;p62"/>
                  <p:cNvGrpSpPr/>
                  <p:nvPr/>
                </p:nvGrpSpPr>
                <p:grpSpPr>
                  <a:xfrm>
                    <a:off x="2632021" y="3837706"/>
                    <a:ext cx="435993" cy="1080336"/>
                    <a:chOff x="5739807" y="3701299"/>
                    <a:chExt cx="352111" cy="855357"/>
                  </a:xfrm>
                </p:grpSpPr>
                <p:grpSp>
                  <p:nvGrpSpPr>
                    <p:cNvPr id="7838" name="Google Shape;7838;p62"/>
                    <p:cNvGrpSpPr/>
                    <p:nvPr/>
                  </p:nvGrpSpPr>
                  <p:grpSpPr>
                    <a:xfrm>
                      <a:off x="5739807" y="3701299"/>
                      <a:ext cx="322028" cy="507850"/>
                      <a:chOff x="6097257" y="3700285"/>
                      <a:chExt cx="322028" cy="507850"/>
                    </a:xfrm>
                  </p:grpSpPr>
                  <p:sp>
                    <p:nvSpPr>
                      <p:cNvPr id="7839" name="Google Shape;7839;p62"/>
                      <p:cNvSpPr/>
                      <p:nvPr/>
                    </p:nvSpPr>
                    <p:spPr>
                      <a:xfrm rot="-1077969">
                        <a:off x="6165845" y="3717239"/>
                        <a:ext cx="184852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840" name="Google Shape;7840;p62"/>
                      <p:cNvSpPr/>
                      <p:nvPr/>
                    </p:nvSpPr>
                    <p:spPr>
                      <a:xfrm flipH="1" rot="622646">
                        <a:off x="6207873" y="3795106"/>
                        <a:ext cx="46037" cy="203887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7841" name="Google Shape;7841;p62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842" name="Google Shape;7842;p62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843" name="Google Shape;7843;p62"/>
                  <p:cNvGrpSpPr/>
                  <p:nvPr/>
                </p:nvGrpSpPr>
                <p:grpSpPr>
                  <a:xfrm rot="10800000">
                    <a:off x="2365817" y="2845869"/>
                    <a:ext cx="435993" cy="1070111"/>
                    <a:chOff x="5739808" y="3709395"/>
                    <a:chExt cx="352110" cy="847261"/>
                  </a:xfrm>
                </p:grpSpPr>
                <p:grpSp>
                  <p:nvGrpSpPr>
                    <p:cNvPr id="7844" name="Google Shape;7844;p62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7845" name="Google Shape;7845;p62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846" name="Google Shape;7846;p62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7847" name="Google Shape;7847;p62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848" name="Google Shape;7848;p62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7849" name="Google Shape;7849;p62"/>
                <p:cNvGrpSpPr/>
                <p:nvPr/>
              </p:nvGrpSpPr>
              <p:grpSpPr>
                <a:xfrm>
                  <a:off x="5349108" y="1770491"/>
                  <a:ext cx="1791108" cy="2313177"/>
                  <a:chOff x="5349108" y="1770491"/>
                  <a:chExt cx="1791108" cy="2313177"/>
                </a:xfrm>
              </p:grpSpPr>
              <p:grpSp>
                <p:nvGrpSpPr>
                  <p:cNvPr id="7850" name="Google Shape;7850;p62"/>
                  <p:cNvGrpSpPr/>
                  <p:nvPr/>
                </p:nvGrpSpPr>
                <p:grpSpPr>
                  <a:xfrm rot="2751436">
                    <a:off x="5893676" y="2438240"/>
                    <a:ext cx="575117" cy="1696572"/>
                    <a:chOff x="3246065" y="2845317"/>
                    <a:chExt cx="695654" cy="2073060"/>
                  </a:xfrm>
                </p:grpSpPr>
                <p:grpSp>
                  <p:nvGrpSpPr>
                    <p:cNvPr id="7851" name="Google Shape;7851;p62"/>
                    <p:cNvGrpSpPr/>
                    <p:nvPr/>
                  </p:nvGrpSpPr>
                  <p:grpSpPr>
                    <a:xfrm flipH="1">
                      <a:off x="3246065" y="3839200"/>
                      <a:ext cx="435993" cy="1079177"/>
                      <a:chOff x="5739808" y="3702217"/>
                      <a:chExt cx="352110" cy="854438"/>
                    </a:xfrm>
                  </p:grpSpPr>
                  <p:grpSp>
                    <p:nvGrpSpPr>
                      <p:cNvPr id="7852" name="Google Shape;7852;p62"/>
                      <p:cNvGrpSpPr/>
                      <p:nvPr/>
                    </p:nvGrpSpPr>
                    <p:grpSpPr>
                      <a:xfrm>
                        <a:off x="5739808" y="3702217"/>
                        <a:ext cx="319170" cy="506923"/>
                        <a:chOff x="6097258" y="3701203"/>
                        <a:chExt cx="319170" cy="506923"/>
                      </a:xfrm>
                    </p:grpSpPr>
                    <p:sp>
                      <p:nvSpPr>
                        <p:cNvPr id="7853" name="Google Shape;7853;p62"/>
                        <p:cNvSpPr/>
                        <p:nvPr/>
                      </p:nvSpPr>
                      <p:spPr>
                        <a:xfrm rot="-1077969">
                          <a:off x="6165919" y="3717694"/>
                          <a:ext cx="181848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854" name="Google Shape;7854;p62"/>
                        <p:cNvSpPr/>
                        <p:nvPr/>
                      </p:nvSpPr>
                      <p:spPr>
                        <a:xfrm flipH="1" rot="655801">
                          <a:off x="6207416" y="3774548"/>
                          <a:ext cx="49476" cy="223589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855" name="Google Shape;7855;p62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856" name="Google Shape;7856;p62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7857" name="Google Shape;7857;p62"/>
                    <p:cNvGrpSpPr/>
                    <p:nvPr/>
                  </p:nvGrpSpPr>
                  <p:grpSpPr>
                    <a:xfrm flipH="1" rot="10800000">
                      <a:off x="3505726" y="2845317"/>
                      <a:ext cx="435993" cy="1070111"/>
                      <a:chOff x="5739808" y="3709395"/>
                      <a:chExt cx="352110" cy="847261"/>
                    </a:xfrm>
                  </p:grpSpPr>
                  <p:grpSp>
                    <p:nvGrpSpPr>
                      <p:cNvPr id="7858" name="Google Shape;7858;p62"/>
                      <p:cNvGrpSpPr/>
                      <p:nvPr/>
                    </p:nvGrpSpPr>
                    <p:grpSpPr>
                      <a:xfrm>
                        <a:off x="5739808" y="3709395"/>
                        <a:ext cx="296814" cy="499674"/>
                        <a:chOff x="6097258" y="3708381"/>
                        <a:chExt cx="296814" cy="499674"/>
                      </a:xfrm>
                    </p:grpSpPr>
                    <p:sp>
                      <p:nvSpPr>
                        <p:cNvPr id="7859" name="Google Shape;7859;p62"/>
                        <p:cNvSpPr/>
                        <p:nvPr/>
                      </p:nvSpPr>
                      <p:spPr>
                        <a:xfrm rot="-1077969">
                          <a:off x="6166492" y="3721247"/>
                          <a:ext cx="158346" cy="473941"/>
                        </a:xfrm>
                        <a:prstGeom prst="roundRect">
                          <a:avLst>
                            <a:gd fmla="val 1666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860" name="Google Shape;7860;p62"/>
                        <p:cNvSpPr/>
                        <p:nvPr/>
                      </p:nvSpPr>
                      <p:spPr>
                        <a:xfrm flipH="1" rot="231950">
                          <a:off x="6202247" y="3774966"/>
                          <a:ext cx="45719" cy="216078"/>
                        </a:xfrm>
                        <a:prstGeom prst="roundRect">
                          <a:avLst>
                            <a:gd fmla="val 40457" name="adj"/>
                          </a:avLst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861" name="Google Shape;7861;p62"/>
                      <p:cNvSpPr/>
                      <p:nvPr/>
                    </p:nvSpPr>
                    <p:spPr>
                      <a:xfrm rot="-1153397">
                        <a:off x="5872725" y="4154646"/>
                        <a:ext cx="212428" cy="6040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862" name="Google Shape;7862;p62"/>
                      <p:cNvSpPr/>
                      <p:nvPr/>
                    </p:nvSpPr>
                    <p:spPr>
                      <a:xfrm rot="-1153397">
                        <a:off x="5969456" y="4217860"/>
                        <a:ext cx="68932" cy="3368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863" name="Google Shape;7863;p62"/>
                  <p:cNvGrpSpPr/>
                  <p:nvPr/>
                </p:nvGrpSpPr>
                <p:grpSpPr>
                  <a:xfrm rot="2751436">
                    <a:off x="5846250" y="1794943"/>
                    <a:ext cx="796825" cy="1722615"/>
                    <a:chOff x="5775707" y="2428623"/>
                    <a:chExt cx="778396" cy="1666542"/>
                  </a:xfrm>
                </p:grpSpPr>
                <p:grpSp>
                  <p:nvGrpSpPr>
                    <p:cNvPr id="7864" name="Google Shape;7864;p62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7865" name="Google Shape;7865;p62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7866" name="Google Shape;7866;p62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7867" name="Google Shape;7867;p62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7868" name="Google Shape;7868;p62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7869" name="Google Shape;7869;p62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7870" name="Google Shape;7870;p62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7871" name="Google Shape;7871;p62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7872" name="Google Shape;7872;p62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7873" name="Google Shape;7873;p62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7874" name="Google Shape;7874;p62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7875" name="Google Shape;7875;p62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7876" name="Google Shape;7876;p62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7877" name="Google Shape;7877;p62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7878" name="Google Shape;7878;p62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7879" name="Google Shape;7879;p62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7880" name="Google Shape;7880;p62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7881" name="Google Shape;7881;p62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7882" name="Google Shape;7882;p62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7883" name="Google Shape;7883;p62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7884" name="Google Shape;7884;p62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885" name="Google Shape;7885;p62"/>
                  <p:cNvGrpSpPr/>
                  <p:nvPr/>
                </p:nvGrpSpPr>
                <p:grpSpPr>
                  <a:xfrm rot="2751436">
                    <a:off x="5329270" y="3100883"/>
                    <a:ext cx="796736" cy="112283"/>
                    <a:chOff x="2676061" y="4093308"/>
                    <a:chExt cx="963722" cy="137200"/>
                  </a:xfrm>
                </p:grpSpPr>
                <p:sp>
                  <p:nvSpPr>
                    <p:cNvPr id="7886" name="Google Shape;7886;p62"/>
                    <p:cNvSpPr/>
                    <p:nvPr/>
                  </p:nvSpPr>
                  <p:spPr>
                    <a:xfrm>
                      <a:off x="3235261" y="4093308"/>
                      <a:ext cx="72000" cy="360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887" name="Google Shape;7887;p62"/>
                    <p:cNvGrpSpPr/>
                    <p:nvPr/>
                  </p:nvGrpSpPr>
                  <p:grpSpPr>
                    <a:xfrm>
                      <a:off x="2676061" y="4130452"/>
                      <a:ext cx="963722" cy="100056"/>
                      <a:chOff x="2676061" y="4130452"/>
                      <a:chExt cx="963722" cy="100056"/>
                    </a:xfrm>
                  </p:grpSpPr>
                  <p:grpSp>
                    <p:nvGrpSpPr>
                      <p:cNvPr id="7888" name="Google Shape;7888;p62"/>
                      <p:cNvGrpSpPr/>
                      <p:nvPr/>
                    </p:nvGrpSpPr>
                    <p:grpSpPr>
                      <a:xfrm>
                        <a:off x="2676061" y="4130452"/>
                        <a:ext cx="963722" cy="75413"/>
                        <a:chOff x="5775048" y="3892549"/>
                        <a:chExt cx="778309" cy="59708"/>
                      </a:xfrm>
                    </p:grpSpPr>
                    <p:sp>
                      <p:nvSpPr>
                        <p:cNvPr id="7889" name="Google Shape;7889;p62"/>
                        <p:cNvSpPr/>
                        <p:nvPr/>
                      </p:nvSpPr>
                      <p:spPr>
                        <a:xfrm rot="-5400000">
                          <a:off x="6134348" y="3533249"/>
                          <a:ext cx="59708" cy="778309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890" name="Google Shape;7890;p62"/>
                        <p:cNvSpPr/>
                        <p:nvPr/>
                      </p:nvSpPr>
                      <p:spPr>
                        <a:xfrm>
                          <a:off x="5845735" y="390133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891" name="Google Shape;7891;p62"/>
                        <p:cNvSpPr/>
                        <p:nvPr/>
                      </p:nvSpPr>
                      <p:spPr>
                        <a:xfrm>
                          <a:off x="6446633" y="3904500"/>
                          <a:ext cx="36000" cy="36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892" name="Google Shape;7892;p62"/>
                      <p:cNvSpPr/>
                      <p:nvPr/>
                    </p:nvSpPr>
                    <p:spPr>
                      <a:xfrm>
                        <a:off x="3012721" y="4194508"/>
                        <a:ext cx="72000" cy="3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sp>
                <p:nvSpPr>
                  <p:cNvPr id="7893" name="Google Shape;7893;p62"/>
                  <p:cNvSpPr/>
                  <p:nvPr/>
                </p:nvSpPr>
                <p:spPr>
                  <a:xfrm rot="2751436">
                    <a:off x="6297301" y="2488136"/>
                    <a:ext cx="110557" cy="111634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894" name="Google Shape;7894;p62"/>
              <p:cNvGrpSpPr/>
              <p:nvPr/>
            </p:nvGrpSpPr>
            <p:grpSpPr>
              <a:xfrm>
                <a:off x="6243086" y="1135131"/>
                <a:ext cx="2010277" cy="2036290"/>
                <a:chOff x="6243086" y="1135131"/>
                <a:chExt cx="2010277" cy="2036290"/>
              </a:xfrm>
            </p:grpSpPr>
            <p:grpSp>
              <p:nvGrpSpPr>
                <p:cNvPr id="7895" name="Google Shape;7895;p62"/>
                <p:cNvGrpSpPr/>
                <p:nvPr/>
              </p:nvGrpSpPr>
              <p:grpSpPr>
                <a:xfrm>
                  <a:off x="6243086" y="1135131"/>
                  <a:ext cx="2010277" cy="2036290"/>
                  <a:chOff x="6243086" y="1135131"/>
                  <a:chExt cx="2010277" cy="2036290"/>
                </a:xfrm>
              </p:grpSpPr>
              <p:grpSp>
                <p:nvGrpSpPr>
                  <p:cNvPr id="7896" name="Google Shape;7896;p62"/>
                  <p:cNvGrpSpPr/>
                  <p:nvPr/>
                </p:nvGrpSpPr>
                <p:grpSpPr>
                  <a:xfrm rot="785047">
                    <a:off x="6414183" y="1301838"/>
                    <a:ext cx="1668083" cy="1702876"/>
                    <a:chOff x="5811486" y="1624311"/>
                    <a:chExt cx="1668083" cy="1702876"/>
                  </a:xfrm>
                </p:grpSpPr>
                <p:grpSp>
                  <p:nvGrpSpPr>
                    <p:cNvPr id="7897" name="Google Shape;7897;p62"/>
                    <p:cNvGrpSpPr/>
                    <p:nvPr/>
                  </p:nvGrpSpPr>
                  <p:grpSpPr>
                    <a:xfrm>
                      <a:off x="5811486" y="1624311"/>
                      <a:ext cx="1668083" cy="1702876"/>
                      <a:chOff x="5811486" y="1624311"/>
                      <a:chExt cx="1668083" cy="1702876"/>
                    </a:xfrm>
                  </p:grpSpPr>
                  <p:grpSp>
                    <p:nvGrpSpPr>
                      <p:cNvPr id="7898" name="Google Shape;7898;p62"/>
                      <p:cNvGrpSpPr/>
                      <p:nvPr/>
                    </p:nvGrpSpPr>
                    <p:grpSpPr>
                      <a:xfrm rot="-3495342">
                        <a:off x="6006485" y="1890354"/>
                        <a:ext cx="1278085" cy="1170790"/>
                        <a:chOff x="5701956" y="1773008"/>
                        <a:chExt cx="2320919" cy="2112818"/>
                      </a:xfrm>
                    </p:grpSpPr>
                    <p:grpSp>
                      <p:nvGrpSpPr>
                        <p:cNvPr id="7899" name="Google Shape;7899;p62"/>
                        <p:cNvGrpSpPr/>
                        <p:nvPr/>
                      </p:nvGrpSpPr>
                      <p:grpSpPr>
                        <a:xfrm>
                          <a:off x="5701956" y="1773008"/>
                          <a:ext cx="2320919" cy="2112818"/>
                          <a:chOff x="5797343" y="2178392"/>
                          <a:chExt cx="2320919" cy="2112818"/>
                        </a:xfrm>
                      </p:grpSpPr>
                      <p:grpSp>
                        <p:nvGrpSpPr>
                          <p:cNvPr id="7900" name="Google Shape;7900;p62"/>
                          <p:cNvGrpSpPr/>
                          <p:nvPr/>
                        </p:nvGrpSpPr>
                        <p:grpSpPr>
                          <a:xfrm>
                            <a:off x="5797343" y="2178392"/>
                            <a:ext cx="2320919" cy="2112818"/>
                            <a:chOff x="5587545" y="1682358"/>
                            <a:chExt cx="2320919" cy="2112818"/>
                          </a:xfrm>
                        </p:grpSpPr>
                        <p:sp>
                          <p:nvSpPr>
                            <p:cNvPr id="7901" name="Google Shape;7901;p62"/>
                            <p:cNvSpPr/>
                            <p:nvPr/>
                          </p:nvSpPr>
                          <p:spPr>
                            <a:xfrm>
                              <a:off x="6850705" y="2763143"/>
                              <a:ext cx="1057759" cy="1032033"/>
                            </a:xfrm>
                            <a:prstGeom prst="ellipse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7902" name="Google Shape;7902;p62"/>
                            <p:cNvSpPr/>
                            <p:nvPr/>
                          </p:nvSpPr>
                          <p:spPr>
                            <a:xfrm rot="7768561">
                              <a:off x="6099463" y="1750485"/>
                              <a:ext cx="1032301" cy="1813530"/>
                            </a:xfrm>
                            <a:prstGeom prst="flowChartManualOperation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7903" name="Google Shape;7903;p62"/>
                          <p:cNvSpPr/>
                          <p:nvPr/>
                        </p:nvSpPr>
                        <p:spPr>
                          <a:xfrm>
                            <a:off x="5819210" y="2270542"/>
                            <a:ext cx="611999" cy="612001"/>
                          </a:xfrm>
                          <a:prstGeom prst="ellipse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sp>
                      <p:nvSpPr>
                        <p:cNvPr id="7904" name="Google Shape;7904;p62"/>
                        <p:cNvSpPr/>
                        <p:nvPr/>
                      </p:nvSpPr>
                      <p:spPr>
                        <a:xfrm rot="7723891">
                          <a:off x="6283368" y="1841295"/>
                          <a:ext cx="919947" cy="1825612"/>
                        </a:xfrm>
                        <a:prstGeom prst="flowChartManualOperation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7905" name="Google Shape;7905;p62"/>
                      <p:cNvSpPr/>
                      <p:nvPr/>
                    </p:nvSpPr>
                    <p:spPr>
                      <a:xfrm>
                        <a:off x="6945606" y="2185786"/>
                        <a:ext cx="288000" cy="288000"/>
                      </a:xfrm>
                      <a:prstGeom prst="ellipse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7906" name="Google Shape;7906;p62"/>
                    <p:cNvSpPr/>
                    <p:nvPr/>
                  </p:nvSpPr>
                  <p:spPr>
                    <a:xfrm>
                      <a:off x="6040669" y="2596991"/>
                      <a:ext cx="144000" cy="144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7907" name="Google Shape;7907;p62"/>
                  <p:cNvSpPr/>
                  <p:nvPr/>
                </p:nvSpPr>
                <p:spPr>
                  <a:xfrm rot="2737538">
                    <a:off x="7852137" y="2041987"/>
                    <a:ext cx="108000" cy="108000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908" name="Google Shape;7908;p62"/>
                <p:cNvSpPr/>
                <p:nvPr/>
              </p:nvSpPr>
              <p:spPr>
                <a:xfrm rot="2737538">
                  <a:off x="6770562" y="2167808"/>
                  <a:ext cx="90000" cy="90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7909" name="Google Shape;7909;p62"/>
          <p:cNvSpPr txBox="1"/>
          <p:nvPr/>
        </p:nvSpPr>
        <p:spPr>
          <a:xfrm>
            <a:off x="7381991" y="1186153"/>
            <a:ext cx="6774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10º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77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3" name="Shape 7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4" name="Google Shape;7914;p63"/>
          <p:cNvSpPr txBox="1"/>
          <p:nvPr>
            <p:ph type="ctrTitle"/>
          </p:nvPr>
        </p:nvSpPr>
        <p:spPr>
          <a:xfrm>
            <a:off x="561712" y="206369"/>
            <a:ext cx="11068575" cy="7225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ESPACIO DE ACCION</a:t>
            </a:r>
            <a:endParaRPr sz="4000"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7915" name="Google Shape;7915;p63"/>
          <p:cNvSpPr/>
          <p:nvPr/>
        </p:nvSpPr>
        <p:spPr>
          <a:xfrm>
            <a:off x="7082971" y="6404888"/>
            <a:ext cx="2293257" cy="246743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16" name="Google Shape;7916;p63"/>
          <p:cNvCxnSpPr>
            <a:endCxn id="7915" idx="0"/>
          </p:cNvCxnSpPr>
          <p:nvPr/>
        </p:nvCxnSpPr>
        <p:spPr>
          <a:xfrm>
            <a:off x="8229600" y="5388788"/>
            <a:ext cx="0" cy="10161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17" name="Google Shape;7917;p63"/>
          <p:cNvCxnSpPr/>
          <p:nvPr/>
        </p:nvCxnSpPr>
        <p:spPr>
          <a:xfrm rot="10800000">
            <a:off x="8229599" y="3951972"/>
            <a:ext cx="0" cy="1440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18" name="Google Shape;7918;p63"/>
          <p:cNvCxnSpPr/>
          <p:nvPr/>
        </p:nvCxnSpPr>
        <p:spPr>
          <a:xfrm rot="10800000">
            <a:off x="8229599" y="2874829"/>
            <a:ext cx="0" cy="1080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19" name="Google Shape;7919;p63"/>
          <p:cNvCxnSpPr/>
          <p:nvPr/>
        </p:nvCxnSpPr>
        <p:spPr>
          <a:xfrm rot="10800000">
            <a:off x="8229599" y="1794829"/>
            <a:ext cx="0" cy="1080000"/>
          </a:xfrm>
          <a:prstGeom prst="straightConnector1">
            <a:avLst/>
          </a:prstGeom>
          <a:noFill/>
          <a:ln cap="flat" cmpd="sng" w="28575">
            <a:solidFill>
              <a:srgbClr val="FF33C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920" name="Google Shape;7920;p63"/>
          <p:cNvCxnSpPr/>
          <p:nvPr/>
        </p:nvCxnSpPr>
        <p:spPr>
          <a:xfrm rot="10800000">
            <a:off x="3453286" y="2867106"/>
            <a:ext cx="0" cy="1440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7921" name="Google Shape;7921;p63"/>
          <p:cNvCxnSpPr/>
          <p:nvPr/>
        </p:nvCxnSpPr>
        <p:spPr>
          <a:xfrm rot="10800000">
            <a:off x="2404169" y="2537989"/>
            <a:ext cx="0" cy="1080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7922" name="Google Shape;7922;p63"/>
          <p:cNvCxnSpPr/>
          <p:nvPr/>
        </p:nvCxnSpPr>
        <p:spPr>
          <a:xfrm rot="10800000">
            <a:off x="2944169" y="1990711"/>
            <a:ext cx="0" cy="1080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7923" name="Google Shape;7923;p63"/>
          <p:cNvCxnSpPr/>
          <p:nvPr/>
        </p:nvCxnSpPr>
        <p:spPr>
          <a:xfrm rot="10800000">
            <a:off x="3320046" y="1070629"/>
            <a:ext cx="0" cy="1080000"/>
          </a:xfrm>
          <a:prstGeom prst="straightConnector1">
            <a:avLst/>
          </a:prstGeom>
          <a:noFill/>
          <a:ln cap="flat" cmpd="sng" w="28575">
            <a:solidFill>
              <a:srgbClr val="FF33CC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7924" name="Google Shape;7924;p63"/>
          <p:cNvCxnSpPr/>
          <p:nvPr/>
        </p:nvCxnSpPr>
        <p:spPr>
          <a:xfrm>
            <a:off x="2555813" y="1033224"/>
            <a:ext cx="0" cy="1080000"/>
          </a:xfrm>
          <a:prstGeom prst="straightConnector1">
            <a:avLst/>
          </a:prstGeom>
          <a:noFill/>
          <a:ln cap="flat" cmpd="sng" w="28575">
            <a:solidFill>
              <a:srgbClr val="FF33CC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7925" name="Google Shape;7925;p63"/>
          <p:cNvCxnSpPr/>
          <p:nvPr/>
        </p:nvCxnSpPr>
        <p:spPr>
          <a:xfrm rot="10800000">
            <a:off x="1461479" y="2153652"/>
            <a:ext cx="0" cy="1080000"/>
          </a:xfrm>
          <a:prstGeom prst="straightConnector1">
            <a:avLst/>
          </a:prstGeom>
          <a:noFill/>
          <a:ln cap="flat" cmpd="sng" w="28575">
            <a:solidFill>
              <a:srgbClr val="FF33CC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7926" name="Google Shape;7926;p63"/>
          <p:cNvCxnSpPr/>
          <p:nvPr/>
        </p:nvCxnSpPr>
        <p:spPr>
          <a:xfrm>
            <a:off x="1468737" y="2917153"/>
            <a:ext cx="0" cy="1080000"/>
          </a:xfrm>
          <a:prstGeom prst="straightConnector1">
            <a:avLst/>
          </a:prstGeom>
          <a:noFill/>
          <a:ln cap="flat" cmpd="sng" w="28575">
            <a:solidFill>
              <a:srgbClr val="FF33CC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7927" name="Google Shape;7927;p63"/>
          <p:cNvCxnSpPr/>
          <p:nvPr/>
        </p:nvCxnSpPr>
        <p:spPr>
          <a:xfrm>
            <a:off x="2562332" y="2156151"/>
            <a:ext cx="0" cy="1080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7928" name="Google Shape;7928;p63"/>
          <p:cNvCxnSpPr/>
          <p:nvPr/>
        </p:nvCxnSpPr>
        <p:spPr>
          <a:xfrm>
            <a:off x="1798656" y="1383217"/>
            <a:ext cx="0" cy="1080000"/>
          </a:xfrm>
          <a:prstGeom prst="straightConnector1">
            <a:avLst/>
          </a:prstGeom>
          <a:noFill/>
          <a:ln cap="flat" cmpd="sng" w="28575">
            <a:solidFill>
              <a:srgbClr val="FF33CC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7929" name="Google Shape;7929;p63"/>
          <p:cNvGrpSpPr/>
          <p:nvPr/>
        </p:nvGrpSpPr>
        <p:grpSpPr>
          <a:xfrm rot="10800000">
            <a:off x="5345493" y="5387066"/>
            <a:ext cx="2876424" cy="2871632"/>
            <a:chOff x="8229599" y="2516139"/>
            <a:chExt cx="2876424" cy="2871632"/>
          </a:xfrm>
        </p:grpSpPr>
        <p:cxnSp>
          <p:nvCxnSpPr>
            <p:cNvPr id="7930" name="Google Shape;7930;p63"/>
            <p:cNvCxnSpPr/>
            <p:nvPr/>
          </p:nvCxnSpPr>
          <p:spPr>
            <a:xfrm rot="10800000">
              <a:off x="8738716" y="4158654"/>
              <a:ext cx="0" cy="144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931" name="Google Shape;7931;p63"/>
            <p:cNvCxnSpPr/>
            <p:nvPr/>
          </p:nvCxnSpPr>
          <p:spPr>
            <a:xfrm>
              <a:off x="9787833" y="3825336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932" name="Google Shape;7932;p63"/>
            <p:cNvCxnSpPr/>
            <p:nvPr/>
          </p:nvCxnSpPr>
          <p:spPr>
            <a:xfrm rot="10800000">
              <a:off x="9240575" y="3278058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933" name="Google Shape;7933;p63"/>
            <p:cNvCxnSpPr/>
            <p:nvPr/>
          </p:nvCxnSpPr>
          <p:spPr>
            <a:xfrm rot="10800000">
              <a:off x="9622413" y="2395382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934" name="Google Shape;7934;p63"/>
            <p:cNvCxnSpPr/>
            <p:nvPr/>
          </p:nvCxnSpPr>
          <p:spPr>
            <a:xfrm>
              <a:off x="8843666" y="2357977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935" name="Google Shape;7935;p63"/>
            <p:cNvCxnSpPr/>
            <p:nvPr/>
          </p:nvCxnSpPr>
          <p:spPr>
            <a:xfrm rot="10800000">
              <a:off x="10716927" y="3439122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936" name="Google Shape;7936;p63"/>
            <p:cNvCxnSpPr/>
            <p:nvPr/>
          </p:nvCxnSpPr>
          <p:spPr>
            <a:xfrm>
              <a:off x="10724185" y="4202623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937" name="Google Shape;7937;p63"/>
            <p:cNvCxnSpPr/>
            <p:nvPr/>
          </p:nvCxnSpPr>
          <p:spPr>
            <a:xfrm>
              <a:off x="9650884" y="3436221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  <p:cxnSp>
          <p:nvCxnSpPr>
            <p:cNvPr id="7938" name="Google Shape;7938;p63"/>
            <p:cNvCxnSpPr/>
            <p:nvPr/>
          </p:nvCxnSpPr>
          <p:spPr>
            <a:xfrm rot="10800000">
              <a:off x="10414560" y="2665268"/>
              <a:ext cx="0" cy="1080000"/>
            </a:xfrm>
            <a:prstGeom prst="straightConnector1">
              <a:avLst/>
            </a:prstGeom>
            <a:noFill/>
            <a:ln>
              <a:noFill/>
            </a:ln>
          </p:spPr>
        </p:cxnSp>
      </p:grpSp>
      <p:grpSp>
        <p:nvGrpSpPr>
          <p:cNvPr id="7939" name="Google Shape;7939;p63"/>
          <p:cNvGrpSpPr/>
          <p:nvPr/>
        </p:nvGrpSpPr>
        <p:grpSpPr>
          <a:xfrm rot="-5100000">
            <a:off x="5352221" y="2514941"/>
            <a:ext cx="5751215" cy="5742558"/>
            <a:chOff x="5354807" y="2516139"/>
            <a:chExt cx="5751215" cy="5742558"/>
          </a:xfrm>
        </p:grpSpPr>
        <p:grpSp>
          <p:nvGrpSpPr>
            <p:cNvPr id="7940" name="Google Shape;7940;p63"/>
            <p:cNvGrpSpPr/>
            <p:nvPr/>
          </p:nvGrpSpPr>
          <p:grpSpPr>
            <a:xfrm>
              <a:off x="8229599" y="2516139"/>
              <a:ext cx="2876424" cy="2871632"/>
              <a:chOff x="8229599" y="2516139"/>
              <a:chExt cx="2876424" cy="2871632"/>
            </a:xfrm>
          </p:grpSpPr>
          <p:cxnSp>
            <p:nvCxnSpPr>
              <p:cNvPr id="7941" name="Google Shape;7941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42" name="Google Shape;7942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43" name="Google Shape;7943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44" name="Google Shape;7944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45" name="Google Shape;7945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46" name="Google Shape;7946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47" name="Google Shape;7947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48" name="Google Shape;7948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49" name="Google Shape;7949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950" name="Google Shape;7950;p63"/>
            <p:cNvGrpSpPr/>
            <p:nvPr/>
          </p:nvGrpSpPr>
          <p:grpSpPr>
            <a:xfrm rot="10800000">
              <a:off x="5354807" y="5387066"/>
              <a:ext cx="2876424" cy="2871632"/>
              <a:chOff x="8229599" y="2516139"/>
              <a:chExt cx="2876424" cy="2871632"/>
            </a:xfrm>
          </p:grpSpPr>
          <p:cxnSp>
            <p:nvCxnSpPr>
              <p:cNvPr id="7951" name="Google Shape;7951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52" name="Google Shape;7952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53" name="Google Shape;7953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54" name="Google Shape;7954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55" name="Google Shape;7955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56" name="Google Shape;7956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57" name="Google Shape;7957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58" name="Google Shape;7958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59" name="Google Shape;7959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</p:grpSp>
      </p:grpSp>
      <p:grpSp>
        <p:nvGrpSpPr>
          <p:cNvPr id="7960" name="Google Shape;7960;p63"/>
          <p:cNvGrpSpPr/>
          <p:nvPr/>
        </p:nvGrpSpPr>
        <p:grpSpPr>
          <a:xfrm rot="-4200000">
            <a:off x="5349496" y="2507222"/>
            <a:ext cx="5751215" cy="5742558"/>
            <a:chOff x="5354807" y="2516139"/>
            <a:chExt cx="5751215" cy="5742558"/>
          </a:xfrm>
        </p:grpSpPr>
        <p:grpSp>
          <p:nvGrpSpPr>
            <p:cNvPr id="7961" name="Google Shape;7961;p63"/>
            <p:cNvGrpSpPr/>
            <p:nvPr/>
          </p:nvGrpSpPr>
          <p:grpSpPr>
            <a:xfrm>
              <a:off x="8229599" y="2516139"/>
              <a:ext cx="2876424" cy="2871632"/>
              <a:chOff x="8229599" y="2516139"/>
              <a:chExt cx="2876424" cy="2871632"/>
            </a:xfrm>
          </p:grpSpPr>
          <p:cxnSp>
            <p:nvCxnSpPr>
              <p:cNvPr id="7962" name="Google Shape;7962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63" name="Google Shape;7963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64" name="Google Shape;7964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65" name="Google Shape;7965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66" name="Google Shape;7966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67" name="Google Shape;7967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68" name="Google Shape;7968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69" name="Google Shape;7969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70" name="Google Shape;7970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971" name="Google Shape;7971;p63"/>
            <p:cNvGrpSpPr/>
            <p:nvPr/>
          </p:nvGrpSpPr>
          <p:grpSpPr>
            <a:xfrm rot="10800000">
              <a:off x="5354807" y="5387066"/>
              <a:ext cx="2876424" cy="2871632"/>
              <a:chOff x="8229599" y="2516139"/>
              <a:chExt cx="2876424" cy="2871632"/>
            </a:xfrm>
          </p:grpSpPr>
          <p:cxnSp>
            <p:nvCxnSpPr>
              <p:cNvPr id="7972" name="Google Shape;7972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73" name="Google Shape;7973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74" name="Google Shape;7974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75" name="Google Shape;7975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76" name="Google Shape;7976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77" name="Google Shape;7977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78" name="Google Shape;7978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79" name="Google Shape;7979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80" name="Google Shape;7980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</p:grpSp>
      </p:grpSp>
      <p:grpSp>
        <p:nvGrpSpPr>
          <p:cNvPr id="7981" name="Google Shape;7981;p63"/>
          <p:cNvGrpSpPr/>
          <p:nvPr/>
        </p:nvGrpSpPr>
        <p:grpSpPr>
          <a:xfrm rot="-3900000">
            <a:off x="5359021" y="2503609"/>
            <a:ext cx="5751215" cy="5742558"/>
            <a:chOff x="5354807" y="2516139"/>
            <a:chExt cx="5751215" cy="5742558"/>
          </a:xfrm>
        </p:grpSpPr>
        <p:grpSp>
          <p:nvGrpSpPr>
            <p:cNvPr id="7982" name="Google Shape;7982;p63"/>
            <p:cNvGrpSpPr/>
            <p:nvPr/>
          </p:nvGrpSpPr>
          <p:grpSpPr>
            <a:xfrm>
              <a:off x="8229599" y="2516139"/>
              <a:ext cx="2876424" cy="2871632"/>
              <a:chOff x="8229599" y="2516139"/>
              <a:chExt cx="2876424" cy="2871632"/>
            </a:xfrm>
          </p:grpSpPr>
          <p:cxnSp>
            <p:nvCxnSpPr>
              <p:cNvPr id="7983" name="Google Shape;7983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84" name="Google Shape;7984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85" name="Google Shape;7985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86" name="Google Shape;7986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87" name="Google Shape;7987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88" name="Google Shape;7988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89" name="Google Shape;7989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90" name="Google Shape;7990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91" name="Google Shape;7991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992" name="Google Shape;7992;p63"/>
            <p:cNvGrpSpPr/>
            <p:nvPr/>
          </p:nvGrpSpPr>
          <p:grpSpPr>
            <a:xfrm rot="10800000">
              <a:off x="5354807" y="5387066"/>
              <a:ext cx="2876424" cy="2871632"/>
              <a:chOff x="8229599" y="2516139"/>
              <a:chExt cx="2876424" cy="2871632"/>
            </a:xfrm>
          </p:grpSpPr>
          <p:cxnSp>
            <p:nvCxnSpPr>
              <p:cNvPr id="7993" name="Google Shape;7993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94" name="Google Shape;7994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95" name="Google Shape;7995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96" name="Google Shape;7996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97" name="Google Shape;7997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98" name="Google Shape;7998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7999" name="Google Shape;7999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00" name="Google Shape;8000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01" name="Google Shape;8001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</p:grpSp>
      </p:grpSp>
      <p:grpSp>
        <p:nvGrpSpPr>
          <p:cNvPr id="8002" name="Google Shape;8002;p63"/>
          <p:cNvGrpSpPr/>
          <p:nvPr/>
        </p:nvGrpSpPr>
        <p:grpSpPr>
          <a:xfrm rot="-3600000">
            <a:off x="5348607" y="2514454"/>
            <a:ext cx="5751215" cy="5742558"/>
            <a:chOff x="5354807" y="2516139"/>
            <a:chExt cx="5751215" cy="5742558"/>
          </a:xfrm>
        </p:grpSpPr>
        <p:grpSp>
          <p:nvGrpSpPr>
            <p:cNvPr id="8003" name="Google Shape;8003;p63"/>
            <p:cNvGrpSpPr/>
            <p:nvPr/>
          </p:nvGrpSpPr>
          <p:grpSpPr>
            <a:xfrm>
              <a:off x="8229599" y="2516139"/>
              <a:ext cx="2876424" cy="2871632"/>
              <a:chOff x="8229599" y="2516139"/>
              <a:chExt cx="2876424" cy="2871632"/>
            </a:xfrm>
          </p:grpSpPr>
          <p:cxnSp>
            <p:nvCxnSpPr>
              <p:cNvPr id="8004" name="Google Shape;8004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05" name="Google Shape;8005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06" name="Google Shape;8006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07" name="Google Shape;8007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08" name="Google Shape;8008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09" name="Google Shape;8009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10" name="Google Shape;8010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11" name="Google Shape;8011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12" name="Google Shape;8012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013" name="Google Shape;8013;p63"/>
            <p:cNvGrpSpPr/>
            <p:nvPr/>
          </p:nvGrpSpPr>
          <p:grpSpPr>
            <a:xfrm rot="10800000">
              <a:off x="5354807" y="5387066"/>
              <a:ext cx="2876424" cy="2871632"/>
              <a:chOff x="8229599" y="2516139"/>
              <a:chExt cx="2876424" cy="2871632"/>
            </a:xfrm>
          </p:grpSpPr>
          <p:cxnSp>
            <p:nvCxnSpPr>
              <p:cNvPr id="8014" name="Google Shape;8014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15" name="Google Shape;8015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16" name="Google Shape;8016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17" name="Google Shape;8017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18" name="Google Shape;8018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19" name="Google Shape;8019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20" name="Google Shape;8020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21" name="Google Shape;8021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22" name="Google Shape;8022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</p:grpSp>
      </p:grpSp>
      <p:grpSp>
        <p:nvGrpSpPr>
          <p:cNvPr id="8023" name="Google Shape;8023;p63"/>
          <p:cNvGrpSpPr/>
          <p:nvPr/>
        </p:nvGrpSpPr>
        <p:grpSpPr>
          <a:xfrm rot="-3300000">
            <a:off x="5347723" y="2503583"/>
            <a:ext cx="5751215" cy="5742558"/>
            <a:chOff x="5354807" y="2516139"/>
            <a:chExt cx="5751215" cy="5742558"/>
          </a:xfrm>
        </p:grpSpPr>
        <p:grpSp>
          <p:nvGrpSpPr>
            <p:cNvPr id="8024" name="Google Shape;8024;p63"/>
            <p:cNvGrpSpPr/>
            <p:nvPr/>
          </p:nvGrpSpPr>
          <p:grpSpPr>
            <a:xfrm>
              <a:off x="8229599" y="2516139"/>
              <a:ext cx="2876424" cy="2871632"/>
              <a:chOff x="8229599" y="2516139"/>
              <a:chExt cx="2876424" cy="2871632"/>
            </a:xfrm>
          </p:grpSpPr>
          <p:cxnSp>
            <p:nvCxnSpPr>
              <p:cNvPr id="8025" name="Google Shape;8025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26" name="Google Shape;8026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27" name="Google Shape;8027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28" name="Google Shape;8028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29" name="Google Shape;8029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30" name="Google Shape;8030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31" name="Google Shape;8031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32" name="Google Shape;8032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33" name="Google Shape;8033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034" name="Google Shape;8034;p63"/>
            <p:cNvGrpSpPr/>
            <p:nvPr/>
          </p:nvGrpSpPr>
          <p:grpSpPr>
            <a:xfrm rot="10800000">
              <a:off x="5354807" y="5387066"/>
              <a:ext cx="2876424" cy="2871632"/>
              <a:chOff x="8229599" y="2516139"/>
              <a:chExt cx="2876424" cy="2871632"/>
            </a:xfrm>
          </p:grpSpPr>
          <p:cxnSp>
            <p:nvCxnSpPr>
              <p:cNvPr id="8035" name="Google Shape;8035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36" name="Google Shape;8036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37" name="Google Shape;8037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38" name="Google Shape;8038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39" name="Google Shape;8039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40" name="Google Shape;8040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41" name="Google Shape;8041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42" name="Google Shape;8042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43" name="Google Shape;8043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</p:grpSp>
      </p:grpSp>
      <p:grpSp>
        <p:nvGrpSpPr>
          <p:cNvPr id="8044" name="Google Shape;8044;p63"/>
          <p:cNvGrpSpPr/>
          <p:nvPr/>
        </p:nvGrpSpPr>
        <p:grpSpPr>
          <a:xfrm rot="-3000000">
            <a:off x="5361996" y="2514351"/>
            <a:ext cx="5751215" cy="5742558"/>
            <a:chOff x="5354807" y="2516139"/>
            <a:chExt cx="5751215" cy="5742558"/>
          </a:xfrm>
        </p:grpSpPr>
        <p:grpSp>
          <p:nvGrpSpPr>
            <p:cNvPr id="8045" name="Google Shape;8045;p63"/>
            <p:cNvGrpSpPr/>
            <p:nvPr/>
          </p:nvGrpSpPr>
          <p:grpSpPr>
            <a:xfrm>
              <a:off x="8229599" y="2516139"/>
              <a:ext cx="2876424" cy="2871632"/>
              <a:chOff x="8229599" y="2516139"/>
              <a:chExt cx="2876424" cy="2871632"/>
            </a:xfrm>
          </p:grpSpPr>
          <p:cxnSp>
            <p:nvCxnSpPr>
              <p:cNvPr id="8046" name="Google Shape;8046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47" name="Google Shape;8047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48" name="Google Shape;8048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49" name="Google Shape;8049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50" name="Google Shape;8050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51" name="Google Shape;8051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52" name="Google Shape;8052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53" name="Google Shape;8053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54" name="Google Shape;8054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055" name="Google Shape;8055;p63"/>
            <p:cNvGrpSpPr/>
            <p:nvPr/>
          </p:nvGrpSpPr>
          <p:grpSpPr>
            <a:xfrm rot="10800000">
              <a:off x="5354807" y="5387066"/>
              <a:ext cx="2876424" cy="2871632"/>
              <a:chOff x="8229599" y="2516139"/>
              <a:chExt cx="2876424" cy="2871632"/>
            </a:xfrm>
          </p:grpSpPr>
          <p:cxnSp>
            <p:nvCxnSpPr>
              <p:cNvPr id="8056" name="Google Shape;8056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57" name="Google Shape;8057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58" name="Google Shape;8058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59" name="Google Shape;8059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60" name="Google Shape;8060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61" name="Google Shape;8061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62" name="Google Shape;8062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63" name="Google Shape;8063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64" name="Google Shape;8064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</p:grpSp>
      </p:grpSp>
      <p:grpSp>
        <p:nvGrpSpPr>
          <p:cNvPr id="8065" name="Google Shape;8065;p63"/>
          <p:cNvGrpSpPr/>
          <p:nvPr/>
        </p:nvGrpSpPr>
        <p:grpSpPr>
          <a:xfrm flipH="1" rot="5100000">
            <a:off x="5353990" y="2516365"/>
            <a:ext cx="5751215" cy="5742558"/>
            <a:chOff x="5354807" y="2516139"/>
            <a:chExt cx="5751215" cy="5742558"/>
          </a:xfrm>
        </p:grpSpPr>
        <p:grpSp>
          <p:nvGrpSpPr>
            <p:cNvPr id="8066" name="Google Shape;8066;p63"/>
            <p:cNvGrpSpPr/>
            <p:nvPr/>
          </p:nvGrpSpPr>
          <p:grpSpPr>
            <a:xfrm>
              <a:off x="8229599" y="2516139"/>
              <a:ext cx="2876424" cy="2871632"/>
              <a:chOff x="8229599" y="2516139"/>
              <a:chExt cx="2876424" cy="2871632"/>
            </a:xfrm>
          </p:grpSpPr>
          <p:cxnSp>
            <p:nvCxnSpPr>
              <p:cNvPr id="8067" name="Google Shape;8067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68" name="Google Shape;8068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69" name="Google Shape;8069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70" name="Google Shape;8070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71" name="Google Shape;8071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72" name="Google Shape;8072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73" name="Google Shape;8073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74" name="Google Shape;8074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75" name="Google Shape;8075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076" name="Google Shape;8076;p63"/>
            <p:cNvGrpSpPr/>
            <p:nvPr/>
          </p:nvGrpSpPr>
          <p:grpSpPr>
            <a:xfrm rot="10800000">
              <a:off x="5354807" y="5387066"/>
              <a:ext cx="2876424" cy="2871632"/>
              <a:chOff x="8229599" y="2516139"/>
              <a:chExt cx="2876424" cy="2871632"/>
            </a:xfrm>
          </p:grpSpPr>
          <p:cxnSp>
            <p:nvCxnSpPr>
              <p:cNvPr id="8077" name="Google Shape;8077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78" name="Google Shape;8078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79" name="Google Shape;8079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80" name="Google Shape;8080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81" name="Google Shape;8081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82" name="Google Shape;8082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83" name="Google Shape;8083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84" name="Google Shape;8084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85" name="Google Shape;8085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</p:grpSp>
      </p:grpSp>
      <p:grpSp>
        <p:nvGrpSpPr>
          <p:cNvPr id="8086" name="Google Shape;8086;p63"/>
          <p:cNvGrpSpPr/>
          <p:nvPr/>
        </p:nvGrpSpPr>
        <p:grpSpPr>
          <a:xfrm flipH="1" rot="4200000">
            <a:off x="5351265" y="2508646"/>
            <a:ext cx="5751215" cy="5742558"/>
            <a:chOff x="5354807" y="2516139"/>
            <a:chExt cx="5751215" cy="5742558"/>
          </a:xfrm>
        </p:grpSpPr>
        <p:grpSp>
          <p:nvGrpSpPr>
            <p:cNvPr id="8087" name="Google Shape;8087;p63"/>
            <p:cNvGrpSpPr/>
            <p:nvPr/>
          </p:nvGrpSpPr>
          <p:grpSpPr>
            <a:xfrm>
              <a:off x="8229599" y="2516139"/>
              <a:ext cx="2876424" cy="2871632"/>
              <a:chOff x="8229599" y="2516139"/>
              <a:chExt cx="2876424" cy="2871632"/>
            </a:xfrm>
          </p:grpSpPr>
          <p:cxnSp>
            <p:nvCxnSpPr>
              <p:cNvPr id="8088" name="Google Shape;8088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89" name="Google Shape;8089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90" name="Google Shape;8090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91" name="Google Shape;8091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92" name="Google Shape;8092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93" name="Google Shape;8093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94" name="Google Shape;8094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95" name="Google Shape;8095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96" name="Google Shape;8096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097" name="Google Shape;8097;p63"/>
            <p:cNvGrpSpPr/>
            <p:nvPr/>
          </p:nvGrpSpPr>
          <p:grpSpPr>
            <a:xfrm rot="10800000">
              <a:off x="5354807" y="5387066"/>
              <a:ext cx="2876424" cy="2871632"/>
              <a:chOff x="8229599" y="2516139"/>
              <a:chExt cx="2876424" cy="2871632"/>
            </a:xfrm>
          </p:grpSpPr>
          <p:cxnSp>
            <p:nvCxnSpPr>
              <p:cNvPr id="8098" name="Google Shape;8098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099" name="Google Shape;8099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00" name="Google Shape;8100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01" name="Google Shape;8101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02" name="Google Shape;8102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03" name="Google Shape;8103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04" name="Google Shape;8104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05" name="Google Shape;8105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06" name="Google Shape;8106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</p:grpSp>
      </p:grpSp>
      <p:grpSp>
        <p:nvGrpSpPr>
          <p:cNvPr id="8107" name="Google Shape;8107;p63"/>
          <p:cNvGrpSpPr/>
          <p:nvPr/>
        </p:nvGrpSpPr>
        <p:grpSpPr>
          <a:xfrm flipH="1" rot="3900000">
            <a:off x="5360790" y="2505033"/>
            <a:ext cx="5751215" cy="5742558"/>
            <a:chOff x="5354807" y="2516139"/>
            <a:chExt cx="5751215" cy="5742558"/>
          </a:xfrm>
        </p:grpSpPr>
        <p:grpSp>
          <p:nvGrpSpPr>
            <p:cNvPr id="8108" name="Google Shape;8108;p63"/>
            <p:cNvGrpSpPr/>
            <p:nvPr/>
          </p:nvGrpSpPr>
          <p:grpSpPr>
            <a:xfrm>
              <a:off x="8229599" y="2516139"/>
              <a:ext cx="2876424" cy="2871632"/>
              <a:chOff x="8229599" y="2516139"/>
              <a:chExt cx="2876424" cy="2871632"/>
            </a:xfrm>
          </p:grpSpPr>
          <p:cxnSp>
            <p:nvCxnSpPr>
              <p:cNvPr id="8109" name="Google Shape;8109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10" name="Google Shape;8110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11" name="Google Shape;8111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12" name="Google Shape;8112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13" name="Google Shape;8113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14" name="Google Shape;8114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15" name="Google Shape;8115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16" name="Google Shape;8116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17" name="Google Shape;8117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118" name="Google Shape;8118;p63"/>
            <p:cNvGrpSpPr/>
            <p:nvPr/>
          </p:nvGrpSpPr>
          <p:grpSpPr>
            <a:xfrm rot="10800000">
              <a:off x="5354807" y="5387066"/>
              <a:ext cx="2876424" cy="2871632"/>
              <a:chOff x="8229599" y="2516139"/>
              <a:chExt cx="2876424" cy="2871632"/>
            </a:xfrm>
          </p:grpSpPr>
          <p:cxnSp>
            <p:nvCxnSpPr>
              <p:cNvPr id="8119" name="Google Shape;8119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20" name="Google Shape;8120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21" name="Google Shape;8121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22" name="Google Shape;8122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23" name="Google Shape;8123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24" name="Google Shape;8124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25" name="Google Shape;8125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26" name="Google Shape;8126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27" name="Google Shape;8127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</p:grpSp>
      </p:grpSp>
      <p:grpSp>
        <p:nvGrpSpPr>
          <p:cNvPr id="8128" name="Google Shape;8128;p63"/>
          <p:cNvGrpSpPr/>
          <p:nvPr/>
        </p:nvGrpSpPr>
        <p:grpSpPr>
          <a:xfrm flipH="1" rot="3600000">
            <a:off x="5350376" y="2515878"/>
            <a:ext cx="5751215" cy="5742558"/>
            <a:chOff x="5354807" y="2516139"/>
            <a:chExt cx="5751215" cy="5742558"/>
          </a:xfrm>
        </p:grpSpPr>
        <p:grpSp>
          <p:nvGrpSpPr>
            <p:cNvPr id="8129" name="Google Shape;8129;p63"/>
            <p:cNvGrpSpPr/>
            <p:nvPr/>
          </p:nvGrpSpPr>
          <p:grpSpPr>
            <a:xfrm>
              <a:off x="8229599" y="2516139"/>
              <a:ext cx="2876424" cy="2871632"/>
              <a:chOff x="8229599" y="2516139"/>
              <a:chExt cx="2876424" cy="2871632"/>
            </a:xfrm>
          </p:grpSpPr>
          <p:cxnSp>
            <p:nvCxnSpPr>
              <p:cNvPr id="8130" name="Google Shape;8130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31" name="Google Shape;8131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32" name="Google Shape;8132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33" name="Google Shape;8133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34" name="Google Shape;8134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35" name="Google Shape;8135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36" name="Google Shape;8136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37" name="Google Shape;8137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38" name="Google Shape;8138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139" name="Google Shape;8139;p63"/>
            <p:cNvGrpSpPr/>
            <p:nvPr/>
          </p:nvGrpSpPr>
          <p:grpSpPr>
            <a:xfrm rot="10800000">
              <a:off x="5354807" y="5387066"/>
              <a:ext cx="2876424" cy="2871632"/>
              <a:chOff x="8229599" y="2516139"/>
              <a:chExt cx="2876424" cy="2871632"/>
            </a:xfrm>
          </p:grpSpPr>
          <p:cxnSp>
            <p:nvCxnSpPr>
              <p:cNvPr id="8140" name="Google Shape;8140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41" name="Google Shape;8141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42" name="Google Shape;8142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43" name="Google Shape;8143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44" name="Google Shape;8144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45" name="Google Shape;8145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46" name="Google Shape;8146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47" name="Google Shape;8147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48" name="Google Shape;8148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</p:grpSp>
      </p:grpSp>
      <p:grpSp>
        <p:nvGrpSpPr>
          <p:cNvPr id="8149" name="Google Shape;8149;p63"/>
          <p:cNvGrpSpPr/>
          <p:nvPr/>
        </p:nvGrpSpPr>
        <p:grpSpPr>
          <a:xfrm flipH="1" rot="3300000">
            <a:off x="5349492" y="2505007"/>
            <a:ext cx="5751215" cy="5742558"/>
            <a:chOff x="5354807" y="2516139"/>
            <a:chExt cx="5751215" cy="5742558"/>
          </a:xfrm>
        </p:grpSpPr>
        <p:grpSp>
          <p:nvGrpSpPr>
            <p:cNvPr id="8150" name="Google Shape;8150;p63"/>
            <p:cNvGrpSpPr/>
            <p:nvPr/>
          </p:nvGrpSpPr>
          <p:grpSpPr>
            <a:xfrm>
              <a:off x="8229599" y="2516139"/>
              <a:ext cx="2876424" cy="2871632"/>
              <a:chOff x="8229599" y="2516139"/>
              <a:chExt cx="2876424" cy="2871632"/>
            </a:xfrm>
          </p:grpSpPr>
          <p:cxnSp>
            <p:nvCxnSpPr>
              <p:cNvPr id="8151" name="Google Shape;8151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52" name="Google Shape;8152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53" name="Google Shape;8153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54" name="Google Shape;8154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55" name="Google Shape;8155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56" name="Google Shape;8156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57" name="Google Shape;8157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58" name="Google Shape;8158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59" name="Google Shape;8159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160" name="Google Shape;8160;p63"/>
            <p:cNvGrpSpPr/>
            <p:nvPr/>
          </p:nvGrpSpPr>
          <p:grpSpPr>
            <a:xfrm rot="10800000">
              <a:off x="5354807" y="5387066"/>
              <a:ext cx="2876424" cy="2871632"/>
              <a:chOff x="8229599" y="2516139"/>
              <a:chExt cx="2876424" cy="2871632"/>
            </a:xfrm>
          </p:grpSpPr>
          <p:cxnSp>
            <p:nvCxnSpPr>
              <p:cNvPr id="8161" name="Google Shape;8161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62" name="Google Shape;8162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63" name="Google Shape;8163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64" name="Google Shape;8164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65" name="Google Shape;8165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66" name="Google Shape;8166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67" name="Google Shape;8167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68" name="Google Shape;8168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69" name="Google Shape;8169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</p:grpSp>
      </p:grpSp>
      <p:grpSp>
        <p:nvGrpSpPr>
          <p:cNvPr id="8170" name="Google Shape;8170;p63"/>
          <p:cNvGrpSpPr/>
          <p:nvPr/>
        </p:nvGrpSpPr>
        <p:grpSpPr>
          <a:xfrm flipH="1" rot="3000000">
            <a:off x="5363765" y="2515775"/>
            <a:ext cx="5751215" cy="5742558"/>
            <a:chOff x="5354807" y="2516139"/>
            <a:chExt cx="5751215" cy="5742558"/>
          </a:xfrm>
        </p:grpSpPr>
        <p:grpSp>
          <p:nvGrpSpPr>
            <p:cNvPr id="8171" name="Google Shape;8171;p63"/>
            <p:cNvGrpSpPr/>
            <p:nvPr/>
          </p:nvGrpSpPr>
          <p:grpSpPr>
            <a:xfrm>
              <a:off x="8229599" y="2516139"/>
              <a:ext cx="2876424" cy="2871632"/>
              <a:chOff x="8229599" y="2516139"/>
              <a:chExt cx="2876424" cy="2871632"/>
            </a:xfrm>
          </p:grpSpPr>
          <p:cxnSp>
            <p:nvCxnSpPr>
              <p:cNvPr id="8172" name="Google Shape;8172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73" name="Google Shape;8173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74" name="Google Shape;8174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75" name="Google Shape;8175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76" name="Google Shape;8176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77" name="Google Shape;8177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78" name="Google Shape;8178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79" name="Google Shape;8179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80" name="Google Shape;8180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181" name="Google Shape;8181;p63"/>
            <p:cNvGrpSpPr/>
            <p:nvPr/>
          </p:nvGrpSpPr>
          <p:grpSpPr>
            <a:xfrm rot="10800000">
              <a:off x="5354807" y="5387066"/>
              <a:ext cx="2876424" cy="2871632"/>
              <a:chOff x="8229599" y="2516139"/>
              <a:chExt cx="2876424" cy="2871632"/>
            </a:xfrm>
          </p:grpSpPr>
          <p:cxnSp>
            <p:nvCxnSpPr>
              <p:cNvPr id="8182" name="Google Shape;8182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83" name="Google Shape;8183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84" name="Google Shape;8184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85" name="Google Shape;8185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86" name="Google Shape;8186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87" name="Google Shape;8187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88" name="Google Shape;8188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89" name="Google Shape;8189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190" name="Google Shape;8190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</p:grpSp>
      </p:grpSp>
      <p:grpSp>
        <p:nvGrpSpPr>
          <p:cNvPr id="8191" name="Google Shape;8191;p63"/>
          <p:cNvGrpSpPr/>
          <p:nvPr/>
        </p:nvGrpSpPr>
        <p:grpSpPr>
          <a:xfrm flipH="1" rot="4500000">
            <a:off x="5353991" y="2516628"/>
            <a:ext cx="5751215" cy="5742558"/>
            <a:chOff x="5354807" y="2516139"/>
            <a:chExt cx="5751215" cy="5742558"/>
          </a:xfrm>
        </p:grpSpPr>
        <p:grpSp>
          <p:nvGrpSpPr>
            <p:cNvPr id="8192" name="Google Shape;8192;p63"/>
            <p:cNvGrpSpPr/>
            <p:nvPr/>
          </p:nvGrpSpPr>
          <p:grpSpPr>
            <a:xfrm>
              <a:off x="8229599" y="2516139"/>
              <a:ext cx="2876424" cy="2871632"/>
              <a:chOff x="8229599" y="2516139"/>
              <a:chExt cx="2876424" cy="2871632"/>
            </a:xfrm>
          </p:grpSpPr>
          <p:cxnSp>
            <p:nvCxnSpPr>
              <p:cNvPr id="8193" name="Google Shape;8193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94" name="Google Shape;8194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95" name="Google Shape;8195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96" name="Google Shape;8196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97" name="Google Shape;8197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98" name="Google Shape;8198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99" name="Google Shape;8199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00" name="Google Shape;8200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01" name="Google Shape;8201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202" name="Google Shape;8202;p63"/>
            <p:cNvGrpSpPr/>
            <p:nvPr/>
          </p:nvGrpSpPr>
          <p:grpSpPr>
            <a:xfrm rot="10800000">
              <a:off x="5354807" y="5387066"/>
              <a:ext cx="2876424" cy="2871632"/>
              <a:chOff x="8229599" y="2516139"/>
              <a:chExt cx="2876424" cy="2871632"/>
            </a:xfrm>
          </p:grpSpPr>
          <p:cxnSp>
            <p:nvCxnSpPr>
              <p:cNvPr id="8203" name="Google Shape;8203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04" name="Google Shape;8204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05" name="Google Shape;8205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06" name="Google Shape;8206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07" name="Google Shape;8207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08" name="Google Shape;8208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09" name="Google Shape;8209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10" name="Google Shape;8210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11" name="Google Shape;8211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</p:grpSp>
      </p:grpSp>
      <p:grpSp>
        <p:nvGrpSpPr>
          <p:cNvPr id="8212" name="Google Shape;8212;p63"/>
          <p:cNvGrpSpPr/>
          <p:nvPr/>
        </p:nvGrpSpPr>
        <p:grpSpPr>
          <a:xfrm flipH="1" rot="4800000">
            <a:off x="5353990" y="2502712"/>
            <a:ext cx="5751215" cy="5742558"/>
            <a:chOff x="5354807" y="2516139"/>
            <a:chExt cx="5751215" cy="5742558"/>
          </a:xfrm>
        </p:grpSpPr>
        <p:grpSp>
          <p:nvGrpSpPr>
            <p:cNvPr id="8213" name="Google Shape;8213;p63"/>
            <p:cNvGrpSpPr/>
            <p:nvPr/>
          </p:nvGrpSpPr>
          <p:grpSpPr>
            <a:xfrm>
              <a:off x="8229599" y="2516139"/>
              <a:ext cx="2876424" cy="2871632"/>
              <a:chOff x="8229599" y="2516139"/>
              <a:chExt cx="2876424" cy="2871632"/>
            </a:xfrm>
          </p:grpSpPr>
          <p:cxnSp>
            <p:nvCxnSpPr>
              <p:cNvPr id="8214" name="Google Shape;8214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15" name="Google Shape;8215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16" name="Google Shape;8216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17" name="Google Shape;8217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18" name="Google Shape;8218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19" name="Google Shape;8219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20" name="Google Shape;8220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21" name="Google Shape;8221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22" name="Google Shape;8222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223" name="Google Shape;8223;p63"/>
            <p:cNvGrpSpPr/>
            <p:nvPr/>
          </p:nvGrpSpPr>
          <p:grpSpPr>
            <a:xfrm rot="10800000">
              <a:off x="5354807" y="5387066"/>
              <a:ext cx="2876424" cy="2871632"/>
              <a:chOff x="8229599" y="2516139"/>
              <a:chExt cx="2876424" cy="2871632"/>
            </a:xfrm>
          </p:grpSpPr>
          <p:cxnSp>
            <p:nvCxnSpPr>
              <p:cNvPr id="8224" name="Google Shape;8224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25" name="Google Shape;8225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26" name="Google Shape;8226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27" name="Google Shape;8227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28" name="Google Shape;8228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29" name="Google Shape;8229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30" name="Google Shape;8230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31" name="Google Shape;8231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32" name="Google Shape;8232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</p:grpSp>
      </p:grpSp>
      <p:grpSp>
        <p:nvGrpSpPr>
          <p:cNvPr id="8233" name="Google Shape;8233;p63"/>
          <p:cNvGrpSpPr/>
          <p:nvPr/>
        </p:nvGrpSpPr>
        <p:grpSpPr>
          <a:xfrm rot="-4800000">
            <a:off x="5340890" y="2501847"/>
            <a:ext cx="5751215" cy="5742558"/>
            <a:chOff x="5354807" y="2516139"/>
            <a:chExt cx="5751215" cy="5742558"/>
          </a:xfrm>
        </p:grpSpPr>
        <p:grpSp>
          <p:nvGrpSpPr>
            <p:cNvPr id="8234" name="Google Shape;8234;p63"/>
            <p:cNvGrpSpPr/>
            <p:nvPr/>
          </p:nvGrpSpPr>
          <p:grpSpPr>
            <a:xfrm>
              <a:off x="8229599" y="2516139"/>
              <a:ext cx="2876424" cy="2871632"/>
              <a:chOff x="8229599" y="2516139"/>
              <a:chExt cx="2876424" cy="2871632"/>
            </a:xfrm>
          </p:grpSpPr>
          <p:cxnSp>
            <p:nvCxnSpPr>
              <p:cNvPr id="8235" name="Google Shape;8235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36" name="Google Shape;8236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37" name="Google Shape;8237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38" name="Google Shape;8238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39" name="Google Shape;8239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40" name="Google Shape;8240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41" name="Google Shape;8241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42" name="Google Shape;8242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43" name="Google Shape;8243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244" name="Google Shape;8244;p63"/>
            <p:cNvGrpSpPr/>
            <p:nvPr/>
          </p:nvGrpSpPr>
          <p:grpSpPr>
            <a:xfrm rot="10800000">
              <a:off x="5354807" y="5387066"/>
              <a:ext cx="2876424" cy="2871632"/>
              <a:chOff x="8229599" y="2516139"/>
              <a:chExt cx="2876424" cy="2871632"/>
            </a:xfrm>
          </p:grpSpPr>
          <p:cxnSp>
            <p:nvCxnSpPr>
              <p:cNvPr id="8245" name="Google Shape;8245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46" name="Google Shape;8246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47" name="Google Shape;8247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48" name="Google Shape;8248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49" name="Google Shape;8249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50" name="Google Shape;8250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51" name="Google Shape;8251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52" name="Google Shape;8252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53" name="Google Shape;8253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</p:grpSp>
      </p:grpSp>
      <p:grpSp>
        <p:nvGrpSpPr>
          <p:cNvPr id="8254" name="Google Shape;8254;p63"/>
          <p:cNvGrpSpPr/>
          <p:nvPr/>
        </p:nvGrpSpPr>
        <p:grpSpPr>
          <a:xfrm rot="-4500000">
            <a:off x="5353991" y="2500982"/>
            <a:ext cx="5751215" cy="5742558"/>
            <a:chOff x="5354807" y="2516139"/>
            <a:chExt cx="5751215" cy="5742558"/>
          </a:xfrm>
        </p:grpSpPr>
        <p:grpSp>
          <p:nvGrpSpPr>
            <p:cNvPr id="8255" name="Google Shape;8255;p63"/>
            <p:cNvGrpSpPr/>
            <p:nvPr/>
          </p:nvGrpSpPr>
          <p:grpSpPr>
            <a:xfrm>
              <a:off x="8229599" y="2516139"/>
              <a:ext cx="2876424" cy="2871632"/>
              <a:chOff x="8229599" y="2516139"/>
              <a:chExt cx="2876424" cy="2871632"/>
            </a:xfrm>
          </p:grpSpPr>
          <p:cxnSp>
            <p:nvCxnSpPr>
              <p:cNvPr id="8256" name="Google Shape;8256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57" name="Google Shape;8257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58" name="Google Shape;8258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59" name="Google Shape;8259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60" name="Google Shape;8260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61" name="Google Shape;8261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62" name="Google Shape;8262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63" name="Google Shape;8263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64" name="Google Shape;8264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FF33CC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8265" name="Google Shape;8265;p63"/>
            <p:cNvGrpSpPr/>
            <p:nvPr/>
          </p:nvGrpSpPr>
          <p:grpSpPr>
            <a:xfrm rot="10800000">
              <a:off x="5354807" y="5387066"/>
              <a:ext cx="2876424" cy="2871632"/>
              <a:chOff x="8229599" y="2516139"/>
              <a:chExt cx="2876424" cy="2871632"/>
            </a:xfrm>
          </p:grpSpPr>
          <p:cxnSp>
            <p:nvCxnSpPr>
              <p:cNvPr id="8266" name="Google Shape;8266;p63"/>
              <p:cNvCxnSpPr/>
              <p:nvPr/>
            </p:nvCxnSpPr>
            <p:spPr>
              <a:xfrm rot="10800000">
                <a:off x="8738716" y="4158654"/>
                <a:ext cx="0" cy="144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67" name="Google Shape;8267;p63"/>
              <p:cNvCxnSpPr/>
              <p:nvPr/>
            </p:nvCxnSpPr>
            <p:spPr>
              <a:xfrm>
                <a:off x="9787833" y="3825336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68" name="Google Shape;8268;p63"/>
              <p:cNvCxnSpPr/>
              <p:nvPr/>
            </p:nvCxnSpPr>
            <p:spPr>
              <a:xfrm rot="10800000">
                <a:off x="9240575" y="327805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69" name="Google Shape;8269;p63"/>
              <p:cNvCxnSpPr/>
              <p:nvPr/>
            </p:nvCxnSpPr>
            <p:spPr>
              <a:xfrm rot="10800000">
                <a:off x="9622413" y="239538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70" name="Google Shape;8270;p63"/>
              <p:cNvCxnSpPr/>
              <p:nvPr/>
            </p:nvCxnSpPr>
            <p:spPr>
              <a:xfrm>
                <a:off x="8843666" y="2357977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71" name="Google Shape;8271;p63"/>
              <p:cNvCxnSpPr/>
              <p:nvPr/>
            </p:nvCxnSpPr>
            <p:spPr>
              <a:xfrm rot="10800000">
                <a:off x="10716927" y="3439122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72" name="Google Shape;8272;p63"/>
              <p:cNvCxnSpPr/>
              <p:nvPr/>
            </p:nvCxnSpPr>
            <p:spPr>
              <a:xfrm>
                <a:off x="10724185" y="4202623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73" name="Google Shape;8273;p63"/>
              <p:cNvCxnSpPr/>
              <p:nvPr/>
            </p:nvCxnSpPr>
            <p:spPr>
              <a:xfrm>
                <a:off x="9650884" y="3436221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cxnSp>
            <p:nvCxnSpPr>
              <p:cNvPr id="8274" name="Google Shape;8274;p63"/>
              <p:cNvCxnSpPr/>
              <p:nvPr/>
            </p:nvCxnSpPr>
            <p:spPr>
              <a:xfrm rot="10800000">
                <a:off x="10414560" y="2665268"/>
                <a:ext cx="0" cy="10800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</p:grp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8" name="Shape 8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9" name="Google Shape;8279;p64"/>
          <p:cNvSpPr txBox="1"/>
          <p:nvPr>
            <p:ph type="ctrTitle"/>
          </p:nvPr>
        </p:nvSpPr>
        <p:spPr>
          <a:xfrm>
            <a:off x="605208" y="49566"/>
            <a:ext cx="11068575" cy="10891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haroni"/>
              <a:buNone/>
            </a:pPr>
            <a:r>
              <a:rPr lang="es-ES" sz="36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MANUAL</a:t>
            </a:r>
            <a:br>
              <a:rPr lang="es-ES" sz="36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3600">
                <a:latin typeface="Aharoni"/>
                <a:ea typeface="Aharoni"/>
                <a:cs typeface="Aharoni"/>
                <a:sym typeface="Aharoni"/>
              </a:rPr>
              <a:t>Garra </a:t>
            </a:r>
            <a:endParaRPr/>
          </a:p>
        </p:txBody>
      </p:sp>
      <p:sp>
        <p:nvSpPr>
          <p:cNvPr id="8280" name="Google Shape;8280;p64"/>
          <p:cNvSpPr txBox="1"/>
          <p:nvPr>
            <p:ph idx="1" type="subTitle"/>
          </p:nvPr>
        </p:nvSpPr>
        <p:spPr>
          <a:xfrm>
            <a:off x="362873" y="1589003"/>
            <a:ext cx="4949452" cy="4593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¿Botón M11 presionado y sensor S7 </a:t>
            </a:r>
            <a:r>
              <a:rPr lang="es-ES">
                <a:highlight>
                  <a:srgbClr val="FFFF00"/>
                </a:highlight>
              </a:rPr>
              <a:t>NO</a:t>
            </a:r>
            <a:r>
              <a:rPr lang="es-ES">
                <a:solidFill>
                  <a:srgbClr val="0070C0"/>
                </a:solidFill>
              </a:rPr>
              <a:t>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Cerrar garra (desplazamiento, abajo)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2.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¿Botón M12 presionado y sensor S6 </a:t>
            </a:r>
            <a:r>
              <a:rPr lang="es-ES">
                <a:highlight>
                  <a:srgbClr val="FFFF00"/>
                </a:highlight>
              </a:rPr>
              <a:t>NO</a:t>
            </a:r>
            <a:r>
              <a:rPr lang="es-ES">
                <a:solidFill>
                  <a:srgbClr val="0070C0"/>
                </a:solidFill>
              </a:rPr>
              <a:t>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rotar brazo en sentido antihorario.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3.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s-ES"/>
              <a:t>Limpiar registros E y F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AutoNum type="arabicPeriod"/>
            </a:pPr>
            <a:r>
              <a:rPr b="1" lang="es-ES">
                <a:solidFill>
                  <a:srgbClr val="FF0000"/>
                </a:solidFill>
              </a:rPr>
              <a:t>retornar</a:t>
            </a:r>
            <a:endParaRPr/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281" name="Google Shape;8281;p64"/>
          <p:cNvSpPr/>
          <p:nvPr/>
        </p:nvSpPr>
        <p:spPr>
          <a:xfrm>
            <a:off x="7415680" y="1592404"/>
            <a:ext cx="252000" cy="252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2" name="Google Shape;8282;p64"/>
          <p:cNvSpPr txBox="1"/>
          <p:nvPr/>
        </p:nvSpPr>
        <p:spPr>
          <a:xfrm>
            <a:off x="10256892" y="1874827"/>
            <a:ext cx="1843588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S6</a:t>
            </a:r>
            <a:endParaRPr/>
          </a:p>
        </p:txBody>
      </p:sp>
      <p:grpSp>
        <p:nvGrpSpPr>
          <p:cNvPr id="8283" name="Google Shape;8283;p64"/>
          <p:cNvGrpSpPr/>
          <p:nvPr/>
        </p:nvGrpSpPr>
        <p:grpSpPr>
          <a:xfrm rot="10800000">
            <a:off x="6034194" y="940428"/>
            <a:ext cx="3033814" cy="2852888"/>
            <a:chOff x="5002696" y="1329092"/>
            <a:chExt cx="3033814" cy="2852888"/>
          </a:xfrm>
        </p:grpSpPr>
        <p:grpSp>
          <p:nvGrpSpPr>
            <p:cNvPr id="8284" name="Google Shape;8284;p64"/>
            <p:cNvGrpSpPr/>
            <p:nvPr/>
          </p:nvGrpSpPr>
          <p:grpSpPr>
            <a:xfrm rot="1767083">
              <a:off x="5471127" y="1982722"/>
              <a:ext cx="848023" cy="2128294"/>
              <a:chOff x="5739808" y="2428623"/>
              <a:chExt cx="848023" cy="2128294"/>
            </a:xfrm>
          </p:grpSpPr>
          <p:grpSp>
            <p:nvGrpSpPr>
              <p:cNvPr id="8285" name="Google Shape;8285;p64"/>
              <p:cNvGrpSpPr/>
              <p:nvPr/>
            </p:nvGrpSpPr>
            <p:grpSpPr>
              <a:xfrm>
                <a:off x="5739808" y="3709395"/>
                <a:ext cx="848023" cy="847523"/>
                <a:chOff x="5739808" y="3709395"/>
                <a:chExt cx="848023" cy="847523"/>
              </a:xfrm>
            </p:grpSpPr>
            <p:grpSp>
              <p:nvGrpSpPr>
                <p:cNvPr id="8286" name="Google Shape;8286;p64"/>
                <p:cNvGrpSpPr/>
                <p:nvPr/>
              </p:nvGrpSpPr>
              <p:grpSpPr>
                <a:xfrm>
                  <a:off x="5739808" y="3709395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8287" name="Google Shape;8287;p64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8288" name="Google Shape;8288;p64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289" name="Google Shape;8289;p64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8290" name="Google Shape;8290;p64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91" name="Google Shape;8291;p64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292" name="Google Shape;8292;p64"/>
                <p:cNvGrpSpPr/>
                <p:nvPr/>
              </p:nvGrpSpPr>
              <p:grpSpPr>
                <a:xfrm flipH="1">
                  <a:off x="6235721" y="3709657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8293" name="Google Shape;8293;p64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8294" name="Google Shape;8294;p64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295" name="Google Shape;8295;p64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8296" name="Google Shape;8296;p64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97" name="Google Shape;8297;p64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298" name="Google Shape;8298;p64"/>
              <p:cNvGrpSpPr/>
              <p:nvPr/>
            </p:nvGrpSpPr>
            <p:grpSpPr>
              <a:xfrm>
                <a:off x="5775048" y="2428623"/>
                <a:ext cx="779055" cy="1666542"/>
                <a:chOff x="5775048" y="2428623"/>
                <a:chExt cx="779055" cy="1666542"/>
              </a:xfrm>
            </p:grpSpPr>
            <p:grpSp>
              <p:nvGrpSpPr>
                <p:cNvPr id="8299" name="Google Shape;8299;p64"/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</p:grpSpPr>
              <p:grpSp>
                <p:nvGrpSpPr>
                  <p:cNvPr id="8300" name="Google Shape;8300;p64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8301" name="Google Shape;8301;p64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8302" name="Google Shape;8302;p64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8303" name="Google Shape;8303;p64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8304" name="Google Shape;8304;p64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8305" name="Google Shape;8305;p64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8306" name="Google Shape;8306;p64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8307" name="Google Shape;8307;p64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8308" name="Google Shape;8308;p64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8309" name="Google Shape;8309;p64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8310" name="Google Shape;8310;p64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8311" name="Google Shape;8311;p64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8312" name="Google Shape;8312;p64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8313" name="Google Shape;8313;p64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8314" name="Google Shape;8314;p64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8315" name="Google Shape;8315;p64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8316" name="Google Shape;8316;p64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8317" name="Google Shape;8317;p64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8318" name="Google Shape;8318;p64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8319" name="Google Shape;8319;p64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8320" name="Google Shape;8320;p64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321" name="Google Shape;8321;p64"/>
                <p:cNvGrpSpPr/>
                <p:nvPr/>
              </p:nvGrpSpPr>
              <p:grpSpPr>
                <a:xfrm>
                  <a:off x="5775048" y="3892549"/>
                  <a:ext cx="778309" cy="59708"/>
                  <a:chOff x="5775048" y="3892549"/>
                  <a:chExt cx="778309" cy="59708"/>
                </a:xfrm>
              </p:grpSpPr>
              <p:sp>
                <p:nvSpPr>
                  <p:cNvPr id="8322" name="Google Shape;8322;p64"/>
                  <p:cNvSpPr/>
                  <p:nvPr/>
                </p:nvSpPr>
                <p:spPr>
                  <a:xfrm rot="-5400000">
                    <a:off x="6134348" y="3533249"/>
                    <a:ext cx="59708" cy="7783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23" name="Google Shape;8323;p64"/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24" name="Google Shape;8324;p64"/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8325" name="Google Shape;8325;p64"/>
            <p:cNvGrpSpPr/>
            <p:nvPr/>
          </p:nvGrpSpPr>
          <p:grpSpPr>
            <a:xfrm>
              <a:off x="5662747" y="1329092"/>
              <a:ext cx="2373762" cy="2377757"/>
              <a:chOff x="5662747" y="1329092"/>
              <a:chExt cx="2373762" cy="2377757"/>
            </a:xfrm>
          </p:grpSpPr>
          <p:grpSp>
            <p:nvGrpSpPr>
              <p:cNvPr id="8326" name="Google Shape;8326;p64"/>
              <p:cNvGrpSpPr/>
              <p:nvPr/>
            </p:nvGrpSpPr>
            <p:grpSpPr>
              <a:xfrm rot="2420597">
                <a:off x="6015587" y="1666532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8327" name="Google Shape;8327;p64"/>
                <p:cNvGrpSpPr/>
                <p:nvPr/>
              </p:nvGrpSpPr>
              <p:grpSpPr>
                <a:xfrm>
                  <a:off x="5811486" y="1624311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8328" name="Google Shape;8328;p64"/>
                  <p:cNvGrpSpPr/>
                  <p:nvPr/>
                </p:nvGrpSpPr>
                <p:grpSpPr>
                  <a:xfrm rot="-3495342">
                    <a:off x="6006485" y="1890354"/>
                    <a:ext cx="1278085" cy="1170790"/>
                    <a:chOff x="5701956" y="1773008"/>
                    <a:chExt cx="2320919" cy="2112818"/>
                  </a:xfrm>
                </p:grpSpPr>
                <p:grpSp>
                  <p:nvGrpSpPr>
                    <p:cNvPr id="8329" name="Google Shape;8329;p64"/>
                    <p:cNvGrpSpPr/>
                    <p:nvPr/>
                  </p:nvGrpSpPr>
                  <p:grpSpPr>
                    <a:xfrm>
                      <a:off x="5701956" y="1773008"/>
                      <a:ext cx="2320919" cy="2112818"/>
                      <a:chOff x="5797343" y="2178392"/>
                      <a:chExt cx="2320919" cy="2112818"/>
                    </a:xfrm>
                  </p:grpSpPr>
                  <p:grpSp>
                    <p:nvGrpSpPr>
                      <p:cNvPr id="8330" name="Google Shape;8330;p64"/>
                      <p:cNvGrpSpPr/>
                      <p:nvPr/>
                    </p:nvGrpSpPr>
                    <p:grpSpPr>
                      <a:xfrm>
                        <a:off x="5797343" y="2178392"/>
                        <a:ext cx="2320919" cy="2112818"/>
                        <a:chOff x="5587545" y="1682358"/>
                        <a:chExt cx="2320919" cy="2112818"/>
                      </a:xfrm>
                    </p:grpSpPr>
                    <p:sp>
                      <p:nvSpPr>
                        <p:cNvPr id="8331" name="Google Shape;8331;p64"/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8332" name="Google Shape;8332;p64"/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8333" name="Google Shape;8333;p64"/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8334" name="Google Shape;8334;p64"/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8335" name="Google Shape;8335;p64"/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336" name="Google Shape;8336;p64"/>
                <p:cNvSpPr/>
                <p:nvPr/>
              </p:nvSpPr>
              <p:spPr>
                <a:xfrm>
                  <a:off x="6027038" y="2602851"/>
                  <a:ext cx="144000" cy="1440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37" name="Google Shape;8337;p64"/>
              <p:cNvSpPr/>
              <p:nvPr/>
            </p:nvSpPr>
            <p:spPr>
              <a:xfrm>
                <a:off x="7413976" y="2713934"/>
                <a:ext cx="108000" cy="108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338" name="Google Shape;8338;p64"/>
          <p:cNvGrpSpPr/>
          <p:nvPr/>
        </p:nvGrpSpPr>
        <p:grpSpPr>
          <a:xfrm>
            <a:off x="6726180" y="869986"/>
            <a:ext cx="2873821" cy="2668540"/>
            <a:chOff x="5701956" y="1773008"/>
            <a:chExt cx="2320919" cy="2112818"/>
          </a:xfrm>
        </p:grpSpPr>
        <p:grpSp>
          <p:nvGrpSpPr>
            <p:cNvPr id="8339" name="Google Shape;8339;p64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8340" name="Google Shape;8340;p64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8341" name="Google Shape;8341;p64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2" name="Google Shape;8342;p64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43" name="Google Shape;8343;p64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solidFill>
                <a:srgbClr val="A5A5A5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344" name="Google Shape;8344;p64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rgbClr val="A5A5A5"/>
            </a:solidFill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45" name="Google Shape;8345;p64"/>
          <p:cNvGrpSpPr/>
          <p:nvPr/>
        </p:nvGrpSpPr>
        <p:grpSpPr>
          <a:xfrm>
            <a:off x="8262208" y="2414488"/>
            <a:ext cx="1476566" cy="1729382"/>
            <a:chOff x="7991273" y="3108960"/>
            <a:chExt cx="1192486" cy="1369240"/>
          </a:xfrm>
        </p:grpSpPr>
        <p:grpSp>
          <p:nvGrpSpPr>
            <p:cNvPr id="8346" name="Google Shape;8346;p64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8347" name="Google Shape;8347;p64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348" name="Google Shape;8348;p64"/>
              <p:cNvGrpSpPr/>
              <p:nvPr/>
            </p:nvGrpSpPr>
            <p:grpSpPr>
              <a:xfrm>
                <a:off x="7991273" y="2912222"/>
                <a:ext cx="1378938" cy="1565978"/>
                <a:chOff x="7991273" y="2899522"/>
                <a:chExt cx="1378938" cy="1565978"/>
              </a:xfrm>
            </p:grpSpPr>
            <p:sp>
              <p:nvSpPr>
                <p:cNvPr id="8349" name="Google Shape;8349;p64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0" name="Google Shape;8350;p64"/>
                <p:cNvSpPr/>
                <p:nvPr/>
              </p:nvSpPr>
              <p:spPr>
                <a:xfrm>
                  <a:off x="8263838" y="2899522"/>
                  <a:ext cx="832576" cy="828532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351" name="Google Shape;8351;p64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8352" name="Google Shape;8352;p64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8353" name="Google Shape;8353;p64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4" name="Google Shape;8354;p64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355" name="Google Shape;8355;p64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8356" name="Google Shape;8356;p64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7" name="Google Shape;8357;p64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8" name="Google Shape;8358;p64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359" name="Google Shape;8359;p64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8360" name="Google Shape;8360;p64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1" name="Google Shape;8361;p64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2" name="Google Shape;8362;p64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363" name="Google Shape;8363;p64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8364" name="Google Shape;8364;p64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5" name="Google Shape;8365;p64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6" name="Google Shape;8366;p64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367" name="Google Shape;8367;p64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8368" name="Google Shape;8368;p64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9" name="Google Shape;8369;p64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70" name="Google Shape;8370;p64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8371" name="Google Shape;8371;p64"/>
          <p:cNvGrpSpPr/>
          <p:nvPr/>
        </p:nvGrpSpPr>
        <p:grpSpPr>
          <a:xfrm>
            <a:off x="5563140" y="539341"/>
            <a:ext cx="2065462" cy="2150773"/>
            <a:chOff x="5811486" y="1624311"/>
            <a:chExt cx="1668083" cy="1702876"/>
          </a:xfrm>
        </p:grpSpPr>
        <p:grpSp>
          <p:nvGrpSpPr>
            <p:cNvPr id="8372" name="Google Shape;8372;p64"/>
            <p:cNvGrpSpPr/>
            <p:nvPr/>
          </p:nvGrpSpPr>
          <p:grpSpPr>
            <a:xfrm>
              <a:off x="5811486" y="1624311"/>
              <a:ext cx="1668083" cy="1702876"/>
              <a:chOff x="5811486" y="1624311"/>
              <a:chExt cx="1668083" cy="1702876"/>
            </a:xfrm>
          </p:grpSpPr>
          <p:grpSp>
            <p:nvGrpSpPr>
              <p:cNvPr id="8373" name="Google Shape;8373;p64"/>
              <p:cNvGrpSpPr/>
              <p:nvPr/>
            </p:nvGrpSpPr>
            <p:grpSpPr>
              <a:xfrm rot="-3495342">
                <a:off x="6006485" y="1890354"/>
                <a:ext cx="1278085" cy="1170790"/>
                <a:chOff x="5701956" y="1773008"/>
                <a:chExt cx="2320919" cy="2112818"/>
              </a:xfrm>
            </p:grpSpPr>
            <p:grpSp>
              <p:nvGrpSpPr>
                <p:cNvPr id="8374" name="Google Shape;8374;p64"/>
                <p:cNvGrpSpPr/>
                <p:nvPr/>
              </p:nvGrpSpPr>
              <p:grpSpPr>
                <a:xfrm>
                  <a:off x="5701956" y="1773008"/>
                  <a:ext cx="2320919" cy="2112818"/>
                  <a:chOff x="5797343" y="2178392"/>
                  <a:chExt cx="2320919" cy="2112818"/>
                </a:xfrm>
              </p:grpSpPr>
              <p:grpSp>
                <p:nvGrpSpPr>
                  <p:cNvPr id="8375" name="Google Shape;8375;p64"/>
                  <p:cNvGrpSpPr/>
                  <p:nvPr/>
                </p:nvGrpSpPr>
                <p:grpSpPr>
                  <a:xfrm>
                    <a:off x="5797343" y="2178392"/>
                    <a:ext cx="2320919" cy="2112818"/>
                    <a:chOff x="5587545" y="1682358"/>
                    <a:chExt cx="2320919" cy="2112818"/>
                  </a:xfrm>
                </p:grpSpPr>
                <p:sp>
                  <p:nvSpPr>
                    <p:cNvPr id="8376" name="Google Shape;8376;p64"/>
                    <p:cNvSpPr/>
                    <p:nvPr/>
                  </p:nvSpPr>
                  <p:spPr>
                    <a:xfrm>
                      <a:off x="6850705" y="2763143"/>
                      <a:ext cx="1057759" cy="1032033"/>
                    </a:xfrm>
                    <a:prstGeom prst="ellipse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377" name="Google Shape;8377;p64"/>
                    <p:cNvSpPr/>
                    <p:nvPr/>
                  </p:nvSpPr>
                  <p:spPr>
                    <a:xfrm rot="7768561">
                      <a:off x="6099463" y="1750485"/>
                      <a:ext cx="1032301" cy="1813530"/>
                    </a:xfrm>
                    <a:prstGeom prst="flowChartManualOperation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8378" name="Google Shape;8378;p64"/>
                  <p:cNvSpPr/>
                  <p:nvPr/>
                </p:nvSpPr>
                <p:spPr>
                  <a:xfrm>
                    <a:off x="5819210" y="2270542"/>
                    <a:ext cx="611999" cy="612001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379" name="Google Shape;8379;p64"/>
                <p:cNvSpPr/>
                <p:nvPr/>
              </p:nvSpPr>
              <p:spPr>
                <a:xfrm rot="7723891">
                  <a:off x="6283368" y="1841295"/>
                  <a:ext cx="919947" cy="1825612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80" name="Google Shape;8380;p64"/>
              <p:cNvSpPr/>
              <p:nvPr/>
            </p:nvSpPr>
            <p:spPr>
              <a:xfrm>
                <a:off x="6945606" y="2185786"/>
                <a:ext cx="288000" cy="288000"/>
              </a:xfrm>
              <a:prstGeom prst="ellipse">
                <a:avLst/>
              </a:prstGeom>
              <a:solidFill>
                <a:srgbClr val="3F3F3F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381" name="Google Shape;8381;p64"/>
            <p:cNvSpPr/>
            <p:nvPr/>
          </p:nvSpPr>
          <p:spPr>
            <a:xfrm>
              <a:off x="6089175" y="2570070"/>
              <a:ext cx="144000" cy="144000"/>
            </a:xfrm>
            <a:prstGeom prst="ellipse">
              <a:avLst/>
            </a:prstGeom>
            <a:solidFill>
              <a:srgbClr val="3F3F3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82" name="Google Shape;8382;p64"/>
          <p:cNvGrpSpPr/>
          <p:nvPr/>
        </p:nvGrpSpPr>
        <p:grpSpPr>
          <a:xfrm>
            <a:off x="5172386" y="1571739"/>
            <a:ext cx="1575902" cy="2688421"/>
            <a:chOff x="5172386" y="1571739"/>
            <a:chExt cx="1575902" cy="2688421"/>
          </a:xfrm>
        </p:grpSpPr>
        <p:grpSp>
          <p:nvGrpSpPr>
            <p:cNvPr id="8383" name="Google Shape;8383;p64"/>
            <p:cNvGrpSpPr/>
            <p:nvPr/>
          </p:nvGrpSpPr>
          <p:grpSpPr>
            <a:xfrm>
              <a:off x="6052634" y="2187100"/>
              <a:ext cx="695654" cy="2073060"/>
              <a:chOff x="3246065" y="2845317"/>
              <a:chExt cx="695654" cy="2073060"/>
            </a:xfrm>
          </p:grpSpPr>
          <p:grpSp>
            <p:nvGrpSpPr>
              <p:cNvPr id="8384" name="Google Shape;8384;p64"/>
              <p:cNvGrpSpPr/>
              <p:nvPr/>
            </p:nvGrpSpPr>
            <p:grpSpPr>
              <a:xfrm flipH="1">
                <a:off x="3246065" y="3839200"/>
                <a:ext cx="435993" cy="1079177"/>
                <a:chOff x="5739808" y="3702217"/>
                <a:chExt cx="352110" cy="854438"/>
              </a:xfrm>
            </p:grpSpPr>
            <p:grpSp>
              <p:nvGrpSpPr>
                <p:cNvPr id="8385" name="Google Shape;8385;p64"/>
                <p:cNvGrpSpPr/>
                <p:nvPr/>
              </p:nvGrpSpPr>
              <p:grpSpPr>
                <a:xfrm>
                  <a:off x="5739808" y="3702217"/>
                  <a:ext cx="319170" cy="506923"/>
                  <a:chOff x="6097258" y="3701203"/>
                  <a:chExt cx="319170" cy="506923"/>
                </a:xfrm>
              </p:grpSpPr>
              <p:sp>
                <p:nvSpPr>
                  <p:cNvPr id="8386" name="Google Shape;8386;p64"/>
                  <p:cNvSpPr/>
                  <p:nvPr/>
                </p:nvSpPr>
                <p:spPr>
                  <a:xfrm rot="-1077969">
                    <a:off x="6165919" y="3717694"/>
                    <a:ext cx="181848" cy="473941"/>
                  </a:xfrm>
                  <a:prstGeom prst="roundRect">
                    <a:avLst>
                      <a:gd fmla="val 16667" name="adj"/>
                    </a:avLst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87" name="Google Shape;8387;p64"/>
                  <p:cNvSpPr/>
                  <p:nvPr/>
                </p:nvSpPr>
                <p:spPr>
                  <a:xfrm flipH="1" rot="655801">
                    <a:off x="6207416" y="3774548"/>
                    <a:ext cx="49476" cy="223589"/>
                  </a:xfrm>
                  <a:prstGeom prst="roundRect">
                    <a:avLst>
                      <a:gd fmla="val 40457" name="adj"/>
                    </a:avLst>
                  </a:prstGeom>
                  <a:solidFill>
                    <a:schemeClr val="lt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388" name="Google Shape;8388;p64"/>
                <p:cNvSpPr/>
                <p:nvPr/>
              </p:nvSpPr>
              <p:spPr>
                <a:xfrm rot="-1153397">
                  <a:off x="5872725" y="4154646"/>
                  <a:ext cx="212428" cy="6040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89" name="Google Shape;8389;p64"/>
                <p:cNvSpPr/>
                <p:nvPr/>
              </p:nvSpPr>
              <p:spPr>
                <a:xfrm rot="-1153397">
                  <a:off x="5969456" y="4217860"/>
                  <a:ext cx="68932" cy="33683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390" name="Google Shape;8390;p64"/>
              <p:cNvGrpSpPr/>
              <p:nvPr/>
            </p:nvGrpSpPr>
            <p:grpSpPr>
              <a:xfrm flipH="1" rot="10800000">
                <a:off x="3505726" y="2845317"/>
                <a:ext cx="435993" cy="1070111"/>
                <a:chOff x="5739808" y="3709395"/>
                <a:chExt cx="352110" cy="847261"/>
              </a:xfrm>
            </p:grpSpPr>
            <p:grpSp>
              <p:nvGrpSpPr>
                <p:cNvPr id="8391" name="Google Shape;8391;p64"/>
                <p:cNvGrpSpPr/>
                <p:nvPr/>
              </p:nvGrpSpPr>
              <p:grpSpPr>
                <a:xfrm>
                  <a:off x="5739808" y="3709395"/>
                  <a:ext cx="296814" cy="499674"/>
                  <a:chOff x="6097258" y="3708381"/>
                  <a:chExt cx="296814" cy="499674"/>
                </a:xfrm>
              </p:grpSpPr>
              <p:sp>
                <p:nvSpPr>
                  <p:cNvPr id="8392" name="Google Shape;8392;p64"/>
                  <p:cNvSpPr/>
                  <p:nvPr/>
                </p:nvSpPr>
                <p:spPr>
                  <a:xfrm rot="-1077969">
                    <a:off x="6166492" y="3721247"/>
                    <a:ext cx="158346" cy="473941"/>
                  </a:xfrm>
                  <a:prstGeom prst="roundRect">
                    <a:avLst>
                      <a:gd fmla="val 16667" name="adj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93" name="Google Shape;8393;p64"/>
                  <p:cNvSpPr/>
                  <p:nvPr/>
                </p:nvSpPr>
                <p:spPr>
                  <a:xfrm flipH="1" rot="231950">
                    <a:off x="6202247" y="3774966"/>
                    <a:ext cx="45719" cy="216078"/>
                  </a:xfrm>
                  <a:prstGeom prst="roundRect">
                    <a:avLst>
                      <a:gd fmla="val 40457" name="adj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394" name="Google Shape;8394;p64"/>
                <p:cNvSpPr/>
                <p:nvPr/>
              </p:nvSpPr>
              <p:spPr>
                <a:xfrm rot="-1153397">
                  <a:off x="5872725" y="4154646"/>
                  <a:ext cx="212428" cy="60403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95" name="Google Shape;8395;p64"/>
                <p:cNvSpPr/>
                <p:nvPr/>
              </p:nvSpPr>
              <p:spPr>
                <a:xfrm rot="-1153397">
                  <a:off x="5969456" y="4217860"/>
                  <a:ext cx="68932" cy="33683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396" name="Google Shape;8396;p64"/>
            <p:cNvGrpSpPr/>
            <p:nvPr/>
          </p:nvGrpSpPr>
          <p:grpSpPr>
            <a:xfrm>
              <a:off x="5172386" y="2187652"/>
              <a:ext cx="702197" cy="2072173"/>
              <a:chOff x="2365817" y="2845869"/>
              <a:chExt cx="702197" cy="2072173"/>
            </a:xfrm>
          </p:grpSpPr>
          <p:grpSp>
            <p:nvGrpSpPr>
              <p:cNvPr id="8397" name="Google Shape;8397;p64"/>
              <p:cNvGrpSpPr/>
              <p:nvPr/>
            </p:nvGrpSpPr>
            <p:grpSpPr>
              <a:xfrm>
                <a:off x="2632021" y="3837706"/>
                <a:ext cx="435993" cy="1080336"/>
                <a:chOff x="5739807" y="3701299"/>
                <a:chExt cx="352111" cy="855357"/>
              </a:xfrm>
            </p:grpSpPr>
            <p:grpSp>
              <p:nvGrpSpPr>
                <p:cNvPr id="8398" name="Google Shape;8398;p64"/>
                <p:cNvGrpSpPr/>
                <p:nvPr/>
              </p:nvGrpSpPr>
              <p:grpSpPr>
                <a:xfrm>
                  <a:off x="5739807" y="3701299"/>
                  <a:ext cx="322028" cy="507850"/>
                  <a:chOff x="6097257" y="3700285"/>
                  <a:chExt cx="322028" cy="507850"/>
                </a:xfrm>
              </p:grpSpPr>
              <p:sp>
                <p:nvSpPr>
                  <p:cNvPr id="8399" name="Google Shape;8399;p64"/>
                  <p:cNvSpPr/>
                  <p:nvPr/>
                </p:nvSpPr>
                <p:spPr>
                  <a:xfrm rot="-1077969">
                    <a:off x="6165845" y="3717239"/>
                    <a:ext cx="184852" cy="473941"/>
                  </a:xfrm>
                  <a:prstGeom prst="roundRect">
                    <a:avLst>
                      <a:gd fmla="val 16667" name="adj"/>
                    </a:avLst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00" name="Google Shape;8400;p64"/>
                  <p:cNvSpPr/>
                  <p:nvPr/>
                </p:nvSpPr>
                <p:spPr>
                  <a:xfrm flipH="1" rot="622646">
                    <a:off x="6207873" y="3795106"/>
                    <a:ext cx="46037" cy="203887"/>
                  </a:xfrm>
                  <a:prstGeom prst="roundRect">
                    <a:avLst>
                      <a:gd fmla="val 40457" name="adj"/>
                    </a:avLst>
                  </a:prstGeom>
                  <a:solidFill>
                    <a:schemeClr val="lt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401" name="Google Shape;8401;p64"/>
                <p:cNvSpPr/>
                <p:nvPr/>
              </p:nvSpPr>
              <p:spPr>
                <a:xfrm rot="-1153397">
                  <a:off x="5872725" y="4154646"/>
                  <a:ext cx="212428" cy="6040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02" name="Google Shape;8402;p64"/>
                <p:cNvSpPr/>
                <p:nvPr/>
              </p:nvSpPr>
              <p:spPr>
                <a:xfrm rot="-1153397">
                  <a:off x="5969456" y="4217860"/>
                  <a:ext cx="68932" cy="33683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403" name="Google Shape;8403;p64"/>
              <p:cNvGrpSpPr/>
              <p:nvPr/>
            </p:nvGrpSpPr>
            <p:grpSpPr>
              <a:xfrm rot="10800000">
                <a:off x="2365817" y="2845869"/>
                <a:ext cx="435993" cy="1070111"/>
                <a:chOff x="5739808" y="3709395"/>
                <a:chExt cx="352110" cy="847261"/>
              </a:xfrm>
            </p:grpSpPr>
            <p:grpSp>
              <p:nvGrpSpPr>
                <p:cNvPr id="8404" name="Google Shape;8404;p64"/>
                <p:cNvGrpSpPr/>
                <p:nvPr/>
              </p:nvGrpSpPr>
              <p:grpSpPr>
                <a:xfrm>
                  <a:off x="5739808" y="3709395"/>
                  <a:ext cx="296814" cy="499674"/>
                  <a:chOff x="6097258" y="3708381"/>
                  <a:chExt cx="296814" cy="499674"/>
                </a:xfrm>
              </p:grpSpPr>
              <p:sp>
                <p:nvSpPr>
                  <p:cNvPr id="8405" name="Google Shape;8405;p64"/>
                  <p:cNvSpPr/>
                  <p:nvPr/>
                </p:nvSpPr>
                <p:spPr>
                  <a:xfrm rot="-1077969">
                    <a:off x="6166492" y="3721247"/>
                    <a:ext cx="158346" cy="473941"/>
                  </a:xfrm>
                  <a:prstGeom prst="roundRect">
                    <a:avLst>
                      <a:gd fmla="val 16667" name="adj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06" name="Google Shape;8406;p64"/>
                  <p:cNvSpPr/>
                  <p:nvPr/>
                </p:nvSpPr>
                <p:spPr>
                  <a:xfrm flipH="1" rot="231950">
                    <a:off x="6202247" y="3774966"/>
                    <a:ext cx="45719" cy="216078"/>
                  </a:xfrm>
                  <a:prstGeom prst="roundRect">
                    <a:avLst>
                      <a:gd fmla="val 40457" name="adj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407" name="Google Shape;8407;p64"/>
                <p:cNvSpPr/>
                <p:nvPr/>
              </p:nvSpPr>
              <p:spPr>
                <a:xfrm rot="-1153397">
                  <a:off x="5872725" y="4154646"/>
                  <a:ext cx="212428" cy="60403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08" name="Google Shape;8408;p64"/>
                <p:cNvSpPr/>
                <p:nvPr/>
              </p:nvSpPr>
              <p:spPr>
                <a:xfrm rot="-1153397">
                  <a:off x="5969456" y="4217860"/>
                  <a:ext cx="68932" cy="33683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409" name="Google Shape;8409;p64"/>
            <p:cNvGrpSpPr/>
            <p:nvPr/>
          </p:nvGrpSpPr>
          <p:grpSpPr>
            <a:xfrm>
              <a:off x="5483447" y="1571739"/>
              <a:ext cx="963830" cy="2104882"/>
              <a:chOff x="5775707" y="2428623"/>
              <a:chExt cx="778396" cy="1666542"/>
            </a:xfrm>
          </p:grpSpPr>
          <p:grpSp>
            <p:nvGrpSpPr>
              <p:cNvPr id="8410" name="Google Shape;8410;p64"/>
              <p:cNvGrpSpPr/>
              <p:nvPr/>
            </p:nvGrpSpPr>
            <p:grpSpPr>
              <a:xfrm>
                <a:off x="5775707" y="2428623"/>
                <a:ext cx="778396" cy="1321607"/>
                <a:chOff x="5728098" y="3524079"/>
                <a:chExt cx="778396" cy="1321607"/>
              </a:xfrm>
            </p:grpSpPr>
            <p:grpSp>
              <p:nvGrpSpPr>
                <p:cNvPr id="8411" name="Google Shape;8411;p64"/>
                <p:cNvGrpSpPr/>
                <p:nvPr/>
              </p:nvGrpSpPr>
              <p:grpSpPr>
                <a:xfrm>
                  <a:off x="5882065" y="3524079"/>
                  <a:ext cx="468000" cy="773094"/>
                  <a:chOff x="5755916" y="3285424"/>
                  <a:chExt cx="468000" cy="773094"/>
                </a:xfrm>
              </p:grpSpPr>
              <p:sp>
                <p:nvSpPr>
                  <p:cNvPr id="8412" name="Google Shape;8412;p64"/>
                  <p:cNvSpPr/>
                  <p:nvPr/>
                </p:nvSpPr>
                <p:spPr>
                  <a:xfrm>
                    <a:off x="5755916" y="3285424"/>
                    <a:ext cx="468000" cy="468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413" name="Google Shape;8413;p64"/>
                  <p:cNvGrpSpPr/>
                  <p:nvPr/>
                </p:nvGrpSpPr>
                <p:grpSpPr>
                  <a:xfrm>
                    <a:off x="5809916" y="3734518"/>
                    <a:ext cx="360000" cy="324000"/>
                    <a:chOff x="5827652" y="3885379"/>
                    <a:chExt cx="360000" cy="324000"/>
                  </a:xfrm>
                </p:grpSpPr>
                <p:sp>
                  <p:nvSpPr>
                    <p:cNvPr id="8414" name="Google Shape;8414;p64"/>
                    <p:cNvSpPr/>
                    <p:nvPr/>
                  </p:nvSpPr>
                  <p:spPr>
                    <a:xfrm>
                      <a:off x="5917652" y="3885379"/>
                      <a:ext cx="180000" cy="180000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415" name="Google Shape;8415;p64"/>
                    <p:cNvSpPr/>
                    <p:nvPr/>
                  </p:nvSpPr>
                  <p:spPr>
                    <a:xfrm>
                      <a:off x="5827652" y="4065379"/>
                      <a:ext cx="360000" cy="144000"/>
                    </a:xfrm>
                    <a:prstGeom prst="rect">
                      <a:avLst/>
                    </a:prstGeom>
                    <a:solidFill>
                      <a:srgbClr val="3F3F3F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8416" name="Google Shape;8416;p64"/>
                <p:cNvGrpSpPr/>
                <p:nvPr/>
              </p:nvGrpSpPr>
              <p:grpSpPr>
                <a:xfrm>
                  <a:off x="5728098" y="4268155"/>
                  <a:ext cx="778396" cy="577531"/>
                  <a:chOff x="5728098" y="4268155"/>
                  <a:chExt cx="778396" cy="577531"/>
                </a:xfrm>
              </p:grpSpPr>
              <p:grpSp>
                <p:nvGrpSpPr>
                  <p:cNvPr id="8417" name="Google Shape;8417;p64"/>
                  <p:cNvGrpSpPr/>
                  <p:nvPr/>
                </p:nvGrpSpPr>
                <p:grpSpPr>
                  <a:xfrm>
                    <a:off x="5728098" y="4268155"/>
                    <a:ext cx="778396" cy="577531"/>
                    <a:chOff x="5728098" y="4268155"/>
                    <a:chExt cx="778396" cy="577531"/>
                  </a:xfrm>
                </p:grpSpPr>
                <p:grpSp>
                  <p:nvGrpSpPr>
                    <p:cNvPr id="8418" name="Google Shape;8418;p64"/>
                    <p:cNvGrpSpPr/>
                    <p:nvPr/>
                  </p:nvGrpSpPr>
                  <p:grpSpPr>
                    <a:xfrm>
                      <a:off x="5728098" y="4268155"/>
                      <a:ext cx="778396" cy="468000"/>
                      <a:chOff x="5728098" y="4268155"/>
                      <a:chExt cx="778396" cy="468000"/>
                    </a:xfrm>
                  </p:grpSpPr>
                  <p:sp>
                    <p:nvSpPr>
                      <p:cNvPr id="8419" name="Google Shape;8419;p64"/>
                      <p:cNvSpPr/>
                      <p:nvPr/>
                    </p:nvSpPr>
                    <p:spPr>
                      <a:xfrm>
                        <a:off x="5728098" y="4659003"/>
                        <a:ext cx="157695" cy="36000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420" name="Google Shape;8420;p64"/>
                      <p:cNvSpPr/>
                      <p:nvPr/>
                    </p:nvSpPr>
                    <p:spPr>
                      <a:xfrm>
                        <a:off x="6348799" y="4661385"/>
                        <a:ext cx="157695" cy="36000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421" name="Google Shape;8421;p64"/>
                      <p:cNvSpPr/>
                      <p:nvPr/>
                    </p:nvSpPr>
                    <p:spPr>
                      <a:xfrm>
                        <a:off x="5847296" y="4268155"/>
                        <a:ext cx="540000" cy="468000"/>
                      </a:xfrm>
                      <a:prstGeom prst="frame">
                        <a:avLst>
                          <a:gd fmla="val 7853" name="adj1"/>
                        </a:avLst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8422" name="Google Shape;8422;p64"/>
                    <p:cNvGrpSpPr/>
                    <p:nvPr/>
                  </p:nvGrpSpPr>
                  <p:grpSpPr>
                    <a:xfrm>
                      <a:off x="5728099" y="4698144"/>
                      <a:ext cx="777647" cy="147542"/>
                      <a:chOff x="5728099" y="4698144"/>
                      <a:chExt cx="777647" cy="147542"/>
                    </a:xfrm>
                  </p:grpSpPr>
                  <p:sp>
                    <p:nvSpPr>
                      <p:cNvPr id="8423" name="Google Shape;8423;p64"/>
                      <p:cNvSpPr/>
                      <p:nvPr/>
                    </p:nvSpPr>
                    <p:spPr>
                      <a:xfrm>
                        <a:off x="5849450" y="4698833"/>
                        <a:ext cx="537845" cy="45719"/>
                      </a:xfrm>
                      <a:prstGeom prst="rect">
                        <a:avLst/>
                      </a:prstGeom>
                      <a:solidFill>
                        <a:srgbClr val="3F3F3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424" name="Google Shape;8424;p64"/>
                      <p:cNvSpPr/>
                      <p:nvPr/>
                    </p:nvSpPr>
                    <p:spPr>
                      <a:xfrm>
                        <a:off x="5728099" y="4698144"/>
                        <a:ext cx="118291" cy="147542"/>
                      </a:xfrm>
                      <a:prstGeom prst="rect">
                        <a:avLst/>
                      </a:prstGeom>
                      <a:solidFill>
                        <a:srgbClr val="3F3F3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425" name="Google Shape;8425;p64"/>
                      <p:cNvSpPr/>
                      <p:nvPr/>
                    </p:nvSpPr>
                    <p:spPr>
                      <a:xfrm>
                        <a:off x="6385142" y="4698144"/>
                        <a:ext cx="120604" cy="147542"/>
                      </a:xfrm>
                      <a:prstGeom prst="rect">
                        <a:avLst/>
                      </a:prstGeom>
                      <a:solidFill>
                        <a:srgbClr val="3F3F3F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8426" name="Google Shape;8426;p64"/>
                  <p:cNvGrpSpPr/>
                  <p:nvPr/>
                </p:nvGrpSpPr>
                <p:grpSpPr>
                  <a:xfrm>
                    <a:off x="5969948" y="4385231"/>
                    <a:ext cx="300588" cy="306875"/>
                    <a:chOff x="6707431" y="4143645"/>
                    <a:chExt cx="398381" cy="433766"/>
                  </a:xfrm>
                </p:grpSpPr>
                <p:sp>
                  <p:nvSpPr>
                    <p:cNvPr id="8427" name="Google Shape;8427;p64"/>
                    <p:cNvSpPr/>
                    <p:nvPr/>
                  </p:nvSpPr>
                  <p:spPr>
                    <a:xfrm>
                      <a:off x="6708632" y="4255261"/>
                      <a:ext cx="396000" cy="216000"/>
                    </a:xfrm>
                    <a:prstGeom prst="rect">
                      <a:avLst/>
                    </a:prstGeom>
                    <a:solidFill>
                      <a:srgbClr val="59595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428" name="Google Shape;8428;p64"/>
                    <p:cNvSpPr/>
                    <p:nvPr/>
                  </p:nvSpPr>
                  <p:spPr>
                    <a:xfrm>
                      <a:off x="6709813" y="4143645"/>
                      <a:ext cx="395999" cy="1080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429" name="Google Shape;8429;p64"/>
                    <p:cNvSpPr/>
                    <p:nvPr/>
                  </p:nvSpPr>
                  <p:spPr>
                    <a:xfrm>
                      <a:off x="6707431" y="4469411"/>
                      <a:ext cx="396000" cy="1080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8430" name="Google Shape;8430;p64"/>
              <p:cNvSpPr/>
              <p:nvPr/>
            </p:nvSpPr>
            <p:spPr>
              <a:xfrm>
                <a:off x="6139226" y="3643061"/>
                <a:ext cx="45719" cy="452104"/>
              </a:xfrm>
              <a:prstGeom prst="rect">
                <a:avLst/>
              </a:prstGeom>
              <a:solidFill>
                <a:srgbClr val="A5A5A5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31" name="Google Shape;8431;p64"/>
            <p:cNvGrpSpPr/>
            <p:nvPr/>
          </p:nvGrpSpPr>
          <p:grpSpPr>
            <a:xfrm>
              <a:off x="5482630" y="3435091"/>
              <a:ext cx="963722" cy="137200"/>
              <a:chOff x="2676061" y="4093308"/>
              <a:chExt cx="963722" cy="137200"/>
            </a:xfrm>
          </p:grpSpPr>
          <p:sp>
            <p:nvSpPr>
              <p:cNvPr id="8432" name="Google Shape;8432;p64"/>
              <p:cNvSpPr/>
              <p:nvPr/>
            </p:nvSpPr>
            <p:spPr>
              <a:xfrm>
                <a:off x="3235261" y="4093308"/>
                <a:ext cx="72000" cy="36000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33" name="Google Shape;8433;p64"/>
              <p:cNvGrpSpPr/>
              <p:nvPr/>
            </p:nvGrpSpPr>
            <p:grpSpPr>
              <a:xfrm>
                <a:off x="2676061" y="4130452"/>
                <a:ext cx="963722" cy="100056"/>
                <a:chOff x="2676061" y="4130452"/>
                <a:chExt cx="963722" cy="100056"/>
              </a:xfrm>
            </p:grpSpPr>
            <p:grpSp>
              <p:nvGrpSpPr>
                <p:cNvPr id="8434" name="Google Shape;8434;p64"/>
                <p:cNvGrpSpPr/>
                <p:nvPr/>
              </p:nvGrpSpPr>
              <p:grpSpPr>
                <a:xfrm>
                  <a:off x="2676061" y="4130452"/>
                  <a:ext cx="963722" cy="75413"/>
                  <a:chOff x="5775048" y="3892549"/>
                  <a:chExt cx="778309" cy="59708"/>
                </a:xfrm>
              </p:grpSpPr>
              <p:sp>
                <p:nvSpPr>
                  <p:cNvPr id="8435" name="Google Shape;8435;p64"/>
                  <p:cNvSpPr/>
                  <p:nvPr/>
                </p:nvSpPr>
                <p:spPr>
                  <a:xfrm rot="-5400000">
                    <a:off x="6134348" y="3533249"/>
                    <a:ext cx="59708" cy="778309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36" name="Google Shape;8436;p64"/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37" name="Google Shape;8437;p64"/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438" name="Google Shape;8438;p64"/>
                <p:cNvSpPr/>
                <p:nvPr/>
              </p:nvSpPr>
              <p:spPr>
                <a:xfrm>
                  <a:off x="3012721" y="4194508"/>
                  <a:ext cx="72000" cy="36000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8439" name="Google Shape;8439;p64"/>
            <p:cNvSpPr/>
            <p:nvPr/>
          </p:nvSpPr>
          <p:spPr>
            <a:xfrm>
              <a:off x="6157474" y="1683607"/>
              <a:ext cx="133728" cy="136407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0" name="Google Shape;8440;p64"/>
            <p:cNvSpPr/>
            <p:nvPr/>
          </p:nvSpPr>
          <p:spPr>
            <a:xfrm>
              <a:off x="5924362" y="2321643"/>
              <a:ext cx="133728" cy="136407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41" name="Google Shape;8441;p64"/>
          <p:cNvSpPr/>
          <p:nvPr/>
        </p:nvSpPr>
        <p:spPr>
          <a:xfrm>
            <a:off x="8070008" y="4007147"/>
            <a:ext cx="133728" cy="136407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2" name="Google Shape;8442;p64"/>
          <p:cNvSpPr/>
          <p:nvPr/>
        </p:nvSpPr>
        <p:spPr>
          <a:xfrm>
            <a:off x="8931386" y="2517243"/>
            <a:ext cx="133728" cy="136407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3" name="Google Shape;8443;p64"/>
          <p:cNvSpPr/>
          <p:nvPr/>
        </p:nvSpPr>
        <p:spPr>
          <a:xfrm>
            <a:off x="6950051" y="1134921"/>
            <a:ext cx="133728" cy="136407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4" name="Google Shape;8444;p64"/>
          <p:cNvSpPr/>
          <p:nvPr/>
        </p:nvSpPr>
        <p:spPr>
          <a:xfrm>
            <a:off x="10152303" y="2709503"/>
            <a:ext cx="216000" cy="216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5" name="Google Shape;8445;p64"/>
          <p:cNvSpPr/>
          <p:nvPr/>
        </p:nvSpPr>
        <p:spPr>
          <a:xfrm>
            <a:off x="10150846" y="2014866"/>
            <a:ext cx="216000" cy="216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46" name="Google Shape;8446;p64"/>
          <p:cNvGrpSpPr/>
          <p:nvPr/>
        </p:nvGrpSpPr>
        <p:grpSpPr>
          <a:xfrm>
            <a:off x="7504410" y="4191043"/>
            <a:ext cx="4457611" cy="2682662"/>
            <a:chOff x="7379270" y="4515549"/>
            <a:chExt cx="3600000" cy="2124000"/>
          </a:xfrm>
        </p:grpSpPr>
        <p:sp>
          <p:nvSpPr>
            <p:cNvPr id="8447" name="Google Shape;8447;p64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8" name="Google Shape;8448;p64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49" name="Google Shape;8449;p64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450" name="Google Shape;8450;p64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451" name="Google Shape;8451;p64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452" name="Google Shape;8452;p64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53" name="Google Shape;8453;p64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454" name="Google Shape;8454;p64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455" name="Google Shape;8455;p64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456" name="Google Shape;8456;p64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457" name="Google Shape;8457;p64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458" name="Google Shape;8458;p64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459" name="Google Shape;8459;p64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460" name="Google Shape;8460;p64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8461" name="Google Shape;8461;p64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462" name="Google Shape;8462;p64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63" name="Google Shape;8463;p64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464" name="Google Shape;8464;p64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465" name="Google Shape;8465;p64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6" name="Google Shape;8466;p64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7" name="Google Shape;8467;p64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468" name="Google Shape;8468;p64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69" name="Google Shape;8469;p64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470" name="Google Shape;8470;p64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8471" name="Google Shape;8471;p64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72" name="Google Shape;8472;p64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473" name="Google Shape;8473;p64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74" name="Google Shape;8474;p64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475" name="Google Shape;8475;p64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6" name="Google Shape;8476;p64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7" name="Google Shape;8477;p64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478" name="Google Shape;8478;p64"/>
          <p:cNvSpPr txBox="1"/>
          <p:nvPr/>
        </p:nvSpPr>
        <p:spPr>
          <a:xfrm>
            <a:off x="10272828" y="2558949"/>
            <a:ext cx="1843588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S7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2" name="Shape 8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3" name="Google Shape;8483;p65"/>
          <p:cNvSpPr txBox="1"/>
          <p:nvPr>
            <p:ph type="ctrTitle"/>
          </p:nvPr>
        </p:nvSpPr>
        <p:spPr>
          <a:xfrm>
            <a:off x="561712" y="198783"/>
            <a:ext cx="11068575" cy="7576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MODELO CINEMATICO BRAZO 6GL</a:t>
            </a:r>
            <a:endParaRPr sz="4000"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8484" name="Google Shape;848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8762" y="3145061"/>
            <a:ext cx="4742421" cy="3021013"/>
          </a:xfrm>
          <a:prstGeom prst="rect">
            <a:avLst/>
          </a:prstGeom>
          <a:noFill/>
          <a:ln>
            <a:noFill/>
          </a:ln>
        </p:spPr>
      </p:pic>
      <p:sp>
        <p:nvSpPr>
          <p:cNvPr id="8485" name="Google Shape;8485;p65"/>
          <p:cNvSpPr/>
          <p:nvPr/>
        </p:nvSpPr>
        <p:spPr>
          <a:xfrm>
            <a:off x="3658693" y="4664765"/>
            <a:ext cx="432000" cy="720000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6" name="Google Shape;8486;p65"/>
          <p:cNvSpPr/>
          <p:nvPr/>
        </p:nvSpPr>
        <p:spPr>
          <a:xfrm rot="-6144587">
            <a:off x="3558771" y="3445988"/>
            <a:ext cx="432000" cy="720000"/>
          </a:xfrm>
          <a:prstGeom prst="can">
            <a:avLst>
              <a:gd fmla="val 83333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7" name="Google Shape;8487;p65"/>
          <p:cNvSpPr/>
          <p:nvPr/>
        </p:nvSpPr>
        <p:spPr>
          <a:xfrm rot="5400000">
            <a:off x="7974326" y="2732480"/>
            <a:ext cx="432000" cy="757673"/>
          </a:xfrm>
          <a:prstGeom prst="can">
            <a:avLst>
              <a:gd fmla="val 42221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8" name="Google Shape;8488;p65"/>
          <p:cNvSpPr/>
          <p:nvPr/>
        </p:nvSpPr>
        <p:spPr>
          <a:xfrm rot="-6144587">
            <a:off x="5169955" y="3408026"/>
            <a:ext cx="432000" cy="720000"/>
          </a:xfrm>
          <a:prstGeom prst="can">
            <a:avLst>
              <a:gd fmla="val 83333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9" name="Google Shape;8489;p65"/>
          <p:cNvSpPr txBox="1"/>
          <p:nvPr/>
        </p:nvSpPr>
        <p:spPr>
          <a:xfrm>
            <a:off x="1785909" y="4840099"/>
            <a:ext cx="20490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Articulación 1</a:t>
            </a:r>
            <a:endParaRPr/>
          </a:p>
        </p:txBody>
      </p:sp>
      <p:sp>
        <p:nvSpPr>
          <p:cNvPr id="8490" name="Google Shape;8490;p65"/>
          <p:cNvSpPr txBox="1"/>
          <p:nvPr/>
        </p:nvSpPr>
        <p:spPr>
          <a:xfrm>
            <a:off x="1609665" y="2970999"/>
            <a:ext cx="20490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Articulación 2</a:t>
            </a:r>
            <a:endParaRPr/>
          </a:p>
        </p:txBody>
      </p:sp>
      <p:sp>
        <p:nvSpPr>
          <p:cNvPr id="8491" name="Google Shape;8491;p65"/>
          <p:cNvSpPr txBox="1"/>
          <p:nvPr/>
        </p:nvSpPr>
        <p:spPr>
          <a:xfrm>
            <a:off x="4361441" y="2487521"/>
            <a:ext cx="20490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Articulación 3</a:t>
            </a:r>
            <a:endParaRPr/>
          </a:p>
        </p:txBody>
      </p:sp>
      <p:sp>
        <p:nvSpPr>
          <p:cNvPr id="8492" name="Google Shape;8492;p65"/>
          <p:cNvSpPr txBox="1"/>
          <p:nvPr/>
        </p:nvSpPr>
        <p:spPr>
          <a:xfrm>
            <a:off x="6095999" y="1782900"/>
            <a:ext cx="20490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Articulación 4</a:t>
            </a:r>
            <a:endParaRPr/>
          </a:p>
        </p:txBody>
      </p:sp>
      <p:sp>
        <p:nvSpPr>
          <p:cNvPr id="8493" name="Google Shape;8493;p65"/>
          <p:cNvSpPr txBox="1"/>
          <p:nvPr/>
        </p:nvSpPr>
        <p:spPr>
          <a:xfrm>
            <a:off x="3834937" y="4017028"/>
            <a:ext cx="1487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18 cm</a:t>
            </a:r>
            <a:endParaRPr/>
          </a:p>
        </p:txBody>
      </p:sp>
      <p:sp>
        <p:nvSpPr>
          <p:cNvPr id="8494" name="Google Shape;8494;p65"/>
          <p:cNvSpPr txBox="1"/>
          <p:nvPr/>
        </p:nvSpPr>
        <p:spPr>
          <a:xfrm>
            <a:off x="2463642" y="4156231"/>
            <a:ext cx="1487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16 cm</a:t>
            </a:r>
            <a:endParaRPr/>
          </a:p>
        </p:txBody>
      </p:sp>
      <p:sp>
        <p:nvSpPr>
          <p:cNvPr id="8495" name="Google Shape;8495;p65"/>
          <p:cNvSpPr txBox="1"/>
          <p:nvPr/>
        </p:nvSpPr>
        <p:spPr>
          <a:xfrm>
            <a:off x="5180614" y="3006308"/>
            <a:ext cx="1487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16 cm</a:t>
            </a:r>
            <a:endParaRPr/>
          </a:p>
        </p:txBody>
      </p:sp>
      <p:sp>
        <p:nvSpPr>
          <p:cNvPr id="8496" name="Google Shape;8496;p65"/>
          <p:cNvSpPr/>
          <p:nvPr/>
        </p:nvSpPr>
        <p:spPr>
          <a:xfrm rot="-6144587">
            <a:off x="6788769" y="2751316"/>
            <a:ext cx="432000" cy="720000"/>
          </a:xfrm>
          <a:prstGeom prst="can">
            <a:avLst>
              <a:gd fmla="val 83333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0" name="Shape 8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1" name="Google Shape;8501;p66"/>
          <p:cNvSpPr txBox="1"/>
          <p:nvPr>
            <p:ph type="ctrTitle"/>
          </p:nvPr>
        </p:nvSpPr>
        <p:spPr>
          <a:xfrm>
            <a:off x="561712" y="206369"/>
            <a:ext cx="11068575" cy="121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AUTOMATICO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Posicionamiento en origen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5" name="Shape 8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6" name="Google Shape;8506;p67"/>
          <p:cNvSpPr txBox="1"/>
          <p:nvPr>
            <p:ph type="ctrTitle"/>
          </p:nvPr>
        </p:nvSpPr>
        <p:spPr>
          <a:xfrm>
            <a:off x="561712" y="206369"/>
            <a:ext cx="11068575" cy="121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AUTOMATICO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Posicionamiento en origen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0" name="Shape 8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1" name="Google Shape;8511;p68"/>
          <p:cNvSpPr txBox="1"/>
          <p:nvPr>
            <p:ph type="ctrTitle"/>
          </p:nvPr>
        </p:nvSpPr>
        <p:spPr>
          <a:xfrm>
            <a:off x="605208" y="49566"/>
            <a:ext cx="11068575" cy="121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MANUAL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Rotación cuarto Eslabón</a:t>
            </a:r>
            <a:endParaRPr/>
          </a:p>
        </p:txBody>
      </p:sp>
      <p:pic>
        <p:nvPicPr>
          <p:cNvPr id="8512" name="Google Shape;8512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48637" y="364184"/>
            <a:ext cx="674156" cy="449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6" name="Shape 8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7" name="Google Shape;8517;p69"/>
          <p:cNvSpPr txBox="1"/>
          <p:nvPr>
            <p:ph type="ctrTitle"/>
          </p:nvPr>
        </p:nvSpPr>
        <p:spPr>
          <a:xfrm>
            <a:off x="605208" y="49566"/>
            <a:ext cx="11068575" cy="121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MANUAL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Rotación cuarto Eslabón</a:t>
            </a:r>
            <a:endParaRPr/>
          </a:p>
        </p:txBody>
      </p:sp>
      <p:pic>
        <p:nvPicPr>
          <p:cNvPr id="8518" name="Google Shape;8518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48637" y="364184"/>
            <a:ext cx="674156" cy="449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2" name="Shape 8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3" name="Google Shape;8523;p70"/>
          <p:cNvSpPr txBox="1"/>
          <p:nvPr>
            <p:ph type="ctrTitle"/>
          </p:nvPr>
        </p:nvSpPr>
        <p:spPr>
          <a:xfrm>
            <a:off x="605208" y="49566"/>
            <a:ext cx="11068575" cy="121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MANUAL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Rotación cuarto Eslabón</a:t>
            </a:r>
            <a:endParaRPr/>
          </a:p>
        </p:txBody>
      </p:sp>
      <p:pic>
        <p:nvPicPr>
          <p:cNvPr id="8524" name="Google Shape;852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48637" y="364184"/>
            <a:ext cx="674156" cy="449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8" name="Shape 8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" name="Google Shape;8529;p71"/>
          <p:cNvSpPr txBox="1"/>
          <p:nvPr>
            <p:ph type="ctrTitle"/>
          </p:nvPr>
        </p:nvSpPr>
        <p:spPr>
          <a:xfrm>
            <a:off x="605208" y="49566"/>
            <a:ext cx="11068575" cy="121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MANUAL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Rotación cuarto Eslabón</a:t>
            </a:r>
            <a:endParaRPr/>
          </a:p>
        </p:txBody>
      </p:sp>
      <p:pic>
        <p:nvPicPr>
          <p:cNvPr id="8530" name="Google Shape;8530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48637" y="364184"/>
            <a:ext cx="674156" cy="449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4" name="Shape 8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5" name="Google Shape;8535;p72"/>
          <p:cNvSpPr txBox="1"/>
          <p:nvPr>
            <p:ph type="ctrTitle"/>
          </p:nvPr>
        </p:nvSpPr>
        <p:spPr>
          <a:xfrm>
            <a:off x="605208" y="49566"/>
            <a:ext cx="11068575" cy="121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MANUAL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Rotación cuarto Eslabón</a:t>
            </a:r>
            <a:endParaRPr/>
          </a:p>
        </p:txBody>
      </p:sp>
      <p:pic>
        <p:nvPicPr>
          <p:cNvPr id="8536" name="Google Shape;8536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48637" y="364184"/>
            <a:ext cx="674156" cy="449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0" name="Shape 8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1" name="Google Shape;8541;p73"/>
          <p:cNvSpPr txBox="1"/>
          <p:nvPr>
            <p:ph type="ctrTitle"/>
          </p:nvPr>
        </p:nvSpPr>
        <p:spPr>
          <a:xfrm>
            <a:off x="605208" y="49566"/>
            <a:ext cx="11068575" cy="121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MANUAL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Rotación cuarto Eslabón</a:t>
            </a:r>
            <a:endParaRPr/>
          </a:p>
        </p:txBody>
      </p:sp>
      <p:pic>
        <p:nvPicPr>
          <p:cNvPr id="8542" name="Google Shape;8542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48637" y="364184"/>
            <a:ext cx="674156" cy="449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6" name="Shape 8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7" name="Google Shape;8547;p74"/>
          <p:cNvSpPr txBox="1"/>
          <p:nvPr>
            <p:ph type="ctrTitle"/>
          </p:nvPr>
        </p:nvSpPr>
        <p:spPr>
          <a:xfrm>
            <a:off x="605208" y="49566"/>
            <a:ext cx="11068575" cy="121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MANUAL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Rotación cuarto Eslabón</a:t>
            </a:r>
            <a:endParaRPr/>
          </a:p>
        </p:txBody>
      </p:sp>
      <p:pic>
        <p:nvPicPr>
          <p:cNvPr id="8548" name="Google Shape;8548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48637" y="364184"/>
            <a:ext cx="674156" cy="449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2" name="Shape 8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3" name="Google Shape;8553;p75"/>
          <p:cNvSpPr txBox="1"/>
          <p:nvPr>
            <p:ph type="ctrTitle"/>
          </p:nvPr>
        </p:nvSpPr>
        <p:spPr>
          <a:xfrm>
            <a:off x="26587" y="200781"/>
            <a:ext cx="3972208" cy="5634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haroni"/>
              <a:buNone/>
            </a:pPr>
            <a:r>
              <a:rPr lang="es-ES" sz="36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Panel de Control</a:t>
            </a:r>
            <a:endParaRPr sz="3600">
              <a:latin typeface="Aharoni"/>
              <a:ea typeface="Aharoni"/>
              <a:cs typeface="Aharoni"/>
              <a:sym typeface="Aharoni"/>
            </a:endParaRPr>
          </a:p>
        </p:txBody>
      </p:sp>
      <p:cxnSp>
        <p:nvCxnSpPr>
          <p:cNvPr id="8554" name="Google Shape;8554;p75"/>
          <p:cNvCxnSpPr/>
          <p:nvPr/>
        </p:nvCxnSpPr>
        <p:spPr>
          <a:xfrm>
            <a:off x="5083214" y="764275"/>
            <a:ext cx="0" cy="68238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555" name="Google Shape;8555;p75"/>
          <p:cNvSpPr txBox="1"/>
          <p:nvPr/>
        </p:nvSpPr>
        <p:spPr>
          <a:xfrm>
            <a:off x="3838179" y="394693"/>
            <a:ext cx="24900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eta de emergencia</a:t>
            </a:r>
            <a:endParaRPr/>
          </a:p>
        </p:txBody>
      </p:sp>
      <p:cxnSp>
        <p:nvCxnSpPr>
          <p:cNvPr id="8556" name="Google Shape;8556;p75"/>
          <p:cNvCxnSpPr/>
          <p:nvPr/>
        </p:nvCxnSpPr>
        <p:spPr>
          <a:xfrm flipH="1">
            <a:off x="5753776" y="794803"/>
            <a:ext cx="1060444" cy="65186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557" name="Google Shape;8557;p75"/>
          <p:cNvSpPr txBox="1"/>
          <p:nvPr/>
        </p:nvSpPr>
        <p:spPr>
          <a:xfrm>
            <a:off x="6150542" y="408813"/>
            <a:ext cx="131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MCU/PLC</a:t>
            </a:r>
            <a:endParaRPr/>
          </a:p>
        </p:txBody>
      </p:sp>
      <p:cxnSp>
        <p:nvCxnSpPr>
          <p:cNvPr id="8558" name="Google Shape;8558;p75"/>
          <p:cNvCxnSpPr>
            <a:stCxn id="8559" idx="2"/>
          </p:cNvCxnSpPr>
          <p:nvPr/>
        </p:nvCxnSpPr>
        <p:spPr>
          <a:xfrm flipH="1">
            <a:off x="6442937" y="537302"/>
            <a:ext cx="1921800" cy="993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559" name="Google Shape;8559;p75"/>
          <p:cNvSpPr txBox="1"/>
          <p:nvPr/>
        </p:nvSpPr>
        <p:spPr>
          <a:xfrm>
            <a:off x="7230632" y="137192"/>
            <a:ext cx="22682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odo de operación</a:t>
            </a:r>
            <a:endParaRPr/>
          </a:p>
        </p:txBody>
      </p:sp>
      <p:cxnSp>
        <p:nvCxnSpPr>
          <p:cNvPr id="8560" name="Google Shape;8560;p75"/>
          <p:cNvCxnSpPr/>
          <p:nvPr/>
        </p:nvCxnSpPr>
        <p:spPr>
          <a:xfrm flipH="1">
            <a:off x="7210986" y="679953"/>
            <a:ext cx="2212295" cy="89699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561" name="Google Shape;8561;p75"/>
          <p:cNvSpPr txBox="1"/>
          <p:nvPr/>
        </p:nvSpPr>
        <p:spPr>
          <a:xfrm>
            <a:off x="9423281" y="476950"/>
            <a:ext cx="19218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osición origen</a:t>
            </a:r>
            <a:endParaRPr/>
          </a:p>
        </p:txBody>
      </p:sp>
      <p:cxnSp>
        <p:nvCxnSpPr>
          <p:cNvPr id="8562" name="Google Shape;8562;p75"/>
          <p:cNvCxnSpPr/>
          <p:nvPr/>
        </p:nvCxnSpPr>
        <p:spPr>
          <a:xfrm flipH="1">
            <a:off x="7830596" y="1216818"/>
            <a:ext cx="1592685" cy="39085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563" name="Google Shape;8563;p75"/>
          <p:cNvSpPr txBox="1"/>
          <p:nvPr/>
        </p:nvSpPr>
        <p:spPr>
          <a:xfrm>
            <a:off x="9423280" y="1041438"/>
            <a:ext cx="260162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nicia Mod automático</a:t>
            </a:r>
            <a:endParaRPr/>
          </a:p>
        </p:txBody>
      </p:sp>
      <p:cxnSp>
        <p:nvCxnSpPr>
          <p:cNvPr id="8564" name="Google Shape;8564;p75"/>
          <p:cNvCxnSpPr/>
          <p:nvPr/>
        </p:nvCxnSpPr>
        <p:spPr>
          <a:xfrm flipH="1">
            <a:off x="8718348" y="1821256"/>
            <a:ext cx="704932" cy="2110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565" name="Google Shape;8565;p75"/>
          <p:cNvSpPr txBox="1"/>
          <p:nvPr/>
        </p:nvSpPr>
        <p:spPr>
          <a:xfrm>
            <a:off x="9423279" y="1616734"/>
            <a:ext cx="288700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etiene Mod automático</a:t>
            </a:r>
            <a:endParaRPr/>
          </a:p>
        </p:txBody>
      </p:sp>
      <p:grpSp>
        <p:nvGrpSpPr>
          <p:cNvPr id="8566" name="Google Shape;8566;p75"/>
          <p:cNvGrpSpPr/>
          <p:nvPr/>
        </p:nvGrpSpPr>
        <p:grpSpPr>
          <a:xfrm>
            <a:off x="269301" y="893537"/>
            <a:ext cx="11922699" cy="5773394"/>
            <a:chOff x="269301" y="893537"/>
            <a:chExt cx="11922699" cy="5773394"/>
          </a:xfrm>
        </p:grpSpPr>
        <p:grpSp>
          <p:nvGrpSpPr>
            <p:cNvPr id="8567" name="Google Shape;8567;p75"/>
            <p:cNvGrpSpPr/>
            <p:nvPr/>
          </p:nvGrpSpPr>
          <p:grpSpPr>
            <a:xfrm>
              <a:off x="269301" y="893537"/>
              <a:ext cx="11922699" cy="5773394"/>
              <a:chOff x="370597" y="880329"/>
              <a:chExt cx="11922699" cy="5773394"/>
            </a:xfrm>
          </p:grpSpPr>
          <p:grpSp>
            <p:nvGrpSpPr>
              <p:cNvPr id="8568" name="Google Shape;8568;p75"/>
              <p:cNvGrpSpPr/>
              <p:nvPr/>
            </p:nvGrpSpPr>
            <p:grpSpPr>
              <a:xfrm>
                <a:off x="370597" y="880329"/>
                <a:ext cx="8757214" cy="5773394"/>
                <a:chOff x="1394179" y="839386"/>
                <a:chExt cx="8757214" cy="5773394"/>
              </a:xfrm>
            </p:grpSpPr>
            <p:grpSp>
              <p:nvGrpSpPr>
                <p:cNvPr id="8569" name="Google Shape;8569;p75"/>
                <p:cNvGrpSpPr/>
                <p:nvPr/>
              </p:nvGrpSpPr>
              <p:grpSpPr>
                <a:xfrm>
                  <a:off x="1394179" y="839386"/>
                  <a:ext cx="8757214" cy="5679981"/>
                  <a:chOff x="1394179" y="839386"/>
                  <a:chExt cx="8757214" cy="5679981"/>
                </a:xfrm>
              </p:grpSpPr>
              <p:grpSp>
                <p:nvGrpSpPr>
                  <p:cNvPr id="8570" name="Google Shape;8570;p75"/>
                  <p:cNvGrpSpPr/>
                  <p:nvPr/>
                </p:nvGrpSpPr>
                <p:grpSpPr>
                  <a:xfrm>
                    <a:off x="1394179" y="839386"/>
                    <a:ext cx="8757214" cy="3707839"/>
                    <a:chOff x="1093161" y="905649"/>
                    <a:chExt cx="8757214" cy="3707839"/>
                  </a:xfrm>
                </p:grpSpPr>
                <p:pic>
                  <p:nvPicPr>
                    <p:cNvPr id="8571" name="Google Shape;8571;p75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4410" l="7407" r="9234" t="43427"/>
                    <a:stretch/>
                  </p:blipFill>
                  <p:spPr>
                    <a:xfrm>
                      <a:off x="1093161" y="905649"/>
                      <a:ext cx="8757214" cy="370783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grpSp>
                  <p:nvGrpSpPr>
                    <p:cNvPr id="8572" name="Google Shape;8572;p75"/>
                    <p:cNvGrpSpPr/>
                    <p:nvPr/>
                  </p:nvGrpSpPr>
                  <p:grpSpPr>
                    <a:xfrm>
                      <a:off x="5646238" y="2477453"/>
                      <a:ext cx="3882075" cy="1752645"/>
                      <a:chOff x="6281530" y="2557666"/>
                      <a:chExt cx="3796767" cy="1643273"/>
                    </a:xfrm>
                  </p:grpSpPr>
                  <p:sp>
                    <p:nvSpPr>
                      <p:cNvPr id="8573" name="Google Shape;8573;p75"/>
                      <p:cNvSpPr/>
                      <p:nvPr/>
                    </p:nvSpPr>
                    <p:spPr>
                      <a:xfrm>
                        <a:off x="6281530" y="2557669"/>
                        <a:ext cx="510208" cy="1643269"/>
                      </a:xfrm>
                      <a:prstGeom prst="rect">
                        <a:avLst/>
                      </a:prstGeom>
                      <a:noFill/>
                      <a:ln cap="flat" cmpd="sng" w="28575">
                        <a:solidFill>
                          <a:srgbClr val="FF6600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574" name="Google Shape;8574;p75"/>
                      <p:cNvSpPr/>
                      <p:nvPr/>
                    </p:nvSpPr>
                    <p:spPr>
                      <a:xfrm>
                        <a:off x="6937513" y="2557670"/>
                        <a:ext cx="510209" cy="1643269"/>
                      </a:xfrm>
                      <a:prstGeom prst="rect">
                        <a:avLst/>
                      </a:prstGeom>
                      <a:noFill/>
                      <a:ln cap="flat" cmpd="sng" w="28575">
                        <a:solidFill>
                          <a:srgbClr val="FFFF00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575" name="Google Shape;8575;p75"/>
                      <p:cNvSpPr/>
                      <p:nvPr/>
                    </p:nvSpPr>
                    <p:spPr>
                      <a:xfrm>
                        <a:off x="7573618" y="2557668"/>
                        <a:ext cx="510209" cy="1643269"/>
                      </a:xfrm>
                      <a:prstGeom prst="rect">
                        <a:avLst/>
                      </a:prstGeom>
                      <a:noFill/>
                      <a:ln cap="flat" cmpd="sng" w="28575">
                        <a:solidFill>
                          <a:srgbClr val="FF33C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576" name="Google Shape;8576;p75"/>
                      <p:cNvSpPr/>
                      <p:nvPr/>
                    </p:nvSpPr>
                    <p:spPr>
                      <a:xfrm>
                        <a:off x="8229602" y="2557667"/>
                        <a:ext cx="510209" cy="1643269"/>
                      </a:xfrm>
                      <a:prstGeom prst="rect">
                        <a:avLst/>
                      </a:prstGeom>
                      <a:noFill/>
                      <a:ln cap="flat" cmpd="sng" w="28575">
                        <a:solidFill>
                          <a:srgbClr val="00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577" name="Google Shape;8577;p75"/>
                      <p:cNvSpPr/>
                      <p:nvPr/>
                    </p:nvSpPr>
                    <p:spPr>
                      <a:xfrm>
                        <a:off x="8898841" y="2557666"/>
                        <a:ext cx="510209" cy="1643269"/>
                      </a:xfrm>
                      <a:prstGeom prst="rect">
                        <a:avLst/>
                      </a:prstGeom>
                      <a:noFill/>
                      <a:ln cap="flat" cmpd="sng" w="28575">
                        <a:solidFill>
                          <a:srgbClr val="0000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578" name="Google Shape;8578;p75"/>
                      <p:cNvSpPr/>
                      <p:nvPr/>
                    </p:nvSpPr>
                    <p:spPr>
                      <a:xfrm>
                        <a:off x="9568088" y="2557666"/>
                        <a:ext cx="510209" cy="1643269"/>
                      </a:xfrm>
                      <a:prstGeom prst="rect">
                        <a:avLst/>
                      </a:prstGeom>
                      <a:noFill/>
                      <a:ln cap="flat" cmpd="sng" w="28575">
                        <a:solidFill>
                          <a:srgbClr val="00FF00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8579" name="Google Shape;8579;p75"/>
                  <p:cNvGrpSpPr/>
                  <p:nvPr/>
                </p:nvGrpSpPr>
                <p:grpSpPr>
                  <a:xfrm>
                    <a:off x="4834505" y="4163831"/>
                    <a:ext cx="4695279" cy="2355537"/>
                    <a:chOff x="5155096" y="4316851"/>
                    <a:chExt cx="4695279" cy="2355537"/>
                  </a:xfrm>
                </p:grpSpPr>
                <p:sp>
                  <p:nvSpPr>
                    <p:cNvPr id="8580" name="Google Shape;8580;p75"/>
                    <p:cNvSpPr/>
                    <p:nvPr/>
                  </p:nvSpPr>
                  <p:spPr>
                    <a:xfrm flipH="1" rot="-5400000">
                      <a:off x="5444964" y="4026985"/>
                      <a:ext cx="811741" cy="1391478"/>
                    </a:xfrm>
                    <a:prstGeom prst="bentUpArrow">
                      <a:avLst>
                        <a:gd fmla="val 4048" name="adj1"/>
                        <a:gd fmla="val 9286" name="adj2"/>
                        <a:gd fmla="val 13571" name="adj3"/>
                      </a:avLst>
                    </a:prstGeom>
                    <a:solidFill>
                      <a:srgbClr val="FF6600"/>
                    </a:solidFill>
                    <a:ln cap="flat" cmpd="sng" w="12700">
                      <a:solidFill>
                        <a:srgbClr val="FF66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581" name="Google Shape;8581;p75"/>
                    <p:cNvSpPr/>
                    <p:nvPr/>
                  </p:nvSpPr>
                  <p:spPr>
                    <a:xfrm flipH="1" rot="-5400000">
                      <a:off x="5599022" y="3872928"/>
                      <a:ext cx="1156298" cy="2044148"/>
                    </a:xfrm>
                    <a:prstGeom prst="bentUpArrow">
                      <a:avLst>
                        <a:gd fmla="val 2902" name="adj1"/>
                        <a:gd fmla="val 7567" name="adj2"/>
                        <a:gd fmla="val 7840" name="adj3"/>
                      </a:avLst>
                    </a:prstGeom>
                    <a:solidFill>
                      <a:srgbClr val="FFFF00"/>
                    </a:solidFill>
                    <a:ln cap="flat" cmpd="sng" w="12700">
                      <a:solidFill>
                        <a:srgbClr val="FFFF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582" name="Google Shape;8582;p75"/>
                    <p:cNvSpPr/>
                    <p:nvPr/>
                  </p:nvSpPr>
                  <p:spPr>
                    <a:xfrm flipH="1" rot="-5400000">
                      <a:off x="5804432" y="3667519"/>
                      <a:ext cx="1434590" cy="2733259"/>
                    </a:xfrm>
                    <a:prstGeom prst="bentUpArrow">
                      <a:avLst>
                        <a:gd fmla="val 1979" name="adj1"/>
                        <a:gd fmla="val 6002" name="adj2"/>
                        <a:gd fmla="val 7293" name="adj3"/>
                      </a:avLst>
                    </a:prstGeom>
                    <a:solidFill>
                      <a:srgbClr val="FF33CC"/>
                    </a:solidFill>
                    <a:ln cap="flat" cmpd="sng" w="12700">
                      <a:solidFill>
                        <a:srgbClr val="FF33CC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583" name="Google Shape;8583;p75"/>
                    <p:cNvSpPr/>
                    <p:nvPr/>
                  </p:nvSpPr>
                  <p:spPr>
                    <a:xfrm flipH="1" rot="-5400000">
                      <a:off x="5958622" y="3513326"/>
                      <a:ext cx="1752645" cy="3359695"/>
                    </a:xfrm>
                    <a:prstGeom prst="bentUpArrow">
                      <a:avLst>
                        <a:gd fmla="val 1390" name="adj1"/>
                        <a:gd fmla="val 5327" name="adj2"/>
                        <a:gd fmla="val 5634" name="adj3"/>
                      </a:avLst>
                    </a:prstGeom>
                    <a:solidFill>
                      <a:srgbClr val="00FFFF"/>
                    </a:solidFill>
                    <a:ln cap="flat" cmpd="sng" w="12700">
                      <a:solidFill>
                        <a:srgbClr val="00FF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584" name="Google Shape;8584;p75"/>
                    <p:cNvSpPr/>
                    <p:nvPr/>
                  </p:nvSpPr>
                  <p:spPr>
                    <a:xfrm flipH="1" rot="-5400000">
                      <a:off x="6166622" y="3305330"/>
                      <a:ext cx="2004435" cy="4027486"/>
                    </a:xfrm>
                    <a:prstGeom prst="bentUpArrow">
                      <a:avLst>
                        <a:gd fmla="val 1580" name="adj1"/>
                        <a:gd fmla="val 4948" name="adj2"/>
                        <a:gd fmla="val 4549" name="adj3"/>
                      </a:avLst>
                    </a:prstGeom>
                    <a:solidFill>
                      <a:srgbClr val="0000FF"/>
                    </a:solidFill>
                    <a:ln cap="flat" cmpd="sng" w="12700">
                      <a:solidFill>
                        <a:srgbClr val="0000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585" name="Google Shape;8585;p75"/>
                    <p:cNvSpPr/>
                    <p:nvPr/>
                  </p:nvSpPr>
                  <p:spPr>
                    <a:xfrm flipH="1" rot="-5400000">
                      <a:off x="6324970" y="3146983"/>
                      <a:ext cx="2355531" cy="4695278"/>
                    </a:xfrm>
                    <a:prstGeom prst="bentUpArrow">
                      <a:avLst>
                        <a:gd fmla="val 1214" name="adj1"/>
                        <a:gd fmla="val 4071" name="adj2"/>
                        <a:gd fmla="val 3559" name="adj3"/>
                      </a:avLst>
                    </a:prstGeom>
                    <a:solidFill>
                      <a:srgbClr val="00FF00"/>
                    </a:solidFill>
                    <a:ln cap="flat" cmpd="sng" w="12700">
                      <a:solidFill>
                        <a:srgbClr val="00FF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8586" name="Google Shape;8586;p75"/>
                <p:cNvGrpSpPr/>
                <p:nvPr/>
              </p:nvGrpSpPr>
              <p:grpSpPr>
                <a:xfrm>
                  <a:off x="1548863" y="4686834"/>
                  <a:ext cx="3470832" cy="1925946"/>
                  <a:chOff x="1548863" y="4686834"/>
                  <a:chExt cx="3470832" cy="1925946"/>
                </a:xfrm>
              </p:grpSpPr>
              <p:sp>
                <p:nvSpPr>
                  <p:cNvPr id="8587" name="Google Shape;8587;p75"/>
                  <p:cNvSpPr txBox="1"/>
                  <p:nvPr/>
                </p:nvSpPr>
                <p:spPr>
                  <a:xfrm>
                    <a:off x="1554278" y="5609069"/>
                    <a:ext cx="346078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s-ES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M07</a:t>
                    </a:r>
                    <a:r>
                      <a:rPr lang="es-ES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y </a:t>
                    </a:r>
                    <a:r>
                      <a:rPr b="1" lang="es-ES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M08</a:t>
                    </a:r>
                    <a:r>
                      <a:rPr lang="es-ES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Rotación motor 4</a:t>
                    </a:r>
                    <a:endParaRPr/>
                  </a:p>
                </p:txBody>
              </p:sp>
              <p:grpSp>
                <p:nvGrpSpPr>
                  <p:cNvPr id="8588" name="Google Shape;8588;p75"/>
                  <p:cNvGrpSpPr/>
                  <p:nvPr/>
                </p:nvGrpSpPr>
                <p:grpSpPr>
                  <a:xfrm>
                    <a:off x="1548863" y="4686834"/>
                    <a:ext cx="3470832" cy="1925946"/>
                    <a:chOff x="1548863" y="4686834"/>
                    <a:chExt cx="3470832" cy="1925946"/>
                  </a:xfrm>
                </p:grpSpPr>
                <p:sp>
                  <p:nvSpPr>
                    <p:cNvPr id="8589" name="Google Shape;8589;p75"/>
                    <p:cNvSpPr txBox="1"/>
                    <p:nvPr/>
                  </p:nvSpPr>
                  <p:spPr>
                    <a:xfrm>
                      <a:off x="1553888" y="5011491"/>
                      <a:ext cx="346078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M03</a:t>
                      </a:r>
                      <a:r>
                        <a:rPr lang="es-E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y </a:t>
                      </a:r>
                      <a:r>
                        <a:rPr b="1" lang="es-E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M04</a:t>
                      </a:r>
                      <a:r>
                        <a:rPr lang="es-E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Rotación motor 2</a:t>
                      </a:r>
                      <a:endParaRPr/>
                    </a:p>
                  </p:txBody>
                </p:sp>
                <p:grpSp>
                  <p:nvGrpSpPr>
                    <p:cNvPr id="8590" name="Google Shape;8590;p75"/>
                    <p:cNvGrpSpPr/>
                    <p:nvPr/>
                  </p:nvGrpSpPr>
                  <p:grpSpPr>
                    <a:xfrm>
                      <a:off x="1548863" y="4686834"/>
                      <a:ext cx="3470832" cy="1925946"/>
                      <a:chOff x="1548863" y="4686834"/>
                      <a:chExt cx="3470832" cy="1925946"/>
                    </a:xfrm>
                  </p:grpSpPr>
                  <p:sp>
                    <p:nvSpPr>
                      <p:cNvPr id="8591" name="Google Shape;8591;p75"/>
                      <p:cNvSpPr txBox="1"/>
                      <p:nvPr/>
                    </p:nvSpPr>
                    <p:spPr>
                      <a:xfrm>
                        <a:off x="1558913" y="4686834"/>
                        <a:ext cx="3460782" cy="400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M01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y </a:t>
                        </a: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M02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Rotación motor 1</a:t>
                        </a:r>
                        <a:endParaRPr/>
                      </a:p>
                    </p:txBody>
                  </p:sp>
                  <p:sp>
                    <p:nvSpPr>
                      <p:cNvPr id="8592" name="Google Shape;8592;p75"/>
                      <p:cNvSpPr txBox="1"/>
                      <p:nvPr/>
                    </p:nvSpPr>
                    <p:spPr>
                      <a:xfrm>
                        <a:off x="1548863" y="5324212"/>
                        <a:ext cx="3460782" cy="400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M05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y </a:t>
                        </a: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M06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Rotación motor 3</a:t>
                        </a:r>
                        <a:endParaRPr/>
                      </a:p>
                    </p:txBody>
                  </p:sp>
                  <p:sp>
                    <p:nvSpPr>
                      <p:cNvPr id="8593" name="Google Shape;8593;p75"/>
                      <p:cNvSpPr txBox="1"/>
                      <p:nvPr/>
                    </p:nvSpPr>
                    <p:spPr>
                      <a:xfrm>
                        <a:off x="1558913" y="5897063"/>
                        <a:ext cx="3460782" cy="400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M09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y </a:t>
                        </a: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M10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Rotación motor 5</a:t>
                        </a:r>
                        <a:endParaRPr/>
                      </a:p>
                    </p:txBody>
                  </p:sp>
                  <p:sp>
                    <p:nvSpPr>
                      <p:cNvPr id="8594" name="Google Shape;8594;p75"/>
                      <p:cNvSpPr txBox="1"/>
                      <p:nvPr/>
                    </p:nvSpPr>
                    <p:spPr>
                      <a:xfrm>
                        <a:off x="1548863" y="6212670"/>
                        <a:ext cx="3460782" cy="400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M11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y </a:t>
                        </a: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M12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Rotación motor 6</a:t>
                        </a:r>
                        <a:endParaRPr/>
                      </a:p>
                    </p:txBody>
                  </p:sp>
                </p:grpSp>
              </p:grpSp>
            </p:grpSp>
          </p:grpSp>
          <p:grpSp>
            <p:nvGrpSpPr>
              <p:cNvPr id="8595" name="Google Shape;8595;p75"/>
              <p:cNvGrpSpPr/>
              <p:nvPr/>
            </p:nvGrpSpPr>
            <p:grpSpPr>
              <a:xfrm>
                <a:off x="8805727" y="2534193"/>
                <a:ext cx="3487569" cy="1389505"/>
                <a:chOff x="8805727" y="2534193"/>
                <a:chExt cx="3487569" cy="1389505"/>
              </a:xfrm>
            </p:grpSpPr>
            <p:sp>
              <p:nvSpPr>
                <p:cNvPr id="8596" name="Google Shape;8596;p75"/>
                <p:cNvSpPr txBox="1"/>
                <p:nvPr/>
              </p:nvSpPr>
              <p:spPr>
                <a:xfrm>
                  <a:off x="9803227" y="2534193"/>
                  <a:ext cx="2490069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s-E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s-E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rriba / Antihorario</a:t>
                  </a:r>
                  <a:endParaRPr/>
                </a:p>
              </p:txBody>
            </p:sp>
            <p:sp>
              <p:nvSpPr>
                <p:cNvPr id="8597" name="Google Shape;8597;p75"/>
                <p:cNvSpPr txBox="1"/>
                <p:nvPr/>
              </p:nvSpPr>
              <p:spPr>
                <a:xfrm>
                  <a:off x="9803227" y="3523588"/>
                  <a:ext cx="2490069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s-E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s-E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bajo / Horario</a:t>
                  </a:r>
                  <a:endParaRPr/>
                </a:p>
              </p:txBody>
            </p:sp>
            <p:cxnSp>
              <p:nvCxnSpPr>
                <p:cNvPr id="8598" name="Google Shape;8598;p75"/>
                <p:cNvCxnSpPr>
                  <a:stCxn id="8596" idx="1"/>
                </p:cNvCxnSpPr>
                <p:nvPr/>
              </p:nvCxnSpPr>
              <p:spPr>
                <a:xfrm rot="10800000">
                  <a:off x="8805727" y="2734248"/>
                  <a:ext cx="9975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8599" name="Google Shape;8599;p75"/>
                <p:cNvCxnSpPr/>
                <p:nvPr/>
              </p:nvCxnSpPr>
              <p:spPr>
                <a:xfrm rot="10800000">
                  <a:off x="8805749" y="3723643"/>
                  <a:ext cx="997478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</p:grpSp>
        <p:grpSp>
          <p:nvGrpSpPr>
            <p:cNvPr id="8600" name="Google Shape;8600;p75"/>
            <p:cNvGrpSpPr/>
            <p:nvPr/>
          </p:nvGrpSpPr>
          <p:grpSpPr>
            <a:xfrm>
              <a:off x="1052025" y="2016844"/>
              <a:ext cx="2312904" cy="1294886"/>
              <a:chOff x="1052025" y="2016844"/>
              <a:chExt cx="2312904" cy="1294886"/>
            </a:xfrm>
          </p:grpSpPr>
          <p:sp>
            <p:nvSpPr>
              <p:cNvPr id="8601" name="Google Shape;8601;p75"/>
              <p:cNvSpPr/>
              <p:nvPr/>
            </p:nvSpPr>
            <p:spPr>
              <a:xfrm>
                <a:off x="3256929" y="3203730"/>
                <a:ext cx="108000" cy="108000"/>
              </a:xfrm>
              <a:prstGeom prst="rect">
                <a:avLst/>
              </a:prstGeom>
              <a:solidFill>
                <a:srgbClr val="FF6600"/>
              </a:solidFill>
              <a:ln cap="flat" cmpd="sng" w="28575">
                <a:solidFill>
                  <a:srgbClr val="FF66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2" name="Google Shape;8602;p75"/>
              <p:cNvSpPr/>
              <p:nvPr/>
            </p:nvSpPr>
            <p:spPr>
              <a:xfrm>
                <a:off x="3077756" y="2548226"/>
                <a:ext cx="108000" cy="108000"/>
              </a:xfrm>
              <a:prstGeom prst="rect">
                <a:avLst/>
              </a:prstGeom>
              <a:solidFill>
                <a:srgbClr val="FFFF00"/>
              </a:solidFill>
              <a:ln cap="flat" cmpd="sng" w="28575">
                <a:solidFill>
                  <a:srgbClr val="FF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3" name="Google Shape;8603;p75"/>
              <p:cNvSpPr/>
              <p:nvPr/>
            </p:nvSpPr>
            <p:spPr>
              <a:xfrm>
                <a:off x="2456845" y="2101804"/>
                <a:ext cx="108000" cy="108000"/>
              </a:xfrm>
              <a:prstGeom prst="rect">
                <a:avLst/>
              </a:prstGeom>
              <a:solidFill>
                <a:srgbClr val="FF33CC"/>
              </a:solidFill>
              <a:ln cap="flat" cmpd="sng" w="28575">
                <a:solidFill>
                  <a:srgbClr val="FF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4" name="Google Shape;8604;p75"/>
              <p:cNvSpPr/>
              <p:nvPr/>
            </p:nvSpPr>
            <p:spPr>
              <a:xfrm>
                <a:off x="1809173" y="2016844"/>
                <a:ext cx="108000" cy="108000"/>
              </a:xfrm>
              <a:prstGeom prst="rect">
                <a:avLst/>
              </a:prstGeom>
              <a:solidFill>
                <a:srgbClr val="00FFFF"/>
              </a:solidFill>
              <a:ln cap="flat" cmpd="sng" w="28575">
                <a:solidFill>
                  <a:srgbClr val="00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5" name="Google Shape;8605;p75"/>
              <p:cNvSpPr/>
              <p:nvPr/>
            </p:nvSpPr>
            <p:spPr>
              <a:xfrm>
                <a:off x="1503383" y="2030492"/>
                <a:ext cx="108000" cy="108000"/>
              </a:xfrm>
              <a:prstGeom prst="rect">
                <a:avLst/>
              </a:prstGeom>
              <a:solidFill>
                <a:srgbClr val="0000FF"/>
              </a:solidFill>
              <a:ln cap="flat" cmpd="sng" w="28575">
                <a:solidFill>
                  <a:srgbClr val="0000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6" name="Google Shape;8606;p75"/>
              <p:cNvSpPr/>
              <p:nvPr/>
            </p:nvSpPr>
            <p:spPr>
              <a:xfrm>
                <a:off x="1052025" y="2030492"/>
                <a:ext cx="108000" cy="108000"/>
              </a:xfrm>
              <a:prstGeom prst="rect">
                <a:avLst/>
              </a:prstGeom>
              <a:solidFill>
                <a:srgbClr val="00FF00"/>
              </a:solidFill>
              <a:ln cap="flat" cmpd="sng" w="28575">
                <a:solidFill>
                  <a:srgbClr val="00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0" name="Shape 8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1" name="Google Shape;8611;p76"/>
          <p:cNvSpPr txBox="1"/>
          <p:nvPr>
            <p:ph type="ctrTitle"/>
          </p:nvPr>
        </p:nvSpPr>
        <p:spPr>
          <a:xfrm>
            <a:off x="26587" y="200781"/>
            <a:ext cx="3972208" cy="5634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haroni"/>
              <a:buNone/>
            </a:pPr>
            <a:r>
              <a:rPr lang="es-ES" sz="36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Panel de Control</a:t>
            </a:r>
            <a:endParaRPr sz="3600">
              <a:latin typeface="Aharoni"/>
              <a:ea typeface="Aharoni"/>
              <a:cs typeface="Aharoni"/>
              <a:sym typeface="Aharoni"/>
            </a:endParaRPr>
          </a:p>
        </p:txBody>
      </p:sp>
      <p:cxnSp>
        <p:nvCxnSpPr>
          <p:cNvPr id="8612" name="Google Shape;8612;p76"/>
          <p:cNvCxnSpPr/>
          <p:nvPr/>
        </p:nvCxnSpPr>
        <p:spPr>
          <a:xfrm>
            <a:off x="5083214" y="764275"/>
            <a:ext cx="0" cy="68238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613" name="Google Shape;8613;p76"/>
          <p:cNvSpPr txBox="1"/>
          <p:nvPr/>
        </p:nvSpPr>
        <p:spPr>
          <a:xfrm>
            <a:off x="3838179" y="394693"/>
            <a:ext cx="24900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eta de emergencia</a:t>
            </a:r>
            <a:endParaRPr/>
          </a:p>
        </p:txBody>
      </p:sp>
      <p:cxnSp>
        <p:nvCxnSpPr>
          <p:cNvPr id="8614" name="Google Shape;8614;p76"/>
          <p:cNvCxnSpPr/>
          <p:nvPr/>
        </p:nvCxnSpPr>
        <p:spPr>
          <a:xfrm flipH="1">
            <a:off x="5753776" y="794803"/>
            <a:ext cx="1060444" cy="65186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615" name="Google Shape;8615;p76"/>
          <p:cNvSpPr txBox="1"/>
          <p:nvPr/>
        </p:nvSpPr>
        <p:spPr>
          <a:xfrm>
            <a:off x="6150542" y="408813"/>
            <a:ext cx="131554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MCU/PLC</a:t>
            </a:r>
            <a:endParaRPr/>
          </a:p>
        </p:txBody>
      </p:sp>
      <p:cxnSp>
        <p:nvCxnSpPr>
          <p:cNvPr id="8616" name="Google Shape;8616;p76"/>
          <p:cNvCxnSpPr>
            <a:stCxn id="8617" idx="2"/>
          </p:cNvCxnSpPr>
          <p:nvPr/>
        </p:nvCxnSpPr>
        <p:spPr>
          <a:xfrm flipH="1">
            <a:off x="6442937" y="537302"/>
            <a:ext cx="1921800" cy="993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617" name="Google Shape;8617;p76"/>
          <p:cNvSpPr txBox="1"/>
          <p:nvPr/>
        </p:nvSpPr>
        <p:spPr>
          <a:xfrm>
            <a:off x="7230632" y="137192"/>
            <a:ext cx="22682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odo de operación</a:t>
            </a:r>
            <a:endParaRPr/>
          </a:p>
        </p:txBody>
      </p:sp>
      <p:cxnSp>
        <p:nvCxnSpPr>
          <p:cNvPr id="8618" name="Google Shape;8618;p76"/>
          <p:cNvCxnSpPr/>
          <p:nvPr/>
        </p:nvCxnSpPr>
        <p:spPr>
          <a:xfrm flipH="1">
            <a:off x="7210986" y="679953"/>
            <a:ext cx="2212295" cy="89699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619" name="Google Shape;8619;p76"/>
          <p:cNvSpPr txBox="1"/>
          <p:nvPr/>
        </p:nvSpPr>
        <p:spPr>
          <a:xfrm>
            <a:off x="9423281" y="476950"/>
            <a:ext cx="19218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osición origen</a:t>
            </a:r>
            <a:endParaRPr/>
          </a:p>
        </p:txBody>
      </p:sp>
      <p:cxnSp>
        <p:nvCxnSpPr>
          <p:cNvPr id="8620" name="Google Shape;8620;p76"/>
          <p:cNvCxnSpPr/>
          <p:nvPr/>
        </p:nvCxnSpPr>
        <p:spPr>
          <a:xfrm flipH="1">
            <a:off x="7830596" y="1216818"/>
            <a:ext cx="1592685" cy="39085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621" name="Google Shape;8621;p76"/>
          <p:cNvSpPr txBox="1"/>
          <p:nvPr/>
        </p:nvSpPr>
        <p:spPr>
          <a:xfrm>
            <a:off x="9423280" y="1041438"/>
            <a:ext cx="260162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nicia Mod automático</a:t>
            </a:r>
            <a:endParaRPr/>
          </a:p>
        </p:txBody>
      </p:sp>
      <p:cxnSp>
        <p:nvCxnSpPr>
          <p:cNvPr id="8622" name="Google Shape;8622;p76"/>
          <p:cNvCxnSpPr/>
          <p:nvPr/>
        </p:nvCxnSpPr>
        <p:spPr>
          <a:xfrm flipH="1">
            <a:off x="8718348" y="1821256"/>
            <a:ext cx="704932" cy="2110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623" name="Google Shape;8623;p76"/>
          <p:cNvSpPr txBox="1"/>
          <p:nvPr/>
        </p:nvSpPr>
        <p:spPr>
          <a:xfrm>
            <a:off x="9423279" y="1616734"/>
            <a:ext cx="288700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etiene Mod automático</a:t>
            </a:r>
            <a:endParaRPr/>
          </a:p>
        </p:txBody>
      </p:sp>
      <p:grpSp>
        <p:nvGrpSpPr>
          <p:cNvPr id="8624" name="Google Shape;8624;p76"/>
          <p:cNvGrpSpPr/>
          <p:nvPr/>
        </p:nvGrpSpPr>
        <p:grpSpPr>
          <a:xfrm>
            <a:off x="269301" y="893537"/>
            <a:ext cx="11922699" cy="5773394"/>
            <a:chOff x="269301" y="893537"/>
            <a:chExt cx="11922699" cy="5773394"/>
          </a:xfrm>
        </p:grpSpPr>
        <p:grpSp>
          <p:nvGrpSpPr>
            <p:cNvPr id="8625" name="Google Shape;8625;p76"/>
            <p:cNvGrpSpPr/>
            <p:nvPr/>
          </p:nvGrpSpPr>
          <p:grpSpPr>
            <a:xfrm>
              <a:off x="269301" y="893537"/>
              <a:ext cx="11922699" cy="5773394"/>
              <a:chOff x="370597" y="880329"/>
              <a:chExt cx="11922699" cy="5773394"/>
            </a:xfrm>
          </p:grpSpPr>
          <p:grpSp>
            <p:nvGrpSpPr>
              <p:cNvPr id="8626" name="Google Shape;8626;p76"/>
              <p:cNvGrpSpPr/>
              <p:nvPr/>
            </p:nvGrpSpPr>
            <p:grpSpPr>
              <a:xfrm>
                <a:off x="370597" y="880329"/>
                <a:ext cx="8757214" cy="5773394"/>
                <a:chOff x="1394179" y="839386"/>
                <a:chExt cx="8757214" cy="5773394"/>
              </a:xfrm>
            </p:grpSpPr>
            <p:grpSp>
              <p:nvGrpSpPr>
                <p:cNvPr id="8627" name="Google Shape;8627;p76"/>
                <p:cNvGrpSpPr/>
                <p:nvPr/>
              </p:nvGrpSpPr>
              <p:grpSpPr>
                <a:xfrm>
                  <a:off x="1394179" y="839386"/>
                  <a:ext cx="8757214" cy="5679981"/>
                  <a:chOff x="1394179" y="839386"/>
                  <a:chExt cx="8757214" cy="5679981"/>
                </a:xfrm>
              </p:grpSpPr>
              <p:grpSp>
                <p:nvGrpSpPr>
                  <p:cNvPr id="8628" name="Google Shape;8628;p76"/>
                  <p:cNvGrpSpPr/>
                  <p:nvPr/>
                </p:nvGrpSpPr>
                <p:grpSpPr>
                  <a:xfrm>
                    <a:off x="1394179" y="839386"/>
                    <a:ext cx="8757214" cy="3707839"/>
                    <a:chOff x="1093161" y="905649"/>
                    <a:chExt cx="8757214" cy="3707839"/>
                  </a:xfrm>
                </p:grpSpPr>
                <p:pic>
                  <p:nvPicPr>
                    <p:cNvPr id="8629" name="Google Shape;8629;p76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4410" l="7407" r="9234" t="43427"/>
                    <a:stretch/>
                  </p:blipFill>
                  <p:spPr>
                    <a:xfrm>
                      <a:off x="1093161" y="905649"/>
                      <a:ext cx="8757214" cy="370783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grpSp>
                  <p:nvGrpSpPr>
                    <p:cNvPr id="8630" name="Google Shape;8630;p76"/>
                    <p:cNvGrpSpPr/>
                    <p:nvPr/>
                  </p:nvGrpSpPr>
                  <p:grpSpPr>
                    <a:xfrm>
                      <a:off x="5646238" y="2477453"/>
                      <a:ext cx="3882075" cy="1752645"/>
                      <a:chOff x="6281530" y="2557666"/>
                      <a:chExt cx="3796767" cy="1643273"/>
                    </a:xfrm>
                  </p:grpSpPr>
                  <p:sp>
                    <p:nvSpPr>
                      <p:cNvPr id="8631" name="Google Shape;8631;p76"/>
                      <p:cNvSpPr/>
                      <p:nvPr/>
                    </p:nvSpPr>
                    <p:spPr>
                      <a:xfrm>
                        <a:off x="6281530" y="2557669"/>
                        <a:ext cx="510208" cy="1643269"/>
                      </a:xfrm>
                      <a:prstGeom prst="rect">
                        <a:avLst/>
                      </a:prstGeom>
                      <a:noFill/>
                      <a:ln cap="flat" cmpd="sng" w="28575">
                        <a:solidFill>
                          <a:srgbClr val="FF6600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632" name="Google Shape;8632;p76"/>
                      <p:cNvSpPr/>
                      <p:nvPr/>
                    </p:nvSpPr>
                    <p:spPr>
                      <a:xfrm>
                        <a:off x="6937513" y="2557670"/>
                        <a:ext cx="510209" cy="1643269"/>
                      </a:xfrm>
                      <a:prstGeom prst="rect">
                        <a:avLst/>
                      </a:prstGeom>
                      <a:noFill/>
                      <a:ln cap="flat" cmpd="sng" w="28575">
                        <a:solidFill>
                          <a:srgbClr val="FFFF00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633" name="Google Shape;8633;p76"/>
                      <p:cNvSpPr/>
                      <p:nvPr/>
                    </p:nvSpPr>
                    <p:spPr>
                      <a:xfrm>
                        <a:off x="7573618" y="2557668"/>
                        <a:ext cx="510209" cy="1643269"/>
                      </a:xfrm>
                      <a:prstGeom prst="rect">
                        <a:avLst/>
                      </a:prstGeom>
                      <a:noFill/>
                      <a:ln cap="flat" cmpd="sng" w="28575">
                        <a:solidFill>
                          <a:srgbClr val="FF33CC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634" name="Google Shape;8634;p76"/>
                      <p:cNvSpPr/>
                      <p:nvPr/>
                    </p:nvSpPr>
                    <p:spPr>
                      <a:xfrm>
                        <a:off x="8229602" y="2557667"/>
                        <a:ext cx="510209" cy="1643269"/>
                      </a:xfrm>
                      <a:prstGeom prst="rect">
                        <a:avLst/>
                      </a:prstGeom>
                      <a:noFill/>
                      <a:ln cap="flat" cmpd="sng" w="28575">
                        <a:solidFill>
                          <a:srgbClr val="00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635" name="Google Shape;8635;p76"/>
                      <p:cNvSpPr/>
                      <p:nvPr/>
                    </p:nvSpPr>
                    <p:spPr>
                      <a:xfrm>
                        <a:off x="8898841" y="2557666"/>
                        <a:ext cx="510209" cy="1643269"/>
                      </a:xfrm>
                      <a:prstGeom prst="rect">
                        <a:avLst/>
                      </a:prstGeom>
                      <a:noFill/>
                      <a:ln cap="flat" cmpd="sng" w="28575">
                        <a:solidFill>
                          <a:srgbClr val="0000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636" name="Google Shape;8636;p76"/>
                      <p:cNvSpPr/>
                      <p:nvPr/>
                    </p:nvSpPr>
                    <p:spPr>
                      <a:xfrm>
                        <a:off x="9568088" y="2557666"/>
                        <a:ext cx="510209" cy="1643269"/>
                      </a:xfrm>
                      <a:prstGeom prst="rect">
                        <a:avLst/>
                      </a:prstGeom>
                      <a:noFill/>
                      <a:ln cap="flat" cmpd="sng" w="28575">
                        <a:solidFill>
                          <a:srgbClr val="00FF00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8637" name="Google Shape;8637;p76"/>
                  <p:cNvGrpSpPr/>
                  <p:nvPr/>
                </p:nvGrpSpPr>
                <p:grpSpPr>
                  <a:xfrm>
                    <a:off x="4834505" y="4163831"/>
                    <a:ext cx="4695279" cy="2355537"/>
                    <a:chOff x="5155096" y="4316851"/>
                    <a:chExt cx="4695279" cy="2355537"/>
                  </a:xfrm>
                </p:grpSpPr>
                <p:sp>
                  <p:nvSpPr>
                    <p:cNvPr id="8638" name="Google Shape;8638;p76"/>
                    <p:cNvSpPr/>
                    <p:nvPr/>
                  </p:nvSpPr>
                  <p:spPr>
                    <a:xfrm flipH="1" rot="-5400000">
                      <a:off x="5444964" y="4026985"/>
                      <a:ext cx="811741" cy="1391478"/>
                    </a:xfrm>
                    <a:prstGeom prst="bentUpArrow">
                      <a:avLst>
                        <a:gd fmla="val 4048" name="adj1"/>
                        <a:gd fmla="val 9286" name="adj2"/>
                        <a:gd fmla="val 13571" name="adj3"/>
                      </a:avLst>
                    </a:prstGeom>
                    <a:solidFill>
                      <a:srgbClr val="FF6600"/>
                    </a:solidFill>
                    <a:ln cap="flat" cmpd="sng" w="12700">
                      <a:solidFill>
                        <a:srgbClr val="FF66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639" name="Google Shape;8639;p76"/>
                    <p:cNvSpPr/>
                    <p:nvPr/>
                  </p:nvSpPr>
                  <p:spPr>
                    <a:xfrm flipH="1" rot="-5400000">
                      <a:off x="5599022" y="3872928"/>
                      <a:ext cx="1156298" cy="2044148"/>
                    </a:xfrm>
                    <a:prstGeom prst="bentUpArrow">
                      <a:avLst>
                        <a:gd fmla="val 2902" name="adj1"/>
                        <a:gd fmla="val 7567" name="adj2"/>
                        <a:gd fmla="val 7840" name="adj3"/>
                      </a:avLst>
                    </a:prstGeom>
                    <a:solidFill>
                      <a:srgbClr val="FFFF00"/>
                    </a:solidFill>
                    <a:ln cap="flat" cmpd="sng" w="12700">
                      <a:solidFill>
                        <a:srgbClr val="FFFF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640" name="Google Shape;8640;p76"/>
                    <p:cNvSpPr/>
                    <p:nvPr/>
                  </p:nvSpPr>
                  <p:spPr>
                    <a:xfrm flipH="1" rot="-5400000">
                      <a:off x="5804432" y="3667519"/>
                      <a:ext cx="1434590" cy="2733259"/>
                    </a:xfrm>
                    <a:prstGeom prst="bentUpArrow">
                      <a:avLst>
                        <a:gd fmla="val 1979" name="adj1"/>
                        <a:gd fmla="val 6002" name="adj2"/>
                        <a:gd fmla="val 7293" name="adj3"/>
                      </a:avLst>
                    </a:prstGeom>
                    <a:solidFill>
                      <a:srgbClr val="FF33CC"/>
                    </a:solidFill>
                    <a:ln cap="flat" cmpd="sng" w="12700">
                      <a:solidFill>
                        <a:srgbClr val="FF33CC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641" name="Google Shape;8641;p76"/>
                    <p:cNvSpPr/>
                    <p:nvPr/>
                  </p:nvSpPr>
                  <p:spPr>
                    <a:xfrm flipH="1" rot="-5400000">
                      <a:off x="5958622" y="3513326"/>
                      <a:ext cx="1752645" cy="3359695"/>
                    </a:xfrm>
                    <a:prstGeom prst="bentUpArrow">
                      <a:avLst>
                        <a:gd fmla="val 1390" name="adj1"/>
                        <a:gd fmla="val 5327" name="adj2"/>
                        <a:gd fmla="val 5634" name="adj3"/>
                      </a:avLst>
                    </a:prstGeom>
                    <a:solidFill>
                      <a:srgbClr val="00FFFF"/>
                    </a:solidFill>
                    <a:ln cap="flat" cmpd="sng" w="12700">
                      <a:solidFill>
                        <a:srgbClr val="00FF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642" name="Google Shape;8642;p76"/>
                    <p:cNvSpPr/>
                    <p:nvPr/>
                  </p:nvSpPr>
                  <p:spPr>
                    <a:xfrm flipH="1" rot="-5400000">
                      <a:off x="6166622" y="3305330"/>
                      <a:ext cx="2004435" cy="4027486"/>
                    </a:xfrm>
                    <a:prstGeom prst="bentUpArrow">
                      <a:avLst>
                        <a:gd fmla="val 1580" name="adj1"/>
                        <a:gd fmla="val 4948" name="adj2"/>
                        <a:gd fmla="val 4549" name="adj3"/>
                      </a:avLst>
                    </a:prstGeom>
                    <a:solidFill>
                      <a:srgbClr val="0000FF"/>
                    </a:solidFill>
                    <a:ln cap="flat" cmpd="sng" w="12700">
                      <a:solidFill>
                        <a:srgbClr val="0000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643" name="Google Shape;8643;p76"/>
                    <p:cNvSpPr/>
                    <p:nvPr/>
                  </p:nvSpPr>
                  <p:spPr>
                    <a:xfrm flipH="1" rot="-5400000">
                      <a:off x="6324970" y="3146983"/>
                      <a:ext cx="2355531" cy="4695278"/>
                    </a:xfrm>
                    <a:prstGeom prst="bentUpArrow">
                      <a:avLst>
                        <a:gd fmla="val 1214" name="adj1"/>
                        <a:gd fmla="val 4071" name="adj2"/>
                        <a:gd fmla="val 3559" name="adj3"/>
                      </a:avLst>
                    </a:prstGeom>
                    <a:solidFill>
                      <a:srgbClr val="00FF00"/>
                    </a:solidFill>
                    <a:ln cap="flat" cmpd="sng" w="12700">
                      <a:solidFill>
                        <a:srgbClr val="00FF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8644" name="Google Shape;8644;p76"/>
                <p:cNvGrpSpPr/>
                <p:nvPr/>
              </p:nvGrpSpPr>
              <p:grpSpPr>
                <a:xfrm>
                  <a:off x="1548863" y="4686834"/>
                  <a:ext cx="3470832" cy="1925946"/>
                  <a:chOff x="1548863" y="4686834"/>
                  <a:chExt cx="3470832" cy="1925946"/>
                </a:xfrm>
              </p:grpSpPr>
              <p:sp>
                <p:nvSpPr>
                  <p:cNvPr id="8645" name="Google Shape;8645;p76"/>
                  <p:cNvSpPr txBox="1"/>
                  <p:nvPr/>
                </p:nvSpPr>
                <p:spPr>
                  <a:xfrm>
                    <a:off x="1554278" y="5609069"/>
                    <a:ext cx="346078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s-ES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M07</a:t>
                    </a:r>
                    <a:r>
                      <a:rPr lang="es-ES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y </a:t>
                    </a:r>
                    <a:r>
                      <a:rPr b="1" lang="es-ES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M08</a:t>
                    </a:r>
                    <a:r>
                      <a:rPr lang="es-ES" sz="2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Rotación motor 4</a:t>
                    </a:r>
                    <a:endParaRPr/>
                  </a:p>
                </p:txBody>
              </p:sp>
              <p:grpSp>
                <p:nvGrpSpPr>
                  <p:cNvPr id="8646" name="Google Shape;8646;p76"/>
                  <p:cNvGrpSpPr/>
                  <p:nvPr/>
                </p:nvGrpSpPr>
                <p:grpSpPr>
                  <a:xfrm>
                    <a:off x="1548863" y="4686834"/>
                    <a:ext cx="3470832" cy="1925946"/>
                    <a:chOff x="1548863" y="4686834"/>
                    <a:chExt cx="3470832" cy="1925946"/>
                  </a:xfrm>
                </p:grpSpPr>
                <p:sp>
                  <p:nvSpPr>
                    <p:cNvPr id="8647" name="Google Shape;8647;p76"/>
                    <p:cNvSpPr txBox="1"/>
                    <p:nvPr/>
                  </p:nvSpPr>
                  <p:spPr>
                    <a:xfrm>
                      <a:off x="1553888" y="5011491"/>
                      <a:ext cx="346078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M03</a:t>
                      </a:r>
                      <a:r>
                        <a:rPr lang="es-E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y </a:t>
                      </a:r>
                      <a:r>
                        <a:rPr b="1" lang="es-E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M04</a:t>
                      </a:r>
                      <a:r>
                        <a:rPr lang="es-ES" sz="2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Rotación motor 2</a:t>
                      </a:r>
                      <a:endParaRPr/>
                    </a:p>
                  </p:txBody>
                </p:sp>
                <p:grpSp>
                  <p:nvGrpSpPr>
                    <p:cNvPr id="8648" name="Google Shape;8648;p76"/>
                    <p:cNvGrpSpPr/>
                    <p:nvPr/>
                  </p:nvGrpSpPr>
                  <p:grpSpPr>
                    <a:xfrm>
                      <a:off x="1548863" y="4686834"/>
                      <a:ext cx="3470832" cy="1925946"/>
                      <a:chOff x="1548863" y="4686834"/>
                      <a:chExt cx="3470832" cy="1925946"/>
                    </a:xfrm>
                  </p:grpSpPr>
                  <p:sp>
                    <p:nvSpPr>
                      <p:cNvPr id="8649" name="Google Shape;8649;p76"/>
                      <p:cNvSpPr txBox="1"/>
                      <p:nvPr/>
                    </p:nvSpPr>
                    <p:spPr>
                      <a:xfrm>
                        <a:off x="1558913" y="4686834"/>
                        <a:ext cx="3460782" cy="400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M01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y </a:t>
                        </a: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M02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Rotación motor 1</a:t>
                        </a:r>
                        <a:endParaRPr/>
                      </a:p>
                    </p:txBody>
                  </p:sp>
                  <p:sp>
                    <p:nvSpPr>
                      <p:cNvPr id="8650" name="Google Shape;8650;p76"/>
                      <p:cNvSpPr txBox="1"/>
                      <p:nvPr/>
                    </p:nvSpPr>
                    <p:spPr>
                      <a:xfrm>
                        <a:off x="1548863" y="5324212"/>
                        <a:ext cx="3460782" cy="400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M05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y </a:t>
                        </a: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M06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Rotación motor 3</a:t>
                        </a:r>
                        <a:endParaRPr/>
                      </a:p>
                    </p:txBody>
                  </p:sp>
                  <p:sp>
                    <p:nvSpPr>
                      <p:cNvPr id="8651" name="Google Shape;8651;p76"/>
                      <p:cNvSpPr txBox="1"/>
                      <p:nvPr/>
                    </p:nvSpPr>
                    <p:spPr>
                      <a:xfrm>
                        <a:off x="1558913" y="5897063"/>
                        <a:ext cx="3460782" cy="400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M09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y </a:t>
                        </a: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M10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Rotación motor 5</a:t>
                        </a:r>
                        <a:endParaRPr/>
                      </a:p>
                    </p:txBody>
                  </p:sp>
                  <p:sp>
                    <p:nvSpPr>
                      <p:cNvPr id="8652" name="Google Shape;8652;p76"/>
                      <p:cNvSpPr txBox="1"/>
                      <p:nvPr/>
                    </p:nvSpPr>
                    <p:spPr>
                      <a:xfrm>
                        <a:off x="1548863" y="6212670"/>
                        <a:ext cx="3460782" cy="400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M11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y </a:t>
                        </a:r>
                        <a:r>
                          <a:rPr b="1"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M12</a:t>
                        </a:r>
                        <a:r>
                          <a:rPr lang="es-ES" sz="2000">
                            <a:solidFill>
                              <a:schemeClr val="dk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 Rotación motor 6</a:t>
                        </a:r>
                        <a:endParaRPr/>
                      </a:p>
                    </p:txBody>
                  </p:sp>
                </p:grpSp>
              </p:grpSp>
            </p:grpSp>
          </p:grpSp>
          <p:grpSp>
            <p:nvGrpSpPr>
              <p:cNvPr id="8653" name="Google Shape;8653;p76"/>
              <p:cNvGrpSpPr/>
              <p:nvPr/>
            </p:nvGrpSpPr>
            <p:grpSpPr>
              <a:xfrm>
                <a:off x="8805727" y="2534193"/>
                <a:ext cx="3487569" cy="1389505"/>
                <a:chOff x="8805727" y="2534193"/>
                <a:chExt cx="3487569" cy="1389505"/>
              </a:xfrm>
            </p:grpSpPr>
            <p:sp>
              <p:nvSpPr>
                <p:cNvPr id="8654" name="Google Shape;8654;p76"/>
                <p:cNvSpPr txBox="1"/>
                <p:nvPr/>
              </p:nvSpPr>
              <p:spPr>
                <a:xfrm>
                  <a:off x="9803227" y="2534193"/>
                  <a:ext cx="2490069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s-E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s-E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rriba / Antihorario</a:t>
                  </a:r>
                  <a:endParaRPr/>
                </a:p>
              </p:txBody>
            </p:sp>
            <p:sp>
              <p:nvSpPr>
                <p:cNvPr id="8655" name="Google Shape;8655;p76"/>
                <p:cNvSpPr txBox="1"/>
                <p:nvPr/>
              </p:nvSpPr>
              <p:spPr>
                <a:xfrm>
                  <a:off x="9803227" y="3523588"/>
                  <a:ext cx="2490069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s-E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s-E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bajo / Horario</a:t>
                  </a:r>
                  <a:endParaRPr/>
                </a:p>
              </p:txBody>
            </p:sp>
            <p:cxnSp>
              <p:nvCxnSpPr>
                <p:cNvPr id="8656" name="Google Shape;8656;p76"/>
                <p:cNvCxnSpPr>
                  <a:stCxn id="8654" idx="1"/>
                </p:cNvCxnSpPr>
                <p:nvPr/>
              </p:nvCxnSpPr>
              <p:spPr>
                <a:xfrm rot="10800000">
                  <a:off x="8805727" y="2734248"/>
                  <a:ext cx="9975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8657" name="Google Shape;8657;p76"/>
                <p:cNvCxnSpPr/>
                <p:nvPr/>
              </p:nvCxnSpPr>
              <p:spPr>
                <a:xfrm rot="10800000">
                  <a:off x="8805749" y="3723643"/>
                  <a:ext cx="997478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</p:grpSp>
        <p:grpSp>
          <p:nvGrpSpPr>
            <p:cNvPr id="8658" name="Google Shape;8658;p76"/>
            <p:cNvGrpSpPr/>
            <p:nvPr/>
          </p:nvGrpSpPr>
          <p:grpSpPr>
            <a:xfrm>
              <a:off x="1052025" y="2016844"/>
              <a:ext cx="2312904" cy="1294886"/>
              <a:chOff x="1052025" y="2016844"/>
              <a:chExt cx="2312904" cy="1294886"/>
            </a:xfrm>
          </p:grpSpPr>
          <p:sp>
            <p:nvSpPr>
              <p:cNvPr id="8659" name="Google Shape;8659;p76"/>
              <p:cNvSpPr/>
              <p:nvPr/>
            </p:nvSpPr>
            <p:spPr>
              <a:xfrm>
                <a:off x="3256929" y="3203730"/>
                <a:ext cx="108000" cy="108000"/>
              </a:xfrm>
              <a:prstGeom prst="rect">
                <a:avLst/>
              </a:prstGeom>
              <a:solidFill>
                <a:srgbClr val="FF6600"/>
              </a:solidFill>
              <a:ln cap="flat" cmpd="sng" w="28575">
                <a:solidFill>
                  <a:srgbClr val="FF66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0" name="Google Shape;8660;p76"/>
              <p:cNvSpPr/>
              <p:nvPr/>
            </p:nvSpPr>
            <p:spPr>
              <a:xfrm>
                <a:off x="3077756" y="2548226"/>
                <a:ext cx="108000" cy="108000"/>
              </a:xfrm>
              <a:prstGeom prst="rect">
                <a:avLst/>
              </a:prstGeom>
              <a:solidFill>
                <a:srgbClr val="FFFF00"/>
              </a:solidFill>
              <a:ln cap="flat" cmpd="sng" w="28575">
                <a:solidFill>
                  <a:srgbClr val="FF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1" name="Google Shape;8661;p76"/>
              <p:cNvSpPr/>
              <p:nvPr/>
            </p:nvSpPr>
            <p:spPr>
              <a:xfrm>
                <a:off x="2456845" y="2101804"/>
                <a:ext cx="108000" cy="108000"/>
              </a:xfrm>
              <a:prstGeom prst="rect">
                <a:avLst/>
              </a:prstGeom>
              <a:solidFill>
                <a:srgbClr val="FF33CC"/>
              </a:solidFill>
              <a:ln cap="flat" cmpd="sng" w="28575">
                <a:solidFill>
                  <a:srgbClr val="FF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2" name="Google Shape;8662;p76"/>
              <p:cNvSpPr/>
              <p:nvPr/>
            </p:nvSpPr>
            <p:spPr>
              <a:xfrm>
                <a:off x="1809173" y="2016844"/>
                <a:ext cx="108000" cy="108000"/>
              </a:xfrm>
              <a:prstGeom prst="rect">
                <a:avLst/>
              </a:prstGeom>
              <a:solidFill>
                <a:srgbClr val="00FFFF"/>
              </a:solidFill>
              <a:ln cap="flat" cmpd="sng" w="28575">
                <a:solidFill>
                  <a:srgbClr val="00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3" name="Google Shape;8663;p76"/>
              <p:cNvSpPr/>
              <p:nvPr/>
            </p:nvSpPr>
            <p:spPr>
              <a:xfrm>
                <a:off x="1503383" y="2030492"/>
                <a:ext cx="108000" cy="108000"/>
              </a:xfrm>
              <a:prstGeom prst="rect">
                <a:avLst/>
              </a:prstGeom>
              <a:solidFill>
                <a:srgbClr val="0000FF"/>
              </a:solidFill>
              <a:ln cap="flat" cmpd="sng" w="28575">
                <a:solidFill>
                  <a:srgbClr val="0000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4" name="Google Shape;8664;p76"/>
              <p:cNvSpPr/>
              <p:nvPr/>
            </p:nvSpPr>
            <p:spPr>
              <a:xfrm>
                <a:off x="1052025" y="2030492"/>
                <a:ext cx="108000" cy="108000"/>
              </a:xfrm>
              <a:prstGeom prst="rect">
                <a:avLst/>
              </a:prstGeom>
              <a:solidFill>
                <a:srgbClr val="00FF00"/>
              </a:solidFill>
              <a:ln cap="flat" cmpd="sng" w="28575">
                <a:solidFill>
                  <a:srgbClr val="00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8" name="Shape 8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69" name="Google Shape;8669;p77"/>
          <p:cNvGrpSpPr/>
          <p:nvPr/>
        </p:nvGrpSpPr>
        <p:grpSpPr>
          <a:xfrm rot="-6603925">
            <a:off x="4924364" y="2044283"/>
            <a:ext cx="3830921" cy="2194639"/>
            <a:chOff x="4891717" y="1341988"/>
            <a:chExt cx="3830921" cy="2194639"/>
          </a:xfrm>
        </p:grpSpPr>
        <p:grpSp>
          <p:nvGrpSpPr>
            <p:cNvPr id="8670" name="Google Shape;8670;p77"/>
            <p:cNvGrpSpPr/>
            <p:nvPr/>
          </p:nvGrpSpPr>
          <p:grpSpPr>
            <a:xfrm>
              <a:off x="4891717" y="1341988"/>
              <a:ext cx="2291015" cy="1580180"/>
              <a:chOff x="4395477" y="1578952"/>
              <a:chExt cx="2291015" cy="1580180"/>
            </a:xfrm>
          </p:grpSpPr>
          <p:grpSp>
            <p:nvGrpSpPr>
              <p:cNvPr id="8671" name="Google Shape;8671;p77"/>
              <p:cNvGrpSpPr/>
              <p:nvPr/>
            </p:nvGrpSpPr>
            <p:grpSpPr>
              <a:xfrm rot="6713015">
                <a:off x="5116973" y="1304893"/>
                <a:ext cx="848023" cy="2128296"/>
                <a:chOff x="5739808" y="2428621"/>
                <a:chExt cx="848023" cy="2128296"/>
              </a:xfrm>
            </p:grpSpPr>
            <p:grpSp>
              <p:nvGrpSpPr>
                <p:cNvPr id="8672" name="Google Shape;8672;p77"/>
                <p:cNvGrpSpPr/>
                <p:nvPr/>
              </p:nvGrpSpPr>
              <p:grpSpPr>
                <a:xfrm>
                  <a:off x="5739808" y="3709395"/>
                  <a:ext cx="848023" cy="847523"/>
                  <a:chOff x="5739808" y="3709395"/>
                  <a:chExt cx="848023" cy="847523"/>
                </a:xfrm>
              </p:grpSpPr>
              <p:grpSp>
                <p:nvGrpSpPr>
                  <p:cNvPr id="8673" name="Google Shape;8673;p77"/>
                  <p:cNvGrpSpPr/>
                  <p:nvPr/>
                </p:nvGrpSpPr>
                <p:grpSpPr>
                  <a:xfrm>
                    <a:off x="5739808" y="3709395"/>
                    <a:ext cx="352110" cy="847261"/>
                    <a:chOff x="5739808" y="3709395"/>
                    <a:chExt cx="352110" cy="847261"/>
                  </a:xfrm>
                </p:grpSpPr>
                <p:grpSp>
                  <p:nvGrpSpPr>
                    <p:cNvPr id="8674" name="Google Shape;8674;p77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8675" name="Google Shape;8675;p77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676" name="Google Shape;8676;p77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lt1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8677" name="Google Shape;8677;p77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678" name="Google Shape;8678;p77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679" name="Google Shape;8679;p77"/>
                  <p:cNvGrpSpPr/>
                  <p:nvPr/>
                </p:nvGrpSpPr>
                <p:grpSpPr>
                  <a:xfrm flipH="1">
                    <a:off x="6235721" y="3709657"/>
                    <a:ext cx="352110" cy="847261"/>
                    <a:chOff x="5739808" y="3709395"/>
                    <a:chExt cx="352110" cy="847261"/>
                  </a:xfrm>
                </p:grpSpPr>
                <p:grpSp>
                  <p:nvGrpSpPr>
                    <p:cNvPr id="8680" name="Google Shape;8680;p77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8681" name="Google Shape;8681;p77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rgbClr val="A5A5A5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682" name="Google Shape;8682;p77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lt1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8683" name="Google Shape;8683;p77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684" name="Google Shape;8684;p77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8685" name="Google Shape;8685;p77"/>
                <p:cNvGrpSpPr/>
                <p:nvPr/>
              </p:nvGrpSpPr>
              <p:grpSpPr>
                <a:xfrm>
                  <a:off x="5775048" y="2428621"/>
                  <a:ext cx="779055" cy="1666544"/>
                  <a:chOff x="5775048" y="2428621"/>
                  <a:chExt cx="779055" cy="1666544"/>
                </a:xfrm>
              </p:grpSpPr>
              <p:grpSp>
                <p:nvGrpSpPr>
                  <p:cNvPr id="8686" name="Google Shape;8686;p77"/>
                  <p:cNvGrpSpPr/>
                  <p:nvPr/>
                </p:nvGrpSpPr>
                <p:grpSpPr>
                  <a:xfrm>
                    <a:off x="5775707" y="2428621"/>
                    <a:ext cx="778396" cy="1666544"/>
                    <a:chOff x="5775707" y="2428621"/>
                    <a:chExt cx="778396" cy="1666544"/>
                  </a:xfrm>
                </p:grpSpPr>
                <p:grpSp>
                  <p:nvGrpSpPr>
                    <p:cNvPr id="8687" name="Google Shape;8687;p77"/>
                    <p:cNvGrpSpPr/>
                    <p:nvPr/>
                  </p:nvGrpSpPr>
                  <p:grpSpPr>
                    <a:xfrm>
                      <a:off x="5775707" y="2428621"/>
                      <a:ext cx="778396" cy="1321609"/>
                      <a:chOff x="5728098" y="3524077"/>
                      <a:chExt cx="778396" cy="1321609"/>
                    </a:xfrm>
                  </p:grpSpPr>
                  <p:grpSp>
                    <p:nvGrpSpPr>
                      <p:cNvPr id="8688" name="Google Shape;8688;p77"/>
                      <p:cNvGrpSpPr/>
                      <p:nvPr/>
                    </p:nvGrpSpPr>
                    <p:grpSpPr>
                      <a:xfrm>
                        <a:off x="5882066" y="3524077"/>
                        <a:ext cx="468000" cy="773096"/>
                        <a:chOff x="5755917" y="3285422"/>
                        <a:chExt cx="468000" cy="773096"/>
                      </a:xfrm>
                    </p:grpSpPr>
                    <p:sp>
                      <p:nvSpPr>
                        <p:cNvPr id="8689" name="Google Shape;8689;p77"/>
                        <p:cNvSpPr/>
                        <p:nvPr/>
                      </p:nvSpPr>
                      <p:spPr>
                        <a:xfrm>
                          <a:off x="5755917" y="3285422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8690" name="Google Shape;8690;p77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8691" name="Google Shape;8691;p77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8692" name="Google Shape;8692;p77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127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8693" name="Google Shape;8693;p77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8694" name="Google Shape;8694;p77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8695" name="Google Shape;8695;p77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8696" name="Google Shape;8696;p77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8697" name="Google Shape;8697;p77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8698" name="Google Shape;8698;p77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rgbClr val="A5A5A5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8699" name="Google Shape;8699;p77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8700" name="Google Shape;8700;p77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8701" name="Google Shape;8701;p77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8702" name="Google Shape;8702;p77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rgbClr val="3F3F3F"/>
                            </a:solidFill>
                            <a:ln cap="flat" cmpd="sng" w="9525">
                              <a:solidFill>
                                <a:schemeClr val="dk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8703" name="Google Shape;8703;p77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8704" name="Google Shape;8704;p77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rgbClr val="595959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8705" name="Google Shape;8705;p77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8706" name="Google Shape;8706;p77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rgbClr val="D8D8D8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8707" name="Google Shape;8707;p77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08" name="Google Shape;8708;p77"/>
                  <p:cNvGrpSpPr/>
                  <p:nvPr/>
                </p:nvGrpSpPr>
                <p:grpSpPr>
                  <a:xfrm>
                    <a:off x="5775048" y="3892549"/>
                    <a:ext cx="778309" cy="59708"/>
                    <a:chOff x="5775048" y="3892549"/>
                    <a:chExt cx="778309" cy="59708"/>
                  </a:xfrm>
                </p:grpSpPr>
                <p:sp>
                  <p:nvSpPr>
                    <p:cNvPr id="8709" name="Google Shape;8709;p77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10" name="Google Shape;8710;p77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11" name="Google Shape;8711;p77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rgbClr val="3F3F3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8712" name="Google Shape;8712;p77"/>
              <p:cNvSpPr/>
              <p:nvPr/>
            </p:nvSpPr>
            <p:spPr>
              <a:xfrm rot="-8074776">
                <a:off x="6394111" y="2512319"/>
                <a:ext cx="126153" cy="74416"/>
              </a:xfrm>
              <a:prstGeom prst="ellipse">
                <a:avLst/>
              </a:prstGeom>
              <a:solidFill>
                <a:srgbClr val="FFFF00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3" name="Google Shape;8713;p77"/>
              <p:cNvSpPr/>
              <p:nvPr/>
            </p:nvSpPr>
            <p:spPr>
              <a:xfrm rot="-335536">
                <a:off x="6269129" y="2836116"/>
                <a:ext cx="126153" cy="74416"/>
              </a:xfrm>
              <a:prstGeom prst="ellipse">
                <a:avLst/>
              </a:prstGeom>
              <a:solidFill>
                <a:srgbClr val="FFFF00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14" name="Google Shape;8714;p77"/>
            <p:cNvGrpSpPr/>
            <p:nvPr/>
          </p:nvGrpSpPr>
          <p:grpSpPr>
            <a:xfrm rot="10800000">
              <a:off x="6431625" y="1956448"/>
              <a:ext cx="2291013" cy="1580179"/>
              <a:chOff x="4395478" y="1578952"/>
              <a:chExt cx="2291013" cy="1580179"/>
            </a:xfrm>
          </p:grpSpPr>
          <p:grpSp>
            <p:nvGrpSpPr>
              <p:cNvPr id="8715" name="Google Shape;8715;p77"/>
              <p:cNvGrpSpPr/>
              <p:nvPr/>
            </p:nvGrpSpPr>
            <p:grpSpPr>
              <a:xfrm rot="6713015">
                <a:off x="5116973" y="1304894"/>
                <a:ext cx="848023" cy="2128294"/>
                <a:chOff x="5739808" y="2428623"/>
                <a:chExt cx="848023" cy="2128294"/>
              </a:xfrm>
            </p:grpSpPr>
            <p:grpSp>
              <p:nvGrpSpPr>
                <p:cNvPr id="8716" name="Google Shape;8716;p77"/>
                <p:cNvGrpSpPr/>
                <p:nvPr/>
              </p:nvGrpSpPr>
              <p:grpSpPr>
                <a:xfrm>
                  <a:off x="5739808" y="3709395"/>
                  <a:ext cx="848023" cy="847523"/>
                  <a:chOff x="5739808" y="3709395"/>
                  <a:chExt cx="848023" cy="847523"/>
                </a:xfrm>
              </p:grpSpPr>
              <p:grpSp>
                <p:nvGrpSpPr>
                  <p:cNvPr id="8717" name="Google Shape;8717;p77"/>
                  <p:cNvGrpSpPr/>
                  <p:nvPr/>
                </p:nvGrpSpPr>
                <p:grpSpPr>
                  <a:xfrm>
                    <a:off x="5739808" y="3709395"/>
                    <a:ext cx="352110" cy="847261"/>
                    <a:chOff x="5739808" y="3709395"/>
                    <a:chExt cx="352110" cy="847261"/>
                  </a:xfrm>
                </p:grpSpPr>
                <p:grpSp>
                  <p:nvGrpSpPr>
                    <p:cNvPr id="8718" name="Google Shape;8718;p77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8719" name="Google Shape;8719;p77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720" name="Google Shape;8720;p77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8721" name="Google Shape;8721;p77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22" name="Google Shape;8722;p77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23" name="Google Shape;8723;p77"/>
                  <p:cNvGrpSpPr/>
                  <p:nvPr/>
                </p:nvGrpSpPr>
                <p:grpSpPr>
                  <a:xfrm flipH="1">
                    <a:off x="6235721" y="3709657"/>
                    <a:ext cx="352110" cy="847261"/>
                    <a:chOff x="5739808" y="3709395"/>
                    <a:chExt cx="352110" cy="847261"/>
                  </a:xfrm>
                </p:grpSpPr>
                <p:grpSp>
                  <p:nvGrpSpPr>
                    <p:cNvPr id="8724" name="Google Shape;8724;p77"/>
                    <p:cNvGrpSpPr/>
                    <p:nvPr/>
                  </p:nvGrpSpPr>
                  <p:grpSpPr>
                    <a:xfrm>
                      <a:off x="5739808" y="3709395"/>
                      <a:ext cx="296814" cy="499674"/>
                      <a:chOff x="6097258" y="3708381"/>
                      <a:chExt cx="296814" cy="499674"/>
                    </a:xfrm>
                  </p:grpSpPr>
                  <p:sp>
                    <p:nvSpPr>
                      <p:cNvPr id="8725" name="Google Shape;8725;p77"/>
                      <p:cNvSpPr/>
                      <p:nvPr/>
                    </p:nvSpPr>
                    <p:spPr>
                      <a:xfrm rot="-1077969">
                        <a:off x="6166492" y="3721247"/>
                        <a:ext cx="158346" cy="473941"/>
                      </a:xfrm>
                      <a:prstGeom prst="roundRect">
                        <a:avLst>
                          <a:gd fmla="val 1666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726" name="Google Shape;8726;p77"/>
                      <p:cNvSpPr/>
                      <p:nvPr/>
                    </p:nvSpPr>
                    <p:spPr>
                      <a:xfrm flipH="1" rot="231950">
                        <a:off x="6202247" y="3774966"/>
                        <a:ext cx="45719" cy="216078"/>
                      </a:xfrm>
                      <a:prstGeom prst="roundRect">
                        <a:avLst>
                          <a:gd fmla="val 40457" name="adj"/>
                        </a:avLst>
                      </a:pr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8727" name="Google Shape;8727;p77"/>
                    <p:cNvSpPr/>
                    <p:nvPr/>
                  </p:nvSpPr>
                  <p:spPr>
                    <a:xfrm rot="-1153397">
                      <a:off x="5872725" y="4154646"/>
                      <a:ext cx="212428" cy="60403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28" name="Google Shape;8728;p77"/>
                    <p:cNvSpPr/>
                    <p:nvPr/>
                  </p:nvSpPr>
                  <p:spPr>
                    <a:xfrm rot="-1153397">
                      <a:off x="5969456" y="4217860"/>
                      <a:ext cx="68932" cy="336838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8729" name="Google Shape;8729;p77"/>
                <p:cNvGrpSpPr/>
                <p:nvPr/>
              </p:nvGrpSpPr>
              <p:grpSpPr>
                <a:xfrm>
                  <a:off x="5775048" y="2428623"/>
                  <a:ext cx="779055" cy="1666542"/>
                  <a:chOff x="5775048" y="2428623"/>
                  <a:chExt cx="779055" cy="1666542"/>
                </a:xfrm>
              </p:grpSpPr>
              <p:grpSp>
                <p:nvGrpSpPr>
                  <p:cNvPr id="8730" name="Google Shape;8730;p77"/>
                  <p:cNvGrpSpPr/>
                  <p:nvPr/>
                </p:nvGrpSpPr>
                <p:grpSpPr>
                  <a:xfrm>
                    <a:off x="5775707" y="2428623"/>
                    <a:ext cx="778396" cy="1666542"/>
                    <a:chOff x="5775707" y="2428623"/>
                    <a:chExt cx="778396" cy="1666542"/>
                  </a:xfrm>
                </p:grpSpPr>
                <p:grpSp>
                  <p:nvGrpSpPr>
                    <p:cNvPr id="8731" name="Google Shape;8731;p77"/>
                    <p:cNvGrpSpPr/>
                    <p:nvPr/>
                  </p:nvGrpSpPr>
                  <p:grpSpPr>
                    <a:xfrm>
                      <a:off x="5775707" y="2428623"/>
                      <a:ext cx="778396" cy="1321607"/>
                      <a:chOff x="5728098" y="3524079"/>
                      <a:chExt cx="778396" cy="1321607"/>
                    </a:xfrm>
                  </p:grpSpPr>
                  <p:grpSp>
                    <p:nvGrpSpPr>
                      <p:cNvPr id="8732" name="Google Shape;8732;p77"/>
                      <p:cNvGrpSpPr/>
                      <p:nvPr/>
                    </p:nvGrpSpPr>
                    <p:grpSpPr>
                      <a:xfrm>
                        <a:off x="5882065" y="3524079"/>
                        <a:ext cx="468000" cy="773094"/>
                        <a:chOff x="5755916" y="3285424"/>
                        <a:chExt cx="468000" cy="773094"/>
                      </a:xfrm>
                    </p:grpSpPr>
                    <p:sp>
                      <p:nvSpPr>
                        <p:cNvPr id="8733" name="Google Shape;8733;p77"/>
                        <p:cNvSpPr/>
                        <p:nvPr/>
                      </p:nvSpPr>
                      <p:spPr>
                        <a:xfrm>
                          <a:off x="5755916" y="3285424"/>
                          <a:ext cx="468000" cy="468000"/>
                        </a:xfrm>
                        <a:prstGeom prst="ellipse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grpSp>
                      <p:nvGrpSpPr>
                        <p:cNvPr id="8734" name="Google Shape;8734;p77"/>
                        <p:cNvGrpSpPr/>
                        <p:nvPr/>
                      </p:nvGrpSpPr>
                      <p:grpSpPr>
                        <a:xfrm>
                          <a:off x="5809916" y="3734518"/>
                          <a:ext cx="360000" cy="324000"/>
                          <a:chOff x="5827652" y="3885379"/>
                          <a:chExt cx="360000" cy="324000"/>
                        </a:xfrm>
                      </p:grpSpPr>
                      <p:sp>
                        <p:nvSpPr>
                          <p:cNvPr id="8735" name="Google Shape;8735;p77"/>
                          <p:cNvSpPr/>
                          <p:nvPr/>
                        </p:nvSpPr>
                        <p:spPr>
                          <a:xfrm>
                            <a:off x="5917652" y="3885379"/>
                            <a:ext cx="180000" cy="180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8736" name="Google Shape;8736;p77"/>
                          <p:cNvSpPr/>
                          <p:nvPr/>
                        </p:nvSpPr>
                        <p:spPr>
                          <a:xfrm>
                            <a:off x="5827652" y="4065379"/>
                            <a:ext cx="360000" cy="144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8737" name="Google Shape;8737;p77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8738" name="Google Shape;8738;p77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577531"/>
                          <a:chOff x="5728098" y="4268155"/>
                          <a:chExt cx="778396" cy="577531"/>
                        </a:xfrm>
                      </p:grpSpPr>
                      <p:grpSp>
                        <p:nvGrpSpPr>
                          <p:cNvPr id="8739" name="Google Shape;8739;p77"/>
                          <p:cNvGrpSpPr/>
                          <p:nvPr/>
                        </p:nvGrpSpPr>
                        <p:grpSpPr>
                          <a:xfrm>
                            <a:off x="5728098" y="4268155"/>
                            <a:ext cx="778396" cy="468000"/>
                            <a:chOff x="5728098" y="4268155"/>
                            <a:chExt cx="778396" cy="468000"/>
                          </a:xfrm>
                        </p:grpSpPr>
                        <p:sp>
                          <p:nvSpPr>
                            <p:cNvPr id="8740" name="Google Shape;8740;p77"/>
                            <p:cNvSpPr/>
                            <p:nvPr/>
                          </p:nvSpPr>
                          <p:spPr>
                            <a:xfrm>
                              <a:off x="5728098" y="4659003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8741" name="Google Shape;8741;p77"/>
                            <p:cNvSpPr/>
                            <p:nvPr/>
                          </p:nvSpPr>
                          <p:spPr>
                            <a:xfrm>
                              <a:off x="6348799" y="4661385"/>
                              <a:ext cx="157695" cy="36000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8742" name="Google Shape;8742;p77"/>
                            <p:cNvSpPr/>
                            <p:nvPr/>
                          </p:nvSpPr>
                          <p:spPr>
                            <a:xfrm>
                              <a:off x="5847296" y="4268155"/>
                              <a:ext cx="540000" cy="468000"/>
                            </a:xfrm>
                            <a:prstGeom prst="frame">
                              <a:avLst>
                                <a:gd fmla="val 7853" name="adj1"/>
                              </a:avLst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dk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  <p:grpSp>
                        <p:nvGrpSpPr>
                          <p:cNvPr id="8743" name="Google Shape;8743;p77"/>
                          <p:cNvGrpSpPr/>
                          <p:nvPr/>
                        </p:nvGrpSpPr>
                        <p:grpSpPr>
                          <a:xfrm>
                            <a:off x="5728099" y="4698144"/>
                            <a:ext cx="777647" cy="147542"/>
                            <a:chOff x="5728099" y="4698144"/>
                            <a:chExt cx="777647" cy="147542"/>
                          </a:xfrm>
                        </p:grpSpPr>
                        <p:sp>
                          <p:nvSpPr>
                            <p:cNvPr id="8744" name="Google Shape;8744;p77"/>
                            <p:cNvSpPr/>
                            <p:nvPr/>
                          </p:nvSpPr>
                          <p:spPr>
                            <a:xfrm>
                              <a:off x="5849450" y="4698833"/>
                              <a:ext cx="537845" cy="45719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8745" name="Google Shape;8745;p77"/>
                            <p:cNvSpPr/>
                            <p:nvPr/>
                          </p:nvSpPr>
                          <p:spPr>
                            <a:xfrm>
                              <a:off x="5728099" y="4698144"/>
                              <a:ext cx="118291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8746" name="Google Shape;8746;p77"/>
                            <p:cNvSpPr/>
                            <p:nvPr/>
                          </p:nvSpPr>
                          <p:spPr>
                            <a:xfrm>
                              <a:off x="6385142" y="4698144"/>
                              <a:ext cx="120604" cy="147542"/>
                            </a:xfrm>
                            <a:prstGeom prst="rect">
                              <a:avLst/>
                            </a:prstGeom>
                            <a:solidFill>
                              <a:schemeClr val="accent1"/>
                            </a:solidFill>
                            <a:ln>
                              <a:noFill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t/>
                              </a:r>
                              <a:endParaRPr sz="1800">
                                <a:solidFill>
                                  <a:schemeClr val="lt1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grpSp>
                      <p:nvGrpSpPr>
                        <p:cNvPr id="8747" name="Google Shape;8747;p77"/>
                        <p:cNvGrpSpPr/>
                        <p:nvPr/>
                      </p:nvGrpSpPr>
                      <p:grpSpPr>
                        <a:xfrm>
                          <a:off x="5969948" y="4385231"/>
                          <a:ext cx="300588" cy="306875"/>
                          <a:chOff x="6707431" y="4143645"/>
                          <a:chExt cx="398381" cy="433766"/>
                        </a:xfrm>
                      </p:grpSpPr>
                      <p:sp>
                        <p:nvSpPr>
                          <p:cNvPr id="8748" name="Google Shape;8748;p77"/>
                          <p:cNvSpPr/>
                          <p:nvPr/>
                        </p:nvSpPr>
                        <p:spPr>
                          <a:xfrm>
                            <a:off x="6708632" y="4255261"/>
                            <a:ext cx="396000" cy="216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8749" name="Google Shape;8749;p77"/>
                          <p:cNvSpPr/>
                          <p:nvPr/>
                        </p:nvSpPr>
                        <p:spPr>
                          <a:xfrm>
                            <a:off x="6709813" y="4143645"/>
                            <a:ext cx="395999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8750" name="Google Shape;8750;p77"/>
                          <p:cNvSpPr/>
                          <p:nvPr/>
                        </p:nvSpPr>
                        <p:spPr>
                          <a:xfrm>
                            <a:off x="6707431" y="4469411"/>
                            <a:ext cx="396000" cy="108000"/>
                          </a:xfrm>
                          <a:prstGeom prst="rect">
                            <a:avLst/>
                          </a:prstGeom>
                          <a:solidFill>
                            <a:schemeClr val="accent1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</p:grpSp>
                <p:sp>
                  <p:nvSpPr>
                    <p:cNvPr id="8751" name="Google Shape;8751;p77"/>
                    <p:cNvSpPr/>
                    <p:nvPr/>
                  </p:nvSpPr>
                  <p:spPr>
                    <a:xfrm>
                      <a:off x="6139226" y="3643061"/>
                      <a:ext cx="45719" cy="452104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52" name="Google Shape;8752;p77"/>
                  <p:cNvGrpSpPr/>
                  <p:nvPr/>
                </p:nvGrpSpPr>
                <p:grpSpPr>
                  <a:xfrm>
                    <a:off x="5775048" y="3892549"/>
                    <a:ext cx="778309" cy="59708"/>
                    <a:chOff x="5775048" y="3892549"/>
                    <a:chExt cx="778309" cy="59708"/>
                  </a:xfrm>
                </p:grpSpPr>
                <p:sp>
                  <p:nvSpPr>
                    <p:cNvPr id="8753" name="Google Shape;8753;p77"/>
                    <p:cNvSpPr/>
                    <p:nvPr/>
                  </p:nvSpPr>
                  <p:spPr>
                    <a:xfrm rot="-5400000">
                      <a:off x="6134348" y="3533249"/>
                      <a:ext cx="59708" cy="778309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54" name="Google Shape;8754;p77"/>
                    <p:cNvSpPr/>
                    <p:nvPr/>
                  </p:nvSpPr>
                  <p:spPr>
                    <a:xfrm>
                      <a:off x="5845735" y="390133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55" name="Google Shape;8755;p77"/>
                    <p:cNvSpPr/>
                    <p:nvPr/>
                  </p:nvSpPr>
                  <p:spPr>
                    <a:xfrm>
                      <a:off x="6446633" y="3904500"/>
                      <a:ext cx="36000" cy="36000"/>
                    </a:xfrm>
                    <a:prstGeom prst="ellips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8756" name="Google Shape;8756;p77"/>
              <p:cNvSpPr/>
              <p:nvPr/>
            </p:nvSpPr>
            <p:spPr>
              <a:xfrm rot="-4039930">
                <a:off x="6435956" y="2729930"/>
                <a:ext cx="126153" cy="744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7" name="Google Shape;8757;p77"/>
              <p:cNvSpPr/>
              <p:nvPr/>
            </p:nvSpPr>
            <p:spPr>
              <a:xfrm rot="4347199">
                <a:off x="6064532" y="2702208"/>
                <a:ext cx="126153" cy="74416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758" name="Google Shape;8758;p77"/>
          <p:cNvGrpSpPr/>
          <p:nvPr/>
        </p:nvGrpSpPr>
        <p:grpSpPr>
          <a:xfrm rot="-1136906">
            <a:off x="7651316" y="2137110"/>
            <a:ext cx="2320919" cy="2112818"/>
            <a:chOff x="5701956" y="1773008"/>
            <a:chExt cx="2320919" cy="2112818"/>
          </a:xfrm>
        </p:grpSpPr>
        <p:grpSp>
          <p:nvGrpSpPr>
            <p:cNvPr id="8759" name="Google Shape;8759;p77"/>
            <p:cNvGrpSpPr/>
            <p:nvPr/>
          </p:nvGrpSpPr>
          <p:grpSpPr>
            <a:xfrm>
              <a:off x="5701956" y="1773008"/>
              <a:ext cx="2320919" cy="2112818"/>
              <a:chOff x="5797343" y="2178392"/>
              <a:chExt cx="2320919" cy="2112818"/>
            </a:xfrm>
          </p:grpSpPr>
          <p:grpSp>
            <p:nvGrpSpPr>
              <p:cNvPr id="8760" name="Google Shape;8760;p77"/>
              <p:cNvGrpSpPr/>
              <p:nvPr/>
            </p:nvGrpSpPr>
            <p:grpSpPr>
              <a:xfrm>
                <a:off x="5797343" y="2178392"/>
                <a:ext cx="2320919" cy="2112818"/>
                <a:chOff x="5587545" y="1682358"/>
                <a:chExt cx="2320919" cy="2112818"/>
              </a:xfrm>
            </p:grpSpPr>
            <p:sp>
              <p:nvSpPr>
                <p:cNvPr id="8761" name="Google Shape;8761;p77"/>
                <p:cNvSpPr/>
                <p:nvPr/>
              </p:nvSpPr>
              <p:spPr>
                <a:xfrm>
                  <a:off x="6850705" y="2763143"/>
                  <a:ext cx="1057759" cy="1032033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62" name="Google Shape;8762;p77"/>
                <p:cNvSpPr/>
                <p:nvPr/>
              </p:nvSpPr>
              <p:spPr>
                <a:xfrm rot="7768561">
                  <a:off x="6099463" y="1750485"/>
                  <a:ext cx="1032301" cy="1813530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763" name="Google Shape;8763;p77"/>
              <p:cNvSpPr/>
              <p:nvPr/>
            </p:nvSpPr>
            <p:spPr>
              <a:xfrm>
                <a:off x="5830183" y="2277270"/>
                <a:ext cx="612000" cy="612000"/>
              </a:xfrm>
              <a:prstGeom prst="ellipse">
                <a:avLst/>
              </a:prstGeom>
              <a:solidFill>
                <a:srgbClr val="A5A5A5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764" name="Google Shape;8764;p77"/>
            <p:cNvSpPr/>
            <p:nvPr/>
          </p:nvSpPr>
          <p:spPr>
            <a:xfrm rot="7768561">
              <a:off x="6244837" y="1851730"/>
              <a:ext cx="976518" cy="1813530"/>
            </a:xfrm>
            <a:prstGeom prst="flowChartManualOperation">
              <a:avLst/>
            </a:prstGeom>
            <a:solidFill>
              <a:srgbClr val="A5A5A5"/>
            </a:solidFill>
            <a:ln cap="flat" cmpd="sng" w="1905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65" name="Google Shape;8765;p77"/>
          <p:cNvSpPr txBox="1"/>
          <p:nvPr>
            <p:ph type="ctrTitle"/>
          </p:nvPr>
        </p:nvSpPr>
        <p:spPr>
          <a:xfrm>
            <a:off x="605208" y="49566"/>
            <a:ext cx="11068575" cy="121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haroni"/>
              <a:buNone/>
            </a:pPr>
            <a:r>
              <a:rPr lang="es-ES" sz="40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MODO MANUAL</a:t>
            </a:r>
            <a:br>
              <a:rPr lang="es-ES" sz="4000">
                <a:latin typeface="Aharoni"/>
                <a:ea typeface="Aharoni"/>
                <a:cs typeface="Aharoni"/>
                <a:sym typeface="Aharoni"/>
              </a:rPr>
            </a:br>
            <a:r>
              <a:rPr lang="es-ES" sz="4000">
                <a:latin typeface="Aharoni"/>
                <a:ea typeface="Aharoni"/>
                <a:cs typeface="Aharoni"/>
                <a:sym typeface="Aharoni"/>
              </a:rPr>
              <a:t>Rotación cuarto Eslabón</a:t>
            </a:r>
            <a:endParaRPr/>
          </a:p>
        </p:txBody>
      </p:sp>
      <p:sp>
        <p:nvSpPr>
          <p:cNvPr id="8766" name="Google Shape;8766;p77"/>
          <p:cNvSpPr txBox="1"/>
          <p:nvPr>
            <p:ph idx="1" type="subTitle"/>
          </p:nvPr>
        </p:nvSpPr>
        <p:spPr>
          <a:xfrm>
            <a:off x="201679" y="1366390"/>
            <a:ext cx="5084748" cy="5493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</a:pPr>
            <a:r>
              <a:rPr b="1" lang="es-ES">
                <a:solidFill>
                  <a:schemeClr val="accent2"/>
                </a:solidFill>
              </a:rPr>
              <a:t>Secuencia: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¿Botón S1 presionado?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rotar brazo en sentido horario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3.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¿sensor S1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inhabilitar botón S1 y habilitar botón S2.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1.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¿Botón S2 presionado?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rotar brazo en sentido antihorario.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1.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libri"/>
              <a:buAutoNum type="arabicPeriod"/>
            </a:pPr>
            <a:r>
              <a:rPr lang="es-ES">
                <a:solidFill>
                  <a:srgbClr val="0070C0"/>
                </a:solidFill>
              </a:rPr>
              <a:t>¿sensor S1 detectado?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Pts val="2000"/>
              <a:buNone/>
            </a:pPr>
            <a:r>
              <a:rPr b="1" lang="es-ES">
                <a:solidFill>
                  <a:srgbClr val="00B050"/>
                </a:solidFill>
              </a:rPr>
              <a:t>Si, </a:t>
            </a:r>
            <a:r>
              <a:rPr lang="es-ES"/>
              <a:t>inhabilitar botón S2 y habilitar botón S1.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es-ES">
                <a:solidFill>
                  <a:srgbClr val="FF0000"/>
                </a:solidFill>
              </a:rPr>
              <a:t>No, </a:t>
            </a:r>
            <a:r>
              <a:rPr lang="es-ES"/>
              <a:t>saltar al paso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767" name="Google Shape;8767;p77"/>
          <p:cNvSpPr/>
          <p:nvPr/>
        </p:nvSpPr>
        <p:spPr>
          <a:xfrm>
            <a:off x="7415680" y="1592404"/>
            <a:ext cx="252000" cy="2520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8" name="Google Shape;8768;p77"/>
          <p:cNvSpPr txBox="1"/>
          <p:nvPr/>
        </p:nvSpPr>
        <p:spPr>
          <a:xfrm>
            <a:off x="7509726" y="1486634"/>
            <a:ext cx="2039081" cy="453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 S4</a:t>
            </a:r>
            <a:endParaRPr/>
          </a:p>
        </p:txBody>
      </p:sp>
      <p:grpSp>
        <p:nvGrpSpPr>
          <p:cNvPr id="8769" name="Google Shape;8769;p77"/>
          <p:cNvGrpSpPr/>
          <p:nvPr/>
        </p:nvGrpSpPr>
        <p:grpSpPr>
          <a:xfrm>
            <a:off x="9055784" y="3120411"/>
            <a:ext cx="1192486" cy="1369240"/>
            <a:chOff x="7991273" y="3108960"/>
            <a:chExt cx="1192486" cy="1369240"/>
          </a:xfrm>
        </p:grpSpPr>
        <p:grpSp>
          <p:nvGrpSpPr>
            <p:cNvPr id="8770" name="Google Shape;8770;p77"/>
            <p:cNvGrpSpPr/>
            <p:nvPr/>
          </p:nvGrpSpPr>
          <p:grpSpPr>
            <a:xfrm>
              <a:off x="7991273" y="3108960"/>
              <a:ext cx="1192486" cy="1369240"/>
              <a:chOff x="7991273" y="2902563"/>
              <a:chExt cx="1378938" cy="1575637"/>
            </a:xfrm>
          </p:grpSpPr>
          <p:sp>
            <p:nvSpPr>
              <p:cNvPr id="8771" name="Google Shape;8771;p77"/>
              <p:cNvSpPr/>
              <p:nvPr/>
            </p:nvSpPr>
            <p:spPr>
              <a:xfrm>
                <a:off x="8256775" y="2902563"/>
                <a:ext cx="847929" cy="864000"/>
              </a:xfrm>
              <a:prstGeom prst="roundRect">
                <a:avLst>
                  <a:gd fmla="val 50000" name="adj"/>
                </a:avLst>
              </a:prstGeom>
              <a:solidFill>
                <a:srgbClr val="A5A5A5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772" name="Google Shape;8772;p77"/>
              <p:cNvGrpSpPr/>
              <p:nvPr/>
            </p:nvGrpSpPr>
            <p:grpSpPr>
              <a:xfrm>
                <a:off x="7991273" y="2956064"/>
                <a:ext cx="1378938" cy="1522136"/>
                <a:chOff x="7991273" y="2943364"/>
                <a:chExt cx="1378938" cy="1522136"/>
              </a:xfrm>
            </p:grpSpPr>
            <p:sp>
              <p:nvSpPr>
                <p:cNvPr id="8773" name="Google Shape;8773;p77"/>
                <p:cNvSpPr/>
                <p:nvPr/>
              </p:nvSpPr>
              <p:spPr>
                <a:xfrm flipH="1" rot="10800000">
                  <a:off x="7991273" y="3227996"/>
                  <a:ext cx="1378938" cy="1237504"/>
                </a:xfrm>
                <a:prstGeom prst="flowChartManualOperation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74" name="Google Shape;8774;p77"/>
                <p:cNvSpPr/>
                <p:nvPr/>
              </p:nvSpPr>
              <p:spPr>
                <a:xfrm>
                  <a:off x="8263838" y="2943364"/>
                  <a:ext cx="832576" cy="828533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775" name="Google Shape;8775;p77"/>
            <p:cNvGrpSpPr/>
            <p:nvPr/>
          </p:nvGrpSpPr>
          <p:grpSpPr>
            <a:xfrm>
              <a:off x="8264231" y="3302025"/>
              <a:ext cx="650381" cy="648002"/>
              <a:chOff x="6536859" y="3235415"/>
              <a:chExt cx="702798" cy="718511"/>
            </a:xfrm>
          </p:grpSpPr>
          <p:grpSp>
            <p:nvGrpSpPr>
              <p:cNvPr id="8776" name="Google Shape;8776;p77"/>
              <p:cNvGrpSpPr/>
              <p:nvPr/>
            </p:nvGrpSpPr>
            <p:grpSpPr>
              <a:xfrm>
                <a:off x="6614242" y="3319782"/>
                <a:ext cx="540000" cy="540000"/>
                <a:chOff x="6614242" y="3319782"/>
                <a:chExt cx="540000" cy="540000"/>
              </a:xfrm>
            </p:grpSpPr>
            <p:sp>
              <p:nvSpPr>
                <p:cNvPr id="8777" name="Google Shape;8777;p77"/>
                <p:cNvSpPr/>
                <p:nvPr/>
              </p:nvSpPr>
              <p:spPr>
                <a:xfrm>
                  <a:off x="6614242" y="3319782"/>
                  <a:ext cx="540000" cy="540000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78" name="Google Shape;8778;p77"/>
                <p:cNvSpPr/>
                <p:nvPr/>
              </p:nvSpPr>
              <p:spPr>
                <a:xfrm>
                  <a:off x="6812242" y="3517782"/>
                  <a:ext cx="144000" cy="144000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779" name="Google Shape;8779;p77"/>
              <p:cNvGrpSpPr/>
              <p:nvPr/>
            </p:nvGrpSpPr>
            <p:grpSpPr>
              <a:xfrm>
                <a:off x="7045881" y="3247782"/>
                <a:ext cx="193774" cy="217499"/>
                <a:chOff x="7045881" y="3247782"/>
                <a:chExt cx="193774" cy="217499"/>
              </a:xfrm>
            </p:grpSpPr>
            <p:sp>
              <p:nvSpPr>
                <p:cNvPr id="8780" name="Google Shape;8780;p77"/>
                <p:cNvSpPr/>
                <p:nvPr/>
              </p:nvSpPr>
              <p:spPr>
                <a:xfrm>
                  <a:off x="7086400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81" name="Google Shape;8781;p77"/>
                <p:cNvSpPr/>
                <p:nvPr/>
              </p:nvSpPr>
              <p:spPr>
                <a:xfrm>
                  <a:off x="7045881" y="3247920"/>
                  <a:ext cx="179233" cy="5975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82" name="Google Shape;8782;p77"/>
                <p:cNvSpPr/>
                <p:nvPr/>
              </p:nvSpPr>
              <p:spPr>
                <a:xfrm rot="5400000">
                  <a:off x="7111134" y="3336759"/>
                  <a:ext cx="184944" cy="7209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783" name="Google Shape;8783;p77"/>
              <p:cNvGrpSpPr/>
              <p:nvPr/>
            </p:nvGrpSpPr>
            <p:grpSpPr>
              <a:xfrm rot="5400000">
                <a:off x="7023341" y="3737610"/>
                <a:ext cx="199994" cy="232637"/>
                <a:chOff x="7045882" y="3233241"/>
                <a:chExt cx="199994" cy="232637"/>
              </a:xfrm>
            </p:grpSpPr>
            <p:sp>
              <p:nvSpPr>
                <p:cNvPr id="8784" name="Google Shape;8784;p77"/>
                <p:cNvSpPr/>
                <p:nvPr/>
              </p:nvSpPr>
              <p:spPr>
                <a:xfrm>
                  <a:off x="7086401" y="3247782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85" name="Google Shape;8785;p77"/>
                <p:cNvSpPr/>
                <p:nvPr/>
              </p:nvSpPr>
              <p:spPr>
                <a:xfrm>
                  <a:off x="7045882" y="3233241"/>
                  <a:ext cx="199994" cy="71861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86" name="Google Shape;8786;p77"/>
                <p:cNvSpPr/>
                <p:nvPr/>
              </p:nvSpPr>
              <p:spPr>
                <a:xfrm rot="5400000">
                  <a:off x="7123388" y="3349412"/>
                  <a:ext cx="157603" cy="7532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787" name="Google Shape;8787;p77"/>
              <p:cNvGrpSpPr/>
              <p:nvPr/>
            </p:nvGrpSpPr>
            <p:grpSpPr>
              <a:xfrm rot="10800000">
                <a:off x="6536859" y="3714968"/>
                <a:ext cx="184520" cy="210352"/>
                <a:chOff x="7045881" y="3254925"/>
                <a:chExt cx="184520" cy="210352"/>
              </a:xfrm>
            </p:grpSpPr>
            <p:sp>
              <p:nvSpPr>
                <p:cNvPr id="8788" name="Google Shape;8788;p77"/>
                <p:cNvSpPr/>
                <p:nvPr/>
              </p:nvSpPr>
              <p:spPr>
                <a:xfrm>
                  <a:off x="7086400" y="3254925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89" name="Google Shape;8789;p77"/>
                <p:cNvSpPr/>
                <p:nvPr/>
              </p:nvSpPr>
              <p:spPr>
                <a:xfrm>
                  <a:off x="7045881" y="3254926"/>
                  <a:ext cx="184520" cy="52749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90" name="Google Shape;8790;p77"/>
                <p:cNvSpPr/>
                <p:nvPr/>
              </p:nvSpPr>
              <p:spPr>
                <a:xfrm rot="5400000">
                  <a:off x="7118889" y="3353767"/>
                  <a:ext cx="157603" cy="65418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791" name="Google Shape;8791;p77"/>
              <p:cNvGrpSpPr/>
              <p:nvPr/>
            </p:nvGrpSpPr>
            <p:grpSpPr>
              <a:xfrm rot="-5400000">
                <a:off x="6559393" y="3219373"/>
                <a:ext cx="185412" cy="217495"/>
                <a:chOff x="7051671" y="3247782"/>
                <a:chExt cx="185412" cy="217495"/>
              </a:xfrm>
            </p:grpSpPr>
            <p:sp>
              <p:nvSpPr>
                <p:cNvPr id="8792" name="Google Shape;8792;p77"/>
                <p:cNvSpPr/>
                <p:nvPr/>
              </p:nvSpPr>
              <p:spPr>
                <a:xfrm>
                  <a:off x="7086400" y="3247783"/>
                  <a:ext cx="144000" cy="144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93" name="Google Shape;8793;p77"/>
                <p:cNvSpPr/>
                <p:nvPr/>
              </p:nvSpPr>
              <p:spPr>
                <a:xfrm>
                  <a:off x="7051671" y="3247782"/>
                  <a:ext cx="185412" cy="57513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94" name="Google Shape;8794;p77"/>
                <p:cNvSpPr/>
                <p:nvPr/>
              </p:nvSpPr>
              <p:spPr>
                <a:xfrm rot="5400000">
                  <a:off x="7118892" y="3353767"/>
                  <a:ext cx="157603" cy="65417"/>
                </a:xfrm>
                <a:prstGeom prst="rect">
                  <a:avLst/>
                </a:prstGeom>
                <a:solidFill>
                  <a:srgbClr val="A5A5A5"/>
                </a:solidFill>
                <a:ln cap="flat" cmpd="sng" w="12700">
                  <a:solidFill>
                    <a:srgbClr val="A5A5A5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8795" name="Google Shape;8795;p77"/>
          <p:cNvGrpSpPr/>
          <p:nvPr/>
        </p:nvGrpSpPr>
        <p:grpSpPr>
          <a:xfrm>
            <a:off x="8430133" y="4527000"/>
            <a:ext cx="3600000" cy="2124000"/>
            <a:chOff x="7379270" y="4515549"/>
            <a:chExt cx="3600000" cy="2124000"/>
          </a:xfrm>
        </p:grpSpPr>
        <p:sp>
          <p:nvSpPr>
            <p:cNvPr id="8796" name="Google Shape;8796;p77"/>
            <p:cNvSpPr/>
            <p:nvPr/>
          </p:nvSpPr>
          <p:spPr>
            <a:xfrm>
              <a:off x="8174068" y="5608375"/>
              <a:ext cx="1028742" cy="788098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7" name="Google Shape;8797;p77"/>
            <p:cNvSpPr/>
            <p:nvPr/>
          </p:nvSpPr>
          <p:spPr>
            <a:xfrm>
              <a:off x="9198999" y="5436549"/>
              <a:ext cx="1111511" cy="1002000"/>
            </a:xfrm>
            <a:prstGeom prst="frame">
              <a:avLst>
                <a:gd fmla="val 5522" name="adj1"/>
              </a:avLst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98" name="Google Shape;8798;p77"/>
            <p:cNvGrpSpPr/>
            <p:nvPr/>
          </p:nvGrpSpPr>
          <p:grpSpPr>
            <a:xfrm>
              <a:off x="7379270" y="4515549"/>
              <a:ext cx="3600000" cy="2124000"/>
              <a:chOff x="6968452" y="4347629"/>
              <a:chExt cx="3600000" cy="2124000"/>
            </a:xfrm>
          </p:grpSpPr>
          <p:grpSp>
            <p:nvGrpSpPr>
              <p:cNvPr id="8799" name="Google Shape;8799;p77"/>
              <p:cNvGrpSpPr/>
              <p:nvPr/>
            </p:nvGrpSpPr>
            <p:grpSpPr>
              <a:xfrm>
                <a:off x="6968452" y="4347629"/>
                <a:ext cx="3600000" cy="1980000"/>
                <a:chOff x="6133565" y="4657920"/>
                <a:chExt cx="3600000" cy="1980000"/>
              </a:xfrm>
            </p:grpSpPr>
            <p:grpSp>
              <p:nvGrpSpPr>
                <p:cNvPr id="8800" name="Google Shape;8800;p77"/>
                <p:cNvGrpSpPr/>
                <p:nvPr/>
              </p:nvGrpSpPr>
              <p:grpSpPr>
                <a:xfrm>
                  <a:off x="6133565" y="4657920"/>
                  <a:ext cx="3600000" cy="1980000"/>
                  <a:chOff x="6133565" y="4657920"/>
                  <a:chExt cx="3600000" cy="1980000"/>
                </a:xfrm>
              </p:grpSpPr>
              <p:sp>
                <p:nvSpPr>
                  <p:cNvPr id="8801" name="Google Shape;8801;p77"/>
                  <p:cNvSpPr/>
                  <p:nvPr/>
                </p:nvSpPr>
                <p:spPr>
                  <a:xfrm>
                    <a:off x="6493565" y="4657920"/>
                    <a:ext cx="288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02" name="Google Shape;8802;p77"/>
                  <p:cNvSpPr/>
                  <p:nvPr/>
                </p:nvSpPr>
                <p:spPr>
                  <a:xfrm>
                    <a:off x="6133565" y="6457920"/>
                    <a:ext cx="3600000" cy="180000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803" name="Google Shape;8803;p77"/>
                <p:cNvGrpSpPr/>
                <p:nvPr/>
              </p:nvGrpSpPr>
              <p:grpSpPr>
                <a:xfrm>
                  <a:off x="6493565" y="4837920"/>
                  <a:ext cx="2880000" cy="1621629"/>
                  <a:chOff x="6493565" y="4837920"/>
                  <a:chExt cx="2880000" cy="1621629"/>
                </a:xfrm>
              </p:grpSpPr>
              <p:grpSp>
                <p:nvGrpSpPr>
                  <p:cNvPr id="8804" name="Google Shape;8804;p77"/>
                  <p:cNvGrpSpPr/>
                  <p:nvPr/>
                </p:nvGrpSpPr>
                <p:grpSpPr>
                  <a:xfrm>
                    <a:off x="6493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805" name="Google Shape;8805;p77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06" name="Google Shape;8806;p77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807" name="Google Shape;8807;p77"/>
                  <p:cNvGrpSpPr/>
                  <p:nvPr/>
                </p:nvGrpSpPr>
                <p:grpSpPr>
                  <a:xfrm>
                    <a:off x="9121565" y="4837920"/>
                    <a:ext cx="252000" cy="1621629"/>
                    <a:chOff x="6493565" y="4837920"/>
                    <a:chExt cx="252000" cy="1621629"/>
                  </a:xfrm>
                </p:grpSpPr>
                <p:sp>
                  <p:nvSpPr>
                    <p:cNvPr id="8808" name="Google Shape;8808;p77"/>
                    <p:cNvSpPr/>
                    <p:nvPr/>
                  </p:nvSpPr>
                  <p:spPr>
                    <a:xfrm rot="5400000">
                      <a:off x="5809565" y="5523549"/>
                      <a:ext cx="1620000" cy="252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09" name="Google Shape;8809;p77"/>
                    <p:cNvSpPr/>
                    <p:nvPr/>
                  </p:nvSpPr>
                  <p:spPr>
                    <a:xfrm rot="5400000">
                      <a:off x="5809565" y="5593920"/>
                      <a:ext cx="1620000" cy="108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8810" name="Google Shape;8810;p77"/>
              <p:cNvGrpSpPr/>
              <p:nvPr/>
            </p:nvGrpSpPr>
            <p:grpSpPr>
              <a:xfrm>
                <a:off x="7021720" y="6327629"/>
                <a:ext cx="3489180" cy="144000"/>
                <a:chOff x="7021720" y="6327629"/>
                <a:chExt cx="3489180" cy="144000"/>
              </a:xfrm>
            </p:grpSpPr>
            <p:sp>
              <p:nvSpPr>
                <p:cNvPr id="8811" name="Google Shape;8811;p77"/>
                <p:cNvSpPr/>
                <p:nvPr/>
              </p:nvSpPr>
              <p:spPr>
                <a:xfrm>
                  <a:off x="702172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12" name="Google Shape;8812;p77"/>
                <p:cNvSpPr/>
                <p:nvPr/>
              </p:nvSpPr>
              <p:spPr>
                <a:xfrm>
                  <a:off x="10366900" y="6327629"/>
                  <a:ext cx="144000" cy="144000"/>
                </a:xfrm>
                <a:prstGeom prst="flowChartManualOperation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813" name="Google Shape;8813;p77"/>
            <p:cNvGrpSpPr/>
            <p:nvPr/>
          </p:nvGrpSpPr>
          <p:grpSpPr>
            <a:xfrm>
              <a:off x="9336076" y="5529713"/>
              <a:ext cx="762232" cy="780315"/>
              <a:chOff x="9033457" y="5328123"/>
              <a:chExt cx="300588" cy="306875"/>
            </a:xfrm>
          </p:grpSpPr>
          <p:sp>
            <p:nvSpPr>
              <p:cNvPr id="8814" name="Google Shape;8814;p77"/>
              <p:cNvSpPr/>
              <p:nvPr/>
            </p:nvSpPr>
            <p:spPr>
              <a:xfrm>
                <a:off x="9034363" y="5407088"/>
                <a:ext cx="298791" cy="152813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15" name="Google Shape;8815;p77"/>
              <p:cNvSpPr/>
              <p:nvPr/>
            </p:nvSpPr>
            <p:spPr>
              <a:xfrm>
                <a:off x="9035254" y="5328123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16" name="Google Shape;8816;p77"/>
              <p:cNvSpPr/>
              <p:nvPr/>
            </p:nvSpPr>
            <p:spPr>
              <a:xfrm>
                <a:off x="9033457" y="5558592"/>
                <a:ext cx="298791" cy="76406"/>
              </a:xfrm>
              <a:prstGeom prst="rect">
                <a:avLst/>
              </a:prstGeom>
              <a:solidFill>
                <a:srgbClr val="D8D8D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17" name="Google Shape;8817;p77"/>
            <p:cNvSpPr/>
            <p:nvPr/>
          </p:nvSpPr>
          <p:spPr>
            <a:xfrm>
              <a:off x="8448868" y="5808852"/>
              <a:ext cx="472343" cy="49446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18" name="Google Shape;8818;p77"/>
            <p:cNvGrpSpPr/>
            <p:nvPr/>
          </p:nvGrpSpPr>
          <p:grpSpPr>
            <a:xfrm>
              <a:off x="8174068" y="5162752"/>
              <a:ext cx="1779238" cy="242322"/>
              <a:chOff x="8174068" y="5109412"/>
              <a:chExt cx="1779238" cy="242322"/>
            </a:xfrm>
          </p:grpSpPr>
          <p:grpSp>
            <p:nvGrpSpPr>
              <p:cNvPr id="8819" name="Google Shape;8819;p77"/>
              <p:cNvGrpSpPr/>
              <p:nvPr/>
            </p:nvGrpSpPr>
            <p:grpSpPr>
              <a:xfrm>
                <a:off x="8174068" y="5109412"/>
                <a:ext cx="1779238" cy="242322"/>
                <a:chOff x="8174068" y="5109412"/>
                <a:chExt cx="1779238" cy="242322"/>
              </a:xfrm>
            </p:grpSpPr>
            <p:sp>
              <p:nvSpPr>
                <p:cNvPr id="8820" name="Google Shape;8820;p77"/>
                <p:cNvSpPr/>
                <p:nvPr/>
              </p:nvSpPr>
              <p:spPr>
                <a:xfrm>
                  <a:off x="8174068" y="5143500"/>
                  <a:ext cx="1009691" cy="17696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21" name="Google Shape;8821;p77"/>
                <p:cNvSpPr/>
                <p:nvPr/>
              </p:nvSpPr>
              <p:spPr>
                <a:xfrm>
                  <a:off x="9458745" y="5109412"/>
                  <a:ext cx="494561" cy="242322"/>
                </a:xfrm>
                <a:prstGeom prst="rect">
                  <a:avLst/>
                </a:prstGeom>
                <a:solidFill>
                  <a:srgbClr val="BFBFBF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822" name="Google Shape;8822;p77"/>
              <p:cNvSpPr/>
              <p:nvPr/>
            </p:nvSpPr>
            <p:spPr>
              <a:xfrm>
                <a:off x="8181687" y="5194227"/>
                <a:ext cx="1764000" cy="81780"/>
              </a:xfrm>
              <a:prstGeom prst="rect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23" name="Google Shape;8823;p77"/>
            <p:cNvGrpSpPr/>
            <p:nvPr/>
          </p:nvGrpSpPr>
          <p:grpSpPr>
            <a:xfrm>
              <a:off x="8585706" y="4695549"/>
              <a:ext cx="182189" cy="1113303"/>
              <a:chOff x="8585706" y="4695549"/>
              <a:chExt cx="182189" cy="1113303"/>
            </a:xfrm>
          </p:grpSpPr>
          <p:sp>
            <p:nvSpPr>
              <p:cNvPr id="8824" name="Google Shape;8824;p77"/>
              <p:cNvSpPr/>
              <p:nvPr/>
            </p:nvSpPr>
            <p:spPr>
              <a:xfrm>
                <a:off x="8585706" y="4695549"/>
                <a:ext cx="182189" cy="501291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25" name="Google Shape;8825;p77"/>
              <p:cNvSpPr/>
              <p:nvPr/>
            </p:nvSpPr>
            <p:spPr>
              <a:xfrm>
                <a:off x="8585706" y="5671686"/>
                <a:ext cx="182189" cy="137166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26" name="Google Shape;8826;p77"/>
              <p:cNvSpPr/>
              <p:nvPr/>
            </p:nvSpPr>
            <p:spPr>
              <a:xfrm>
                <a:off x="8608567" y="5381346"/>
                <a:ext cx="131756" cy="217527"/>
              </a:xfrm>
              <a:prstGeom prst="rect">
                <a:avLst/>
              </a:prstGeom>
              <a:solidFill>
                <a:srgbClr val="3A3838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8827" name="Google Shape;8827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48637" y="364184"/>
            <a:ext cx="674156" cy="4491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28" name="Google Shape;8828;p77"/>
          <p:cNvGrpSpPr/>
          <p:nvPr/>
        </p:nvGrpSpPr>
        <p:grpSpPr>
          <a:xfrm rot="10800000">
            <a:off x="6034194" y="940428"/>
            <a:ext cx="3033814" cy="2852888"/>
            <a:chOff x="5002696" y="1329092"/>
            <a:chExt cx="3033814" cy="2852888"/>
          </a:xfrm>
        </p:grpSpPr>
        <p:grpSp>
          <p:nvGrpSpPr>
            <p:cNvPr id="8829" name="Google Shape;8829;p77"/>
            <p:cNvGrpSpPr/>
            <p:nvPr/>
          </p:nvGrpSpPr>
          <p:grpSpPr>
            <a:xfrm rot="1767083">
              <a:off x="5471127" y="1982722"/>
              <a:ext cx="848023" cy="2128294"/>
              <a:chOff x="5739808" y="2428623"/>
              <a:chExt cx="848023" cy="2128294"/>
            </a:xfrm>
          </p:grpSpPr>
          <p:grpSp>
            <p:nvGrpSpPr>
              <p:cNvPr id="8830" name="Google Shape;8830;p77"/>
              <p:cNvGrpSpPr/>
              <p:nvPr/>
            </p:nvGrpSpPr>
            <p:grpSpPr>
              <a:xfrm>
                <a:off x="5739808" y="3709395"/>
                <a:ext cx="848023" cy="847523"/>
                <a:chOff x="5739808" y="3709395"/>
                <a:chExt cx="848023" cy="847523"/>
              </a:xfrm>
            </p:grpSpPr>
            <p:grpSp>
              <p:nvGrpSpPr>
                <p:cNvPr id="8831" name="Google Shape;8831;p77"/>
                <p:cNvGrpSpPr/>
                <p:nvPr/>
              </p:nvGrpSpPr>
              <p:grpSpPr>
                <a:xfrm>
                  <a:off x="5739808" y="3709395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8832" name="Google Shape;8832;p77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8833" name="Google Shape;8833;p77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34" name="Google Shape;8834;p77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8835" name="Google Shape;8835;p77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36" name="Google Shape;8836;p77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837" name="Google Shape;8837;p77"/>
                <p:cNvGrpSpPr/>
                <p:nvPr/>
              </p:nvGrpSpPr>
              <p:grpSpPr>
                <a:xfrm flipH="1">
                  <a:off x="6235721" y="3709657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8838" name="Google Shape;8838;p77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8839" name="Google Shape;8839;p77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40" name="Google Shape;8840;p77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8841" name="Google Shape;8841;p77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42" name="Google Shape;8842;p77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843" name="Google Shape;8843;p77"/>
              <p:cNvGrpSpPr/>
              <p:nvPr/>
            </p:nvGrpSpPr>
            <p:grpSpPr>
              <a:xfrm>
                <a:off x="5775048" y="2428623"/>
                <a:ext cx="779055" cy="1666542"/>
                <a:chOff x="5775048" y="2428623"/>
                <a:chExt cx="779055" cy="1666542"/>
              </a:xfrm>
            </p:grpSpPr>
            <p:grpSp>
              <p:nvGrpSpPr>
                <p:cNvPr id="8844" name="Google Shape;8844;p77"/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</p:grpSpPr>
              <p:grpSp>
                <p:nvGrpSpPr>
                  <p:cNvPr id="8845" name="Google Shape;8845;p77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8846" name="Google Shape;8846;p77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8847" name="Google Shape;8847;p77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8848" name="Google Shape;8848;p77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8849" name="Google Shape;8849;p77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8850" name="Google Shape;8850;p77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8851" name="Google Shape;8851;p77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8852" name="Google Shape;8852;p77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8853" name="Google Shape;8853;p77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8854" name="Google Shape;8854;p77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8855" name="Google Shape;8855;p77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8856" name="Google Shape;8856;p77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8857" name="Google Shape;8857;p77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8858" name="Google Shape;8858;p77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8859" name="Google Shape;8859;p77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8860" name="Google Shape;8860;p77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8861" name="Google Shape;8861;p77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8862" name="Google Shape;8862;p77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8863" name="Google Shape;8863;p77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8864" name="Google Shape;8864;p77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8865" name="Google Shape;8865;p77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866" name="Google Shape;8866;p77"/>
                <p:cNvGrpSpPr/>
                <p:nvPr/>
              </p:nvGrpSpPr>
              <p:grpSpPr>
                <a:xfrm>
                  <a:off x="5775048" y="3892549"/>
                  <a:ext cx="778309" cy="59708"/>
                  <a:chOff x="5775048" y="3892549"/>
                  <a:chExt cx="778309" cy="59708"/>
                </a:xfrm>
              </p:grpSpPr>
              <p:sp>
                <p:nvSpPr>
                  <p:cNvPr id="8867" name="Google Shape;8867;p77"/>
                  <p:cNvSpPr/>
                  <p:nvPr/>
                </p:nvSpPr>
                <p:spPr>
                  <a:xfrm rot="-5400000">
                    <a:off x="6134348" y="3533249"/>
                    <a:ext cx="59708" cy="7783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68" name="Google Shape;8868;p77"/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69" name="Google Shape;8869;p77"/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8870" name="Google Shape;8870;p77"/>
            <p:cNvGrpSpPr/>
            <p:nvPr/>
          </p:nvGrpSpPr>
          <p:grpSpPr>
            <a:xfrm>
              <a:off x="5662747" y="1329092"/>
              <a:ext cx="2373762" cy="2377757"/>
              <a:chOff x="5662747" y="1329092"/>
              <a:chExt cx="2373762" cy="2377757"/>
            </a:xfrm>
          </p:grpSpPr>
          <p:grpSp>
            <p:nvGrpSpPr>
              <p:cNvPr id="8871" name="Google Shape;8871;p77"/>
              <p:cNvGrpSpPr/>
              <p:nvPr/>
            </p:nvGrpSpPr>
            <p:grpSpPr>
              <a:xfrm rot="2420597">
                <a:off x="6015587" y="1666532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8872" name="Google Shape;8872;p77"/>
                <p:cNvGrpSpPr/>
                <p:nvPr/>
              </p:nvGrpSpPr>
              <p:grpSpPr>
                <a:xfrm>
                  <a:off x="5811486" y="1624311"/>
                  <a:ext cx="1668083" cy="1702876"/>
                  <a:chOff x="5811486" y="1624311"/>
                  <a:chExt cx="1668083" cy="1702876"/>
                </a:xfrm>
              </p:grpSpPr>
              <p:grpSp>
                <p:nvGrpSpPr>
                  <p:cNvPr id="8873" name="Google Shape;8873;p77"/>
                  <p:cNvGrpSpPr/>
                  <p:nvPr/>
                </p:nvGrpSpPr>
                <p:grpSpPr>
                  <a:xfrm rot="-3495342">
                    <a:off x="6006485" y="1890354"/>
                    <a:ext cx="1278085" cy="1170790"/>
                    <a:chOff x="5701956" y="1773008"/>
                    <a:chExt cx="2320919" cy="2112818"/>
                  </a:xfrm>
                </p:grpSpPr>
                <p:grpSp>
                  <p:nvGrpSpPr>
                    <p:cNvPr id="8874" name="Google Shape;8874;p77"/>
                    <p:cNvGrpSpPr/>
                    <p:nvPr/>
                  </p:nvGrpSpPr>
                  <p:grpSpPr>
                    <a:xfrm>
                      <a:off x="5701956" y="1773008"/>
                      <a:ext cx="2320919" cy="2112818"/>
                      <a:chOff x="5797343" y="2178392"/>
                      <a:chExt cx="2320919" cy="2112818"/>
                    </a:xfrm>
                  </p:grpSpPr>
                  <p:grpSp>
                    <p:nvGrpSpPr>
                      <p:cNvPr id="8875" name="Google Shape;8875;p77"/>
                      <p:cNvGrpSpPr/>
                      <p:nvPr/>
                    </p:nvGrpSpPr>
                    <p:grpSpPr>
                      <a:xfrm>
                        <a:off x="5797343" y="2178392"/>
                        <a:ext cx="2320919" cy="2112818"/>
                        <a:chOff x="5587545" y="1682358"/>
                        <a:chExt cx="2320919" cy="2112818"/>
                      </a:xfrm>
                    </p:grpSpPr>
                    <p:sp>
                      <p:nvSpPr>
                        <p:cNvPr id="8876" name="Google Shape;8876;p77"/>
                        <p:cNvSpPr/>
                        <p:nvPr/>
                      </p:nvSpPr>
                      <p:spPr>
                        <a:xfrm>
                          <a:off x="6850705" y="2763143"/>
                          <a:ext cx="1057759" cy="1032033"/>
                        </a:xfrm>
                        <a:prstGeom prst="ellipse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8877" name="Google Shape;8877;p77"/>
                        <p:cNvSpPr/>
                        <p:nvPr/>
                      </p:nvSpPr>
                      <p:spPr>
                        <a:xfrm rot="7768561">
                          <a:off x="6099463" y="1750485"/>
                          <a:ext cx="1032301" cy="1813530"/>
                        </a:xfrm>
                        <a:prstGeom prst="flowChartManualOperation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  <p:sp>
                    <p:nvSpPr>
                      <p:cNvPr id="8878" name="Google Shape;8878;p77"/>
                      <p:cNvSpPr/>
                      <p:nvPr/>
                    </p:nvSpPr>
                    <p:spPr>
                      <a:xfrm>
                        <a:off x="5819210" y="2270542"/>
                        <a:ext cx="611999" cy="612001"/>
                      </a:xfrm>
                      <a:prstGeom prst="ellipse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8879" name="Google Shape;8879;p77"/>
                    <p:cNvSpPr/>
                    <p:nvPr/>
                  </p:nvSpPr>
                  <p:spPr>
                    <a:xfrm rot="7723891">
                      <a:off x="6283368" y="1841295"/>
                      <a:ext cx="919947" cy="1825612"/>
                    </a:xfrm>
                    <a:prstGeom prst="flowChartManualOperation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8880" name="Google Shape;8880;p77"/>
                  <p:cNvSpPr/>
                  <p:nvPr/>
                </p:nvSpPr>
                <p:spPr>
                  <a:xfrm>
                    <a:off x="6945606" y="2185786"/>
                    <a:ext cx="288000" cy="288000"/>
                  </a:xfrm>
                  <a:prstGeom prst="ellipse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881" name="Google Shape;8881;p77"/>
                <p:cNvSpPr/>
                <p:nvPr/>
              </p:nvSpPr>
              <p:spPr>
                <a:xfrm>
                  <a:off x="6027038" y="2602851"/>
                  <a:ext cx="144000" cy="144000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882" name="Google Shape;8882;p77"/>
              <p:cNvSpPr/>
              <p:nvPr/>
            </p:nvSpPr>
            <p:spPr>
              <a:xfrm>
                <a:off x="7413976" y="2713934"/>
                <a:ext cx="108000" cy="1080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83" name="Google Shape;8883;p77"/>
          <p:cNvGrpSpPr/>
          <p:nvPr/>
        </p:nvGrpSpPr>
        <p:grpSpPr>
          <a:xfrm rot="-2166864">
            <a:off x="6190613" y="1795934"/>
            <a:ext cx="2373762" cy="2377757"/>
            <a:chOff x="5662747" y="1329092"/>
            <a:chExt cx="2373762" cy="2377757"/>
          </a:xfrm>
        </p:grpSpPr>
        <p:grpSp>
          <p:nvGrpSpPr>
            <p:cNvPr id="8884" name="Google Shape;8884;p77"/>
            <p:cNvGrpSpPr/>
            <p:nvPr/>
          </p:nvGrpSpPr>
          <p:grpSpPr>
            <a:xfrm rot="2420597">
              <a:off x="6015587" y="1666532"/>
              <a:ext cx="1668083" cy="1702876"/>
              <a:chOff x="5811486" y="1624311"/>
              <a:chExt cx="1668083" cy="1702876"/>
            </a:xfrm>
          </p:grpSpPr>
          <p:grpSp>
            <p:nvGrpSpPr>
              <p:cNvPr id="8885" name="Google Shape;8885;p77"/>
              <p:cNvGrpSpPr/>
              <p:nvPr/>
            </p:nvGrpSpPr>
            <p:grpSpPr>
              <a:xfrm>
                <a:off x="5811486" y="1624311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8886" name="Google Shape;8886;p77"/>
                <p:cNvGrpSpPr/>
                <p:nvPr/>
              </p:nvGrpSpPr>
              <p:grpSpPr>
                <a:xfrm rot="-3495342">
                  <a:off x="6006485" y="1890354"/>
                  <a:ext cx="1278085" cy="1170790"/>
                  <a:chOff x="5701956" y="1773008"/>
                  <a:chExt cx="2320919" cy="2112818"/>
                </a:xfrm>
              </p:grpSpPr>
              <p:grpSp>
                <p:nvGrpSpPr>
                  <p:cNvPr id="8887" name="Google Shape;8887;p77"/>
                  <p:cNvGrpSpPr/>
                  <p:nvPr/>
                </p:nvGrpSpPr>
                <p:grpSpPr>
                  <a:xfrm>
                    <a:off x="5701956" y="1773008"/>
                    <a:ext cx="2320919" cy="2112818"/>
                    <a:chOff x="5797343" y="2178392"/>
                    <a:chExt cx="2320919" cy="2112818"/>
                  </a:xfrm>
                </p:grpSpPr>
                <p:grpSp>
                  <p:nvGrpSpPr>
                    <p:cNvPr id="8888" name="Google Shape;8888;p77"/>
                    <p:cNvGrpSpPr/>
                    <p:nvPr/>
                  </p:nvGrpSpPr>
                  <p:grpSpPr>
                    <a:xfrm>
                      <a:off x="5797343" y="2178392"/>
                      <a:ext cx="2320919" cy="2112818"/>
                      <a:chOff x="5587545" y="1682358"/>
                      <a:chExt cx="2320919" cy="2112818"/>
                    </a:xfrm>
                  </p:grpSpPr>
                  <p:sp>
                    <p:nvSpPr>
                      <p:cNvPr id="8889" name="Google Shape;8889;p77"/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890" name="Google Shape;8890;p77"/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8891" name="Google Shape;8891;p77"/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8892" name="Google Shape;8892;p77"/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893" name="Google Shape;8893;p77"/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894" name="Google Shape;8894;p77"/>
              <p:cNvSpPr/>
              <p:nvPr/>
            </p:nvSpPr>
            <p:spPr>
              <a:xfrm>
                <a:off x="6027038" y="2602851"/>
                <a:ext cx="144000" cy="144000"/>
              </a:xfrm>
              <a:prstGeom prst="ellipse">
                <a:avLst/>
              </a:prstGeom>
              <a:solidFill>
                <a:srgbClr val="3F3F3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95" name="Google Shape;8895;p77"/>
            <p:cNvSpPr/>
            <p:nvPr/>
          </p:nvSpPr>
          <p:spPr>
            <a:xfrm>
              <a:off x="6371404" y="2294835"/>
              <a:ext cx="108000" cy="10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3000" fill="hold"/>
                                        <p:tgtEl>
                                          <p:spTgt spid="86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3000" fill="hold"/>
                                        <p:tgtEl>
                                          <p:spTgt spid="86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9" name="Shape 8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0" name="Google Shape;8900;p78"/>
          <p:cNvSpPr txBox="1"/>
          <p:nvPr>
            <p:ph idx="1" type="subTitle"/>
          </p:nvPr>
        </p:nvSpPr>
        <p:spPr>
          <a:xfrm>
            <a:off x="275855" y="248734"/>
            <a:ext cx="9144000" cy="993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s-ES" sz="3200">
                <a:solidFill>
                  <a:srgbClr val="FF0000"/>
                </a:solidFill>
              </a:rPr>
              <a:t>Vista lateral</a:t>
            </a:r>
            <a:endParaRPr/>
          </a:p>
        </p:txBody>
      </p:sp>
      <p:grpSp>
        <p:nvGrpSpPr>
          <p:cNvPr id="8901" name="Google Shape;8901;p78"/>
          <p:cNvGrpSpPr/>
          <p:nvPr/>
        </p:nvGrpSpPr>
        <p:grpSpPr>
          <a:xfrm>
            <a:off x="5097549" y="123720"/>
            <a:ext cx="6487634" cy="6334364"/>
            <a:chOff x="5739808" y="1624311"/>
            <a:chExt cx="5239462" cy="5015238"/>
          </a:xfrm>
        </p:grpSpPr>
        <p:grpSp>
          <p:nvGrpSpPr>
            <p:cNvPr id="8902" name="Google Shape;8902;p78"/>
            <p:cNvGrpSpPr/>
            <p:nvPr/>
          </p:nvGrpSpPr>
          <p:grpSpPr>
            <a:xfrm>
              <a:off x="5739808" y="2428623"/>
              <a:ext cx="848023" cy="2128294"/>
              <a:chOff x="5739808" y="2428623"/>
              <a:chExt cx="848023" cy="2128294"/>
            </a:xfrm>
          </p:grpSpPr>
          <p:grpSp>
            <p:nvGrpSpPr>
              <p:cNvPr id="8903" name="Google Shape;8903;p78"/>
              <p:cNvGrpSpPr/>
              <p:nvPr/>
            </p:nvGrpSpPr>
            <p:grpSpPr>
              <a:xfrm>
                <a:off x="5739808" y="3709395"/>
                <a:ext cx="848023" cy="847523"/>
                <a:chOff x="5739808" y="3709395"/>
                <a:chExt cx="848023" cy="847523"/>
              </a:xfrm>
            </p:grpSpPr>
            <p:grpSp>
              <p:nvGrpSpPr>
                <p:cNvPr id="8904" name="Google Shape;8904;p78"/>
                <p:cNvGrpSpPr/>
                <p:nvPr/>
              </p:nvGrpSpPr>
              <p:grpSpPr>
                <a:xfrm>
                  <a:off x="5739808" y="3709395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8905" name="Google Shape;8905;p78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8906" name="Google Shape;8906;p78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907" name="Google Shape;8907;p78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8908" name="Google Shape;8908;p78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09" name="Google Shape;8909;p78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910" name="Google Shape;8910;p78"/>
                <p:cNvGrpSpPr/>
                <p:nvPr/>
              </p:nvGrpSpPr>
              <p:grpSpPr>
                <a:xfrm flipH="1">
                  <a:off x="6235721" y="3709657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8911" name="Google Shape;8911;p78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8912" name="Google Shape;8912;p78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913" name="Google Shape;8913;p78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8914" name="Google Shape;8914;p78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15" name="Google Shape;8915;p78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916" name="Google Shape;8916;p78"/>
              <p:cNvGrpSpPr/>
              <p:nvPr/>
            </p:nvGrpSpPr>
            <p:grpSpPr>
              <a:xfrm>
                <a:off x="5775048" y="2428623"/>
                <a:ext cx="779055" cy="1666542"/>
                <a:chOff x="5775048" y="2428623"/>
                <a:chExt cx="779055" cy="1666542"/>
              </a:xfrm>
            </p:grpSpPr>
            <p:grpSp>
              <p:nvGrpSpPr>
                <p:cNvPr id="8917" name="Google Shape;8917;p78"/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</p:grpSpPr>
              <p:grpSp>
                <p:nvGrpSpPr>
                  <p:cNvPr id="8918" name="Google Shape;8918;p78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8919" name="Google Shape;8919;p78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8920" name="Google Shape;8920;p78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8921" name="Google Shape;8921;p78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8922" name="Google Shape;8922;p78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8923" name="Google Shape;8923;p78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8924" name="Google Shape;8924;p78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8925" name="Google Shape;8925;p78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8926" name="Google Shape;8926;p78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8927" name="Google Shape;8927;p78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8928" name="Google Shape;8928;p78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8929" name="Google Shape;8929;p78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8930" name="Google Shape;8930;p78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8931" name="Google Shape;8931;p78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8932" name="Google Shape;8932;p78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8933" name="Google Shape;8933;p78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8934" name="Google Shape;8934;p78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8935" name="Google Shape;8935;p78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solidFill>
                          <a:srgbClr val="595959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8936" name="Google Shape;8936;p78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8937" name="Google Shape;8937;p78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8938" name="Google Shape;8938;p78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939" name="Google Shape;8939;p78"/>
                <p:cNvGrpSpPr/>
                <p:nvPr/>
              </p:nvGrpSpPr>
              <p:grpSpPr>
                <a:xfrm>
                  <a:off x="5775048" y="3892549"/>
                  <a:ext cx="778309" cy="59708"/>
                  <a:chOff x="5775048" y="3892549"/>
                  <a:chExt cx="778309" cy="59708"/>
                </a:xfrm>
              </p:grpSpPr>
              <p:sp>
                <p:nvSpPr>
                  <p:cNvPr id="8940" name="Google Shape;8940;p78"/>
                  <p:cNvSpPr/>
                  <p:nvPr/>
                </p:nvSpPr>
                <p:spPr>
                  <a:xfrm rot="-5400000">
                    <a:off x="6134348" y="3533249"/>
                    <a:ext cx="59708" cy="778309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41" name="Google Shape;8941;p78"/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42" name="Google Shape;8942;p78"/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8943" name="Google Shape;8943;p78"/>
            <p:cNvGrpSpPr/>
            <p:nvPr/>
          </p:nvGrpSpPr>
          <p:grpSpPr>
            <a:xfrm>
              <a:off x="6750766" y="1886100"/>
              <a:ext cx="2320919" cy="2112818"/>
              <a:chOff x="5701956" y="1773008"/>
              <a:chExt cx="2320919" cy="2112818"/>
            </a:xfrm>
          </p:grpSpPr>
          <p:grpSp>
            <p:nvGrpSpPr>
              <p:cNvPr id="8944" name="Google Shape;8944;p78"/>
              <p:cNvGrpSpPr/>
              <p:nvPr/>
            </p:nvGrpSpPr>
            <p:grpSpPr>
              <a:xfrm>
                <a:off x="5701956" y="1773008"/>
                <a:ext cx="2320919" cy="2112818"/>
                <a:chOff x="5797343" y="2178392"/>
                <a:chExt cx="2320919" cy="2112818"/>
              </a:xfrm>
            </p:grpSpPr>
            <p:grpSp>
              <p:nvGrpSpPr>
                <p:cNvPr id="8945" name="Google Shape;8945;p78"/>
                <p:cNvGrpSpPr/>
                <p:nvPr/>
              </p:nvGrpSpPr>
              <p:grpSpPr>
                <a:xfrm>
                  <a:off x="5797343" y="2178392"/>
                  <a:ext cx="2320919" cy="2112818"/>
                  <a:chOff x="5587545" y="1682358"/>
                  <a:chExt cx="2320919" cy="2112818"/>
                </a:xfrm>
              </p:grpSpPr>
              <p:sp>
                <p:nvSpPr>
                  <p:cNvPr id="8946" name="Google Shape;8946;p78"/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47" name="Google Shape;8947;p78"/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948" name="Google Shape;8948;p78"/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949" name="Google Shape;8949;p78"/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solidFill>
                <a:srgbClr val="A5A5A5"/>
              </a:solidFill>
              <a:ln cap="flat" cmpd="sng" w="19050">
                <a:solidFill>
                  <a:srgbClr val="A5A5A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50" name="Google Shape;8950;p78"/>
            <p:cNvGrpSpPr/>
            <p:nvPr/>
          </p:nvGrpSpPr>
          <p:grpSpPr>
            <a:xfrm>
              <a:off x="7991273" y="3108960"/>
              <a:ext cx="1192486" cy="1369240"/>
              <a:chOff x="7991273" y="3108960"/>
              <a:chExt cx="1192486" cy="1369240"/>
            </a:xfrm>
          </p:grpSpPr>
          <p:grpSp>
            <p:nvGrpSpPr>
              <p:cNvPr id="8951" name="Google Shape;8951;p78"/>
              <p:cNvGrpSpPr/>
              <p:nvPr/>
            </p:nvGrpSpPr>
            <p:grpSpPr>
              <a:xfrm>
                <a:off x="7991273" y="3108960"/>
                <a:ext cx="1192486" cy="1369240"/>
                <a:chOff x="7991273" y="2902563"/>
                <a:chExt cx="1378938" cy="1575637"/>
              </a:xfrm>
            </p:grpSpPr>
            <p:sp>
              <p:nvSpPr>
                <p:cNvPr id="8952" name="Google Shape;8952;p78"/>
                <p:cNvSpPr/>
                <p:nvPr/>
              </p:nvSpPr>
              <p:spPr>
                <a:xfrm>
                  <a:off x="8256775" y="2902563"/>
                  <a:ext cx="847929" cy="8640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953" name="Google Shape;8953;p78"/>
                <p:cNvGrpSpPr/>
                <p:nvPr/>
              </p:nvGrpSpPr>
              <p:grpSpPr>
                <a:xfrm>
                  <a:off x="7991273" y="2912222"/>
                  <a:ext cx="1378938" cy="1565978"/>
                  <a:chOff x="7991273" y="2899522"/>
                  <a:chExt cx="1378938" cy="1565978"/>
                </a:xfrm>
              </p:grpSpPr>
              <p:sp>
                <p:nvSpPr>
                  <p:cNvPr id="8954" name="Google Shape;8954;p78"/>
                  <p:cNvSpPr/>
                  <p:nvPr/>
                </p:nvSpPr>
                <p:spPr>
                  <a:xfrm flipH="1" rot="10800000">
                    <a:off x="7991273" y="3227996"/>
                    <a:ext cx="1378938" cy="1237504"/>
                  </a:xfrm>
                  <a:prstGeom prst="flowChartManualOperation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55" name="Google Shape;8955;p78"/>
                  <p:cNvSpPr/>
                  <p:nvPr/>
                </p:nvSpPr>
                <p:spPr>
                  <a:xfrm>
                    <a:off x="8263838" y="2899522"/>
                    <a:ext cx="832576" cy="828532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A5A5A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956" name="Google Shape;8956;p78"/>
              <p:cNvGrpSpPr/>
              <p:nvPr/>
            </p:nvGrpSpPr>
            <p:grpSpPr>
              <a:xfrm>
                <a:off x="8264231" y="3302025"/>
                <a:ext cx="650381" cy="648002"/>
                <a:chOff x="6536859" y="3235415"/>
                <a:chExt cx="702798" cy="718511"/>
              </a:xfrm>
            </p:grpSpPr>
            <p:grpSp>
              <p:nvGrpSpPr>
                <p:cNvPr id="8957" name="Google Shape;8957;p78"/>
                <p:cNvGrpSpPr/>
                <p:nvPr/>
              </p:nvGrpSpPr>
              <p:grpSpPr>
                <a:xfrm>
                  <a:off x="6614242" y="3319782"/>
                  <a:ext cx="540000" cy="540000"/>
                  <a:chOff x="6614242" y="3319782"/>
                  <a:chExt cx="540000" cy="540000"/>
                </a:xfrm>
              </p:grpSpPr>
              <p:sp>
                <p:nvSpPr>
                  <p:cNvPr id="8958" name="Google Shape;8958;p78"/>
                  <p:cNvSpPr/>
                  <p:nvPr/>
                </p:nvSpPr>
                <p:spPr>
                  <a:xfrm>
                    <a:off x="6614242" y="3319782"/>
                    <a:ext cx="540000" cy="540000"/>
                  </a:xfrm>
                  <a:prstGeom prst="rect">
                    <a:avLst/>
                  </a:prstGeom>
                  <a:solidFill>
                    <a:srgbClr val="D8D8D8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59" name="Google Shape;8959;p78"/>
                  <p:cNvSpPr/>
                  <p:nvPr/>
                </p:nvSpPr>
                <p:spPr>
                  <a:xfrm>
                    <a:off x="6812242" y="3517782"/>
                    <a:ext cx="144000" cy="144000"/>
                  </a:xfrm>
                  <a:prstGeom prst="ellipse">
                    <a:avLst/>
                  </a:prstGeom>
                  <a:solidFill>
                    <a:schemeClr val="dk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960" name="Google Shape;8960;p78"/>
                <p:cNvGrpSpPr/>
                <p:nvPr/>
              </p:nvGrpSpPr>
              <p:grpSpPr>
                <a:xfrm>
                  <a:off x="7045881" y="3247782"/>
                  <a:ext cx="193774" cy="217499"/>
                  <a:chOff x="7045881" y="3247782"/>
                  <a:chExt cx="193774" cy="217499"/>
                </a:xfrm>
              </p:grpSpPr>
              <p:sp>
                <p:nvSpPr>
                  <p:cNvPr id="8961" name="Google Shape;8961;p78"/>
                  <p:cNvSpPr/>
                  <p:nvPr/>
                </p:nvSpPr>
                <p:spPr>
                  <a:xfrm>
                    <a:off x="7086400" y="3247782"/>
                    <a:ext cx="144000" cy="144000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62" name="Google Shape;8962;p78"/>
                  <p:cNvSpPr/>
                  <p:nvPr/>
                </p:nvSpPr>
                <p:spPr>
                  <a:xfrm>
                    <a:off x="7045881" y="3247920"/>
                    <a:ext cx="179233" cy="5975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63" name="Google Shape;8963;p78"/>
                  <p:cNvSpPr/>
                  <p:nvPr/>
                </p:nvSpPr>
                <p:spPr>
                  <a:xfrm rot="5400000">
                    <a:off x="7111134" y="3336759"/>
                    <a:ext cx="184944" cy="72099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964" name="Google Shape;8964;p78"/>
                <p:cNvGrpSpPr/>
                <p:nvPr/>
              </p:nvGrpSpPr>
              <p:grpSpPr>
                <a:xfrm rot="5400000">
                  <a:off x="7023341" y="3737610"/>
                  <a:ext cx="199994" cy="232637"/>
                  <a:chOff x="7045882" y="3233241"/>
                  <a:chExt cx="199994" cy="232637"/>
                </a:xfrm>
              </p:grpSpPr>
              <p:sp>
                <p:nvSpPr>
                  <p:cNvPr id="8965" name="Google Shape;8965;p78"/>
                  <p:cNvSpPr/>
                  <p:nvPr/>
                </p:nvSpPr>
                <p:spPr>
                  <a:xfrm>
                    <a:off x="7086401" y="3247782"/>
                    <a:ext cx="144000" cy="144000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66" name="Google Shape;8966;p78"/>
                  <p:cNvSpPr/>
                  <p:nvPr/>
                </p:nvSpPr>
                <p:spPr>
                  <a:xfrm>
                    <a:off x="7045882" y="3233241"/>
                    <a:ext cx="199994" cy="71861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67" name="Google Shape;8967;p78"/>
                  <p:cNvSpPr/>
                  <p:nvPr/>
                </p:nvSpPr>
                <p:spPr>
                  <a:xfrm rot="5400000">
                    <a:off x="7123388" y="3349412"/>
                    <a:ext cx="157603" cy="75329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968" name="Google Shape;8968;p78"/>
                <p:cNvGrpSpPr/>
                <p:nvPr/>
              </p:nvGrpSpPr>
              <p:grpSpPr>
                <a:xfrm rot="10800000">
                  <a:off x="6536859" y="3714968"/>
                  <a:ext cx="184520" cy="210352"/>
                  <a:chOff x="7045881" y="3254925"/>
                  <a:chExt cx="184520" cy="210352"/>
                </a:xfrm>
              </p:grpSpPr>
              <p:sp>
                <p:nvSpPr>
                  <p:cNvPr id="8969" name="Google Shape;8969;p78"/>
                  <p:cNvSpPr/>
                  <p:nvPr/>
                </p:nvSpPr>
                <p:spPr>
                  <a:xfrm>
                    <a:off x="7086400" y="3254925"/>
                    <a:ext cx="144000" cy="144000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70" name="Google Shape;8970;p78"/>
                  <p:cNvSpPr/>
                  <p:nvPr/>
                </p:nvSpPr>
                <p:spPr>
                  <a:xfrm>
                    <a:off x="7045881" y="3254926"/>
                    <a:ext cx="184520" cy="52749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71" name="Google Shape;8971;p78"/>
                  <p:cNvSpPr/>
                  <p:nvPr/>
                </p:nvSpPr>
                <p:spPr>
                  <a:xfrm rot="5400000">
                    <a:off x="7118889" y="3353767"/>
                    <a:ext cx="157603" cy="6541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972" name="Google Shape;8972;p78"/>
                <p:cNvGrpSpPr/>
                <p:nvPr/>
              </p:nvGrpSpPr>
              <p:grpSpPr>
                <a:xfrm rot="-5400000">
                  <a:off x="6559393" y="3219373"/>
                  <a:ext cx="185412" cy="217495"/>
                  <a:chOff x="7051671" y="3247782"/>
                  <a:chExt cx="185412" cy="217495"/>
                </a:xfrm>
              </p:grpSpPr>
              <p:sp>
                <p:nvSpPr>
                  <p:cNvPr id="8973" name="Google Shape;8973;p78"/>
                  <p:cNvSpPr/>
                  <p:nvPr/>
                </p:nvSpPr>
                <p:spPr>
                  <a:xfrm>
                    <a:off x="7086400" y="3247783"/>
                    <a:ext cx="144000" cy="144000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74" name="Google Shape;8974;p78"/>
                  <p:cNvSpPr/>
                  <p:nvPr/>
                </p:nvSpPr>
                <p:spPr>
                  <a:xfrm>
                    <a:off x="7051671" y="3247782"/>
                    <a:ext cx="185412" cy="5751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975" name="Google Shape;8975;p78"/>
                  <p:cNvSpPr/>
                  <p:nvPr/>
                </p:nvSpPr>
                <p:spPr>
                  <a:xfrm rot="5400000">
                    <a:off x="7118892" y="3353767"/>
                    <a:ext cx="157603" cy="65417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8976" name="Google Shape;8976;p78"/>
            <p:cNvGrpSpPr/>
            <p:nvPr/>
          </p:nvGrpSpPr>
          <p:grpSpPr>
            <a:xfrm>
              <a:off x="5811486" y="1624311"/>
              <a:ext cx="1668083" cy="1702876"/>
              <a:chOff x="5811486" y="1624311"/>
              <a:chExt cx="1668083" cy="1702876"/>
            </a:xfrm>
          </p:grpSpPr>
          <p:grpSp>
            <p:nvGrpSpPr>
              <p:cNvPr id="8977" name="Google Shape;8977;p78"/>
              <p:cNvGrpSpPr/>
              <p:nvPr/>
            </p:nvGrpSpPr>
            <p:grpSpPr>
              <a:xfrm>
                <a:off x="5811486" y="1624311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8978" name="Google Shape;8978;p78"/>
                <p:cNvGrpSpPr/>
                <p:nvPr/>
              </p:nvGrpSpPr>
              <p:grpSpPr>
                <a:xfrm rot="-3495342">
                  <a:off x="6006485" y="1890354"/>
                  <a:ext cx="1278085" cy="1170790"/>
                  <a:chOff x="5701956" y="1773008"/>
                  <a:chExt cx="2320919" cy="2112818"/>
                </a:xfrm>
              </p:grpSpPr>
              <p:grpSp>
                <p:nvGrpSpPr>
                  <p:cNvPr id="8979" name="Google Shape;8979;p78"/>
                  <p:cNvGrpSpPr/>
                  <p:nvPr/>
                </p:nvGrpSpPr>
                <p:grpSpPr>
                  <a:xfrm>
                    <a:off x="5701956" y="1773008"/>
                    <a:ext cx="2320919" cy="2112818"/>
                    <a:chOff x="5797343" y="2178392"/>
                    <a:chExt cx="2320919" cy="2112818"/>
                  </a:xfrm>
                </p:grpSpPr>
                <p:grpSp>
                  <p:nvGrpSpPr>
                    <p:cNvPr id="8980" name="Google Shape;8980;p78"/>
                    <p:cNvGrpSpPr/>
                    <p:nvPr/>
                  </p:nvGrpSpPr>
                  <p:grpSpPr>
                    <a:xfrm>
                      <a:off x="5797343" y="2178392"/>
                      <a:ext cx="2320919" cy="2112818"/>
                      <a:chOff x="5587545" y="1682358"/>
                      <a:chExt cx="2320919" cy="2112818"/>
                    </a:xfrm>
                  </p:grpSpPr>
                  <p:sp>
                    <p:nvSpPr>
                      <p:cNvPr id="8981" name="Google Shape;8981;p78"/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982" name="Google Shape;8982;p78"/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8983" name="Google Shape;8983;p78"/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8984" name="Google Shape;8984;p78"/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985" name="Google Shape;8985;p78"/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986" name="Google Shape;8986;p78"/>
              <p:cNvSpPr/>
              <p:nvPr/>
            </p:nvSpPr>
            <p:spPr>
              <a:xfrm>
                <a:off x="6089175" y="2570070"/>
                <a:ext cx="144000" cy="144000"/>
              </a:xfrm>
              <a:prstGeom prst="ellipse">
                <a:avLst/>
              </a:prstGeom>
              <a:solidFill>
                <a:srgbClr val="3F3F3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987" name="Google Shape;8987;p78"/>
            <p:cNvSpPr/>
            <p:nvPr/>
          </p:nvSpPr>
          <p:spPr>
            <a:xfrm>
              <a:off x="6291474" y="2530285"/>
              <a:ext cx="108000" cy="10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8" name="Google Shape;8988;p78"/>
            <p:cNvSpPr/>
            <p:nvPr/>
          </p:nvSpPr>
          <p:spPr>
            <a:xfrm>
              <a:off x="6103211" y="3035450"/>
              <a:ext cx="108000" cy="10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9" name="Google Shape;8989;p78"/>
            <p:cNvSpPr/>
            <p:nvPr/>
          </p:nvSpPr>
          <p:spPr>
            <a:xfrm>
              <a:off x="7836051" y="4369949"/>
              <a:ext cx="108000" cy="10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0" name="Google Shape;8990;p78"/>
            <p:cNvSpPr/>
            <p:nvPr/>
          </p:nvSpPr>
          <p:spPr>
            <a:xfrm>
              <a:off x="8531706" y="3190317"/>
              <a:ext cx="108000" cy="10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1" name="Google Shape;8991;p78"/>
            <p:cNvSpPr/>
            <p:nvPr/>
          </p:nvSpPr>
          <p:spPr>
            <a:xfrm>
              <a:off x="6931565" y="2095862"/>
              <a:ext cx="108000" cy="10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2" name="Google Shape;8992;p78"/>
            <p:cNvSpPr/>
            <p:nvPr/>
          </p:nvSpPr>
          <p:spPr>
            <a:xfrm>
              <a:off x="5977502" y="3781235"/>
              <a:ext cx="108000" cy="10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3" name="Google Shape;8993;p78"/>
            <p:cNvSpPr/>
            <p:nvPr/>
          </p:nvSpPr>
          <p:spPr>
            <a:xfrm>
              <a:off x="6226142" y="3952430"/>
              <a:ext cx="108000" cy="10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94" name="Google Shape;8994;p78"/>
            <p:cNvGrpSpPr/>
            <p:nvPr/>
          </p:nvGrpSpPr>
          <p:grpSpPr>
            <a:xfrm>
              <a:off x="7379270" y="4515549"/>
              <a:ext cx="3600000" cy="2124000"/>
              <a:chOff x="7379270" y="4515549"/>
              <a:chExt cx="3600000" cy="2124000"/>
            </a:xfrm>
          </p:grpSpPr>
          <p:sp>
            <p:nvSpPr>
              <p:cNvPr id="8995" name="Google Shape;8995;p78"/>
              <p:cNvSpPr/>
              <p:nvPr/>
            </p:nvSpPr>
            <p:spPr>
              <a:xfrm>
                <a:off x="8174068" y="5608375"/>
                <a:ext cx="1028742" cy="788098"/>
              </a:xfrm>
              <a:prstGeom prst="frame">
                <a:avLst>
                  <a:gd fmla="val 5522" name="adj1"/>
                </a:avLst>
              </a:prstGeom>
              <a:solidFill>
                <a:srgbClr val="BFBFB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6" name="Google Shape;8996;p78"/>
              <p:cNvSpPr/>
              <p:nvPr/>
            </p:nvSpPr>
            <p:spPr>
              <a:xfrm>
                <a:off x="9198999" y="5436549"/>
                <a:ext cx="1111511" cy="1002000"/>
              </a:xfrm>
              <a:prstGeom prst="frame">
                <a:avLst>
                  <a:gd fmla="val 5522" name="adj1"/>
                </a:avLst>
              </a:prstGeom>
              <a:solidFill>
                <a:srgbClr val="BFBFB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997" name="Google Shape;8997;p78"/>
              <p:cNvGrpSpPr/>
              <p:nvPr/>
            </p:nvGrpSpPr>
            <p:grpSpPr>
              <a:xfrm>
                <a:off x="7379270" y="4515549"/>
                <a:ext cx="3600000" cy="2124000"/>
                <a:chOff x="6968452" y="4347629"/>
                <a:chExt cx="3600000" cy="2124000"/>
              </a:xfrm>
            </p:grpSpPr>
            <p:grpSp>
              <p:nvGrpSpPr>
                <p:cNvPr id="8998" name="Google Shape;8998;p78"/>
                <p:cNvGrpSpPr/>
                <p:nvPr/>
              </p:nvGrpSpPr>
              <p:grpSpPr>
                <a:xfrm>
                  <a:off x="6968452" y="4347629"/>
                  <a:ext cx="3600000" cy="1980000"/>
                  <a:chOff x="6133565" y="4657920"/>
                  <a:chExt cx="3600000" cy="1980000"/>
                </a:xfrm>
              </p:grpSpPr>
              <p:grpSp>
                <p:nvGrpSpPr>
                  <p:cNvPr id="8999" name="Google Shape;8999;p78"/>
                  <p:cNvGrpSpPr/>
                  <p:nvPr/>
                </p:nvGrpSpPr>
                <p:grpSpPr>
                  <a:xfrm>
                    <a:off x="6133565" y="4657920"/>
                    <a:ext cx="3600000" cy="1980000"/>
                    <a:chOff x="6133565" y="4657920"/>
                    <a:chExt cx="3600000" cy="1980000"/>
                  </a:xfrm>
                </p:grpSpPr>
                <p:sp>
                  <p:nvSpPr>
                    <p:cNvPr id="9000" name="Google Shape;9000;p78"/>
                    <p:cNvSpPr/>
                    <p:nvPr/>
                  </p:nvSpPr>
                  <p:spPr>
                    <a:xfrm>
                      <a:off x="6493565" y="4657920"/>
                      <a:ext cx="2880000" cy="180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001" name="Google Shape;9001;p78"/>
                    <p:cNvSpPr/>
                    <p:nvPr/>
                  </p:nvSpPr>
                  <p:spPr>
                    <a:xfrm>
                      <a:off x="6133565" y="6457920"/>
                      <a:ext cx="3600000" cy="180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002" name="Google Shape;9002;p78"/>
                  <p:cNvGrpSpPr/>
                  <p:nvPr/>
                </p:nvGrpSpPr>
                <p:grpSpPr>
                  <a:xfrm>
                    <a:off x="6493565" y="4837920"/>
                    <a:ext cx="2880000" cy="1621629"/>
                    <a:chOff x="6493565" y="4837920"/>
                    <a:chExt cx="2880000" cy="1621629"/>
                  </a:xfrm>
                </p:grpSpPr>
                <p:grpSp>
                  <p:nvGrpSpPr>
                    <p:cNvPr id="9003" name="Google Shape;9003;p78"/>
                    <p:cNvGrpSpPr/>
                    <p:nvPr/>
                  </p:nvGrpSpPr>
                  <p:grpSpPr>
                    <a:xfrm>
                      <a:off x="6493565" y="4837920"/>
                      <a:ext cx="252000" cy="1621629"/>
                      <a:chOff x="6493565" y="4837920"/>
                      <a:chExt cx="252000" cy="1621629"/>
                    </a:xfrm>
                  </p:grpSpPr>
                  <p:sp>
                    <p:nvSpPr>
                      <p:cNvPr id="9004" name="Google Shape;9004;p78"/>
                      <p:cNvSpPr/>
                      <p:nvPr/>
                    </p:nvSpPr>
                    <p:spPr>
                      <a:xfrm rot="5400000">
                        <a:off x="5809565" y="5523549"/>
                        <a:ext cx="1620000" cy="252000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005" name="Google Shape;9005;p78"/>
                      <p:cNvSpPr/>
                      <p:nvPr/>
                    </p:nvSpPr>
                    <p:spPr>
                      <a:xfrm rot="5400000">
                        <a:off x="5809565" y="5593920"/>
                        <a:ext cx="1620000" cy="108000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9006" name="Google Shape;9006;p78"/>
                    <p:cNvGrpSpPr/>
                    <p:nvPr/>
                  </p:nvGrpSpPr>
                  <p:grpSpPr>
                    <a:xfrm>
                      <a:off x="9121565" y="4837920"/>
                      <a:ext cx="252000" cy="1621629"/>
                      <a:chOff x="6493565" y="4837920"/>
                      <a:chExt cx="252000" cy="1621629"/>
                    </a:xfrm>
                  </p:grpSpPr>
                  <p:sp>
                    <p:nvSpPr>
                      <p:cNvPr id="9007" name="Google Shape;9007;p78"/>
                      <p:cNvSpPr/>
                      <p:nvPr/>
                    </p:nvSpPr>
                    <p:spPr>
                      <a:xfrm rot="5400000">
                        <a:off x="5809565" y="5523549"/>
                        <a:ext cx="1620000" cy="252000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008" name="Google Shape;9008;p78"/>
                      <p:cNvSpPr/>
                      <p:nvPr/>
                    </p:nvSpPr>
                    <p:spPr>
                      <a:xfrm rot="5400000">
                        <a:off x="5809565" y="5593920"/>
                        <a:ext cx="1620000" cy="108000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9009" name="Google Shape;9009;p78"/>
                <p:cNvGrpSpPr/>
                <p:nvPr/>
              </p:nvGrpSpPr>
              <p:grpSpPr>
                <a:xfrm>
                  <a:off x="7021720" y="6327629"/>
                  <a:ext cx="3489180" cy="144000"/>
                  <a:chOff x="7021720" y="6327629"/>
                  <a:chExt cx="3489180" cy="144000"/>
                </a:xfrm>
              </p:grpSpPr>
              <p:sp>
                <p:nvSpPr>
                  <p:cNvPr id="9010" name="Google Shape;9010;p78"/>
                  <p:cNvSpPr/>
                  <p:nvPr/>
                </p:nvSpPr>
                <p:spPr>
                  <a:xfrm>
                    <a:off x="7021720" y="6327629"/>
                    <a:ext cx="144000" cy="144000"/>
                  </a:xfrm>
                  <a:prstGeom prst="flowChartManualOperation">
                    <a:avLst/>
                  </a:prstGeom>
                  <a:solidFill>
                    <a:schemeClr val="dk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11" name="Google Shape;9011;p78"/>
                  <p:cNvSpPr/>
                  <p:nvPr/>
                </p:nvSpPr>
                <p:spPr>
                  <a:xfrm>
                    <a:off x="10366900" y="6327629"/>
                    <a:ext cx="144000" cy="144000"/>
                  </a:xfrm>
                  <a:prstGeom prst="flowChartManualOperation">
                    <a:avLst/>
                  </a:prstGeom>
                  <a:solidFill>
                    <a:schemeClr val="dk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012" name="Google Shape;9012;p78"/>
              <p:cNvGrpSpPr/>
              <p:nvPr/>
            </p:nvGrpSpPr>
            <p:grpSpPr>
              <a:xfrm>
                <a:off x="9336076" y="5529713"/>
                <a:ext cx="762232" cy="780315"/>
                <a:chOff x="9033457" y="5328123"/>
                <a:chExt cx="300588" cy="306875"/>
              </a:xfrm>
            </p:grpSpPr>
            <p:sp>
              <p:nvSpPr>
                <p:cNvPr id="9013" name="Google Shape;9013;p78"/>
                <p:cNvSpPr/>
                <p:nvPr/>
              </p:nvSpPr>
              <p:spPr>
                <a:xfrm>
                  <a:off x="9034363" y="5407088"/>
                  <a:ext cx="298791" cy="152813"/>
                </a:xfrm>
                <a:prstGeom prst="rect">
                  <a:avLst/>
                </a:prstGeom>
                <a:solidFill>
                  <a:srgbClr val="59595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4" name="Google Shape;9014;p78"/>
                <p:cNvSpPr/>
                <p:nvPr/>
              </p:nvSpPr>
              <p:spPr>
                <a:xfrm>
                  <a:off x="9035254" y="5328123"/>
                  <a:ext cx="298791" cy="76406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15" name="Google Shape;9015;p78"/>
                <p:cNvSpPr/>
                <p:nvPr/>
              </p:nvSpPr>
              <p:spPr>
                <a:xfrm>
                  <a:off x="9033457" y="5558592"/>
                  <a:ext cx="298791" cy="76406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16" name="Google Shape;9016;p78"/>
              <p:cNvSpPr/>
              <p:nvPr/>
            </p:nvSpPr>
            <p:spPr>
              <a:xfrm>
                <a:off x="8448868" y="5808852"/>
                <a:ext cx="472343" cy="494460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17" name="Google Shape;9017;p78"/>
              <p:cNvGrpSpPr/>
              <p:nvPr/>
            </p:nvGrpSpPr>
            <p:grpSpPr>
              <a:xfrm>
                <a:off x="8174068" y="5162752"/>
                <a:ext cx="1779238" cy="242322"/>
                <a:chOff x="8174068" y="5109412"/>
                <a:chExt cx="1779238" cy="242322"/>
              </a:xfrm>
            </p:grpSpPr>
            <p:grpSp>
              <p:nvGrpSpPr>
                <p:cNvPr id="9018" name="Google Shape;9018;p78"/>
                <p:cNvGrpSpPr/>
                <p:nvPr/>
              </p:nvGrpSpPr>
              <p:grpSpPr>
                <a:xfrm>
                  <a:off x="8174068" y="5109412"/>
                  <a:ext cx="1779238" cy="242322"/>
                  <a:chOff x="8174068" y="5109412"/>
                  <a:chExt cx="1779238" cy="242322"/>
                </a:xfrm>
              </p:grpSpPr>
              <p:sp>
                <p:nvSpPr>
                  <p:cNvPr id="9019" name="Google Shape;9019;p78"/>
                  <p:cNvSpPr/>
                  <p:nvPr/>
                </p:nvSpPr>
                <p:spPr>
                  <a:xfrm>
                    <a:off x="8174068" y="5143500"/>
                    <a:ext cx="1009691" cy="176962"/>
                  </a:xfrm>
                  <a:prstGeom prst="rect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20" name="Google Shape;9020;p78"/>
                  <p:cNvSpPr/>
                  <p:nvPr/>
                </p:nvSpPr>
                <p:spPr>
                  <a:xfrm>
                    <a:off x="9458745" y="5109412"/>
                    <a:ext cx="494561" cy="242322"/>
                  </a:xfrm>
                  <a:prstGeom prst="rect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021" name="Google Shape;9021;p78"/>
                <p:cNvSpPr/>
                <p:nvPr/>
              </p:nvSpPr>
              <p:spPr>
                <a:xfrm>
                  <a:off x="8181687" y="5194227"/>
                  <a:ext cx="1764000" cy="81780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022" name="Google Shape;9022;p78"/>
              <p:cNvGrpSpPr/>
              <p:nvPr/>
            </p:nvGrpSpPr>
            <p:grpSpPr>
              <a:xfrm>
                <a:off x="8585706" y="4695549"/>
                <a:ext cx="182189" cy="1113303"/>
                <a:chOff x="8585706" y="4695549"/>
                <a:chExt cx="182189" cy="1113303"/>
              </a:xfrm>
            </p:grpSpPr>
            <p:sp>
              <p:nvSpPr>
                <p:cNvPr id="9023" name="Google Shape;9023;p78"/>
                <p:cNvSpPr/>
                <p:nvPr/>
              </p:nvSpPr>
              <p:spPr>
                <a:xfrm>
                  <a:off x="8585706" y="4695549"/>
                  <a:ext cx="182189" cy="501291"/>
                </a:xfrm>
                <a:prstGeom prst="rect">
                  <a:avLst/>
                </a:prstGeom>
                <a:solidFill>
                  <a:srgbClr val="3A383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4" name="Google Shape;9024;p78"/>
                <p:cNvSpPr/>
                <p:nvPr/>
              </p:nvSpPr>
              <p:spPr>
                <a:xfrm>
                  <a:off x="8585706" y="5671686"/>
                  <a:ext cx="182189" cy="137166"/>
                </a:xfrm>
                <a:prstGeom prst="rect">
                  <a:avLst/>
                </a:prstGeom>
                <a:solidFill>
                  <a:srgbClr val="3A383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25" name="Google Shape;9025;p78"/>
                <p:cNvSpPr/>
                <p:nvPr/>
              </p:nvSpPr>
              <p:spPr>
                <a:xfrm>
                  <a:off x="8608567" y="5381346"/>
                  <a:ext cx="131756" cy="217527"/>
                </a:xfrm>
                <a:prstGeom prst="rect">
                  <a:avLst/>
                </a:prstGeom>
                <a:solidFill>
                  <a:srgbClr val="3A383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9026" name="Google Shape;9026;p78"/>
          <p:cNvSpPr txBox="1"/>
          <p:nvPr/>
        </p:nvSpPr>
        <p:spPr>
          <a:xfrm>
            <a:off x="280223" y="2387425"/>
            <a:ext cx="5494369" cy="3083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brazo: 180°</a:t>
            </a:r>
            <a:endParaRPr/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 grande: 90°</a:t>
            </a:r>
            <a:endParaRPr/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 pequeño: 90°</a:t>
            </a:r>
            <a:endParaRPr/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 la pata: 150°</a:t>
            </a:r>
            <a:endParaRPr/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Rotación de dedos: 360</a:t>
            </a:r>
            <a:endParaRPr/>
          </a:p>
        </p:txBody>
      </p:sp>
      <p:pic>
        <p:nvPicPr>
          <p:cNvPr id="9027" name="Google Shape;9027;p78"/>
          <p:cNvPicPr preferRelativeResize="0"/>
          <p:nvPr/>
        </p:nvPicPr>
        <p:blipFill rotWithShape="1">
          <a:blip r:embed="rId3">
            <a:alphaModFix/>
          </a:blip>
          <a:srcRect b="0" l="18009" r="8640" t="0"/>
          <a:stretch/>
        </p:blipFill>
        <p:spPr>
          <a:xfrm>
            <a:off x="2864446" y="410084"/>
            <a:ext cx="1813708" cy="1856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1" name="Shape 9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2" name="Google Shape;9032;p79"/>
          <p:cNvSpPr txBox="1"/>
          <p:nvPr>
            <p:ph idx="1" type="subTitle"/>
          </p:nvPr>
        </p:nvSpPr>
        <p:spPr>
          <a:xfrm>
            <a:off x="275855" y="248734"/>
            <a:ext cx="9144000" cy="993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s-ES" sz="3200">
                <a:solidFill>
                  <a:srgbClr val="FF0000"/>
                </a:solidFill>
              </a:rPr>
              <a:t>Vista lateral</a:t>
            </a:r>
            <a:endParaRPr/>
          </a:p>
        </p:txBody>
      </p:sp>
      <p:grpSp>
        <p:nvGrpSpPr>
          <p:cNvPr id="9033" name="Google Shape;9033;p79"/>
          <p:cNvGrpSpPr/>
          <p:nvPr/>
        </p:nvGrpSpPr>
        <p:grpSpPr>
          <a:xfrm>
            <a:off x="5097549" y="123720"/>
            <a:ext cx="6487634" cy="6334364"/>
            <a:chOff x="5739808" y="1624311"/>
            <a:chExt cx="5239462" cy="5015238"/>
          </a:xfrm>
        </p:grpSpPr>
        <p:grpSp>
          <p:nvGrpSpPr>
            <p:cNvPr id="9034" name="Google Shape;9034;p79"/>
            <p:cNvGrpSpPr/>
            <p:nvPr/>
          </p:nvGrpSpPr>
          <p:grpSpPr>
            <a:xfrm>
              <a:off x="5739808" y="2428623"/>
              <a:ext cx="848023" cy="2128294"/>
              <a:chOff x="5739808" y="2428623"/>
              <a:chExt cx="848023" cy="2128294"/>
            </a:xfrm>
          </p:grpSpPr>
          <p:grpSp>
            <p:nvGrpSpPr>
              <p:cNvPr id="9035" name="Google Shape;9035;p79"/>
              <p:cNvGrpSpPr/>
              <p:nvPr/>
            </p:nvGrpSpPr>
            <p:grpSpPr>
              <a:xfrm>
                <a:off x="5739808" y="3709395"/>
                <a:ext cx="848023" cy="847523"/>
                <a:chOff x="5739808" y="3709395"/>
                <a:chExt cx="848023" cy="847523"/>
              </a:xfrm>
            </p:grpSpPr>
            <p:grpSp>
              <p:nvGrpSpPr>
                <p:cNvPr id="9036" name="Google Shape;9036;p79"/>
                <p:cNvGrpSpPr/>
                <p:nvPr/>
              </p:nvGrpSpPr>
              <p:grpSpPr>
                <a:xfrm>
                  <a:off x="5739808" y="3709395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9037" name="Google Shape;9037;p79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9038" name="Google Shape;9038;p79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039" name="Google Shape;9039;p79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9040" name="Google Shape;9040;p79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41" name="Google Shape;9041;p79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042" name="Google Shape;9042;p79"/>
                <p:cNvGrpSpPr/>
                <p:nvPr/>
              </p:nvGrpSpPr>
              <p:grpSpPr>
                <a:xfrm flipH="1">
                  <a:off x="6235721" y="3709657"/>
                  <a:ext cx="352110" cy="847261"/>
                  <a:chOff x="5739808" y="3709395"/>
                  <a:chExt cx="352110" cy="847261"/>
                </a:xfrm>
              </p:grpSpPr>
              <p:grpSp>
                <p:nvGrpSpPr>
                  <p:cNvPr id="9043" name="Google Shape;9043;p79"/>
                  <p:cNvGrpSpPr/>
                  <p:nvPr/>
                </p:nvGrpSpPr>
                <p:grpSpPr>
                  <a:xfrm>
                    <a:off x="5739808" y="3709395"/>
                    <a:ext cx="296814" cy="499674"/>
                    <a:chOff x="6097258" y="3708381"/>
                    <a:chExt cx="296814" cy="499674"/>
                  </a:xfrm>
                </p:grpSpPr>
                <p:sp>
                  <p:nvSpPr>
                    <p:cNvPr id="9044" name="Google Shape;9044;p79"/>
                    <p:cNvSpPr/>
                    <p:nvPr/>
                  </p:nvSpPr>
                  <p:spPr>
                    <a:xfrm rot="-1077969">
                      <a:off x="6166492" y="3721247"/>
                      <a:ext cx="158346" cy="473941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rgbClr val="A5A5A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045" name="Google Shape;9045;p79"/>
                    <p:cNvSpPr/>
                    <p:nvPr/>
                  </p:nvSpPr>
                  <p:spPr>
                    <a:xfrm flipH="1" rot="231950">
                      <a:off x="6202247" y="3774966"/>
                      <a:ext cx="45719" cy="216078"/>
                    </a:xfrm>
                    <a:prstGeom prst="roundRect">
                      <a:avLst>
                        <a:gd fmla="val 40457" name="adj"/>
                      </a:avLst>
                    </a:pr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9046" name="Google Shape;9046;p79"/>
                  <p:cNvSpPr/>
                  <p:nvPr/>
                </p:nvSpPr>
                <p:spPr>
                  <a:xfrm rot="-1153397">
                    <a:off x="5872725" y="4154646"/>
                    <a:ext cx="212428" cy="6040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47" name="Google Shape;9047;p79"/>
                  <p:cNvSpPr/>
                  <p:nvPr/>
                </p:nvSpPr>
                <p:spPr>
                  <a:xfrm rot="-1153397">
                    <a:off x="5969456" y="4217860"/>
                    <a:ext cx="68932" cy="33683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048" name="Google Shape;9048;p79"/>
              <p:cNvGrpSpPr/>
              <p:nvPr/>
            </p:nvGrpSpPr>
            <p:grpSpPr>
              <a:xfrm>
                <a:off x="5775048" y="2428623"/>
                <a:ext cx="779055" cy="1666542"/>
                <a:chOff x="5775048" y="2428623"/>
                <a:chExt cx="779055" cy="1666542"/>
              </a:xfrm>
            </p:grpSpPr>
            <p:grpSp>
              <p:nvGrpSpPr>
                <p:cNvPr id="9049" name="Google Shape;9049;p79"/>
                <p:cNvGrpSpPr/>
                <p:nvPr/>
              </p:nvGrpSpPr>
              <p:grpSpPr>
                <a:xfrm>
                  <a:off x="5775707" y="2428623"/>
                  <a:ext cx="778396" cy="1666542"/>
                  <a:chOff x="5775707" y="2428623"/>
                  <a:chExt cx="778396" cy="1666542"/>
                </a:xfrm>
              </p:grpSpPr>
              <p:grpSp>
                <p:nvGrpSpPr>
                  <p:cNvPr id="9050" name="Google Shape;9050;p79"/>
                  <p:cNvGrpSpPr/>
                  <p:nvPr/>
                </p:nvGrpSpPr>
                <p:grpSpPr>
                  <a:xfrm>
                    <a:off x="5775707" y="2428623"/>
                    <a:ext cx="778396" cy="1321607"/>
                    <a:chOff x="5728098" y="3524079"/>
                    <a:chExt cx="778396" cy="1321607"/>
                  </a:xfrm>
                </p:grpSpPr>
                <p:grpSp>
                  <p:nvGrpSpPr>
                    <p:cNvPr id="9051" name="Google Shape;9051;p79"/>
                    <p:cNvGrpSpPr/>
                    <p:nvPr/>
                  </p:nvGrpSpPr>
                  <p:grpSpPr>
                    <a:xfrm>
                      <a:off x="5882065" y="3524079"/>
                      <a:ext cx="468000" cy="773094"/>
                      <a:chOff x="5755916" y="3285424"/>
                      <a:chExt cx="468000" cy="773094"/>
                    </a:xfrm>
                  </p:grpSpPr>
                  <p:sp>
                    <p:nvSpPr>
                      <p:cNvPr id="9052" name="Google Shape;9052;p79"/>
                      <p:cNvSpPr/>
                      <p:nvPr/>
                    </p:nvSpPr>
                    <p:spPr>
                      <a:xfrm>
                        <a:off x="5755916" y="3285424"/>
                        <a:ext cx="468000" cy="468000"/>
                      </a:xfrm>
                      <a:prstGeom prst="ellipse">
                        <a:avLst/>
                      </a:prstGeom>
                      <a:solidFill>
                        <a:srgbClr val="3F3F3F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9053" name="Google Shape;9053;p79"/>
                      <p:cNvGrpSpPr/>
                      <p:nvPr/>
                    </p:nvGrpSpPr>
                    <p:grpSpPr>
                      <a:xfrm>
                        <a:off x="5809916" y="3734518"/>
                        <a:ext cx="360000" cy="324000"/>
                        <a:chOff x="5827652" y="3885379"/>
                        <a:chExt cx="360000" cy="324000"/>
                      </a:xfrm>
                    </p:grpSpPr>
                    <p:sp>
                      <p:nvSpPr>
                        <p:cNvPr id="9054" name="Google Shape;9054;p79"/>
                        <p:cNvSpPr/>
                        <p:nvPr/>
                      </p:nvSpPr>
                      <p:spPr>
                        <a:xfrm>
                          <a:off x="5917652" y="3885379"/>
                          <a:ext cx="180000" cy="180000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9055" name="Google Shape;9055;p79"/>
                        <p:cNvSpPr/>
                        <p:nvPr/>
                      </p:nvSpPr>
                      <p:spPr>
                        <a:xfrm>
                          <a:off x="5827652" y="4065379"/>
                          <a:ext cx="360000" cy="144000"/>
                        </a:xfrm>
                        <a:prstGeom prst="rect">
                          <a:avLst/>
                        </a:prstGeom>
                        <a:solidFill>
                          <a:srgbClr val="3F3F3F"/>
                        </a:solidFill>
                        <a:ln cap="flat" cmpd="sng" w="12700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grpSp>
                  <p:nvGrpSpPr>
                    <p:cNvPr id="9056" name="Google Shape;9056;p79"/>
                    <p:cNvGrpSpPr/>
                    <p:nvPr/>
                  </p:nvGrpSpPr>
                  <p:grpSpPr>
                    <a:xfrm>
                      <a:off x="5728098" y="4268155"/>
                      <a:ext cx="778396" cy="577531"/>
                      <a:chOff x="5728098" y="4268155"/>
                      <a:chExt cx="778396" cy="577531"/>
                    </a:xfrm>
                  </p:grpSpPr>
                  <p:grpSp>
                    <p:nvGrpSpPr>
                      <p:cNvPr id="9057" name="Google Shape;9057;p79"/>
                      <p:cNvGrpSpPr/>
                      <p:nvPr/>
                    </p:nvGrpSpPr>
                    <p:grpSpPr>
                      <a:xfrm>
                        <a:off x="5728098" y="4268155"/>
                        <a:ext cx="778396" cy="577531"/>
                        <a:chOff x="5728098" y="4268155"/>
                        <a:chExt cx="778396" cy="577531"/>
                      </a:xfrm>
                    </p:grpSpPr>
                    <p:grpSp>
                      <p:nvGrpSpPr>
                        <p:cNvPr id="9058" name="Google Shape;9058;p79"/>
                        <p:cNvGrpSpPr/>
                        <p:nvPr/>
                      </p:nvGrpSpPr>
                      <p:grpSpPr>
                        <a:xfrm>
                          <a:off x="5728098" y="4268155"/>
                          <a:ext cx="778396" cy="468000"/>
                          <a:chOff x="5728098" y="4268155"/>
                          <a:chExt cx="778396" cy="468000"/>
                        </a:xfrm>
                      </p:grpSpPr>
                      <p:sp>
                        <p:nvSpPr>
                          <p:cNvPr id="9059" name="Google Shape;9059;p79"/>
                          <p:cNvSpPr/>
                          <p:nvPr/>
                        </p:nvSpPr>
                        <p:spPr>
                          <a:xfrm>
                            <a:off x="5728098" y="4659003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9060" name="Google Shape;9060;p79"/>
                          <p:cNvSpPr/>
                          <p:nvPr/>
                        </p:nvSpPr>
                        <p:spPr>
                          <a:xfrm>
                            <a:off x="6348799" y="4661385"/>
                            <a:ext cx="157695" cy="36000"/>
                          </a:xfrm>
                          <a:prstGeom prst="rect">
                            <a:avLst/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9061" name="Google Shape;9061;p79"/>
                          <p:cNvSpPr/>
                          <p:nvPr/>
                        </p:nvSpPr>
                        <p:spPr>
                          <a:xfrm>
                            <a:off x="5847296" y="4268155"/>
                            <a:ext cx="540000" cy="468000"/>
                          </a:xfrm>
                          <a:prstGeom prst="frame">
                            <a:avLst>
                              <a:gd fmla="val 7853" name="adj1"/>
                            </a:avLst>
                          </a:prstGeom>
                          <a:solidFill>
                            <a:srgbClr val="A5A5A5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9062" name="Google Shape;9062;p79"/>
                        <p:cNvGrpSpPr/>
                        <p:nvPr/>
                      </p:nvGrpSpPr>
                      <p:grpSpPr>
                        <a:xfrm>
                          <a:off x="5728099" y="4698144"/>
                          <a:ext cx="777647" cy="147542"/>
                          <a:chOff x="5728099" y="4698144"/>
                          <a:chExt cx="777647" cy="147542"/>
                        </a:xfrm>
                      </p:grpSpPr>
                      <p:sp>
                        <p:nvSpPr>
                          <p:cNvPr id="9063" name="Google Shape;9063;p79"/>
                          <p:cNvSpPr/>
                          <p:nvPr/>
                        </p:nvSpPr>
                        <p:spPr>
                          <a:xfrm>
                            <a:off x="5849450" y="4698833"/>
                            <a:ext cx="537845" cy="45719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9064" name="Google Shape;9064;p79"/>
                          <p:cNvSpPr/>
                          <p:nvPr/>
                        </p:nvSpPr>
                        <p:spPr>
                          <a:xfrm>
                            <a:off x="5728099" y="4698144"/>
                            <a:ext cx="118291" cy="147542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9065" name="Google Shape;9065;p79"/>
                          <p:cNvSpPr/>
                          <p:nvPr/>
                        </p:nvSpPr>
                        <p:spPr>
                          <a:xfrm>
                            <a:off x="6385142" y="4698144"/>
                            <a:ext cx="120604" cy="147542"/>
                          </a:xfrm>
                          <a:prstGeom prst="rect">
                            <a:avLst/>
                          </a:prstGeom>
                          <a:solidFill>
                            <a:srgbClr val="3F3F3F"/>
                          </a:solidFill>
                          <a:ln cap="flat" cmpd="sng" w="9525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lt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</p:grpSp>
                  <p:grpSp>
                    <p:nvGrpSpPr>
                      <p:cNvPr id="9066" name="Google Shape;9066;p79"/>
                      <p:cNvGrpSpPr/>
                      <p:nvPr/>
                    </p:nvGrpSpPr>
                    <p:grpSpPr>
                      <a:xfrm>
                        <a:off x="5969948" y="4385231"/>
                        <a:ext cx="300588" cy="306875"/>
                        <a:chOff x="6707431" y="4143645"/>
                        <a:chExt cx="398381" cy="433766"/>
                      </a:xfrm>
                    </p:grpSpPr>
                    <p:sp>
                      <p:nvSpPr>
                        <p:cNvPr id="9067" name="Google Shape;9067;p79"/>
                        <p:cNvSpPr/>
                        <p:nvPr/>
                      </p:nvSpPr>
                      <p:spPr>
                        <a:xfrm>
                          <a:off x="6708632" y="4255261"/>
                          <a:ext cx="396000" cy="216000"/>
                        </a:xfrm>
                        <a:prstGeom prst="rect">
                          <a:avLst/>
                        </a:prstGeom>
                        <a:solidFill>
                          <a:srgbClr val="595959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9068" name="Google Shape;9068;p79"/>
                        <p:cNvSpPr/>
                        <p:nvPr/>
                      </p:nvSpPr>
                      <p:spPr>
                        <a:xfrm>
                          <a:off x="6709813" y="4143645"/>
                          <a:ext cx="395999" cy="108000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9069" name="Google Shape;9069;p79"/>
                        <p:cNvSpPr/>
                        <p:nvPr/>
                      </p:nvSpPr>
                      <p:spPr>
                        <a:xfrm>
                          <a:off x="6707431" y="4469411"/>
                          <a:ext cx="396000" cy="108000"/>
                        </a:xfrm>
                        <a:prstGeom prst="rect">
                          <a:avLst/>
                        </a:prstGeom>
                        <a:solidFill>
                          <a:srgbClr val="D8D8D8"/>
                        </a:solidFill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1800">
                            <a:solidFill>
                              <a:schemeClr val="lt1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9070" name="Google Shape;9070;p79"/>
                  <p:cNvSpPr/>
                  <p:nvPr/>
                </p:nvSpPr>
                <p:spPr>
                  <a:xfrm>
                    <a:off x="6139226" y="3643061"/>
                    <a:ext cx="45719" cy="452104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071" name="Google Shape;9071;p79"/>
                <p:cNvGrpSpPr/>
                <p:nvPr/>
              </p:nvGrpSpPr>
              <p:grpSpPr>
                <a:xfrm>
                  <a:off x="5775048" y="3892549"/>
                  <a:ext cx="778309" cy="59708"/>
                  <a:chOff x="5775048" y="3892549"/>
                  <a:chExt cx="778309" cy="59708"/>
                </a:xfrm>
              </p:grpSpPr>
              <p:sp>
                <p:nvSpPr>
                  <p:cNvPr id="9072" name="Google Shape;9072;p79"/>
                  <p:cNvSpPr/>
                  <p:nvPr/>
                </p:nvSpPr>
                <p:spPr>
                  <a:xfrm rot="-5400000">
                    <a:off x="6134348" y="3533249"/>
                    <a:ext cx="59708" cy="778309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73" name="Google Shape;9073;p79"/>
                  <p:cNvSpPr/>
                  <p:nvPr/>
                </p:nvSpPr>
                <p:spPr>
                  <a:xfrm>
                    <a:off x="5845735" y="3901330"/>
                    <a:ext cx="36000" cy="36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74" name="Google Shape;9074;p79"/>
                  <p:cNvSpPr/>
                  <p:nvPr/>
                </p:nvSpPr>
                <p:spPr>
                  <a:xfrm>
                    <a:off x="6446633" y="3904500"/>
                    <a:ext cx="36000" cy="36000"/>
                  </a:xfrm>
                  <a:prstGeom prst="ellipse">
                    <a:avLst/>
                  </a:prstGeom>
                  <a:solidFill>
                    <a:srgbClr val="3F3F3F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9075" name="Google Shape;9075;p79"/>
            <p:cNvGrpSpPr/>
            <p:nvPr/>
          </p:nvGrpSpPr>
          <p:grpSpPr>
            <a:xfrm>
              <a:off x="6750766" y="1886100"/>
              <a:ext cx="2320919" cy="2112818"/>
              <a:chOff x="5701956" y="1773008"/>
              <a:chExt cx="2320919" cy="2112818"/>
            </a:xfrm>
          </p:grpSpPr>
          <p:grpSp>
            <p:nvGrpSpPr>
              <p:cNvPr id="9076" name="Google Shape;9076;p79"/>
              <p:cNvGrpSpPr/>
              <p:nvPr/>
            </p:nvGrpSpPr>
            <p:grpSpPr>
              <a:xfrm>
                <a:off x="5701956" y="1773008"/>
                <a:ext cx="2320919" cy="2112818"/>
                <a:chOff x="5797343" y="2178392"/>
                <a:chExt cx="2320919" cy="2112818"/>
              </a:xfrm>
            </p:grpSpPr>
            <p:grpSp>
              <p:nvGrpSpPr>
                <p:cNvPr id="9077" name="Google Shape;9077;p79"/>
                <p:cNvGrpSpPr/>
                <p:nvPr/>
              </p:nvGrpSpPr>
              <p:grpSpPr>
                <a:xfrm>
                  <a:off x="5797343" y="2178392"/>
                  <a:ext cx="2320919" cy="2112818"/>
                  <a:chOff x="5587545" y="1682358"/>
                  <a:chExt cx="2320919" cy="2112818"/>
                </a:xfrm>
              </p:grpSpPr>
              <p:sp>
                <p:nvSpPr>
                  <p:cNvPr id="9078" name="Google Shape;9078;p79"/>
                  <p:cNvSpPr/>
                  <p:nvPr/>
                </p:nvSpPr>
                <p:spPr>
                  <a:xfrm>
                    <a:off x="6850705" y="2763143"/>
                    <a:ext cx="1057759" cy="1032033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79" name="Google Shape;9079;p79"/>
                  <p:cNvSpPr/>
                  <p:nvPr/>
                </p:nvSpPr>
                <p:spPr>
                  <a:xfrm rot="7768561">
                    <a:off x="6099463" y="1750485"/>
                    <a:ext cx="1032301" cy="1813530"/>
                  </a:xfrm>
                  <a:prstGeom prst="flowChartManualOperation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080" name="Google Shape;9080;p79"/>
                <p:cNvSpPr/>
                <p:nvPr/>
              </p:nvSpPr>
              <p:spPr>
                <a:xfrm>
                  <a:off x="5830183" y="2277270"/>
                  <a:ext cx="612000" cy="612000"/>
                </a:xfrm>
                <a:prstGeom prst="ellipse">
                  <a:avLst/>
                </a:prstGeom>
                <a:solidFill>
                  <a:srgbClr val="A5A5A5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081" name="Google Shape;9081;p79"/>
              <p:cNvSpPr/>
              <p:nvPr/>
            </p:nvSpPr>
            <p:spPr>
              <a:xfrm rot="7768561">
                <a:off x="6244837" y="1851730"/>
                <a:ext cx="976518" cy="1813530"/>
              </a:xfrm>
              <a:prstGeom prst="flowChartManualOperation">
                <a:avLst/>
              </a:prstGeom>
              <a:solidFill>
                <a:srgbClr val="A5A5A5"/>
              </a:solidFill>
              <a:ln cap="flat" cmpd="sng" w="19050">
                <a:solidFill>
                  <a:srgbClr val="A5A5A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82" name="Google Shape;9082;p79"/>
            <p:cNvGrpSpPr/>
            <p:nvPr/>
          </p:nvGrpSpPr>
          <p:grpSpPr>
            <a:xfrm>
              <a:off x="7991273" y="3108960"/>
              <a:ext cx="1192486" cy="1369240"/>
              <a:chOff x="7991273" y="3108960"/>
              <a:chExt cx="1192486" cy="1369240"/>
            </a:xfrm>
          </p:grpSpPr>
          <p:grpSp>
            <p:nvGrpSpPr>
              <p:cNvPr id="9083" name="Google Shape;9083;p79"/>
              <p:cNvGrpSpPr/>
              <p:nvPr/>
            </p:nvGrpSpPr>
            <p:grpSpPr>
              <a:xfrm>
                <a:off x="7991273" y="3108960"/>
                <a:ext cx="1192486" cy="1369240"/>
                <a:chOff x="7991273" y="2902563"/>
                <a:chExt cx="1378938" cy="1575637"/>
              </a:xfrm>
            </p:grpSpPr>
            <p:sp>
              <p:nvSpPr>
                <p:cNvPr id="9084" name="Google Shape;9084;p79"/>
                <p:cNvSpPr/>
                <p:nvPr/>
              </p:nvSpPr>
              <p:spPr>
                <a:xfrm>
                  <a:off x="8256775" y="2902563"/>
                  <a:ext cx="847929" cy="8640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A5A5A5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085" name="Google Shape;9085;p79"/>
                <p:cNvGrpSpPr/>
                <p:nvPr/>
              </p:nvGrpSpPr>
              <p:grpSpPr>
                <a:xfrm>
                  <a:off x="7991273" y="2912222"/>
                  <a:ext cx="1378938" cy="1565978"/>
                  <a:chOff x="7991273" y="2899522"/>
                  <a:chExt cx="1378938" cy="1565978"/>
                </a:xfrm>
              </p:grpSpPr>
              <p:sp>
                <p:nvSpPr>
                  <p:cNvPr id="9086" name="Google Shape;9086;p79"/>
                  <p:cNvSpPr/>
                  <p:nvPr/>
                </p:nvSpPr>
                <p:spPr>
                  <a:xfrm flipH="1" rot="10800000">
                    <a:off x="7991273" y="3227996"/>
                    <a:ext cx="1378938" cy="1237504"/>
                  </a:xfrm>
                  <a:prstGeom prst="flowChartManualOperation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87" name="Google Shape;9087;p79"/>
                  <p:cNvSpPr/>
                  <p:nvPr/>
                </p:nvSpPr>
                <p:spPr>
                  <a:xfrm>
                    <a:off x="8263838" y="2899522"/>
                    <a:ext cx="832576" cy="828532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A5A5A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088" name="Google Shape;9088;p79"/>
              <p:cNvGrpSpPr/>
              <p:nvPr/>
            </p:nvGrpSpPr>
            <p:grpSpPr>
              <a:xfrm>
                <a:off x="8264231" y="3302025"/>
                <a:ext cx="650381" cy="648002"/>
                <a:chOff x="6536859" y="3235415"/>
                <a:chExt cx="702798" cy="718511"/>
              </a:xfrm>
            </p:grpSpPr>
            <p:grpSp>
              <p:nvGrpSpPr>
                <p:cNvPr id="9089" name="Google Shape;9089;p79"/>
                <p:cNvGrpSpPr/>
                <p:nvPr/>
              </p:nvGrpSpPr>
              <p:grpSpPr>
                <a:xfrm>
                  <a:off x="6614242" y="3319782"/>
                  <a:ext cx="540000" cy="540000"/>
                  <a:chOff x="6614242" y="3319782"/>
                  <a:chExt cx="540000" cy="540000"/>
                </a:xfrm>
              </p:grpSpPr>
              <p:sp>
                <p:nvSpPr>
                  <p:cNvPr id="9090" name="Google Shape;9090;p79"/>
                  <p:cNvSpPr/>
                  <p:nvPr/>
                </p:nvSpPr>
                <p:spPr>
                  <a:xfrm>
                    <a:off x="6614242" y="3319782"/>
                    <a:ext cx="540000" cy="540000"/>
                  </a:xfrm>
                  <a:prstGeom prst="rect">
                    <a:avLst/>
                  </a:prstGeom>
                  <a:solidFill>
                    <a:srgbClr val="D8D8D8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91" name="Google Shape;9091;p79"/>
                  <p:cNvSpPr/>
                  <p:nvPr/>
                </p:nvSpPr>
                <p:spPr>
                  <a:xfrm>
                    <a:off x="6812242" y="3517782"/>
                    <a:ext cx="144000" cy="144000"/>
                  </a:xfrm>
                  <a:prstGeom prst="ellipse">
                    <a:avLst/>
                  </a:prstGeom>
                  <a:solidFill>
                    <a:schemeClr val="dk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092" name="Google Shape;9092;p79"/>
                <p:cNvGrpSpPr/>
                <p:nvPr/>
              </p:nvGrpSpPr>
              <p:grpSpPr>
                <a:xfrm>
                  <a:off x="7045881" y="3247782"/>
                  <a:ext cx="193774" cy="217499"/>
                  <a:chOff x="7045881" y="3247782"/>
                  <a:chExt cx="193774" cy="217499"/>
                </a:xfrm>
              </p:grpSpPr>
              <p:sp>
                <p:nvSpPr>
                  <p:cNvPr id="9093" name="Google Shape;9093;p79"/>
                  <p:cNvSpPr/>
                  <p:nvPr/>
                </p:nvSpPr>
                <p:spPr>
                  <a:xfrm>
                    <a:off x="7086400" y="3247782"/>
                    <a:ext cx="144000" cy="144000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94" name="Google Shape;9094;p79"/>
                  <p:cNvSpPr/>
                  <p:nvPr/>
                </p:nvSpPr>
                <p:spPr>
                  <a:xfrm>
                    <a:off x="7045881" y="3247920"/>
                    <a:ext cx="179233" cy="5975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95" name="Google Shape;9095;p79"/>
                  <p:cNvSpPr/>
                  <p:nvPr/>
                </p:nvSpPr>
                <p:spPr>
                  <a:xfrm rot="5400000">
                    <a:off x="7111134" y="3336759"/>
                    <a:ext cx="184944" cy="72099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096" name="Google Shape;9096;p79"/>
                <p:cNvGrpSpPr/>
                <p:nvPr/>
              </p:nvGrpSpPr>
              <p:grpSpPr>
                <a:xfrm rot="5400000">
                  <a:off x="7023341" y="3737610"/>
                  <a:ext cx="199994" cy="232637"/>
                  <a:chOff x="7045882" y="3233241"/>
                  <a:chExt cx="199994" cy="232637"/>
                </a:xfrm>
              </p:grpSpPr>
              <p:sp>
                <p:nvSpPr>
                  <p:cNvPr id="9097" name="Google Shape;9097;p79"/>
                  <p:cNvSpPr/>
                  <p:nvPr/>
                </p:nvSpPr>
                <p:spPr>
                  <a:xfrm>
                    <a:off x="7086401" y="3247782"/>
                    <a:ext cx="144000" cy="144000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98" name="Google Shape;9098;p79"/>
                  <p:cNvSpPr/>
                  <p:nvPr/>
                </p:nvSpPr>
                <p:spPr>
                  <a:xfrm>
                    <a:off x="7045882" y="3233241"/>
                    <a:ext cx="199994" cy="71861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99" name="Google Shape;9099;p79"/>
                  <p:cNvSpPr/>
                  <p:nvPr/>
                </p:nvSpPr>
                <p:spPr>
                  <a:xfrm rot="5400000">
                    <a:off x="7123388" y="3349412"/>
                    <a:ext cx="157603" cy="75329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100" name="Google Shape;9100;p79"/>
                <p:cNvGrpSpPr/>
                <p:nvPr/>
              </p:nvGrpSpPr>
              <p:grpSpPr>
                <a:xfrm rot="10800000">
                  <a:off x="6536859" y="3714968"/>
                  <a:ext cx="184520" cy="210352"/>
                  <a:chOff x="7045881" y="3254925"/>
                  <a:chExt cx="184520" cy="210352"/>
                </a:xfrm>
              </p:grpSpPr>
              <p:sp>
                <p:nvSpPr>
                  <p:cNvPr id="9101" name="Google Shape;9101;p79"/>
                  <p:cNvSpPr/>
                  <p:nvPr/>
                </p:nvSpPr>
                <p:spPr>
                  <a:xfrm>
                    <a:off x="7086400" y="3254925"/>
                    <a:ext cx="144000" cy="144000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2" name="Google Shape;9102;p79"/>
                  <p:cNvSpPr/>
                  <p:nvPr/>
                </p:nvSpPr>
                <p:spPr>
                  <a:xfrm>
                    <a:off x="7045881" y="3254926"/>
                    <a:ext cx="184520" cy="52749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3" name="Google Shape;9103;p79"/>
                  <p:cNvSpPr/>
                  <p:nvPr/>
                </p:nvSpPr>
                <p:spPr>
                  <a:xfrm rot="5400000">
                    <a:off x="7118889" y="3353767"/>
                    <a:ext cx="157603" cy="65418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104" name="Google Shape;9104;p79"/>
                <p:cNvGrpSpPr/>
                <p:nvPr/>
              </p:nvGrpSpPr>
              <p:grpSpPr>
                <a:xfrm rot="-5400000">
                  <a:off x="6559393" y="3219373"/>
                  <a:ext cx="185412" cy="217495"/>
                  <a:chOff x="7051671" y="3247782"/>
                  <a:chExt cx="185412" cy="217495"/>
                </a:xfrm>
              </p:grpSpPr>
              <p:sp>
                <p:nvSpPr>
                  <p:cNvPr id="9105" name="Google Shape;9105;p79"/>
                  <p:cNvSpPr/>
                  <p:nvPr/>
                </p:nvSpPr>
                <p:spPr>
                  <a:xfrm>
                    <a:off x="7086400" y="3247783"/>
                    <a:ext cx="144000" cy="144000"/>
                  </a:xfrm>
                  <a:prstGeom prst="ellipse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6" name="Google Shape;9106;p79"/>
                  <p:cNvSpPr/>
                  <p:nvPr/>
                </p:nvSpPr>
                <p:spPr>
                  <a:xfrm>
                    <a:off x="7051671" y="3247782"/>
                    <a:ext cx="185412" cy="57513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7" name="Google Shape;9107;p79"/>
                  <p:cNvSpPr/>
                  <p:nvPr/>
                </p:nvSpPr>
                <p:spPr>
                  <a:xfrm rot="5400000">
                    <a:off x="7118892" y="3353767"/>
                    <a:ext cx="157603" cy="65417"/>
                  </a:xfrm>
                  <a:prstGeom prst="rect">
                    <a:avLst/>
                  </a:prstGeom>
                  <a:solidFill>
                    <a:srgbClr val="A5A5A5"/>
                  </a:solidFill>
                  <a:ln cap="flat" cmpd="sng" w="1270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9108" name="Google Shape;9108;p79"/>
            <p:cNvGrpSpPr/>
            <p:nvPr/>
          </p:nvGrpSpPr>
          <p:grpSpPr>
            <a:xfrm>
              <a:off x="5811486" y="1624311"/>
              <a:ext cx="1668083" cy="1702876"/>
              <a:chOff x="5811486" y="1624311"/>
              <a:chExt cx="1668083" cy="1702876"/>
            </a:xfrm>
          </p:grpSpPr>
          <p:grpSp>
            <p:nvGrpSpPr>
              <p:cNvPr id="9109" name="Google Shape;9109;p79"/>
              <p:cNvGrpSpPr/>
              <p:nvPr/>
            </p:nvGrpSpPr>
            <p:grpSpPr>
              <a:xfrm>
                <a:off x="5811486" y="1624311"/>
                <a:ext cx="1668083" cy="1702876"/>
                <a:chOff x="5811486" y="1624311"/>
                <a:chExt cx="1668083" cy="1702876"/>
              </a:xfrm>
            </p:grpSpPr>
            <p:grpSp>
              <p:nvGrpSpPr>
                <p:cNvPr id="9110" name="Google Shape;9110;p79"/>
                <p:cNvGrpSpPr/>
                <p:nvPr/>
              </p:nvGrpSpPr>
              <p:grpSpPr>
                <a:xfrm rot="-3495342">
                  <a:off x="6006485" y="1890354"/>
                  <a:ext cx="1278085" cy="1170790"/>
                  <a:chOff x="5701956" y="1773008"/>
                  <a:chExt cx="2320919" cy="2112818"/>
                </a:xfrm>
              </p:grpSpPr>
              <p:grpSp>
                <p:nvGrpSpPr>
                  <p:cNvPr id="9111" name="Google Shape;9111;p79"/>
                  <p:cNvGrpSpPr/>
                  <p:nvPr/>
                </p:nvGrpSpPr>
                <p:grpSpPr>
                  <a:xfrm>
                    <a:off x="5701956" y="1773008"/>
                    <a:ext cx="2320919" cy="2112818"/>
                    <a:chOff x="5797343" y="2178392"/>
                    <a:chExt cx="2320919" cy="2112818"/>
                  </a:xfrm>
                </p:grpSpPr>
                <p:grpSp>
                  <p:nvGrpSpPr>
                    <p:cNvPr id="9112" name="Google Shape;9112;p79"/>
                    <p:cNvGrpSpPr/>
                    <p:nvPr/>
                  </p:nvGrpSpPr>
                  <p:grpSpPr>
                    <a:xfrm>
                      <a:off x="5797343" y="2178392"/>
                      <a:ext cx="2320919" cy="2112818"/>
                      <a:chOff x="5587545" y="1682358"/>
                      <a:chExt cx="2320919" cy="2112818"/>
                    </a:xfrm>
                  </p:grpSpPr>
                  <p:sp>
                    <p:nvSpPr>
                      <p:cNvPr id="9113" name="Google Shape;9113;p79"/>
                      <p:cNvSpPr/>
                      <p:nvPr/>
                    </p:nvSpPr>
                    <p:spPr>
                      <a:xfrm>
                        <a:off x="6850705" y="2763143"/>
                        <a:ext cx="1057759" cy="1032033"/>
                      </a:xfrm>
                      <a:prstGeom prst="ellipse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14" name="Google Shape;9114;p79"/>
                      <p:cNvSpPr/>
                      <p:nvPr/>
                    </p:nvSpPr>
                    <p:spPr>
                      <a:xfrm rot="7768561">
                        <a:off x="6099463" y="1750485"/>
                        <a:ext cx="1032301" cy="1813530"/>
                      </a:xfrm>
                      <a:prstGeom prst="flowChartManualOperation">
                        <a:avLst/>
                      </a:prstGeom>
                      <a:solidFill>
                        <a:srgbClr val="A5A5A5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9115" name="Google Shape;9115;p79"/>
                    <p:cNvSpPr/>
                    <p:nvPr/>
                  </p:nvSpPr>
                  <p:spPr>
                    <a:xfrm>
                      <a:off x="5819210" y="2270542"/>
                      <a:ext cx="611999" cy="612001"/>
                    </a:xfrm>
                    <a:prstGeom prst="ellipse">
                      <a:avLst/>
                    </a:prstGeom>
                    <a:solidFill>
                      <a:srgbClr val="A5A5A5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9116" name="Google Shape;9116;p79"/>
                  <p:cNvSpPr/>
                  <p:nvPr/>
                </p:nvSpPr>
                <p:spPr>
                  <a:xfrm rot="7723891">
                    <a:off x="6283368" y="1841295"/>
                    <a:ext cx="919947" cy="1825612"/>
                  </a:xfrm>
                  <a:prstGeom prst="flowChartManualOperation">
                    <a:avLst/>
                  </a:prstGeom>
                  <a:solidFill>
                    <a:srgbClr val="A5A5A5"/>
                  </a:solidFill>
                  <a:ln cap="flat" cmpd="sng" w="19050">
                    <a:solidFill>
                      <a:srgbClr val="A5A5A5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117" name="Google Shape;9117;p79"/>
                <p:cNvSpPr/>
                <p:nvPr/>
              </p:nvSpPr>
              <p:spPr>
                <a:xfrm>
                  <a:off x="6945606" y="2185786"/>
                  <a:ext cx="288000" cy="288000"/>
                </a:xfrm>
                <a:prstGeom prst="ellipse">
                  <a:avLst/>
                </a:prstGeom>
                <a:solidFill>
                  <a:srgbClr val="3F3F3F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118" name="Google Shape;9118;p79"/>
              <p:cNvSpPr/>
              <p:nvPr/>
            </p:nvSpPr>
            <p:spPr>
              <a:xfrm>
                <a:off x="6089175" y="2570070"/>
                <a:ext cx="144000" cy="144000"/>
              </a:xfrm>
              <a:prstGeom prst="ellipse">
                <a:avLst/>
              </a:prstGeom>
              <a:solidFill>
                <a:srgbClr val="3F3F3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19" name="Google Shape;9119;p79"/>
            <p:cNvSpPr/>
            <p:nvPr/>
          </p:nvSpPr>
          <p:spPr>
            <a:xfrm>
              <a:off x="6291474" y="2530285"/>
              <a:ext cx="108000" cy="10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0" name="Google Shape;9120;p79"/>
            <p:cNvSpPr/>
            <p:nvPr/>
          </p:nvSpPr>
          <p:spPr>
            <a:xfrm>
              <a:off x="6103211" y="3035450"/>
              <a:ext cx="108000" cy="10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1" name="Google Shape;9121;p79"/>
            <p:cNvSpPr/>
            <p:nvPr/>
          </p:nvSpPr>
          <p:spPr>
            <a:xfrm>
              <a:off x="7836051" y="4369949"/>
              <a:ext cx="108000" cy="10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2" name="Google Shape;9122;p79"/>
            <p:cNvSpPr/>
            <p:nvPr/>
          </p:nvSpPr>
          <p:spPr>
            <a:xfrm>
              <a:off x="8531706" y="3190317"/>
              <a:ext cx="108000" cy="10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3" name="Google Shape;9123;p79"/>
            <p:cNvSpPr/>
            <p:nvPr/>
          </p:nvSpPr>
          <p:spPr>
            <a:xfrm>
              <a:off x="6931565" y="2095862"/>
              <a:ext cx="108000" cy="10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4" name="Google Shape;9124;p79"/>
            <p:cNvSpPr/>
            <p:nvPr/>
          </p:nvSpPr>
          <p:spPr>
            <a:xfrm>
              <a:off x="5977502" y="3781235"/>
              <a:ext cx="108000" cy="10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5" name="Google Shape;9125;p79"/>
            <p:cNvSpPr/>
            <p:nvPr/>
          </p:nvSpPr>
          <p:spPr>
            <a:xfrm>
              <a:off x="6226142" y="3952430"/>
              <a:ext cx="108000" cy="1080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26" name="Google Shape;9126;p79"/>
            <p:cNvGrpSpPr/>
            <p:nvPr/>
          </p:nvGrpSpPr>
          <p:grpSpPr>
            <a:xfrm>
              <a:off x="7379270" y="4515549"/>
              <a:ext cx="3600000" cy="2124000"/>
              <a:chOff x="7379270" y="4515549"/>
              <a:chExt cx="3600000" cy="2124000"/>
            </a:xfrm>
          </p:grpSpPr>
          <p:sp>
            <p:nvSpPr>
              <p:cNvPr id="9127" name="Google Shape;9127;p79"/>
              <p:cNvSpPr/>
              <p:nvPr/>
            </p:nvSpPr>
            <p:spPr>
              <a:xfrm>
                <a:off x="8174068" y="5608375"/>
                <a:ext cx="1028742" cy="788098"/>
              </a:xfrm>
              <a:prstGeom prst="frame">
                <a:avLst>
                  <a:gd fmla="val 5522" name="adj1"/>
                </a:avLst>
              </a:prstGeom>
              <a:solidFill>
                <a:srgbClr val="BFBFB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8" name="Google Shape;9128;p79"/>
              <p:cNvSpPr/>
              <p:nvPr/>
            </p:nvSpPr>
            <p:spPr>
              <a:xfrm>
                <a:off x="9198999" y="5436549"/>
                <a:ext cx="1111511" cy="1002000"/>
              </a:xfrm>
              <a:prstGeom prst="frame">
                <a:avLst>
                  <a:gd fmla="val 5522" name="adj1"/>
                </a:avLst>
              </a:prstGeom>
              <a:solidFill>
                <a:srgbClr val="BFBFBF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129" name="Google Shape;9129;p79"/>
              <p:cNvGrpSpPr/>
              <p:nvPr/>
            </p:nvGrpSpPr>
            <p:grpSpPr>
              <a:xfrm>
                <a:off x="7379270" y="4515549"/>
                <a:ext cx="3600000" cy="2124000"/>
                <a:chOff x="6968452" y="4347629"/>
                <a:chExt cx="3600000" cy="2124000"/>
              </a:xfrm>
            </p:grpSpPr>
            <p:grpSp>
              <p:nvGrpSpPr>
                <p:cNvPr id="9130" name="Google Shape;9130;p79"/>
                <p:cNvGrpSpPr/>
                <p:nvPr/>
              </p:nvGrpSpPr>
              <p:grpSpPr>
                <a:xfrm>
                  <a:off x="6968452" y="4347629"/>
                  <a:ext cx="3600000" cy="1980000"/>
                  <a:chOff x="6133565" y="4657920"/>
                  <a:chExt cx="3600000" cy="1980000"/>
                </a:xfrm>
              </p:grpSpPr>
              <p:grpSp>
                <p:nvGrpSpPr>
                  <p:cNvPr id="9131" name="Google Shape;9131;p79"/>
                  <p:cNvGrpSpPr/>
                  <p:nvPr/>
                </p:nvGrpSpPr>
                <p:grpSpPr>
                  <a:xfrm>
                    <a:off x="6133565" y="4657920"/>
                    <a:ext cx="3600000" cy="1980000"/>
                    <a:chOff x="6133565" y="4657920"/>
                    <a:chExt cx="3600000" cy="1980000"/>
                  </a:xfrm>
                </p:grpSpPr>
                <p:sp>
                  <p:nvSpPr>
                    <p:cNvPr id="9132" name="Google Shape;9132;p79"/>
                    <p:cNvSpPr/>
                    <p:nvPr/>
                  </p:nvSpPr>
                  <p:spPr>
                    <a:xfrm>
                      <a:off x="6493565" y="4657920"/>
                      <a:ext cx="2880000" cy="180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133" name="Google Shape;9133;p79"/>
                    <p:cNvSpPr/>
                    <p:nvPr/>
                  </p:nvSpPr>
                  <p:spPr>
                    <a:xfrm>
                      <a:off x="6133565" y="6457920"/>
                      <a:ext cx="3600000" cy="180000"/>
                    </a:xfrm>
                    <a:prstGeom prst="rect">
                      <a:avLst/>
                    </a:prstGeom>
                    <a:solidFill>
                      <a:srgbClr val="A5A5A5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134" name="Google Shape;9134;p79"/>
                  <p:cNvGrpSpPr/>
                  <p:nvPr/>
                </p:nvGrpSpPr>
                <p:grpSpPr>
                  <a:xfrm>
                    <a:off x="6493565" y="4837920"/>
                    <a:ext cx="2880000" cy="1621629"/>
                    <a:chOff x="6493565" y="4837920"/>
                    <a:chExt cx="2880000" cy="1621629"/>
                  </a:xfrm>
                </p:grpSpPr>
                <p:grpSp>
                  <p:nvGrpSpPr>
                    <p:cNvPr id="9135" name="Google Shape;9135;p79"/>
                    <p:cNvGrpSpPr/>
                    <p:nvPr/>
                  </p:nvGrpSpPr>
                  <p:grpSpPr>
                    <a:xfrm>
                      <a:off x="6493565" y="4837920"/>
                      <a:ext cx="252000" cy="1621629"/>
                      <a:chOff x="6493565" y="4837920"/>
                      <a:chExt cx="252000" cy="1621629"/>
                    </a:xfrm>
                  </p:grpSpPr>
                  <p:sp>
                    <p:nvSpPr>
                      <p:cNvPr id="9136" name="Google Shape;9136;p79"/>
                      <p:cNvSpPr/>
                      <p:nvPr/>
                    </p:nvSpPr>
                    <p:spPr>
                      <a:xfrm rot="5400000">
                        <a:off x="5809565" y="5523549"/>
                        <a:ext cx="1620000" cy="252000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37" name="Google Shape;9137;p79"/>
                      <p:cNvSpPr/>
                      <p:nvPr/>
                    </p:nvSpPr>
                    <p:spPr>
                      <a:xfrm rot="5400000">
                        <a:off x="5809565" y="5593920"/>
                        <a:ext cx="1620000" cy="108000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9138" name="Google Shape;9138;p79"/>
                    <p:cNvGrpSpPr/>
                    <p:nvPr/>
                  </p:nvGrpSpPr>
                  <p:grpSpPr>
                    <a:xfrm>
                      <a:off x="9121565" y="4837920"/>
                      <a:ext cx="252000" cy="1621629"/>
                      <a:chOff x="6493565" y="4837920"/>
                      <a:chExt cx="252000" cy="1621629"/>
                    </a:xfrm>
                  </p:grpSpPr>
                  <p:sp>
                    <p:nvSpPr>
                      <p:cNvPr id="9139" name="Google Shape;9139;p79"/>
                      <p:cNvSpPr/>
                      <p:nvPr/>
                    </p:nvSpPr>
                    <p:spPr>
                      <a:xfrm rot="5400000">
                        <a:off x="5809565" y="5523549"/>
                        <a:ext cx="1620000" cy="252000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40" name="Google Shape;9140;p79"/>
                      <p:cNvSpPr/>
                      <p:nvPr/>
                    </p:nvSpPr>
                    <p:spPr>
                      <a:xfrm rot="5400000">
                        <a:off x="5809565" y="5593920"/>
                        <a:ext cx="1620000" cy="108000"/>
                      </a:xfrm>
                      <a:prstGeom prst="rect">
                        <a:avLst/>
                      </a:prstGeom>
                      <a:solidFill>
                        <a:srgbClr val="A5A5A5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9141" name="Google Shape;9141;p79"/>
                <p:cNvGrpSpPr/>
                <p:nvPr/>
              </p:nvGrpSpPr>
              <p:grpSpPr>
                <a:xfrm>
                  <a:off x="7021720" y="6327629"/>
                  <a:ext cx="3489180" cy="144000"/>
                  <a:chOff x="7021720" y="6327629"/>
                  <a:chExt cx="3489180" cy="144000"/>
                </a:xfrm>
              </p:grpSpPr>
              <p:sp>
                <p:nvSpPr>
                  <p:cNvPr id="9142" name="Google Shape;9142;p79"/>
                  <p:cNvSpPr/>
                  <p:nvPr/>
                </p:nvSpPr>
                <p:spPr>
                  <a:xfrm>
                    <a:off x="7021720" y="6327629"/>
                    <a:ext cx="144000" cy="144000"/>
                  </a:xfrm>
                  <a:prstGeom prst="flowChartManualOperation">
                    <a:avLst/>
                  </a:prstGeom>
                  <a:solidFill>
                    <a:schemeClr val="dk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43" name="Google Shape;9143;p79"/>
                  <p:cNvSpPr/>
                  <p:nvPr/>
                </p:nvSpPr>
                <p:spPr>
                  <a:xfrm>
                    <a:off x="10366900" y="6327629"/>
                    <a:ext cx="144000" cy="144000"/>
                  </a:xfrm>
                  <a:prstGeom prst="flowChartManualOperation">
                    <a:avLst/>
                  </a:prstGeom>
                  <a:solidFill>
                    <a:schemeClr val="dk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144" name="Google Shape;9144;p79"/>
              <p:cNvGrpSpPr/>
              <p:nvPr/>
            </p:nvGrpSpPr>
            <p:grpSpPr>
              <a:xfrm>
                <a:off x="9336076" y="5529713"/>
                <a:ext cx="762232" cy="780315"/>
                <a:chOff x="9033457" y="5328123"/>
                <a:chExt cx="300588" cy="306875"/>
              </a:xfrm>
            </p:grpSpPr>
            <p:sp>
              <p:nvSpPr>
                <p:cNvPr id="9145" name="Google Shape;9145;p79"/>
                <p:cNvSpPr/>
                <p:nvPr/>
              </p:nvSpPr>
              <p:spPr>
                <a:xfrm>
                  <a:off x="9034363" y="5407088"/>
                  <a:ext cx="298791" cy="152813"/>
                </a:xfrm>
                <a:prstGeom prst="rect">
                  <a:avLst/>
                </a:prstGeom>
                <a:solidFill>
                  <a:srgbClr val="59595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46" name="Google Shape;9146;p79"/>
                <p:cNvSpPr/>
                <p:nvPr/>
              </p:nvSpPr>
              <p:spPr>
                <a:xfrm>
                  <a:off x="9035254" y="5328123"/>
                  <a:ext cx="298791" cy="76406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47" name="Google Shape;9147;p79"/>
                <p:cNvSpPr/>
                <p:nvPr/>
              </p:nvSpPr>
              <p:spPr>
                <a:xfrm>
                  <a:off x="9033457" y="5558592"/>
                  <a:ext cx="298791" cy="76406"/>
                </a:xfrm>
                <a:prstGeom prst="rect">
                  <a:avLst/>
                </a:prstGeom>
                <a:solidFill>
                  <a:srgbClr val="D8D8D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148" name="Google Shape;9148;p79"/>
              <p:cNvSpPr/>
              <p:nvPr/>
            </p:nvSpPr>
            <p:spPr>
              <a:xfrm>
                <a:off x="8448868" y="5808852"/>
                <a:ext cx="472343" cy="494460"/>
              </a:xfrm>
              <a:prstGeom prst="rect">
                <a:avLst/>
              </a:prstGeom>
              <a:solidFill>
                <a:srgbClr val="59595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149" name="Google Shape;9149;p79"/>
              <p:cNvGrpSpPr/>
              <p:nvPr/>
            </p:nvGrpSpPr>
            <p:grpSpPr>
              <a:xfrm>
                <a:off x="8174068" y="5162752"/>
                <a:ext cx="1779238" cy="242322"/>
                <a:chOff x="8174068" y="5109412"/>
                <a:chExt cx="1779238" cy="242322"/>
              </a:xfrm>
            </p:grpSpPr>
            <p:grpSp>
              <p:nvGrpSpPr>
                <p:cNvPr id="9150" name="Google Shape;9150;p79"/>
                <p:cNvGrpSpPr/>
                <p:nvPr/>
              </p:nvGrpSpPr>
              <p:grpSpPr>
                <a:xfrm>
                  <a:off x="8174068" y="5109412"/>
                  <a:ext cx="1779238" cy="242322"/>
                  <a:chOff x="8174068" y="5109412"/>
                  <a:chExt cx="1779238" cy="242322"/>
                </a:xfrm>
              </p:grpSpPr>
              <p:sp>
                <p:nvSpPr>
                  <p:cNvPr id="9151" name="Google Shape;9151;p79"/>
                  <p:cNvSpPr/>
                  <p:nvPr/>
                </p:nvSpPr>
                <p:spPr>
                  <a:xfrm>
                    <a:off x="8174068" y="5143500"/>
                    <a:ext cx="1009691" cy="176962"/>
                  </a:xfrm>
                  <a:prstGeom prst="rect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52" name="Google Shape;9152;p79"/>
                  <p:cNvSpPr/>
                  <p:nvPr/>
                </p:nvSpPr>
                <p:spPr>
                  <a:xfrm>
                    <a:off x="9458745" y="5109412"/>
                    <a:ext cx="494561" cy="242322"/>
                  </a:xfrm>
                  <a:prstGeom prst="rect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153" name="Google Shape;9153;p79"/>
                <p:cNvSpPr/>
                <p:nvPr/>
              </p:nvSpPr>
              <p:spPr>
                <a:xfrm>
                  <a:off x="8181687" y="5194227"/>
                  <a:ext cx="1764000" cy="81780"/>
                </a:xfrm>
                <a:prstGeom prst="rect">
                  <a:avLst/>
                </a:prstGeom>
                <a:solidFill>
                  <a:schemeClr val="dk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154" name="Google Shape;9154;p79"/>
              <p:cNvGrpSpPr/>
              <p:nvPr/>
            </p:nvGrpSpPr>
            <p:grpSpPr>
              <a:xfrm>
                <a:off x="8585706" y="4695549"/>
                <a:ext cx="182189" cy="1113303"/>
                <a:chOff x="8585706" y="4695549"/>
                <a:chExt cx="182189" cy="1113303"/>
              </a:xfrm>
            </p:grpSpPr>
            <p:sp>
              <p:nvSpPr>
                <p:cNvPr id="9155" name="Google Shape;9155;p79"/>
                <p:cNvSpPr/>
                <p:nvPr/>
              </p:nvSpPr>
              <p:spPr>
                <a:xfrm>
                  <a:off x="8585706" y="4695549"/>
                  <a:ext cx="182189" cy="501291"/>
                </a:xfrm>
                <a:prstGeom prst="rect">
                  <a:avLst/>
                </a:prstGeom>
                <a:solidFill>
                  <a:srgbClr val="3A383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56" name="Google Shape;9156;p79"/>
                <p:cNvSpPr/>
                <p:nvPr/>
              </p:nvSpPr>
              <p:spPr>
                <a:xfrm>
                  <a:off x="8585706" y="5671686"/>
                  <a:ext cx="182189" cy="137166"/>
                </a:xfrm>
                <a:prstGeom prst="rect">
                  <a:avLst/>
                </a:prstGeom>
                <a:solidFill>
                  <a:srgbClr val="3A383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57" name="Google Shape;9157;p79"/>
                <p:cNvSpPr/>
                <p:nvPr/>
              </p:nvSpPr>
              <p:spPr>
                <a:xfrm>
                  <a:off x="8608567" y="5381346"/>
                  <a:ext cx="131756" cy="217527"/>
                </a:xfrm>
                <a:prstGeom prst="rect">
                  <a:avLst/>
                </a:prstGeom>
                <a:solidFill>
                  <a:srgbClr val="3A3838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9158" name="Google Shape;9158;p79"/>
          <p:cNvSpPr txBox="1"/>
          <p:nvPr/>
        </p:nvSpPr>
        <p:spPr>
          <a:xfrm>
            <a:off x="280223" y="2387425"/>
            <a:ext cx="5494369" cy="3083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brazo: 180°</a:t>
            </a:r>
            <a:endParaRPr/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 grande: 90°</a:t>
            </a:r>
            <a:endParaRPr/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 pequeño: 90°</a:t>
            </a:r>
            <a:endParaRPr/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 la pata: 150°</a:t>
            </a:r>
            <a:endParaRPr/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Rotación de dedos: 360</a:t>
            </a:r>
            <a:endParaRPr/>
          </a:p>
        </p:txBody>
      </p:sp>
      <p:pic>
        <p:nvPicPr>
          <p:cNvPr id="9159" name="Google Shape;9159;p79"/>
          <p:cNvPicPr preferRelativeResize="0"/>
          <p:nvPr/>
        </p:nvPicPr>
        <p:blipFill rotWithShape="1">
          <a:blip r:embed="rId3">
            <a:alphaModFix/>
          </a:blip>
          <a:srcRect b="0" l="18009" r="8640" t="0"/>
          <a:stretch/>
        </p:blipFill>
        <p:spPr>
          <a:xfrm>
            <a:off x="2864446" y="410084"/>
            <a:ext cx="1813708" cy="1856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3" name="Shape 9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4" name="Google Shape;9164;p80"/>
          <p:cNvSpPr txBox="1"/>
          <p:nvPr>
            <p:ph idx="1" type="subTitle"/>
          </p:nvPr>
        </p:nvSpPr>
        <p:spPr>
          <a:xfrm>
            <a:off x="275854" y="248734"/>
            <a:ext cx="11611345" cy="195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s-ES" sz="3200">
                <a:solidFill>
                  <a:srgbClr val="FF0000"/>
                </a:solidFill>
              </a:rPr>
              <a:t>Programa para simular puertos virtuales en la PC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200"/>
              <a:buNone/>
            </a:pPr>
            <a:r>
              <a:rPr b="1" lang="es-ES" sz="3200">
                <a:solidFill>
                  <a:srgbClr val="0070C0"/>
                </a:solidFill>
              </a:rPr>
              <a:t>Virtual Serial Port Emulador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200"/>
              <a:buNone/>
            </a:pPr>
            <a:r>
              <a:rPr b="1" lang="es-ES" sz="3200">
                <a:solidFill>
                  <a:srgbClr val="0070C0"/>
                </a:solidFill>
              </a:rPr>
              <a:t>Hiper Terminal (Para ver que se esta enviando)*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>
              <a:solidFill>
                <a:srgbClr val="0070C0"/>
              </a:solidFill>
            </a:endParaRPr>
          </a:p>
        </p:txBody>
      </p:sp>
      <p:sp>
        <p:nvSpPr>
          <p:cNvPr id="9165" name="Google Shape;9165;p80"/>
          <p:cNvSpPr txBox="1"/>
          <p:nvPr/>
        </p:nvSpPr>
        <p:spPr>
          <a:xfrm>
            <a:off x="280223" y="2387425"/>
            <a:ext cx="5494369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brazo: 180°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 grande: 90°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 pequeño: 90°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 la pata: 150°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Rotación de dedos: 360</a:t>
            </a:r>
            <a:endParaRPr/>
          </a:p>
        </p:txBody>
      </p:sp>
      <p:pic>
        <p:nvPicPr>
          <p:cNvPr id="9166" name="Google Shape;9166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7410" y="2168502"/>
            <a:ext cx="4219575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0" name="Shape 9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1" name="Google Shape;9171;p81"/>
          <p:cNvSpPr txBox="1"/>
          <p:nvPr/>
        </p:nvSpPr>
        <p:spPr>
          <a:xfrm>
            <a:off x="7489406" y="1955922"/>
            <a:ext cx="4606471" cy="3847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Pines de transmisión y recepción: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RX2: pin #RG2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TX2: pin #RG1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RX1: pin #RC7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TX1: pin #RC6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configuraciones para ambos módulos EUSART deberá ser de la siguiente forma: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RX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Recepción 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</a:t>
            </a:r>
            <a:r>
              <a:rPr b="1" lang="es-ES" sz="2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entrada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digital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TX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Transmisión 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</a:t>
            </a:r>
            <a:r>
              <a:rPr b="1" lang="es-E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salida </a:t>
            </a: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</a:t>
            </a:r>
            <a:endParaRPr/>
          </a:p>
        </p:txBody>
      </p:sp>
      <p:grpSp>
        <p:nvGrpSpPr>
          <p:cNvPr id="9172" name="Google Shape;9172;p81"/>
          <p:cNvGrpSpPr/>
          <p:nvPr/>
        </p:nvGrpSpPr>
        <p:grpSpPr>
          <a:xfrm>
            <a:off x="361167" y="90338"/>
            <a:ext cx="6430553" cy="6677324"/>
            <a:chOff x="361167" y="90338"/>
            <a:chExt cx="6430553" cy="6677324"/>
          </a:xfrm>
        </p:grpSpPr>
        <p:pic>
          <p:nvPicPr>
            <p:cNvPr id="9173" name="Google Shape;9173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1167" y="90338"/>
              <a:ext cx="6430553" cy="66773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174" name="Google Shape;9174;p81"/>
            <p:cNvGrpSpPr/>
            <p:nvPr/>
          </p:nvGrpSpPr>
          <p:grpSpPr>
            <a:xfrm>
              <a:off x="361167" y="4837042"/>
              <a:ext cx="6291424" cy="1080053"/>
              <a:chOff x="361167" y="4837042"/>
              <a:chExt cx="6291424" cy="1080053"/>
            </a:xfrm>
          </p:grpSpPr>
          <p:sp>
            <p:nvSpPr>
              <p:cNvPr id="9175" name="Google Shape;9175;p81"/>
              <p:cNvSpPr/>
              <p:nvPr/>
            </p:nvSpPr>
            <p:spPr>
              <a:xfrm>
                <a:off x="361167" y="4837042"/>
                <a:ext cx="2302520" cy="371061"/>
              </a:xfrm>
              <a:prstGeom prst="rect">
                <a:avLst/>
              </a:prstGeom>
              <a:noFill/>
              <a:ln cap="flat" cmpd="sng" w="38100">
                <a:solidFill>
                  <a:srgbClr val="FF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6" name="Google Shape;9176;p81"/>
              <p:cNvSpPr/>
              <p:nvPr/>
            </p:nvSpPr>
            <p:spPr>
              <a:xfrm>
                <a:off x="3233530" y="5546034"/>
                <a:ext cx="3419061" cy="371061"/>
              </a:xfrm>
              <a:prstGeom prst="rect">
                <a:avLst/>
              </a:prstGeom>
              <a:noFill/>
              <a:ln cap="flat" cmpd="sng" w="38100">
                <a:solidFill>
                  <a:srgbClr val="FFFF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0" name="Shape 9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1" name="Google Shape;9181;p82"/>
          <p:cNvSpPr txBox="1"/>
          <p:nvPr>
            <p:ph idx="1" type="subTitle"/>
          </p:nvPr>
        </p:nvSpPr>
        <p:spPr>
          <a:xfrm>
            <a:off x="275854" y="248734"/>
            <a:ext cx="11611345" cy="195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s-ES" sz="3200">
                <a:solidFill>
                  <a:srgbClr val="FF0000"/>
                </a:solidFill>
              </a:rPr>
              <a:t>Programa para simular puertos virtuales en la PC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200"/>
              <a:buNone/>
            </a:pPr>
            <a:r>
              <a:rPr b="1" lang="es-ES" sz="3200">
                <a:solidFill>
                  <a:srgbClr val="0070C0"/>
                </a:solidFill>
              </a:rPr>
              <a:t>Virtual Serial Port Emulador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200"/>
              <a:buNone/>
            </a:pPr>
            <a:r>
              <a:rPr b="1" lang="es-ES" sz="3200">
                <a:solidFill>
                  <a:srgbClr val="0070C0"/>
                </a:solidFill>
              </a:rPr>
              <a:t>Hiper Terminal (Para ver que se esta enviando)*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>
              <a:solidFill>
                <a:srgbClr val="0070C0"/>
              </a:solidFill>
            </a:endParaRPr>
          </a:p>
        </p:txBody>
      </p:sp>
      <p:sp>
        <p:nvSpPr>
          <p:cNvPr id="9182" name="Google Shape;9182;p82"/>
          <p:cNvSpPr txBox="1"/>
          <p:nvPr/>
        </p:nvSpPr>
        <p:spPr>
          <a:xfrm>
            <a:off x="280223" y="2387425"/>
            <a:ext cx="5494369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brazo: 180°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 grande: 90°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 pequeño: 90°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 la pata: 150°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Rotación de dedos: 360</a:t>
            </a:r>
            <a:endParaRPr/>
          </a:p>
        </p:txBody>
      </p:sp>
      <p:pic>
        <p:nvPicPr>
          <p:cNvPr id="9183" name="Google Shape;9183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7410" y="2168502"/>
            <a:ext cx="4219575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7" name="Shape 9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8" name="Google Shape;9188;p83"/>
          <p:cNvSpPr txBox="1"/>
          <p:nvPr>
            <p:ph idx="1" type="subTitle"/>
          </p:nvPr>
        </p:nvSpPr>
        <p:spPr>
          <a:xfrm>
            <a:off x="275854" y="248734"/>
            <a:ext cx="11611345" cy="195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s-ES" sz="3200">
                <a:solidFill>
                  <a:srgbClr val="FF0000"/>
                </a:solidFill>
              </a:rPr>
              <a:t>Programa para simular puertos virtuales en la PC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200"/>
              <a:buNone/>
            </a:pPr>
            <a:r>
              <a:rPr b="1" lang="es-ES" sz="3200">
                <a:solidFill>
                  <a:srgbClr val="0070C0"/>
                </a:solidFill>
              </a:rPr>
              <a:t>Virtual Serial Port Emulador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200"/>
              <a:buNone/>
            </a:pPr>
            <a:r>
              <a:rPr b="1" lang="es-ES" sz="3200">
                <a:solidFill>
                  <a:srgbClr val="0070C0"/>
                </a:solidFill>
              </a:rPr>
              <a:t>Hiper Terminal (Para ver que se esta enviando)*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>
              <a:solidFill>
                <a:srgbClr val="0070C0"/>
              </a:solidFill>
            </a:endParaRPr>
          </a:p>
        </p:txBody>
      </p:sp>
      <p:sp>
        <p:nvSpPr>
          <p:cNvPr id="9189" name="Google Shape;9189;p83"/>
          <p:cNvSpPr txBox="1"/>
          <p:nvPr/>
        </p:nvSpPr>
        <p:spPr>
          <a:xfrm>
            <a:off x="280223" y="2387425"/>
            <a:ext cx="5494369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brazo: 180°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 grande: 90°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 pequeño: 90°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 la pata: 150°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Rotación de dedos: 360</a:t>
            </a:r>
            <a:endParaRPr/>
          </a:p>
        </p:txBody>
      </p:sp>
      <p:pic>
        <p:nvPicPr>
          <p:cNvPr id="9190" name="Google Shape;919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7410" y="2168502"/>
            <a:ext cx="4219575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4" name="Shape 9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5" name="Google Shape;9195;p84"/>
          <p:cNvSpPr txBox="1"/>
          <p:nvPr>
            <p:ph idx="1" type="subTitle"/>
          </p:nvPr>
        </p:nvSpPr>
        <p:spPr>
          <a:xfrm>
            <a:off x="275854" y="248734"/>
            <a:ext cx="11611345" cy="195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s-ES" sz="3200">
                <a:solidFill>
                  <a:srgbClr val="FF0000"/>
                </a:solidFill>
              </a:rPr>
              <a:t>Programa para simular puertos virtuales en la PC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200"/>
              <a:buNone/>
            </a:pPr>
            <a:r>
              <a:rPr b="1" lang="es-ES" sz="3200">
                <a:solidFill>
                  <a:srgbClr val="0070C0"/>
                </a:solidFill>
              </a:rPr>
              <a:t>Virtual Serial Port Emulador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200"/>
              <a:buNone/>
            </a:pPr>
            <a:r>
              <a:rPr b="1" lang="es-ES" sz="3200">
                <a:solidFill>
                  <a:srgbClr val="0070C0"/>
                </a:solidFill>
              </a:rPr>
              <a:t>Hiper Terminal (Para ver que se esta enviando)*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>
              <a:solidFill>
                <a:srgbClr val="0070C0"/>
              </a:solidFill>
            </a:endParaRPr>
          </a:p>
        </p:txBody>
      </p:sp>
      <p:sp>
        <p:nvSpPr>
          <p:cNvPr id="9196" name="Google Shape;9196;p84"/>
          <p:cNvSpPr txBox="1"/>
          <p:nvPr/>
        </p:nvSpPr>
        <p:spPr>
          <a:xfrm>
            <a:off x="280223" y="2387425"/>
            <a:ext cx="5494369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brazo: 180°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 grande: 90°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 pequeño: 90°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 la pata: 150°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Rotación de dedos: 360</a:t>
            </a:r>
            <a:endParaRPr/>
          </a:p>
        </p:txBody>
      </p:sp>
      <p:pic>
        <p:nvPicPr>
          <p:cNvPr id="9197" name="Google Shape;9197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7410" y="2168502"/>
            <a:ext cx="4219575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1" name="Shape 9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2" name="Google Shape;9202;p85"/>
          <p:cNvSpPr txBox="1"/>
          <p:nvPr>
            <p:ph idx="1" type="subTitle"/>
          </p:nvPr>
        </p:nvSpPr>
        <p:spPr>
          <a:xfrm>
            <a:off x="275854" y="248734"/>
            <a:ext cx="11611345" cy="195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None/>
            </a:pPr>
            <a:r>
              <a:rPr b="1" lang="es-ES" sz="3200">
                <a:solidFill>
                  <a:srgbClr val="FF0000"/>
                </a:solidFill>
              </a:rPr>
              <a:t>Programa para simular puertos virtuales en la PC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200"/>
              <a:buNone/>
            </a:pPr>
            <a:r>
              <a:rPr b="1" lang="es-ES" sz="3200">
                <a:solidFill>
                  <a:srgbClr val="0070C0"/>
                </a:solidFill>
              </a:rPr>
              <a:t>Virtual Serial Port Emulador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200"/>
              <a:buNone/>
            </a:pPr>
            <a:r>
              <a:rPr b="1" lang="es-ES" sz="3200">
                <a:solidFill>
                  <a:srgbClr val="0070C0"/>
                </a:solidFill>
              </a:rPr>
              <a:t>Hiper Terminal (Para ver que se esta enviando)*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>
              <a:solidFill>
                <a:srgbClr val="0070C0"/>
              </a:solidFill>
            </a:endParaRPr>
          </a:p>
        </p:txBody>
      </p:sp>
      <p:sp>
        <p:nvSpPr>
          <p:cNvPr id="9203" name="Google Shape;9203;p85"/>
          <p:cNvSpPr txBox="1"/>
          <p:nvPr/>
        </p:nvSpPr>
        <p:spPr>
          <a:xfrm>
            <a:off x="280223" y="2387425"/>
            <a:ext cx="5494369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brazo: 180°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 grande: 90°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del brazo pequeño: 90°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Ángulo de rotación de la pata: 150°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Rotación de dedos: 360</a:t>
            </a:r>
            <a:endParaRPr/>
          </a:p>
        </p:txBody>
      </p:sp>
      <p:pic>
        <p:nvPicPr>
          <p:cNvPr id="9204" name="Google Shape;9204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7410" y="2168502"/>
            <a:ext cx="4219575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8" name="Shape 9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09" name="Google Shape;920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773" y="170032"/>
            <a:ext cx="11928962" cy="521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3" name="Shape 9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4" name="Google Shape;9214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288" y="180974"/>
            <a:ext cx="4435612" cy="5602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5" name="Google Shape;9215;p87"/>
          <p:cNvPicPr preferRelativeResize="0"/>
          <p:nvPr/>
        </p:nvPicPr>
        <p:blipFill rotWithShape="1">
          <a:blip r:embed="rId4">
            <a:alphaModFix/>
          </a:blip>
          <a:srcRect b="4525" l="0" r="0" t="2665"/>
          <a:stretch/>
        </p:blipFill>
        <p:spPr>
          <a:xfrm>
            <a:off x="4660900" y="22406"/>
            <a:ext cx="3405119" cy="6835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9" name="Shape 9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Google Shape;9220;p88"/>
          <p:cNvSpPr txBox="1"/>
          <p:nvPr>
            <p:ph type="ctrTitle"/>
          </p:nvPr>
        </p:nvSpPr>
        <p:spPr>
          <a:xfrm>
            <a:off x="331300" y="39543"/>
            <a:ext cx="11529393" cy="766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haroni"/>
              <a:buNone/>
            </a:pPr>
            <a:r>
              <a:rPr lang="es-ES" sz="4400">
                <a:latin typeface="Aharoni"/>
                <a:ea typeface="Aharoni"/>
                <a:cs typeface="Aharoni"/>
                <a:sym typeface="Aharoni"/>
              </a:rPr>
              <a:t>Elementos de entrada/salida del sistema</a:t>
            </a:r>
            <a:endParaRPr/>
          </a:p>
        </p:txBody>
      </p:sp>
      <p:sp>
        <p:nvSpPr>
          <p:cNvPr id="9221" name="Google Shape;9221;p88"/>
          <p:cNvSpPr txBox="1"/>
          <p:nvPr/>
        </p:nvSpPr>
        <p:spPr>
          <a:xfrm>
            <a:off x="331302" y="615875"/>
            <a:ext cx="115293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Puertos de entrada requeridos:</a:t>
            </a:r>
            <a:endParaRPr/>
          </a:p>
        </p:txBody>
      </p:sp>
      <p:sp>
        <p:nvSpPr>
          <p:cNvPr id="9222" name="Google Shape;9222;p88"/>
          <p:cNvSpPr txBox="1"/>
          <p:nvPr/>
        </p:nvSpPr>
        <p:spPr>
          <a:xfrm>
            <a:off x="212026" y="2015673"/>
            <a:ext cx="588397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se requiere 16 entradas digitales se hace uso de los puertos  A,B y C configurando las mismas como entradas. </a:t>
            </a:r>
            <a:endParaRPr b="1" sz="20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3" name="Google Shape;9223;p88"/>
          <p:cNvSpPr txBox="1"/>
          <p:nvPr/>
        </p:nvSpPr>
        <p:spPr>
          <a:xfrm>
            <a:off x="212026" y="1224266"/>
            <a:ext cx="630803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Cantidad de entradas digitales necesarias para los sensores de las  articulaciones y el panel de control son = </a:t>
            </a:r>
            <a:r>
              <a:rPr b="1" lang="es-ES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16 input.</a:t>
            </a:r>
            <a:endParaRPr/>
          </a:p>
        </p:txBody>
      </p:sp>
      <p:sp>
        <p:nvSpPr>
          <p:cNvPr id="9224" name="Google Shape;9224;p88"/>
          <p:cNvSpPr txBox="1"/>
          <p:nvPr/>
        </p:nvSpPr>
        <p:spPr>
          <a:xfrm>
            <a:off x="503580" y="2968993"/>
            <a:ext cx="435996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0070C0"/>
                </a:solidFill>
                <a:latin typeface="Aharoni"/>
                <a:ea typeface="Aharoni"/>
                <a:cs typeface="Aharoni"/>
                <a:sym typeface="Aharoni"/>
              </a:rPr>
              <a:t>Sensores</a:t>
            </a:r>
            <a:endParaRPr/>
          </a:p>
        </p:txBody>
      </p:sp>
      <p:pic>
        <p:nvPicPr>
          <p:cNvPr id="9225" name="Google Shape;9225;p88"/>
          <p:cNvPicPr preferRelativeResize="0"/>
          <p:nvPr/>
        </p:nvPicPr>
        <p:blipFill rotWithShape="1">
          <a:blip r:embed="rId3">
            <a:alphaModFix/>
          </a:blip>
          <a:srcRect b="0" l="0" r="6193" t="0"/>
          <a:stretch/>
        </p:blipFill>
        <p:spPr>
          <a:xfrm>
            <a:off x="331300" y="3826664"/>
            <a:ext cx="5075580" cy="2415461"/>
          </a:xfrm>
          <a:prstGeom prst="rect">
            <a:avLst/>
          </a:prstGeom>
          <a:noFill/>
          <a:ln>
            <a:noFill/>
          </a:ln>
        </p:spPr>
      </p:pic>
      <p:sp>
        <p:nvSpPr>
          <p:cNvPr id="9226" name="Google Shape;9226;p88"/>
          <p:cNvSpPr txBox="1"/>
          <p:nvPr/>
        </p:nvSpPr>
        <p:spPr>
          <a:xfrm>
            <a:off x="7142919" y="1285821"/>
            <a:ext cx="435996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0070C0"/>
                </a:solidFill>
                <a:latin typeface="Aharoni"/>
                <a:ea typeface="Aharoni"/>
                <a:cs typeface="Aharoni"/>
                <a:sym typeface="Aharoni"/>
              </a:rPr>
              <a:t>Panel de control</a:t>
            </a:r>
            <a:endParaRPr/>
          </a:p>
        </p:txBody>
      </p:sp>
      <p:pic>
        <p:nvPicPr>
          <p:cNvPr id="9227" name="Google Shape;9227;p88"/>
          <p:cNvPicPr preferRelativeResize="0"/>
          <p:nvPr/>
        </p:nvPicPr>
        <p:blipFill rotWithShape="1">
          <a:blip r:embed="rId4">
            <a:alphaModFix/>
          </a:blip>
          <a:srcRect b="0" l="0" r="2148" t="0"/>
          <a:stretch/>
        </p:blipFill>
        <p:spPr>
          <a:xfrm>
            <a:off x="6241781" y="2015673"/>
            <a:ext cx="5075580" cy="4320176"/>
          </a:xfrm>
          <a:prstGeom prst="rect">
            <a:avLst/>
          </a:prstGeom>
          <a:noFill/>
          <a:ln>
            <a:noFill/>
          </a:ln>
        </p:spPr>
      </p:pic>
      <p:sp>
        <p:nvSpPr>
          <p:cNvPr id="9228" name="Google Shape;9228;p88"/>
          <p:cNvSpPr/>
          <p:nvPr/>
        </p:nvSpPr>
        <p:spPr>
          <a:xfrm>
            <a:off x="3677476" y="4231954"/>
            <a:ext cx="2014330" cy="19383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PUERTO D[0:6]</a:t>
            </a:r>
            <a:endParaRPr/>
          </a:p>
        </p:txBody>
      </p:sp>
      <p:sp>
        <p:nvSpPr>
          <p:cNvPr id="9229" name="Google Shape;9229;p88"/>
          <p:cNvSpPr/>
          <p:nvPr/>
        </p:nvSpPr>
        <p:spPr>
          <a:xfrm>
            <a:off x="10270447" y="2523504"/>
            <a:ext cx="1616765" cy="85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CC00CC"/>
                </a:solidFill>
                <a:latin typeface="Calibri"/>
                <a:ea typeface="Calibri"/>
                <a:cs typeface="Calibri"/>
                <a:sym typeface="Calibri"/>
              </a:rPr>
              <a:t>PUERTO R[0:5]</a:t>
            </a:r>
            <a:endParaRPr/>
          </a:p>
        </p:txBody>
      </p:sp>
      <p:sp>
        <p:nvSpPr>
          <p:cNvPr id="9230" name="Google Shape;9230;p88"/>
          <p:cNvSpPr/>
          <p:nvPr/>
        </p:nvSpPr>
        <p:spPr>
          <a:xfrm>
            <a:off x="9909307" y="3969169"/>
            <a:ext cx="2282693" cy="12319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CC00CC"/>
                </a:solidFill>
                <a:latin typeface="Calibri"/>
                <a:ea typeface="Calibri"/>
                <a:cs typeface="Calibri"/>
                <a:sym typeface="Calibri"/>
              </a:rPr>
              <a:t>PUERTO B[1:5]</a:t>
            </a:r>
            <a:endParaRPr/>
          </a:p>
        </p:txBody>
      </p:sp>
      <p:sp>
        <p:nvSpPr>
          <p:cNvPr id="9231" name="Google Shape;9231;p88"/>
          <p:cNvSpPr/>
          <p:nvPr/>
        </p:nvSpPr>
        <p:spPr>
          <a:xfrm>
            <a:off x="10103125" y="5374322"/>
            <a:ext cx="2102666" cy="5973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CC00CC"/>
                </a:solidFill>
                <a:latin typeface="Calibri"/>
                <a:ea typeface="Calibri"/>
                <a:cs typeface="Calibri"/>
                <a:sym typeface="Calibri"/>
              </a:rPr>
              <a:t>PUERTO C[0,1,3:5]</a:t>
            </a:r>
            <a:endParaRPr/>
          </a:p>
        </p:txBody>
      </p:sp>
      <p:sp>
        <p:nvSpPr>
          <p:cNvPr id="9232" name="Google Shape;9232;p88"/>
          <p:cNvSpPr/>
          <p:nvPr/>
        </p:nvSpPr>
        <p:spPr>
          <a:xfrm>
            <a:off x="3677475" y="3922643"/>
            <a:ext cx="430709" cy="2247637"/>
          </a:xfrm>
          <a:prstGeom prst="rightBrace">
            <a:avLst>
              <a:gd fmla="val 45255" name="adj1"/>
              <a:gd fmla="val 5000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3" name="Google Shape;9233;p88"/>
          <p:cNvSpPr/>
          <p:nvPr/>
        </p:nvSpPr>
        <p:spPr>
          <a:xfrm>
            <a:off x="9909307" y="2222670"/>
            <a:ext cx="430709" cy="1496843"/>
          </a:xfrm>
          <a:prstGeom prst="rightBrace">
            <a:avLst>
              <a:gd fmla="val 45255" name="adj1"/>
              <a:gd fmla="val 5000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4" name="Google Shape;9234;p88"/>
          <p:cNvSpPr/>
          <p:nvPr/>
        </p:nvSpPr>
        <p:spPr>
          <a:xfrm>
            <a:off x="9922589" y="3822509"/>
            <a:ext cx="430709" cy="1231948"/>
          </a:xfrm>
          <a:prstGeom prst="rightBrace">
            <a:avLst>
              <a:gd fmla="val 45255" name="adj1"/>
              <a:gd fmla="val 5000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5" name="Google Shape;9235;p88"/>
          <p:cNvSpPr/>
          <p:nvPr/>
        </p:nvSpPr>
        <p:spPr>
          <a:xfrm>
            <a:off x="9808289" y="5103901"/>
            <a:ext cx="430709" cy="1138224"/>
          </a:xfrm>
          <a:prstGeom prst="rightBrace">
            <a:avLst>
              <a:gd fmla="val 45255" name="adj1"/>
              <a:gd fmla="val 5000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2023-06-13T12:41:22Z</dcterms:created>
  <dc:creator>rivaldo patty flores</dc:creator>
</cp:coreProperties>
</file>