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7" r:id="rId4"/>
    <p:sldId id="268" r:id="rId5"/>
    <p:sldId id="285" r:id="rId6"/>
    <p:sldId id="269" r:id="rId7"/>
    <p:sldId id="286" r:id="rId8"/>
    <p:sldId id="270" r:id="rId9"/>
    <p:sldId id="287" r:id="rId10"/>
    <p:sldId id="271" r:id="rId11"/>
    <p:sldId id="288" r:id="rId12"/>
    <p:sldId id="274" r:id="rId13"/>
    <p:sldId id="289" r:id="rId14"/>
    <p:sldId id="273" r:id="rId15"/>
    <p:sldId id="290" r:id="rId16"/>
    <p:sldId id="260" r:id="rId17"/>
    <p:sldId id="258" r:id="rId18"/>
    <p:sldId id="259" r:id="rId19"/>
    <p:sldId id="261" r:id="rId20"/>
    <p:sldId id="257" r:id="rId21"/>
    <p:sldId id="262" r:id="rId22"/>
    <p:sldId id="264" r:id="rId23"/>
    <p:sldId id="263" r:id="rId24"/>
    <p:sldId id="272" r:id="rId25"/>
    <p:sldId id="292" r:id="rId26"/>
    <p:sldId id="335" r:id="rId27"/>
    <p:sldId id="293" r:id="rId28"/>
    <p:sldId id="306" r:id="rId29"/>
    <p:sldId id="307" r:id="rId30"/>
    <p:sldId id="311" r:id="rId31"/>
    <p:sldId id="312" r:id="rId32"/>
    <p:sldId id="313" r:id="rId33"/>
    <p:sldId id="314" r:id="rId34"/>
    <p:sldId id="336" r:id="rId35"/>
    <p:sldId id="337" r:id="rId36"/>
    <p:sldId id="315" r:id="rId37"/>
    <p:sldId id="317" r:id="rId38"/>
    <p:sldId id="318" r:id="rId39"/>
    <p:sldId id="319" r:id="rId40"/>
    <p:sldId id="320" r:id="rId41"/>
    <p:sldId id="321" r:id="rId42"/>
    <p:sldId id="323" r:id="rId43"/>
    <p:sldId id="324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2" r:id="rId52"/>
    <p:sldId id="333" r:id="rId53"/>
    <p:sldId id="302" r:id="rId54"/>
    <p:sldId id="340" r:id="rId55"/>
    <p:sldId id="341" r:id="rId56"/>
    <p:sldId id="338" r:id="rId57"/>
    <p:sldId id="345" r:id="rId58"/>
    <p:sldId id="343" r:id="rId59"/>
    <p:sldId id="344" r:id="rId60"/>
    <p:sldId id="339" r:id="rId61"/>
    <p:sldId id="334" r:id="rId62"/>
    <p:sldId id="316" r:id="rId63"/>
    <p:sldId id="310" r:id="rId64"/>
    <p:sldId id="309" r:id="rId65"/>
    <p:sldId id="303" r:id="rId66"/>
    <p:sldId id="304" r:id="rId67"/>
    <p:sldId id="305" r:id="rId68"/>
    <p:sldId id="294" r:id="rId69"/>
    <p:sldId id="295" r:id="rId70"/>
    <p:sldId id="296" r:id="rId71"/>
    <p:sldId id="297" r:id="rId72"/>
    <p:sldId id="298" r:id="rId73"/>
    <p:sldId id="299" r:id="rId74"/>
    <p:sldId id="300" r:id="rId75"/>
    <p:sldId id="301" r:id="rId76"/>
    <p:sldId id="342" r:id="rId77"/>
    <p:sldId id="291" r:id="rId78"/>
    <p:sldId id="266" r:id="rId79"/>
    <p:sldId id="275" r:id="rId80"/>
    <p:sldId id="276" r:id="rId81"/>
    <p:sldId id="277" r:id="rId82"/>
    <p:sldId id="278" r:id="rId83"/>
    <p:sldId id="279" r:id="rId84"/>
    <p:sldId id="280" r:id="rId85"/>
    <p:sldId id="281" r:id="rId86"/>
    <p:sldId id="282" r:id="rId87"/>
    <p:sldId id="283" r:id="rId88"/>
    <p:sldId id="284" r:id="rId8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CC00CC"/>
    <a:srgbClr val="00FF00"/>
    <a:srgbClr val="66FF33"/>
    <a:srgbClr val="0000FF"/>
    <a:srgbClr val="00FFFF"/>
    <a:srgbClr val="FF33CC"/>
    <a:srgbClr val="FF6600"/>
    <a:srgbClr val="00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C1760-56D6-9EE1-D82D-614888F38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1CC57A-83D4-D27F-DB1A-147E8C754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52981B-14B8-3BE9-0051-A8E0330F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B211A-CF5C-3E83-3AEA-D5D90E7E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A01261-28D6-553B-70C7-36675813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186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752F6-0F29-2A0D-2EA2-492E96DA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1AA26F-AAB9-BD2A-FC08-E0B70F434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B30173-3F62-B9C0-C5E5-631F6DC1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1B9FA3-677A-CA45-9CC9-05B33996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56156D-D016-7C44-1F2E-DD4CC990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6051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51AA6-89A2-49B7-BAEF-9F913B65B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033C4B-7BD8-A42A-EE80-6B35AACA9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5B9011-FD46-5128-603D-D738E6EC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1AAC81-37E2-B73E-2A52-F4FD93198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B2F30B-CD2A-F3A5-1273-2ECBA95F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3261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56937-B359-5BF2-6AB1-6B85952E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3D1C24-775B-5AF5-9E03-2655B4767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E2477D-FF8F-637D-3A45-E443D1E28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FCC981-5B85-38AF-094C-C544742DD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E71E0E-DC76-3F3A-EF6C-F99F9718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43A344-EF7E-1A4A-7523-373EC442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492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291C2-CC05-3870-728D-A42EC4107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27C3DC-F42C-964F-49B5-DEB620111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D02324-61A5-8EAF-EA35-9132DDAEA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D199D0-E1F0-9004-714E-C04B9E9DB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79A0F5B-2FA3-5446-BC87-6D3482D30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68584E6-98E7-1453-B268-32D1E238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56D8AB-BB18-745B-8BF9-8545ED14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3E48838-25E4-046D-2403-3E4E9A1BB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682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4287D-35CD-711F-F79F-762CEBE72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A50B15-7F1B-A10C-8451-C694B599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E18C3FE-B329-0D9C-93AF-2D3769F54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5F7C89-3B55-8FCE-7F9E-BE010CBA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452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E3EBA7-E044-B4E0-CE2E-FDE2E2105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3EEE65-008E-695F-95B4-77C3FC539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D1E300-2F62-DC6E-477A-F2EC4857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446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56E9B-0CB7-1EFA-D14A-D73AE2D9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373B12-AE2D-F8C1-9373-F84C9FCEB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F8C9CB-7757-AB85-86A7-013F66E652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288932-5AA4-1D3A-92F9-60703A4C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E4E7CC-88A4-C634-BCF0-7558B6E88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B83BDE-4569-A57E-ED6D-7B8325AA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653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84F8F-9313-1F42-34C2-F273F931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17B87B-CB9C-42D8-53DD-1F3BEA93C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4F3C0F-28CE-0971-0FC0-E926C0738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D75476-28DA-6C83-5C00-4DF7C9BF7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59DC3E-1D8A-9074-7B11-FF10E501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DFA294-55FB-D0D3-0764-792DFACD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566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9853B-96BE-F462-0892-516659AA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E48209-B883-1ABB-3975-AB9E45736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B844E1-0D02-C747-FAE6-1E0315BC4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78FE8A-C76C-E203-FEC5-D0760B10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D122BB-528C-FABB-8379-9B4F96192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2254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A1609C-9403-3F7E-6E91-35DC6FD1C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1FB696-A0BE-B628-1759-754EF12C9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16F3C2-B328-54B2-36E3-788348CEF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DD4248-9F89-5B33-A04F-4D869AC96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A45F54-0487-193A-7394-2B310F33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7624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767DEAF-BCFB-159E-96A0-B5C345529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40B118-C9BC-382B-160D-91F130DCE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6D75C-5EEC-F3A0-A778-152EAC909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31D92-3283-476E-9866-D5C13DF60448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2F3085-43E1-F1BB-0B28-7F1353B8A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56BA02-04BB-6E1B-E90A-9983848DA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AC84C-1274-4E23-BFAE-A74F985AE1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7665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339" y="943429"/>
            <a:ext cx="11105322" cy="4601028"/>
          </a:xfrm>
        </p:spPr>
        <p:txBody>
          <a:bodyPr>
            <a:noAutofit/>
          </a:bodyPr>
          <a:lstStyle/>
          <a:p>
            <a:r>
              <a:rPr lang="es-ES" sz="8000" dirty="0">
                <a:latin typeface="Aharoni" panose="02010803020104030203" pitchFamily="2" charset="-79"/>
                <a:cs typeface="Aharoni" panose="02010803020104030203" pitchFamily="2" charset="-79"/>
              </a:rPr>
              <a:t>Programación </a:t>
            </a:r>
            <a:br>
              <a:rPr lang="es-ES" sz="8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8000" dirty="0"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8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8000" dirty="0">
                <a:latin typeface="Aharoni" panose="02010803020104030203" pitchFamily="2" charset="-79"/>
                <a:cs typeface="Aharoni" panose="02010803020104030203" pitchFamily="2" charset="-79"/>
              </a:rPr>
              <a:t>Brazo de 6 grados de libertad </a:t>
            </a:r>
          </a:p>
        </p:txBody>
      </p:sp>
    </p:spTree>
    <p:extLst>
      <p:ext uri="{BB962C8B-B14F-4D97-AF65-F5344CB8AC3E}">
        <p14:creationId xmlns:p14="http://schemas.microsoft.com/office/powerpoint/2010/main" val="961205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rupo 260">
            <a:extLst>
              <a:ext uri="{FF2B5EF4-FFF2-40B4-BE49-F238E27FC236}">
                <a16:creationId xmlns:a16="http://schemas.microsoft.com/office/drawing/2014/main" id="{8642418C-2FF2-2525-4C4F-C15E93A96640}"/>
              </a:ext>
            </a:extLst>
          </p:cNvPr>
          <p:cNvGrpSpPr/>
          <p:nvPr/>
        </p:nvGrpSpPr>
        <p:grpSpPr>
          <a:xfrm>
            <a:off x="3483515" y="901692"/>
            <a:ext cx="791569" cy="3791253"/>
            <a:chOff x="5762534" y="763707"/>
            <a:chExt cx="791569" cy="3791253"/>
          </a:xfrm>
        </p:grpSpPr>
        <p:grpSp>
          <p:nvGrpSpPr>
            <p:cNvPr id="178" name="Grupo 177">
              <a:extLst>
                <a:ext uri="{FF2B5EF4-FFF2-40B4-BE49-F238E27FC236}">
                  <a16:creationId xmlns:a16="http://schemas.microsoft.com/office/drawing/2014/main" id="{8316B843-3A37-0726-5253-7B4FC6313130}"/>
                </a:ext>
              </a:extLst>
            </p:cNvPr>
            <p:cNvGrpSpPr/>
            <p:nvPr/>
          </p:nvGrpSpPr>
          <p:grpSpPr>
            <a:xfrm>
              <a:off x="5775047" y="2428623"/>
              <a:ext cx="779056" cy="2126337"/>
              <a:chOff x="5775047" y="2428623"/>
              <a:chExt cx="779056" cy="2126337"/>
            </a:xfrm>
          </p:grpSpPr>
          <p:grpSp>
            <p:nvGrpSpPr>
              <p:cNvPr id="175" name="Grupo 174">
                <a:extLst>
                  <a:ext uri="{FF2B5EF4-FFF2-40B4-BE49-F238E27FC236}">
                    <a16:creationId xmlns:a16="http://schemas.microsoft.com/office/drawing/2014/main" id="{4EE03FED-2F59-0D0B-300D-CD8114C774BD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</p:grpSpPr>
            <p:grpSp>
              <p:nvGrpSpPr>
                <p:cNvPr id="150" name="Grupo 149">
                  <a:extLst>
                    <a:ext uri="{FF2B5EF4-FFF2-40B4-BE49-F238E27FC236}">
                      <a16:creationId xmlns:a16="http://schemas.microsoft.com/office/drawing/2014/main" id="{8A2D43C8-E809-27F1-A687-C63F73FFA021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</p:grpSpPr>
              <p:grpSp>
                <p:nvGrpSpPr>
                  <p:cNvPr id="144" name="Grupo 143">
                    <a:extLst>
                      <a:ext uri="{FF2B5EF4-FFF2-40B4-BE49-F238E27FC236}">
                        <a16:creationId xmlns:a16="http://schemas.microsoft.com/office/drawing/2014/main" id="{C42B2D85-1A14-2EC9-2B73-189A15575D4E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</p:grpSpPr>
                <p:sp>
                  <p:nvSpPr>
                    <p:cNvPr id="142" name="Rectángulo: esquinas redondeadas 141">
                      <a:extLst>
                        <a:ext uri="{FF2B5EF4-FFF2-40B4-BE49-F238E27FC236}">
                          <a16:creationId xmlns:a16="http://schemas.microsoft.com/office/drawing/2014/main" id="{2150AF0A-157F-D1B3-FD7D-7842AF85BFF4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43" name="Rectángulo: esquinas redondeadas 142">
                      <a:extLst>
                        <a:ext uri="{FF2B5EF4-FFF2-40B4-BE49-F238E27FC236}">
                          <a16:creationId xmlns:a16="http://schemas.microsoft.com/office/drawing/2014/main" id="{C8E817C7-437B-C499-3AA7-69A1DE4F0BF7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48" name="Rectángulo 147">
                    <a:extLst>
                      <a:ext uri="{FF2B5EF4-FFF2-40B4-BE49-F238E27FC236}">
                        <a16:creationId xmlns:a16="http://schemas.microsoft.com/office/drawing/2014/main" id="{4A501842-1BEA-0B7C-2037-A257461A01C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49" name="Rectángulo 148">
                    <a:extLst>
                      <a:ext uri="{FF2B5EF4-FFF2-40B4-BE49-F238E27FC236}">
                        <a16:creationId xmlns:a16="http://schemas.microsoft.com/office/drawing/2014/main" id="{EE57A6DD-5495-1F64-B66E-EC440CDA6C99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51" name="Grupo 150">
                  <a:extLst>
                    <a:ext uri="{FF2B5EF4-FFF2-40B4-BE49-F238E27FC236}">
                      <a16:creationId xmlns:a16="http://schemas.microsoft.com/office/drawing/2014/main" id="{BE3D5B43-5572-C832-6048-B70DC260F295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</p:grpSpPr>
              <p:grpSp>
                <p:nvGrpSpPr>
                  <p:cNvPr id="152" name="Grupo 151">
                    <a:extLst>
                      <a:ext uri="{FF2B5EF4-FFF2-40B4-BE49-F238E27FC236}">
                        <a16:creationId xmlns:a16="http://schemas.microsoft.com/office/drawing/2014/main" id="{A7C1A35A-4779-654A-C6F0-DF9142E0FB82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</p:grpSpPr>
                <p:sp>
                  <p:nvSpPr>
                    <p:cNvPr id="155" name="Rectángulo: esquinas redondeadas 154">
                      <a:extLst>
                        <a:ext uri="{FF2B5EF4-FFF2-40B4-BE49-F238E27FC236}">
                          <a16:creationId xmlns:a16="http://schemas.microsoft.com/office/drawing/2014/main" id="{EFCB5CB8-70C4-E784-8950-3FE05BAA7FC8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56" name="Rectángulo: esquinas redondeadas 155">
                      <a:extLst>
                        <a:ext uri="{FF2B5EF4-FFF2-40B4-BE49-F238E27FC236}">
                          <a16:creationId xmlns:a16="http://schemas.microsoft.com/office/drawing/2014/main" id="{B6BE43E0-CBB9-4B0F-C0DA-5B73598F6E4A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53" name="Rectángulo 152">
                    <a:extLst>
                      <a:ext uri="{FF2B5EF4-FFF2-40B4-BE49-F238E27FC236}">
                        <a16:creationId xmlns:a16="http://schemas.microsoft.com/office/drawing/2014/main" id="{0E447348-CF94-F264-ABAB-711F7C8103F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54" name="Rectángulo 153">
                    <a:extLst>
                      <a:ext uri="{FF2B5EF4-FFF2-40B4-BE49-F238E27FC236}">
                        <a16:creationId xmlns:a16="http://schemas.microsoft.com/office/drawing/2014/main" id="{E297ED6D-2846-D098-6F83-6A4A76D110D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77" name="Grupo 176">
                <a:extLst>
                  <a:ext uri="{FF2B5EF4-FFF2-40B4-BE49-F238E27FC236}">
                    <a16:creationId xmlns:a16="http://schemas.microsoft.com/office/drawing/2014/main" id="{E82ADCD1-4E9A-0997-4F09-A63276CD25FB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</p:grpSpPr>
            <p:grpSp>
              <p:nvGrpSpPr>
                <p:cNvPr id="176" name="Grupo 175">
                  <a:extLst>
                    <a:ext uri="{FF2B5EF4-FFF2-40B4-BE49-F238E27FC236}">
                      <a16:creationId xmlns:a16="http://schemas.microsoft.com/office/drawing/2014/main" id="{1DB2D1BE-8BED-7F44-D1D8-A5BACA29E74D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138" name="Grupo 137">
                    <a:extLst>
                      <a:ext uri="{FF2B5EF4-FFF2-40B4-BE49-F238E27FC236}">
                        <a16:creationId xmlns:a16="http://schemas.microsoft.com/office/drawing/2014/main" id="{C2180AF4-F5E2-E5EC-2BC6-36313F5A993F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122" name="Grupo 121">
                      <a:extLst>
                        <a:ext uri="{FF2B5EF4-FFF2-40B4-BE49-F238E27FC236}">
                          <a16:creationId xmlns:a16="http://schemas.microsoft.com/office/drawing/2014/main" id="{85B221A2-1D4B-761F-B474-82D9BD6496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solidFill>
                      <a:schemeClr val="tx1">
                        <a:lumMod val="75000"/>
                        <a:lumOff val="25000"/>
                      </a:schemeClr>
                    </a:solidFill>
                  </p:grpSpPr>
                  <p:sp>
                    <p:nvSpPr>
                      <p:cNvPr id="118" name="Elipse 117">
                        <a:extLst>
                          <a:ext uri="{FF2B5EF4-FFF2-40B4-BE49-F238E27FC236}">
                            <a16:creationId xmlns:a16="http://schemas.microsoft.com/office/drawing/2014/main" id="{C294D24A-8725-6C48-BB2F-7B7BB2C781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121" name="Grupo 120">
                        <a:extLst>
                          <a:ext uri="{FF2B5EF4-FFF2-40B4-BE49-F238E27FC236}">
                            <a16:creationId xmlns:a16="http://schemas.microsoft.com/office/drawing/2014/main" id="{5C06095E-CEC9-1C32-0C43-4D46159AEF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119" name="Rectángulo 118">
                          <a:extLst>
                            <a:ext uri="{FF2B5EF4-FFF2-40B4-BE49-F238E27FC236}">
                              <a16:creationId xmlns:a16="http://schemas.microsoft.com/office/drawing/2014/main" id="{E9BEDDBB-A3F4-990F-58CB-10CCF029C7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20" name="Rectángulo 119">
                          <a:extLst>
                            <a:ext uri="{FF2B5EF4-FFF2-40B4-BE49-F238E27FC236}">
                              <a16:creationId xmlns:a16="http://schemas.microsoft.com/office/drawing/2014/main" id="{A761E6E2-C6D4-4BB5-153B-D0B06D54BA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137" name="Grupo 136">
                      <a:extLst>
                        <a:ext uri="{FF2B5EF4-FFF2-40B4-BE49-F238E27FC236}">
                          <a16:creationId xmlns:a16="http://schemas.microsoft.com/office/drawing/2014/main" id="{8D300ED5-31AB-3DA1-7CA1-037AC3D56F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32" name="Grupo 131">
                        <a:extLst>
                          <a:ext uri="{FF2B5EF4-FFF2-40B4-BE49-F238E27FC236}">
                            <a16:creationId xmlns:a16="http://schemas.microsoft.com/office/drawing/2014/main" id="{B32BAE37-A4BD-4426-A9C8-6FAF7320A9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30" name="Grupo 129">
                          <a:extLst>
                            <a:ext uri="{FF2B5EF4-FFF2-40B4-BE49-F238E27FC236}">
                              <a16:creationId xmlns:a16="http://schemas.microsoft.com/office/drawing/2014/main" id="{14B3C0C4-68EF-6E8E-F077-CE3F679BE48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128" name="Rectángulo 127">
                            <a:extLst>
                              <a:ext uri="{FF2B5EF4-FFF2-40B4-BE49-F238E27FC236}">
                                <a16:creationId xmlns:a16="http://schemas.microsoft.com/office/drawing/2014/main" id="{6465344E-AD9A-8501-28C2-8F1193C1F6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29" name="Rectángulo 128">
                            <a:extLst>
                              <a:ext uri="{FF2B5EF4-FFF2-40B4-BE49-F238E27FC236}">
                                <a16:creationId xmlns:a16="http://schemas.microsoft.com/office/drawing/2014/main" id="{238D7201-6A53-EBC8-BB92-41E1F90DEB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23" name="Marco 122">
                            <a:extLst>
                              <a:ext uri="{FF2B5EF4-FFF2-40B4-BE49-F238E27FC236}">
                                <a16:creationId xmlns:a16="http://schemas.microsoft.com/office/drawing/2014/main" id="{A628B953-0E6E-1701-1EAF-77A32C4700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31" name="Grupo 130">
                          <a:extLst>
                            <a:ext uri="{FF2B5EF4-FFF2-40B4-BE49-F238E27FC236}">
                              <a16:creationId xmlns:a16="http://schemas.microsoft.com/office/drawing/2014/main" id="{CAE66665-D51F-720D-6CCB-CE3C050DBD8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124" name="Rectángulo 123">
                            <a:extLst>
                              <a:ext uri="{FF2B5EF4-FFF2-40B4-BE49-F238E27FC236}">
                                <a16:creationId xmlns:a16="http://schemas.microsoft.com/office/drawing/2014/main" id="{C95C1582-CAE9-7E47-091A-5999483B07E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25" name="Rectángulo 124">
                            <a:extLst>
                              <a:ext uri="{FF2B5EF4-FFF2-40B4-BE49-F238E27FC236}">
                                <a16:creationId xmlns:a16="http://schemas.microsoft.com/office/drawing/2014/main" id="{CA940363-481B-ED36-614C-B0B0D64BA5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27" name="Rectángulo 126">
                            <a:extLst>
                              <a:ext uri="{FF2B5EF4-FFF2-40B4-BE49-F238E27FC236}">
                                <a16:creationId xmlns:a16="http://schemas.microsoft.com/office/drawing/2014/main" id="{BAAD7CB8-7DBD-E0B0-254B-D5F3C47031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36" name="Grupo 135">
                        <a:extLst>
                          <a:ext uri="{FF2B5EF4-FFF2-40B4-BE49-F238E27FC236}">
                            <a16:creationId xmlns:a16="http://schemas.microsoft.com/office/drawing/2014/main" id="{43ABAE5A-1CF3-0750-A7D2-F5908884A20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133" name="Rectángulo 132">
                          <a:extLst>
                            <a:ext uri="{FF2B5EF4-FFF2-40B4-BE49-F238E27FC236}">
                              <a16:creationId xmlns:a16="http://schemas.microsoft.com/office/drawing/2014/main" id="{58B8BAC2-122B-BEEE-018C-BF3D76EEEE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34" name="Rectángulo 133">
                          <a:extLst>
                            <a:ext uri="{FF2B5EF4-FFF2-40B4-BE49-F238E27FC236}">
                              <a16:creationId xmlns:a16="http://schemas.microsoft.com/office/drawing/2014/main" id="{82B4542A-2250-832B-AD4F-0F36B2D482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35" name="Rectángulo 134">
                          <a:extLst>
                            <a:ext uri="{FF2B5EF4-FFF2-40B4-BE49-F238E27FC236}">
                              <a16:creationId xmlns:a16="http://schemas.microsoft.com/office/drawing/2014/main" id="{745DF31F-B087-C2F3-ADC2-32CBD022178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160" name="Rectángulo 159">
                    <a:extLst>
                      <a:ext uri="{FF2B5EF4-FFF2-40B4-BE49-F238E27FC236}">
                        <a16:creationId xmlns:a16="http://schemas.microsoft.com/office/drawing/2014/main" id="{9460DD24-5CE3-B00F-74B1-1FEAF7761B06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pattFill prst="wdDnDiag">
                    <a:fgClr>
                      <a:schemeClr val="bg1"/>
                    </a:fgClr>
                    <a:bgClr>
                      <a:schemeClr val="bg1">
                        <a:lumMod val="65000"/>
                      </a:schemeClr>
                    </a:bgClr>
                  </a:patt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66" name="Grupo 165">
                  <a:extLst>
                    <a:ext uri="{FF2B5EF4-FFF2-40B4-BE49-F238E27FC236}">
                      <a16:creationId xmlns:a16="http://schemas.microsoft.com/office/drawing/2014/main" id="{3175C8CF-DCD8-E4C1-4CEA-9F47BFA64584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</p:grpSpPr>
              <p:sp>
                <p:nvSpPr>
                  <p:cNvPr id="163" name="Rectángulo 162">
                    <a:extLst>
                      <a:ext uri="{FF2B5EF4-FFF2-40B4-BE49-F238E27FC236}">
                        <a16:creationId xmlns:a16="http://schemas.microsoft.com/office/drawing/2014/main" id="{BF7085E0-964F-DD0A-02BD-82B844EA02B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64" name="Elipse 163">
                    <a:extLst>
                      <a:ext uri="{FF2B5EF4-FFF2-40B4-BE49-F238E27FC236}">
                        <a16:creationId xmlns:a16="http://schemas.microsoft.com/office/drawing/2014/main" id="{86443B72-DA45-EE8D-33D4-F01BF1A0706C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65" name="Elipse 164">
                    <a:extLst>
                      <a:ext uri="{FF2B5EF4-FFF2-40B4-BE49-F238E27FC236}">
                        <a16:creationId xmlns:a16="http://schemas.microsoft.com/office/drawing/2014/main" id="{287576B4-F1BB-27A1-16F0-E0DBEBF763BA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220" name="Grupo 219">
              <a:extLst>
                <a:ext uri="{FF2B5EF4-FFF2-40B4-BE49-F238E27FC236}">
                  <a16:creationId xmlns:a16="http://schemas.microsoft.com/office/drawing/2014/main" id="{36C36D57-7EBF-295A-4C62-3BDE73F40AF7}"/>
                </a:ext>
              </a:extLst>
            </p:cNvPr>
            <p:cNvGrpSpPr/>
            <p:nvPr/>
          </p:nvGrpSpPr>
          <p:grpSpPr>
            <a:xfrm flipV="1">
              <a:off x="5762534" y="763707"/>
              <a:ext cx="779056" cy="2126337"/>
              <a:chOff x="5775047" y="2428623"/>
              <a:chExt cx="779056" cy="2126337"/>
            </a:xfrm>
            <a:noFill/>
          </p:grpSpPr>
          <p:grpSp>
            <p:nvGrpSpPr>
              <p:cNvPr id="221" name="Grupo 220">
                <a:extLst>
                  <a:ext uri="{FF2B5EF4-FFF2-40B4-BE49-F238E27FC236}">
                    <a16:creationId xmlns:a16="http://schemas.microsoft.com/office/drawing/2014/main" id="{977395C0-282F-9FEA-2A29-C114FE524CEB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249" name="Grupo 248">
                  <a:extLst>
                    <a:ext uri="{FF2B5EF4-FFF2-40B4-BE49-F238E27FC236}">
                      <a16:creationId xmlns:a16="http://schemas.microsoft.com/office/drawing/2014/main" id="{68DA8DE6-2868-513D-27C1-F172F8C6C955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256" name="Grupo 255">
                    <a:extLst>
                      <a:ext uri="{FF2B5EF4-FFF2-40B4-BE49-F238E27FC236}">
                        <a16:creationId xmlns:a16="http://schemas.microsoft.com/office/drawing/2014/main" id="{00D20911-B07A-8201-8722-04B0CFCF3F27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259" name="Rectángulo: esquinas redondeadas 258">
                      <a:extLst>
                        <a:ext uri="{FF2B5EF4-FFF2-40B4-BE49-F238E27FC236}">
                          <a16:creationId xmlns:a16="http://schemas.microsoft.com/office/drawing/2014/main" id="{EC080B90-3D44-FCF2-9338-099030A57A37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260" name="Rectángulo: esquinas redondeadas 259">
                      <a:extLst>
                        <a:ext uri="{FF2B5EF4-FFF2-40B4-BE49-F238E27FC236}">
                          <a16:creationId xmlns:a16="http://schemas.microsoft.com/office/drawing/2014/main" id="{3DD47919-EEFA-6057-06C9-0FDC833E722A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257" name="Rectángulo 256">
                    <a:extLst>
                      <a:ext uri="{FF2B5EF4-FFF2-40B4-BE49-F238E27FC236}">
                        <a16:creationId xmlns:a16="http://schemas.microsoft.com/office/drawing/2014/main" id="{9624610D-4D4B-75F2-2D83-E4EDB8FB6F4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258" name="Rectángulo 257">
                    <a:extLst>
                      <a:ext uri="{FF2B5EF4-FFF2-40B4-BE49-F238E27FC236}">
                        <a16:creationId xmlns:a16="http://schemas.microsoft.com/office/drawing/2014/main" id="{3F80D452-13D3-41B0-9F77-95B555F5256C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250" name="Grupo 249">
                  <a:extLst>
                    <a:ext uri="{FF2B5EF4-FFF2-40B4-BE49-F238E27FC236}">
                      <a16:creationId xmlns:a16="http://schemas.microsoft.com/office/drawing/2014/main" id="{B9F30054-012E-15F0-915E-7D43E9E5D913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251" name="Grupo 250">
                    <a:extLst>
                      <a:ext uri="{FF2B5EF4-FFF2-40B4-BE49-F238E27FC236}">
                        <a16:creationId xmlns:a16="http://schemas.microsoft.com/office/drawing/2014/main" id="{D2A26058-6167-03B4-B5FB-25CF9F54BE8C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254" name="Rectángulo: esquinas redondeadas 253">
                      <a:extLst>
                        <a:ext uri="{FF2B5EF4-FFF2-40B4-BE49-F238E27FC236}">
                          <a16:creationId xmlns:a16="http://schemas.microsoft.com/office/drawing/2014/main" id="{9824C8A3-A4BC-226E-EF07-7C412F98CFD8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255" name="Rectángulo: esquinas redondeadas 254">
                      <a:extLst>
                        <a:ext uri="{FF2B5EF4-FFF2-40B4-BE49-F238E27FC236}">
                          <a16:creationId xmlns:a16="http://schemas.microsoft.com/office/drawing/2014/main" id="{9041EDDE-75EF-151D-3013-7EFC8492A098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252" name="Rectángulo 251">
                    <a:extLst>
                      <a:ext uri="{FF2B5EF4-FFF2-40B4-BE49-F238E27FC236}">
                        <a16:creationId xmlns:a16="http://schemas.microsoft.com/office/drawing/2014/main" id="{8C71A7AC-2EC0-E70C-25FB-BEA56B47A13C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253" name="Rectángulo 252">
                    <a:extLst>
                      <a:ext uri="{FF2B5EF4-FFF2-40B4-BE49-F238E27FC236}">
                        <a16:creationId xmlns:a16="http://schemas.microsoft.com/office/drawing/2014/main" id="{3FCAE219-A006-DDEE-2DC3-3B367F558EDE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22" name="Grupo 221">
                <a:extLst>
                  <a:ext uri="{FF2B5EF4-FFF2-40B4-BE49-F238E27FC236}">
                    <a16:creationId xmlns:a16="http://schemas.microsoft.com/office/drawing/2014/main" id="{FB1E0644-95E2-12A8-BC2C-58F363EE41E5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223" name="Grupo 222">
                  <a:extLst>
                    <a:ext uri="{FF2B5EF4-FFF2-40B4-BE49-F238E27FC236}">
                      <a16:creationId xmlns:a16="http://schemas.microsoft.com/office/drawing/2014/main" id="{2761CBE5-0485-E0AB-3259-BF98C09601E6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228" name="Grupo 227">
                    <a:extLst>
                      <a:ext uri="{FF2B5EF4-FFF2-40B4-BE49-F238E27FC236}">
                        <a16:creationId xmlns:a16="http://schemas.microsoft.com/office/drawing/2014/main" id="{92D66909-4848-72FD-92CD-8463BE4832B8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230" name="Grupo 229">
                      <a:extLst>
                        <a:ext uri="{FF2B5EF4-FFF2-40B4-BE49-F238E27FC236}">
                          <a16:creationId xmlns:a16="http://schemas.microsoft.com/office/drawing/2014/main" id="{74CBBBE7-A891-5E8B-D699-AE0BB64922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245" name="Elipse 244">
                        <a:extLst>
                          <a:ext uri="{FF2B5EF4-FFF2-40B4-BE49-F238E27FC236}">
                            <a16:creationId xmlns:a16="http://schemas.microsoft.com/office/drawing/2014/main" id="{7B02209C-A8E9-A2D6-2AC3-7BDB1448C5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246" name="Grupo 245">
                        <a:extLst>
                          <a:ext uri="{FF2B5EF4-FFF2-40B4-BE49-F238E27FC236}">
                            <a16:creationId xmlns:a16="http://schemas.microsoft.com/office/drawing/2014/main" id="{9D9A2030-A646-D9BB-5DF1-8C6B50D6AD3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247" name="Rectángulo 246">
                          <a:extLst>
                            <a:ext uri="{FF2B5EF4-FFF2-40B4-BE49-F238E27FC236}">
                              <a16:creationId xmlns:a16="http://schemas.microsoft.com/office/drawing/2014/main" id="{D5D9EC26-DBAB-1B7C-296B-5154D632FC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48" name="Rectángulo 247">
                          <a:extLst>
                            <a:ext uri="{FF2B5EF4-FFF2-40B4-BE49-F238E27FC236}">
                              <a16:creationId xmlns:a16="http://schemas.microsoft.com/office/drawing/2014/main" id="{E04DF62F-40CD-9574-9B08-F49303FCD8C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231" name="Grupo 230">
                      <a:extLst>
                        <a:ext uri="{FF2B5EF4-FFF2-40B4-BE49-F238E27FC236}">
                          <a16:creationId xmlns:a16="http://schemas.microsoft.com/office/drawing/2014/main" id="{2A2792CC-ADF6-2DE5-B2FE-D3E3D05CB2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232" name="Grupo 231">
                        <a:extLst>
                          <a:ext uri="{FF2B5EF4-FFF2-40B4-BE49-F238E27FC236}">
                            <a16:creationId xmlns:a16="http://schemas.microsoft.com/office/drawing/2014/main" id="{53DCB5A9-CEE6-E56E-3A31-6EC5E80E1C4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237" name="Grupo 236">
                          <a:extLst>
                            <a:ext uri="{FF2B5EF4-FFF2-40B4-BE49-F238E27FC236}">
                              <a16:creationId xmlns:a16="http://schemas.microsoft.com/office/drawing/2014/main" id="{83EF947C-E520-5598-AD5F-24590DF3B98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242" name="Rectángulo 241">
                            <a:extLst>
                              <a:ext uri="{FF2B5EF4-FFF2-40B4-BE49-F238E27FC236}">
                                <a16:creationId xmlns:a16="http://schemas.microsoft.com/office/drawing/2014/main" id="{928D2CFF-E129-058B-40A6-2C1C61A13EC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243" name="Rectángulo 242">
                            <a:extLst>
                              <a:ext uri="{FF2B5EF4-FFF2-40B4-BE49-F238E27FC236}">
                                <a16:creationId xmlns:a16="http://schemas.microsoft.com/office/drawing/2014/main" id="{FB29E132-28D0-3DB3-8687-8CA38579F1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244" name="Marco 243">
                            <a:extLst>
                              <a:ext uri="{FF2B5EF4-FFF2-40B4-BE49-F238E27FC236}">
                                <a16:creationId xmlns:a16="http://schemas.microsoft.com/office/drawing/2014/main" id="{AD9C7947-7544-16FD-D679-28A8DE8C879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38" name="Grupo 237">
                          <a:extLst>
                            <a:ext uri="{FF2B5EF4-FFF2-40B4-BE49-F238E27FC236}">
                              <a16:creationId xmlns:a16="http://schemas.microsoft.com/office/drawing/2014/main" id="{0CB08F53-F9EB-9E4F-5F39-904EFF9AA3C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239" name="Rectángulo 238">
                            <a:extLst>
                              <a:ext uri="{FF2B5EF4-FFF2-40B4-BE49-F238E27FC236}">
                                <a16:creationId xmlns:a16="http://schemas.microsoft.com/office/drawing/2014/main" id="{177D4CC3-9BA5-90E1-5B33-7DF192C6750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240" name="Rectángulo 239">
                            <a:extLst>
                              <a:ext uri="{FF2B5EF4-FFF2-40B4-BE49-F238E27FC236}">
                                <a16:creationId xmlns:a16="http://schemas.microsoft.com/office/drawing/2014/main" id="{E8CC6BAF-5492-B707-E568-900AD8BA2E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241" name="Rectángulo 240">
                            <a:extLst>
                              <a:ext uri="{FF2B5EF4-FFF2-40B4-BE49-F238E27FC236}">
                                <a16:creationId xmlns:a16="http://schemas.microsoft.com/office/drawing/2014/main" id="{F317276F-BD16-6E1F-5DB9-DCE93782D88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233" name="Grupo 232">
                        <a:extLst>
                          <a:ext uri="{FF2B5EF4-FFF2-40B4-BE49-F238E27FC236}">
                            <a16:creationId xmlns:a16="http://schemas.microsoft.com/office/drawing/2014/main" id="{E5C6A8AC-FD90-C236-3853-0707A1A878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234" name="Rectángulo 233">
                          <a:extLst>
                            <a:ext uri="{FF2B5EF4-FFF2-40B4-BE49-F238E27FC236}">
                              <a16:creationId xmlns:a16="http://schemas.microsoft.com/office/drawing/2014/main" id="{B81A96B4-96BF-AD2A-68B2-3012E3D2279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235" name="Rectángulo 234">
                          <a:extLst>
                            <a:ext uri="{FF2B5EF4-FFF2-40B4-BE49-F238E27FC236}">
                              <a16:creationId xmlns:a16="http://schemas.microsoft.com/office/drawing/2014/main" id="{D4EF1813-2788-2722-D2BB-40422CD63D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36" name="Rectángulo 235">
                          <a:extLst>
                            <a:ext uri="{FF2B5EF4-FFF2-40B4-BE49-F238E27FC236}">
                              <a16:creationId xmlns:a16="http://schemas.microsoft.com/office/drawing/2014/main" id="{43943FB3-6EF8-2C2D-A085-4597ABDAFDE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229" name="Rectángulo 228">
                    <a:extLst>
                      <a:ext uri="{FF2B5EF4-FFF2-40B4-BE49-F238E27FC236}">
                        <a16:creationId xmlns:a16="http://schemas.microsoft.com/office/drawing/2014/main" id="{7C88BFEB-71BF-4DA1-3152-54FCF3A4CD63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224" name="Grupo 223">
                  <a:extLst>
                    <a:ext uri="{FF2B5EF4-FFF2-40B4-BE49-F238E27FC236}">
                      <a16:creationId xmlns:a16="http://schemas.microsoft.com/office/drawing/2014/main" id="{AFBA5548-E3B9-AED5-35CC-7824D70A86D1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225" name="Rectángulo 224">
                    <a:extLst>
                      <a:ext uri="{FF2B5EF4-FFF2-40B4-BE49-F238E27FC236}">
                        <a16:creationId xmlns:a16="http://schemas.microsoft.com/office/drawing/2014/main" id="{92815F67-AA1A-F667-37AB-8E73163C43D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226" name="Elipse 225">
                    <a:extLst>
                      <a:ext uri="{FF2B5EF4-FFF2-40B4-BE49-F238E27FC236}">
                        <a16:creationId xmlns:a16="http://schemas.microsoft.com/office/drawing/2014/main" id="{E993A3F0-7661-CD11-5F3A-165861F3F305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227" name="Elipse 226">
                    <a:extLst>
                      <a:ext uri="{FF2B5EF4-FFF2-40B4-BE49-F238E27FC236}">
                        <a16:creationId xmlns:a16="http://schemas.microsoft.com/office/drawing/2014/main" id="{AACB513F-4C11-5C8A-C6B6-47D80341370A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</p:grpSp>
      <p:grpSp>
        <p:nvGrpSpPr>
          <p:cNvPr id="219" name="Grupo 218">
            <a:extLst>
              <a:ext uri="{FF2B5EF4-FFF2-40B4-BE49-F238E27FC236}">
                <a16:creationId xmlns:a16="http://schemas.microsoft.com/office/drawing/2014/main" id="{7F33632E-A4D7-7390-F04E-A2F05C45CE30}"/>
              </a:ext>
            </a:extLst>
          </p:cNvPr>
          <p:cNvGrpSpPr/>
          <p:nvPr/>
        </p:nvGrpSpPr>
        <p:grpSpPr>
          <a:xfrm>
            <a:off x="4504587" y="2122963"/>
            <a:ext cx="3506485" cy="2976956"/>
            <a:chOff x="6783606" y="1984978"/>
            <a:chExt cx="3506485" cy="2976956"/>
          </a:xfrm>
        </p:grpSpPr>
        <p:grpSp>
          <p:nvGrpSpPr>
            <p:cNvPr id="108" name="Grupo 107">
              <a:extLst>
                <a:ext uri="{FF2B5EF4-FFF2-40B4-BE49-F238E27FC236}">
                  <a16:creationId xmlns:a16="http://schemas.microsoft.com/office/drawing/2014/main" id="{0D727B6E-ED74-AB39-2E6A-8E17266FDF46}"/>
                </a:ext>
              </a:extLst>
            </p:cNvPr>
            <p:cNvGrpSpPr/>
            <p:nvPr/>
          </p:nvGrpSpPr>
          <p:grpSpPr>
            <a:xfrm>
              <a:off x="6783606" y="1984978"/>
              <a:ext cx="2288079" cy="2013940"/>
              <a:chOff x="5734796" y="1871886"/>
              <a:chExt cx="2288079" cy="2013940"/>
            </a:xfrm>
          </p:grpSpPr>
          <p:grpSp>
            <p:nvGrpSpPr>
              <p:cNvPr id="106" name="Grupo 105">
                <a:extLst>
                  <a:ext uri="{FF2B5EF4-FFF2-40B4-BE49-F238E27FC236}">
                    <a16:creationId xmlns:a16="http://schemas.microsoft.com/office/drawing/2014/main" id="{2C12A9FE-D1D4-2FBC-9F1C-1AD5EF5F0291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solidFill>
                <a:schemeClr val="bg1">
                  <a:lumMod val="65000"/>
                </a:schemeClr>
              </a:solidFill>
            </p:grpSpPr>
            <p:grpSp>
              <p:nvGrpSpPr>
                <p:cNvPr id="104" name="Grupo 103">
                  <a:extLst>
                    <a:ext uri="{FF2B5EF4-FFF2-40B4-BE49-F238E27FC236}">
                      <a16:creationId xmlns:a16="http://schemas.microsoft.com/office/drawing/2014/main" id="{EE2A2AC7-5620-AE5A-5738-1BC9439679DB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103" name="Elipse 102">
                    <a:extLst>
                      <a:ext uri="{FF2B5EF4-FFF2-40B4-BE49-F238E27FC236}">
                        <a16:creationId xmlns:a16="http://schemas.microsoft.com/office/drawing/2014/main" id="{1E69555C-D56D-7915-3F08-432FFF24EB1E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101" name="Diagrama de flujo: operación manual 100">
                    <a:extLst>
                      <a:ext uri="{FF2B5EF4-FFF2-40B4-BE49-F238E27FC236}">
                        <a16:creationId xmlns:a16="http://schemas.microsoft.com/office/drawing/2014/main" id="{F1E96F60-12A0-94EA-DB6E-4016F6198832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05" name="Elipse 104">
                  <a:extLst>
                    <a:ext uri="{FF2B5EF4-FFF2-40B4-BE49-F238E27FC236}">
                      <a16:creationId xmlns:a16="http://schemas.microsoft.com/office/drawing/2014/main" id="{D1561C65-E121-2C66-7131-FB976BA1BAC1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07" name="Diagrama de flujo: operación manual 106">
                <a:extLst>
                  <a:ext uri="{FF2B5EF4-FFF2-40B4-BE49-F238E27FC236}">
                    <a16:creationId xmlns:a16="http://schemas.microsoft.com/office/drawing/2014/main" id="{8AC2FC65-9DB3-BC6A-DEFE-AB4AD995B438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212" name="Grupo 211">
              <a:extLst>
                <a:ext uri="{FF2B5EF4-FFF2-40B4-BE49-F238E27FC236}">
                  <a16:creationId xmlns:a16="http://schemas.microsoft.com/office/drawing/2014/main" id="{CB4861A0-CEBD-FA24-EC02-24DC243218CA}"/>
                </a:ext>
              </a:extLst>
            </p:cNvPr>
            <p:cNvGrpSpPr/>
            <p:nvPr/>
          </p:nvGrpSpPr>
          <p:grpSpPr>
            <a:xfrm flipH="1" flipV="1">
              <a:off x="8002012" y="2947994"/>
              <a:ext cx="2288079" cy="2013940"/>
              <a:chOff x="5734796" y="1871886"/>
              <a:chExt cx="2288079" cy="2013940"/>
            </a:xfrm>
            <a:noFill/>
          </p:grpSpPr>
          <p:grpSp>
            <p:nvGrpSpPr>
              <p:cNvPr id="213" name="Grupo 212">
                <a:extLst>
                  <a:ext uri="{FF2B5EF4-FFF2-40B4-BE49-F238E27FC236}">
                    <a16:creationId xmlns:a16="http://schemas.microsoft.com/office/drawing/2014/main" id="{EAFB43FE-DB32-8762-CCD7-968BE6FF15E4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grpFill/>
            </p:grpSpPr>
            <p:grpSp>
              <p:nvGrpSpPr>
                <p:cNvPr id="215" name="Grupo 214">
                  <a:extLst>
                    <a:ext uri="{FF2B5EF4-FFF2-40B4-BE49-F238E27FC236}">
                      <a16:creationId xmlns:a16="http://schemas.microsoft.com/office/drawing/2014/main" id="{B9856C59-0EBB-9BF4-AB77-8DEE70472FC8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217" name="Elipse 216">
                    <a:extLst>
                      <a:ext uri="{FF2B5EF4-FFF2-40B4-BE49-F238E27FC236}">
                        <a16:creationId xmlns:a16="http://schemas.microsoft.com/office/drawing/2014/main" id="{EFA455C2-908C-0D5C-55DD-201E5035DCF7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218" name="Diagrama de flujo: operación manual 217">
                    <a:extLst>
                      <a:ext uri="{FF2B5EF4-FFF2-40B4-BE49-F238E27FC236}">
                        <a16:creationId xmlns:a16="http://schemas.microsoft.com/office/drawing/2014/main" id="{8B132116-FE76-8E27-8754-534AE846BA53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216" name="Elipse 215">
                  <a:extLst>
                    <a:ext uri="{FF2B5EF4-FFF2-40B4-BE49-F238E27FC236}">
                      <a16:creationId xmlns:a16="http://schemas.microsoft.com/office/drawing/2014/main" id="{0077177B-4CC4-7519-7242-4BA9F06C1818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14" name="Diagrama de flujo: operación manual 213">
                <a:extLst>
                  <a:ext uri="{FF2B5EF4-FFF2-40B4-BE49-F238E27FC236}">
                    <a16:creationId xmlns:a16="http://schemas.microsoft.com/office/drawing/2014/main" id="{5BC0FE85-D09F-C00E-2401-80DD8DE130C4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56" y="190406"/>
            <a:ext cx="11105322" cy="1407239"/>
          </a:xfrm>
        </p:spPr>
        <p:txBody>
          <a:bodyPr>
            <a:noAutofit/>
          </a:bodyPr>
          <a:lstStyle/>
          <a:p>
            <a:r>
              <a:rPr lang="es-ES" sz="4800" dirty="0">
                <a:latin typeface="Aharoni" panose="02010803020104030203" pitchFamily="2" charset="-79"/>
                <a:cs typeface="Aharoni" panose="02010803020104030203" pitchFamily="2" charset="-79"/>
              </a:rPr>
              <a:t>Limitaciones de movimiento </a:t>
            </a:r>
            <a:br>
              <a:rPr lang="es-ES" sz="48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800" dirty="0">
                <a:latin typeface="Aharoni" panose="02010803020104030203" pitchFamily="2" charset="-79"/>
                <a:cs typeface="Aharoni" panose="02010803020104030203" pitchFamily="2" charset="-79"/>
              </a:rPr>
              <a:t>Brazo de 6 grados de libertad</a:t>
            </a:r>
          </a:p>
        </p:txBody>
      </p:sp>
      <p:grpSp>
        <p:nvGrpSpPr>
          <p:cNvPr id="197" name="Grupo 196">
            <a:extLst>
              <a:ext uri="{FF2B5EF4-FFF2-40B4-BE49-F238E27FC236}">
                <a16:creationId xmlns:a16="http://schemas.microsoft.com/office/drawing/2014/main" id="{18B325E0-E76C-2D3A-266B-C4A17C459A6F}"/>
              </a:ext>
            </a:extLst>
          </p:cNvPr>
          <p:cNvGrpSpPr/>
          <p:nvPr/>
        </p:nvGrpSpPr>
        <p:grpSpPr>
          <a:xfrm>
            <a:off x="5712254" y="3246945"/>
            <a:ext cx="1192486" cy="1369240"/>
            <a:chOff x="7991273" y="3108960"/>
            <a:chExt cx="1192486" cy="1369240"/>
          </a:xfrm>
        </p:grpSpPr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FF29E0E9-4AF0-4C20-2105-A304C837FDAC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30" name="Rectángulo: esquinas redondeadas 29">
                <a:extLst>
                  <a:ext uri="{FF2B5EF4-FFF2-40B4-BE49-F238E27FC236}">
                    <a16:creationId xmlns:a16="http://schemas.microsoft.com/office/drawing/2014/main" id="{7E0CEB59-78EF-8038-EC5F-1CAF31F267EA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28412C63-03CC-5D12-8C7A-AEFA3EE212E2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26" name="Diagrama de flujo: operación manual 25">
                  <a:extLst>
                    <a:ext uri="{FF2B5EF4-FFF2-40B4-BE49-F238E27FC236}">
                      <a16:creationId xmlns:a16="http://schemas.microsoft.com/office/drawing/2014/main" id="{B8956ABD-D7B2-172B-CB96-2B8775B275D7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" name="Rectángulo: esquinas redondeadas 27">
                  <a:extLst>
                    <a:ext uri="{FF2B5EF4-FFF2-40B4-BE49-F238E27FC236}">
                      <a16:creationId xmlns:a16="http://schemas.microsoft.com/office/drawing/2014/main" id="{E794ADEB-8569-79F0-95A6-625C94B7BD83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5C8A4B7E-6172-8328-3622-BD543FC163DD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55" name="Grupo 54">
                <a:extLst>
                  <a:ext uri="{FF2B5EF4-FFF2-40B4-BE49-F238E27FC236}">
                    <a16:creationId xmlns:a16="http://schemas.microsoft.com/office/drawing/2014/main" id="{A789ACB0-F758-E87A-A02B-806113E73839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32" name="Rectángulo 31">
                  <a:extLst>
                    <a:ext uri="{FF2B5EF4-FFF2-40B4-BE49-F238E27FC236}">
                      <a16:creationId xmlns:a16="http://schemas.microsoft.com/office/drawing/2014/main" id="{7FE0000C-EDC1-7F5D-8273-9D6BFE2A7C45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4" name="Elipse 33">
                  <a:extLst>
                    <a:ext uri="{FF2B5EF4-FFF2-40B4-BE49-F238E27FC236}">
                      <a16:creationId xmlns:a16="http://schemas.microsoft.com/office/drawing/2014/main" id="{F53AA3F2-43CB-BD31-B019-53389A1FB9A0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F9098FFC-5A25-21F6-65D6-A5E3ACA9EF53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2D27C753-EFF2-2B7C-C365-C68D6892B81D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5" name="Rectángulo 34">
                  <a:extLst>
                    <a:ext uri="{FF2B5EF4-FFF2-40B4-BE49-F238E27FC236}">
                      <a16:creationId xmlns:a16="http://schemas.microsoft.com/office/drawing/2014/main" id="{5A4F4273-6BDC-85CB-F99B-971769410F2D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6" name="Rectángulo 35">
                  <a:extLst>
                    <a:ext uri="{FF2B5EF4-FFF2-40B4-BE49-F238E27FC236}">
                      <a16:creationId xmlns:a16="http://schemas.microsoft.com/office/drawing/2014/main" id="{30A68EB6-C46E-CB18-C398-D1BB80F54A8D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4C8DD83C-A11C-76D6-7E52-29B3928F1093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CC35DEB7-A8B2-261A-1CB0-A5D7CECF8C6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1" name="Rectángulo 40">
                  <a:extLst>
                    <a:ext uri="{FF2B5EF4-FFF2-40B4-BE49-F238E27FC236}">
                      <a16:creationId xmlns:a16="http://schemas.microsoft.com/office/drawing/2014/main" id="{AF5D7F47-D2AC-70B3-01E7-BFA907F75C03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2" name="Rectángulo 41">
                  <a:extLst>
                    <a:ext uri="{FF2B5EF4-FFF2-40B4-BE49-F238E27FC236}">
                      <a16:creationId xmlns:a16="http://schemas.microsoft.com/office/drawing/2014/main" id="{0B8175B0-8CD1-8596-762C-24C1A42E7C03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43" name="Grupo 42">
                <a:extLst>
                  <a:ext uri="{FF2B5EF4-FFF2-40B4-BE49-F238E27FC236}">
                    <a16:creationId xmlns:a16="http://schemas.microsoft.com/office/drawing/2014/main" id="{937996AA-D41E-82C7-AC73-431781514B69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F0038377-26F5-02FA-B240-35777ED6E78A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5" name="Rectángulo 44">
                  <a:extLst>
                    <a:ext uri="{FF2B5EF4-FFF2-40B4-BE49-F238E27FC236}">
                      <a16:creationId xmlns:a16="http://schemas.microsoft.com/office/drawing/2014/main" id="{C34CA675-FFAF-1B4A-496E-B0BEBA75C029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6" name="Rectángulo 45">
                  <a:extLst>
                    <a:ext uri="{FF2B5EF4-FFF2-40B4-BE49-F238E27FC236}">
                      <a16:creationId xmlns:a16="http://schemas.microsoft.com/office/drawing/2014/main" id="{E0B72CA2-4FD1-E976-2CB2-0099394D1ACB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3B343742-83B5-5478-A468-45D47BAF70A8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E55671C9-A8EB-0A4A-92D8-95CE8FAD40DB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9" name="Rectángulo 48">
                  <a:extLst>
                    <a:ext uri="{FF2B5EF4-FFF2-40B4-BE49-F238E27FC236}">
                      <a16:creationId xmlns:a16="http://schemas.microsoft.com/office/drawing/2014/main" id="{C22D4AB5-D9D0-C9FA-9333-7B0B5A32F91F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0" name="Rectángulo 49">
                  <a:extLst>
                    <a:ext uri="{FF2B5EF4-FFF2-40B4-BE49-F238E27FC236}">
                      <a16:creationId xmlns:a16="http://schemas.microsoft.com/office/drawing/2014/main" id="{4EF5A248-2CE3-B92A-7482-62AD0E4E466D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97A8AB7A-2DFC-72A6-EBF5-C2F06F56E9AD}"/>
              </a:ext>
            </a:extLst>
          </p:cNvPr>
          <p:cNvGrpSpPr/>
          <p:nvPr/>
        </p:nvGrpSpPr>
        <p:grpSpPr>
          <a:xfrm>
            <a:off x="7865008" y="3287701"/>
            <a:ext cx="216932" cy="229701"/>
            <a:chOff x="7045881" y="3235576"/>
            <a:chExt cx="216932" cy="229701"/>
          </a:xfrm>
        </p:grpSpPr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31AC5BCF-B139-369C-F670-338C34ABFD54}"/>
                </a:ext>
              </a:extLst>
            </p:cNvPr>
            <p:cNvSpPr/>
            <p:nvPr/>
          </p:nvSpPr>
          <p:spPr>
            <a:xfrm>
              <a:off x="7086400" y="3247782"/>
              <a:ext cx="144000" cy="144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37677F36-2263-FA51-9159-2D5990B5BBCC}"/>
                </a:ext>
              </a:extLst>
            </p:cNvPr>
            <p:cNvSpPr/>
            <p:nvPr/>
          </p:nvSpPr>
          <p:spPr>
            <a:xfrm>
              <a:off x="7045881" y="3235576"/>
              <a:ext cx="216932" cy="720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D1C71B46-5078-6A4E-1AB0-868983CE1247}"/>
                </a:ext>
              </a:extLst>
            </p:cNvPr>
            <p:cNvSpPr/>
            <p:nvPr/>
          </p:nvSpPr>
          <p:spPr>
            <a:xfrm rot="5400000">
              <a:off x="7122232" y="3350427"/>
              <a:ext cx="157603" cy="720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68" name="Elipse 167">
            <a:extLst>
              <a:ext uri="{FF2B5EF4-FFF2-40B4-BE49-F238E27FC236}">
                <a16:creationId xmlns:a16="http://schemas.microsoft.com/office/drawing/2014/main" id="{04D0D0BC-A784-5C7B-FC39-BD1720BF3931}"/>
              </a:ext>
            </a:extLst>
          </p:cNvPr>
          <p:cNvSpPr/>
          <p:nvPr/>
        </p:nvSpPr>
        <p:spPr>
          <a:xfrm>
            <a:off x="4012455" y="2668270"/>
            <a:ext cx="108000" cy="108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9" name="Elipse 168">
            <a:extLst>
              <a:ext uri="{FF2B5EF4-FFF2-40B4-BE49-F238E27FC236}">
                <a16:creationId xmlns:a16="http://schemas.microsoft.com/office/drawing/2014/main" id="{12B75637-7756-C222-080A-D7BBB9712FE4}"/>
              </a:ext>
            </a:extLst>
          </p:cNvPr>
          <p:cNvSpPr/>
          <p:nvPr/>
        </p:nvSpPr>
        <p:spPr>
          <a:xfrm>
            <a:off x="3824192" y="3173435"/>
            <a:ext cx="108000" cy="108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0" name="Elipse 169">
            <a:extLst>
              <a:ext uri="{FF2B5EF4-FFF2-40B4-BE49-F238E27FC236}">
                <a16:creationId xmlns:a16="http://schemas.microsoft.com/office/drawing/2014/main" id="{6E3C7739-78ED-9E41-AE72-12816A2D9A3B}"/>
              </a:ext>
            </a:extLst>
          </p:cNvPr>
          <p:cNvSpPr/>
          <p:nvPr/>
        </p:nvSpPr>
        <p:spPr>
          <a:xfrm>
            <a:off x="5557032" y="4507934"/>
            <a:ext cx="108000" cy="108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1" name="Elipse 170">
            <a:extLst>
              <a:ext uri="{FF2B5EF4-FFF2-40B4-BE49-F238E27FC236}">
                <a16:creationId xmlns:a16="http://schemas.microsoft.com/office/drawing/2014/main" id="{8E7F1725-B6B4-7333-5662-6E8730DBF052}"/>
              </a:ext>
            </a:extLst>
          </p:cNvPr>
          <p:cNvSpPr/>
          <p:nvPr/>
        </p:nvSpPr>
        <p:spPr>
          <a:xfrm>
            <a:off x="6252687" y="3328302"/>
            <a:ext cx="108000" cy="108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2" name="Elipse 171">
            <a:extLst>
              <a:ext uri="{FF2B5EF4-FFF2-40B4-BE49-F238E27FC236}">
                <a16:creationId xmlns:a16="http://schemas.microsoft.com/office/drawing/2014/main" id="{5A69616E-A826-9365-5E6F-BAF4213F060A}"/>
              </a:ext>
            </a:extLst>
          </p:cNvPr>
          <p:cNvSpPr/>
          <p:nvPr/>
        </p:nvSpPr>
        <p:spPr>
          <a:xfrm>
            <a:off x="4652546" y="2233847"/>
            <a:ext cx="108000" cy="108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3" name="Elipse 172">
            <a:extLst>
              <a:ext uri="{FF2B5EF4-FFF2-40B4-BE49-F238E27FC236}">
                <a16:creationId xmlns:a16="http://schemas.microsoft.com/office/drawing/2014/main" id="{DCF5BA0B-E705-3CE7-9826-0F62BF3A15CB}"/>
              </a:ext>
            </a:extLst>
          </p:cNvPr>
          <p:cNvSpPr/>
          <p:nvPr/>
        </p:nvSpPr>
        <p:spPr>
          <a:xfrm>
            <a:off x="3698483" y="3919220"/>
            <a:ext cx="108000" cy="108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4" name="Elipse 173">
            <a:extLst>
              <a:ext uri="{FF2B5EF4-FFF2-40B4-BE49-F238E27FC236}">
                <a16:creationId xmlns:a16="http://schemas.microsoft.com/office/drawing/2014/main" id="{8DD7A058-FF53-C0BC-7BA8-6303C2DFEACC}"/>
              </a:ext>
            </a:extLst>
          </p:cNvPr>
          <p:cNvSpPr/>
          <p:nvPr/>
        </p:nvSpPr>
        <p:spPr>
          <a:xfrm>
            <a:off x="3947123" y="4090415"/>
            <a:ext cx="108000" cy="108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99" name="Grupo 198">
            <a:extLst>
              <a:ext uri="{FF2B5EF4-FFF2-40B4-BE49-F238E27FC236}">
                <a16:creationId xmlns:a16="http://schemas.microsoft.com/office/drawing/2014/main" id="{127BE7D4-BB22-6C80-5F50-CAC0311D23CB}"/>
              </a:ext>
            </a:extLst>
          </p:cNvPr>
          <p:cNvGrpSpPr/>
          <p:nvPr/>
        </p:nvGrpSpPr>
        <p:grpSpPr>
          <a:xfrm>
            <a:off x="5100251" y="4653534"/>
            <a:ext cx="3600000" cy="2124000"/>
            <a:chOff x="7379270" y="4515549"/>
            <a:chExt cx="3600000" cy="2124000"/>
          </a:xfrm>
        </p:grpSpPr>
        <p:sp>
          <p:nvSpPr>
            <p:cNvPr id="186" name="Marco 185">
              <a:extLst>
                <a:ext uri="{FF2B5EF4-FFF2-40B4-BE49-F238E27FC236}">
                  <a16:creationId xmlns:a16="http://schemas.microsoft.com/office/drawing/2014/main" id="{226C71A4-16AD-571D-661F-A662089ACDF0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184" name="Marco 183">
              <a:extLst>
                <a:ext uri="{FF2B5EF4-FFF2-40B4-BE49-F238E27FC236}">
                  <a16:creationId xmlns:a16="http://schemas.microsoft.com/office/drawing/2014/main" id="{F8457780-4244-2DC1-B256-D8F30955D880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CD4641E9-7761-327A-709A-31736F3FF943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095FA1DA-5A92-6C6F-77CB-A2B70645B627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19" name="Grupo 18">
                  <a:extLst>
                    <a:ext uri="{FF2B5EF4-FFF2-40B4-BE49-F238E27FC236}">
                      <a16:creationId xmlns:a16="http://schemas.microsoft.com/office/drawing/2014/main" id="{74F32D35-7E0E-FD25-54C4-EFD4E4EE924C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9" name="Rectángulo 8">
                    <a:extLst>
                      <a:ext uri="{FF2B5EF4-FFF2-40B4-BE49-F238E27FC236}">
                        <a16:creationId xmlns:a16="http://schemas.microsoft.com/office/drawing/2014/main" id="{1EE447CF-D211-98A0-B015-C64C4E9659E2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0" name="Rectángulo 9">
                    <a:extLst>
                      <a:ext uri="{FF2B5EF4-FFF2-40B4-BE49-F238E27FC236}">
                        <a16:creationId xmlns:a16="http://schemas.microsoft.com/office/drawing/2014/main" id="{B9D143B5-50C2-77DE-7DBD-E0B7FA1FE3C1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8" name="Grupo 17">
                  <a:extLst>
                    <a:ext uri="{FF2B5EF4-FFF2-40B4-BE49-F238E27FC236}">
                      <a16:creationId xmlns:a16="http://schemas.microsoft.com/office/drawing/2014/main" id="{5F3F276E-5FE2-8BD1-125C-87609AF6B82A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14" name="Grupo 13">
                    <a:extLst>
                      <a:ext uri="{FF2B5EF4-FFF2-40B4-BE49-F238E27FC236}">
                        <a16:creationId xmlns:a16="http://schemas.microsoft.com/office/drawing/2014/main" id="{B7A63979-74C7-F62B-DF28-83854E09B75B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11" name="Rectángulo 10">
                      <a:extLst>
                        <a:ext uri="{FF2B5EF4-FFF2-40B4-BE49-F238E27FC236}">
                          <a16:creationId xmlns:a16="http://schemas.microsoft.com/office/drawing/2014/main" id="{685A7595-DAE6-129A-89EE-FE7820C00DC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3" name="Rectángulo 12">
                      <a:extLst>
                        <a:ext uri="{FF2B5EF4-FFF2-40B4-BE49-F238E27FC236}">
                          <a16:creationId xmlns:a16="http://schemas.microsoft.com/office/drawing/2014/main" id="{B996832B-1014-E72D-1A73-9F3AA61E484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5" name="Grupo 14">
                    <a:extLst>
                      <a:ext uri="{FF2B5EF4-FFF2-40B4-BE49-F238E27FC236}">
                        <a16:creationId xmlns:a16="http://schemas.microsoft.com/office/drawing/2014/main" id="{F21FFBA2-7F3C-7F7C-77B0-D392230FF17A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16" name="Rectángulo 15">
                      <a:extLst>
                        <a:ext uri="{FF2B5EF4-FFF2-40B4-BE49-F238E27FC236}">
                          <a16:creationId xmlns:a16="http://schemas.microsoft.com/office/drawing/2014/main" id="{02BC1BA1-0F2D-B971-0039-610863B8894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7" name="Rectángulo 16">
                      <a:extLst>
                        <a:ext uri="{FF2B5EF4-FFF2-40B4-BE49-F238E27FC236}">
                          <a16:creationId xmlns:a16="http://schemas.microsoft.com/office/drawing/2014/main" id="{C201C925-EF5C-0925-F27D-07DD2D63273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23" name="Grupo 22">
                <a:extLst>
                  <a:ext uri="{FF2B5EF4-FFF2-40B4-BE49-F238E27FC236}">
                    <a16:creationId xmlns:a16="http://schemas.microsoft.com/office/drawing/2014/main" id="{5B1F3865-E0D2-3F42-FAE9-A352845DC632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21" name="Diagrama de flujo: operación manual 20">
                  <a:extLst>
                    <a:ext uri="{FF2B5EF4-FFF2-40B4-BE49-F238E27FC236}">
                      <a16:creationId xmlns:a16="http://schemas.microsoft.com/office/drawing/2014/main" id="{2C064E4D-1B57-CF92-52D1-A58AF94E40F6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2" name="Diagrama de flujo: operación manual 21">
                  <a:extLst>
                    <a:ext uri="{FF2B5EF4-FFF2-40B4-BE49-F238E27FC236}">
                      <a16:creationId xmlns:a16="http://schemas.microsoft.com/office/drawing/2014/main" id="{C711AA1E-A3C2-76AB-9FA3-F3FBB746A378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182" name="Grupo 181">
              <a:extLst>
                <a:ext uri="{FF2B5EF4-FFF2-40B4-BE49-F238E27FC236}">
                  <a16:creationId xmlns:a16="http://schemas.microsoft.com/office/drawing/2014/main" id="{5E25A17F-0C34-D685-083D-2217B9E80B15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179" name="Rectángulo 178">
                <a:extLst>
                  <a:ext uri="{FF2B5EF4-FFF2-40B4-BE49-F238E27FC236}">
                    <a16:creationId xmlns:a16="http://schemas.microsoft.com/office/drawing/2014/main" id="{CB26E21B-FE56-F962-06BB-1BEDBA9710C7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80" name="Rectángulo 179">
                <a:extLst>
                  <a:ext uri="{FF2B5EF4-FFF2-40B4-BE49-F238E27FC236}">
                    <a16:creationId xmlns:a16="http://schemas.microsoft.com/office/drawing/2014/main" id="{9117ACFB-131F-A76A-7081-3466B1021F03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81" name="Rectángulo 180">
                <a:extLst>
                  <a:ext uri="{FF2B5EF4-FFF2-40B4-BE49-F238E27FC236}">
                    <a16:creationId xmlns:a16="http://schemas.microsoft.com/office/drawing/2014/main" id="{F069C962-2349-968F-CBF7-6F51D3A13648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185" name="Rectángulo 184">
              <a:extLst>
                <a:ext uri="{FF2B5EF4-FFF2-40B4-BE49-F238E27FC236}">
                  <a16:creationId xmlns:a16="http://schemas.microsoft.com/office/drawing/2014/main" id="{F32CE230-FE2B-B399-F69B-701C3C187E2E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F2824CE9-E0E6-A082-6DE3-C3BC18BE264B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190" name="Grupo 189">
                <a:extLst>
                  <a:ext uri="{FF2B5EF4-FFF2-40B4-BE49-F238E27FC236}">
                    <a16:creationId xmlns:a16="http://schemas.microsoft.com/office/drawing/2014/main" id="{BF19F7E0-6D78-553A-E328-F37DD0D8C7C1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187" name="Rectángulo 186">
                  <a:extLst>
                    <a:ext uri="{FF2B5EF4-FFF2-40B4-BE49-F238E27FC236}">
                      <a16:creationId xmlns:a16="http://schemas.microsoft.com/office/drawing/2014/main" id="{8CD3F6B3-2EEA-8B35-FEAD-0E1752091B76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89" name="Rectángulo 188">
                  <a:extLst>
                    <a:ext uri="{FF2B5EF4-FFF2-40B4-BE49-F238E27FC236}">
                      <a16:creationId xmlns:a16="http://schemas.microsoft.com/office/drawing/2014/main" id="{363A5C8B-3EAB-F2B0-795B-CABF0A20EF16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88" name="Rectángulo 187">
                <a:extLst>
                  <a:ext uri="{FF2B5EF4-FFF2-40B4-BE49-F238E27FC236}">
                    <a16:creationId xmlns:a16="http://schemas.microsoft.com/office/drawing/2014/main" id="{8FD3BEAD-72B6-C0DE-12DE-19EB30A45D00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195" name="Grupo 194">
              <a:extLst>
                <a:ext uri="{FF2B5EF4-FFF2-40B4-BE49-F238E27FC236}">
                  <a16:creationId xmlns:a16="http://schemas.microsoft.com/office/drawing/2014/main" id="{829F6196-16DD-0815-D6E8-C7510DEBFB21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192" name="Rectángulo 191">
                <a:extLst>
                  <a:ext uri="{FF2B5EF4-FFF2-40B4-BE49-F238E27FC236}">
                    <a16:creationId xmlns:a16="http://schemas.microsoft.com/office/drawing/2014/main" id="{25319444-2D3A-784A-6001-F2A46655AE66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3" name="Rectángulo 192">
                <a:extLst>
                  <a:ext uri="{FF2B5EF4-FFF2-40B4-BE49-F238E27FC236}">
                    <a16:creationId xmlns:a16="http://schemas.microsoft.com/office/drawing/2014/main" id="{D59CDFD3-AB64-845B-DD21-F2F850DAE22A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4" name="Rectángulo 193">
                <a:extLst>
                  <a:ext uri="{FF2B5EF4-FFF2-40B4-BE49-F238E27FC236}">
                    <a16:creationId xmlns:a16="http://schemas.microsoft.com/office/drawing/2014/main" id="{65E3550F-0D7D-BBCF-AE21-0ACD931B34C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211" name="Grupo 210">
            <a:extLst>
              <a:ext uri="{FF2B5EF4-FFF2-40B4-BE49-F238E27FC236}">
                <a16:creationId xmlns:a16="http://schemas.microsoft.com/office/drawing/2014/main" id="{98DFB712-259A-E989-4375-78136C9F083C}"/>
              </a:ext>
            </a:extLst>
          </p:cNvPr>
          <p:cNvGrpSpPr/>
          <p:nvPr/>
        </p:nvGrpSpPr>
        <p:grpSpPr>
          <a:xfrm>
            <a:off x="3810156" y="1697701"/>
            <a:ext cx="2021943" cy="1557367"/>
            <a:chOff x="6089175" y="1559716"/>
            <a:chExt cx="2021943" cy="1557367"/>
          </a:xfrm>
        </p:grpSpPr>
        <p:grpSp>
          <p:nvGrpSpPr>
            <p:cNvPr id="196" name="Grupo 195">
              <a:extLst>
                <a:ext uri="{FF2B5EF4-FFF2-40B4-BE49-F238E27FC236}">
                  <a16:creationId xmlns:a16="http://schemas.microsoft.com/office/drawing/2014/main" id="{09CC8315-68FC-69B3-8BB2-61AFE22B770D}"/>
                </a:ext>
              </a:extLst>
            </p:cNvPr>
            <p:cNvGrpSpPr/>
            <p:nvPr/>
          </p:nvGrpSpPr>
          <p:grpSpPr>
            <a:xfrm>
              <a:off x="6089175" y="1851040"/>
              <a:ext cx="1144431" cy="1266043"/>
              <a:chOff x="6089175" y="1851040"/>
              <a:chExt cx="1144431" cy="1266043"/>
            </a:xfrm>
          </p:grpSpPr>
          <p:grpSp>
            <p:nvGrpSpPr>
              <p:cNvPr id="117" name="Grupo 116">
                <a:extLst>
                  <a:ext uri="{FF2B5EF4-FFF2-40B4-BE49-F238E27FC236}">
                    <a16:creationId xmlns:a16="http://schemas.microsoft.com/office/drawing/2014/main" id="{510A80B7-9FB3-35C4-DF5E-7E4BB864B315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</p:grpSpPr>
            <p:grpSp>
              <p:nvGrpSpPr>
                <p:cNvPr id="109" name="Grupo 108">
                  <a:extLst>
                    <a:ext uri="{FF2B5EF4-FFF2-40B4-BE49-F238E27FC236}">
                      <a16:creationId xmlns:a16="http://schemas.microsoft.com/office/drawing/2014/main" id="{15338A9F-C4BB-A351-E115-480B28503C41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</p:grpSpPr>
              <p:grpSp>
                <p:nvGrpSpPr>
                  <p:cNvPr id="110" name="Grupo 109">
                    <a:extLst>
                      <a:ext uri="{FF2B5EF4-FFF2-40B4-BE49-F238E27FC236}">
                        <a16:creationId xmlns:a16="http://schemas.microsoft.com/office/drawing/2014/main" id="{132B285E-905D-56D8-4A24-D51E59C4BC01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solidFill>
                    <a:schemeClr val="bg1">
                      <a:lumMod val="65000"/>
                    </a:schemeClr>
                  </a:solidFill>
                </p:grpSpPr>
                <p:grpSp>
                  <p:nvGrpSpPr>
                    <p:cNvPr id="112" name="Grupo 111">
                      <a:extLst>
                        <a:ext uri="{FF2B5EF4-FFF2-40B4-BE49-F238E27FC236}">
                          <a16:creationId xmlns:a16="http://schemas.microsoft.com/office/drawing/2014/main" id="{D78A658D-E96B-EA53-D5E2-255709C6D1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114" name="Elipse 113">
                        <a:extLst>
                          <a:ext uri="{FF2B5EF4-FFF2-40B4-BE49-F238E27FC236}">
                            <a16:creationId xmlns:a16="http://schemas.microsoft.com/office/drawing/2014/main" id="{EEEA0950-7054-839F-19F5-2DE4963A7B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5" name="Diagrama de flujo: operación manual 114">
                        <a:extLst>
                          <a:ext uri="{FF2B5EF4-FFF2-40B4-BE49-F238E27FC236}">
                            <a16:creationId xmlns:a16="http://schemas.microsoft.com/office/drawing/2014/main" id="{F1446F30-3E56-861D-1B6B-02076EB2571C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13" name="Elipse 112">
                      <a:extLst>
                        <a:ext uri="{FF2B5EF4-FFF2-40B4-BE49-F238E27FC236}">
                          <a16:creationId xmlns:a16="http://schemas.microsoft.com/office/drawing/2014/main" id="{595F54E3-2467-0684-8AF0-489895DD68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11" name="Diagrama de flujo: operación manual 110">
                    <a:extLst>
                      <a:ext uri="{FF2B5EF4-FFF2-40B4-BE49-F238E27FC236}">
                        <a16:creationId xmlns:a16="http://schemas.microsoft.com/office/drawing/2014/main" id="{D2BCC66E-B257-5636-02B0-74B8818FE8D6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190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16" name="Elipse 115">
                  <a:extLst>
                    <a:ext uri="{FF2B5EF4-FFF2-40B4-BE49-F238E27FC236}">
                      <a16:creationId xmlns:a16="http://schemas.microsoft.com/office/drawing/2014/main" id="{636DEA5C-F7BD-B141-B45F-F3ECD37AEE60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67" name="Elipse 166">
                <a:extLst>
                  <a:ext uri="{FF2B5EF4-FFF2-40B4-BE49-F238E27FC236}">
                    <a16:creationId xmlns:a16="http://schemas.microsoft.com/office/drawing/2014/main" id="{D23FC73A-BDA1-EFDF-2FA9-1E5E8AF96448}"/>
                  </a:ext>
                </a:extLst>
              </p:cNvPr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200" name="Grupo 199">
              <a:extLst>
                <a:ext uri="{FF2B5EF4-FFF2-40B4-BE49-F238E27FC236}">
                  <a16:creationId xmlns:a16="http://schemas.microsoft.com/office/drawing/2014/main" id="{0025F0CD-05D9-BBB1-1E6E-17D7B8B40732}"/>
                </a:ext>
              </a:extLst>
            </p:cNvPr>
            <p:cNvGrpSpPr/>
            <p:nvPr/>
          </p:nvGrpSpPr>
          <p:grpSpPr>
            <a:xfrm flipH="1" flipV="1">
              <a:off x="6966687" y="1559716"/>
              <a:ext cx="1144431" cy="1266043"/>
              <a:chOff x="6089175" y="1851040"/>
              <a:chExt cx="1144431" cy="1266043"/>
            </a:xfrm>
            <a:noFill/>
          </p:grpSpPr>
          <p:grpSp>
            <p:nvGrpSpPr>
              <p:cNvPr id="201" name="Grupo 200">
                <a:extLst>
                  <a:ext uri="{FF2B5EF4-FFF2-40B4-BE49-F238E27FC236}">
                    <a16:creationId xmlns:a16="http://schemas.microsoft.com/office/drawing/2014/main" id="{A1CBD143-B823-BBC3-7AC3-614A1B5D8384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  <a:grpFill/>
            </p:grpSpPr>
            <p:grpSp>
              <p:nvGrpSpPr>
                <p:cNvPr id="203" name="Grupo 202">
                  <a:extLst>
                    <a:ext uri="{FF2B5EF4-FFF2-40B4-BE49-F238E27FC236}">
                      <a16:creationId xmlns:a16="http://schemas.microsoft.com/office/drawing/2014/main" id="{EAFCE956-6C18-7AEC-2CB5-0438FEC26A49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  <a:grpFill/>
              </p:grpSpPr>
              <p:grpSp>
                <p:nvGrpSpPr>
                  <p:cNvPr id="205" name="Grupo 204">
                    <a:extLst>
                      <a:ext uri="{FF2B5EF4-FFF2-40B4-BE49-F238E27FC236}">
                        <a16:creationId xmlns:a16="http://schemas.microsoft.com/office/drawing/2014/main" id="{835220B9-D46D-2790-E5D5-3C8489FBE306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grpFill/>
                </p:grpSpPr>
                <p:grpSp>
                  <p:nvGrpSpPr>
                    <p:cNvPr id="207" name="Grupo 206">
                      <a:extLst>
                        <a:ext uri="{FF2B5EF4-FFF2-40B4-BE49-F238E27FC236}">
                          <a16:creationId xmlns:a16="http://schemas.microsoft.com/office/drawing/2014/main" id="{2A92DA00-910D-A476-45B3-7C3E218BC1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209" name="Elipse 208">
                        <a:extLst>
                          <a:ext uri="{FF2B5EF4-FFF2-40B4-BE49-F238E27FC236}">
                            <a16:creationId xmlns:a16="http://schemas.microsoft.com/office/drawing/2014/main" id="{FEF83D45-D213-CCC6-81E8-BA8B074C5C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210" name="Diagrama de flujo: operación manual 209">
                        <a:extLst>
                          <a:ext uri="{FF2B5EF4-FFF2-40B4-BE49-F238E27FC236}">
                            <a16:creationId xmlns:a16="http://schemas.microsoft.com/office/drawing/2014/main" id="{C9D6C00E-1F2E-F7EA-814A-53CA9E48E4AF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208" name="Elipse 207">
                      <a:extLst>
                        <a:ext uri="{FF2B5EF4-FFF2-40B4-BE49-F238E27FC236}">
                          <a16:creationId xmlns:a16="http://schemas.microsoft.com/office/drawing/2014/main" id="{BA8928B0-6773-8DFF-3138-ED349BBCDB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206" name="Diagrama de flujo: operación manual 205">
                    <a:extLst>
                      <a:ext uri="{FF2B5EF4-FFF2-40B4-BE49-F238E27FC236}">
                        <a16:creationId xmlns:a16="http://schemas.microsoft.com/office/drawing/2014/main" id="{77258749-1DCB-64DD-2E80-1D4553603EB2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204" name="Elipse 203">
                  <a:extLst>
                    <a:ext uri="{FF2B5EF4-FFF2-40B4-BE49-F238E27FC236}">
                      <a16:creationId xmlns:a16="http://schemas.microsoft.com/office/drawing/2014/main" id="{4E3DA4B1-D240-78BD-4E75-F3C3942AC008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02" name="Elipse 201">
                <a:extLst>
                  <a:ext uri="{FF2B5EF4-FFF2-40B4-BE49-F238E27FC236}">
                    <a16:creationId xmlns:a16="http://schemas.microsoft.com/office/drawing/2014/main" id="{9827F122-1F40-F041-2D86-3817D06C6718}"/>
                  </a:ext>
                </a:extLst>
              </p:cNvPr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979D0272-58D8-B75B-81A3-96A8F77A7009}"/>
              </a:ext>
            </a:extLst>
          </p:cNvPr>
          <p:cNvSpPr txBox="1"/>
          <p:nvPr/>
        </p:nvSpPr>
        <p:spPr>
          <a:xfrm>
            <a:off x="7770394" y="3873432"/>
            <a:ext cx="3711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Ángulo de rotación del brazo: </a:t>
            </a:r>
            <a:r>
              <a:rPr lang="es-ES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180°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AB2820-3355-7D5E-5B76-3544F46CCE27}"/>
              </a:ext>
            </a:extLst>
          </p:cNvPr>
          <p:cNvSpPr txBox="1"/>
          <p:nvPr/>
        </p:nvSpPr>
        <p:spPr>
          <a:xfrm>
            <a:off x="6934975" y="2671267"/>
            <a:ext cx="4473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Ángulo de rotación del brazo grande: </a:t>
            </a:r>
            <a:r>
              <a:rPr lang="es-ES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90°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DF47A37-58D6-C544-DF9C-4AB3929F76EE}"/>
              </a:ext>
            </a:extLst>
          </p:cNvPr>
          <p:cNvSpPr txBox="1"/>
          <p:nvPr/>
        </p:nvSpPr>
        <p:spPr>
          <a:xfrm>
            <a:off x="6566155" y="1761289"/>
            <a:ext cx="4701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Ángulo de rotación del brazo pequeño</a:t>
            </a:r>
            <a:r>
              <a:rPr lang="es-ES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: </a:t>
            </a:r>
            <a:r>
              <a:rPr lang="es-ES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90°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8357934-35C9-C0B0-53E0-F00E4C01A4AF}"/>
              </a:ext>
            </a:extLst>
          </p:cNvPr>
          <p:cNvSpPr txBox="1"/>
          <p:nvPr/>
        </p:nvSpPr>
        <p:spPr>
          <a:xfrm>
            <a:off x="130563" y="1844822"/>
            <a:ext cx="3609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Ángulo de rotación de la pata </a:t>
            </a:r>
            <a:r>
              <a:rPr lang="es-ES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150°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1D0D1BD-12B3-20A1-F835-4BCC63D9058B}"/>
              </a:ext>
            </a:extLst>
          </p:cNvPr>
          <p:cNvSpPr txBox="1"/>
          <p:nvPr/>
        </p:nvSpPr>
        <p:spPr>
          <a:xfrm>
            <a:off x="238535" y="4510368"/>
            <a:ext cx="25464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Rotación de dedos </a:t>
            </a:r>
            <a:r>
              <a:rPr lang="es-ES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360</a:t>
            </a: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93F4ED02-96A4-0960-4A1D-50583CBE7B0D}"/>
              </a:ext>
            </a:extLst>
          </p:cNvPr>
          <p:cNvCxnSpPr/>
          <p:nvPr/>
        </p:nvCxnSpPr>
        <p:spPr>
          <a:xfrm>
            <a:off x="2380343" y="2220423"/>
            <a:ext cx="1162978" cy="5558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BDD6A673-5091-2932-268F-917B11DAF844}"/>
              </a:ext>
            </a:extLst>
          </p:cNvPr>
          <p:cNvCxnSpPr>
            <a:cxnSpLocks/>
            <a:stCxn id="57" idx="0"/>
          </p:cNvCxnSpPr>
          <p:nvPr/>
        </p:nvCxnSpPr>
        <p:spPr>
          <a:xfrm flipV="1">
            <a:off x="1511745" y="3174993"/>
            <a:ext cx="2112678" cy="13353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BFA9E4BF-2A1B-E6AE-61AC-594DCBB2622C}"/>
              </a:ext>
            </a:extLst>
          </p:cNvPr>
          <p:cNvCxnSpPr>
            <a:cxnSpLocks/>
          </p:cNvCxnSpPr>
          <p:nvPr/>
        </p:nvCxnSpPr>
        <p:spPr>
          <a:xfrm flipH="1">
            <a:off x="4938495" y="1987649"/>
            <a:ext cx="1710429" cy="3097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80300E5A-07A0-F8E1-F593-A2EAD3B37CF4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398073" y="2994433"/>
            <a:ext cx="536902" cy="3853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6527C383-5E29-E5F7-B836-D2AC8C9A1E2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502161" y="4196598"/>
            <a:ext cx="1268233" cy="10047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ítulo 1">
            <a:extLst>
              <a:ext uri="{FF2B5EF4-FFF2-40B4-BE49-F238E27FC236}">
                <a16:creationId xmlns:a16="http://schemas.microsoft.com/office/drawing/2014/main" id="{0EE2510E-C917-AF34-0192-E121D0816B87}"/>
              </a:ext>
            </a:extLst>
          </p:cNvPr>
          <p:cNvSpPr txBox="1">
            <a:spLocks/>
          </p:cNvSpPr>
          <p:nvPr/>
        </p:nvSpPr>
        <p:spPr>
          <a:xfrm>
            <a:off x="9161977" y="5089266"/>
            <a:ext cx="2791488" cy="13141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Vista lateral</a:t>
            </a:r>
          </a:p>
        </p:txBody>
      </p:sp>
    </p:spTree>
    <p:extLst>
      <p:ext uri="{BB962C8B-B14F-4D97-AF65-F5344CB8AC3E}">
        <p14:creationId xmlns:p14="http://schemas.microsoft.com/office/powerpoint/2010/main" val="3034751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9894" y="96242"/>
            <a:ext cx="6912033" cy="709155"/>
          </a:xfrm>
        </p:spPr>
        <p:txBody>
          <a:bodyPr>
            <a:noAutofit/>
          </a:bodyPr>
          <a:lstStyle/>
          <a:p>
            <a:r>
              <a:rPr lang="es-ES" sz="4000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Vista superior</a:t>
            </a:r>
          </a:p>
        </p:txBody>
      </p:sp>
      <p:grpSp>
        <p:nvGrpSpPr>
          <p:cNvPr id="515" name="Grupo 514">
            <a:extLst>
              <a:ext uri="{FF2B5EF4-FFF2-40B4-BE49-F238E27FC236}">
                <a16:creationId xmlns:a16="http://schemas.microsoft.com/office/drawing/2014/main" id="{6D9B6B1D-6310-2F2A-F91D-CCBBB6259DF0}"/>
              </a:ext>
            </a:extLst>
          </p:cNvPr>
          <p:cNvGrpSpPr/>
          <p:nvPr/>
        </p:nvGrpSpPr>
        <p:grpSpPr>
          <a:xfrm>
            <a:off x="7598417" y="2892528"/>
            <a:ext cx="2544585" cy="1620000"/>
            <a:chOff x="6767476" y="2807824"/>
            <a:chExt cx="2544585" cy="1620000"/>
          </a:xfrm>
        </p:grpSpPr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0AA595F4-27AD-D133-C7AF-FD2C08C384F0}"/>
                </a:ext>
              </a:extLst>
            </p:cNvPr>
            <p:cNvSpPr/>
            <p:nvPr/>
          </p:nvSpPr>
          <p:spPr>
            <a:xfrm>
              <a:off x="6792061" y="2807824"/>
              <a:ext cx="2520000" cy="1620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 dirty="0"/>
            </a:p>
          </p:txBody>
        </p:sp>
        <p:grpSp>
          <p:nvGrpSpPr>
            <p:cNvPr id="393" name="Grupo 392">
              <a:extLst>
                <a:ext uri="{FF2B5EF4-FFF2-40B4-BE49-F238E27FC236}">
                  <a16:creationId xmlns:a16="http://schemas.microsoft.com/office/drawing/2014/main" id="{F415583B-D13D-0FBA-4118-E2A4C2E95F21}"/>
                </a:ext>
              </a:extLst>
            </p:cNvPr>
            <p:cNvGrpSpPr/>
            <p:nvPr/>
          </p:nvGrpSpPr>
          <p:grpSpPr>
            <a:xfrm>
              <a:off x="6767476" y="3549941"/>
              <a:ext cx="183460" cy="131087"/>
              <a:chOff x="7880046" y="4034592"/>
              <a:chExt cx="183460" cy="131087"/>
            </a:xfrm>
          </p:grpSpPr>
          <p:sp>
            <p:nvSpPr>
              <p:cNvPr id="275" name="Rectángulo 274">
                <a:extLst>
                  <a:ext uri="{FF2B5EF4-FFF2-40B4-BE49-F238E27FC236}">
                    <a16:creationId xmlns:a16="http://schemas.microsoft.com/office/drawing/2014/main" id="{229B88E0-C3F4-A675-8319-EC5D98D8B036}"/>
                  </a:ext>
                </a:extLst>
              </p:cNvPr>
              <p:cNvSpPr/>
              <p:nvPr/>
            </p:nvSpPr>
            <p:spPr>
              <a:xfrm>
                <a:off x="7880046" y="4034592"/>
                <a:ext cx="46539" cy="131087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2400"/>
              </a:p>
            </p:txBody>
          </p:sp>
          <p:sp>
            <p:nvSpPr>
              <p:cNvPr id="392" name="Rectángulo 391">
                <a:extLst>
                  <a:ext uri="{FF2B5EF4-FFF2-40B4-BE49-F238E27FC236}">
                    <a16:creationId xmlns:a16="http://schemas.microsoft.com/office/drawing/2014/main" id="{3504FCE6-A1EA-667A-A020-9B0DE6B57E11}"/>
                  </a:ext>
                </a:extLst>
              </p:cNvPr>
              <p:cNvSpPr/>
              <p:nvPr/>
            </p:nvSpPr>
            <p:spPr>
              <a:xfrm>
                <a:off x="7926585" y="4050038"/>
                <a:ext cx="136921" cy="93813"/>
              </a:xfrm>
              <a:prstGeom prst="rect">
                <a:avLst/>
              </a:prstGeom>
              <a:pattFill prst="dkVert">
                <a:fgClr>
                  <a:schemeClr val="bg1">
                    <a:lumMod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2400" dirty="0"/>
              </a:p>
            </p:txBody>
          </p:sp>
        </p:grpSp>
      </p:grpSp>
      <p:grpSp>
        <p:nvGrpSpPr>
          <p:cNvPr id="514" name="Grupo 513">
            <a:extLst>
              <a:ext uri="{FF2B5EF4-FFF2-40B4-BE49-F238E27FC236}">
                <a16:creationId xmlns:a16="http://schemas.microsoft.com/office/drawing/2014/main" id="{87710B1F-35E4-78BA-12A8-3EF77F7A54B2}"/>
              </a:ext>
            </a:extLst>
          </p:cNvPr>
          <p:cNvGrpSpPr/>
          <p:nvPr/>
        </p:nvGrpSpPr>
        <p:grpSpPr>
          <a:xfrm>
            <a:off x="2602646" y="2418098"/>
            <a:ext cx="11314072" cy="2275381"/>
            <a:chOff x="1963142" y="2477939"/>
            <a:chExt cx="11314072" cy="2275381"/>
          </a:xfrm>
        </p:grpSpPr>
        <p:grpSp>
          <p:nvGrpSpPr>
            <p:cNvPr id="406" name="Grupo 405">
              <a:extLst>
                <a:ext uri="{FF2B5EF4-FFF2-40B4-BE49-F238E27FC236}">
                  <a16:creationId xmlns:a16="http://schemas.microsoft.com/office/drawing/2014/main" id="{0F6E20CF-5DD0-83AA-5ABB-7C7C6741F9D4}"/>
                </a:ext>
              </a:extLst>
            </p:cNvPr>
            <p:cNvGrpSpPr/>
            <p:nvPr/>
          </p:nvGrpSpPr>
          <p:grpSpPr>
            <a:xfrm>
              <a:off x="1963142" y="2477939"/>
              <a:ext cx="6293832" cy="2271162"/>
              <a:chOff x="3075712" y="2956240"/>
              <a:chExt cx="6293832" cy="2271162"/>
            </a:xfrm>
          </p:grpSpPr>
          <p:grpSp>
            <p:nvGrpSpPr>
              <p:cNvPr id="295" name="Grupo 294">
                <a:extLst>
                  <a:ext uri="{FF2B5EF4-FFF2-40B4-BE49-F238E27FC236}">
                    <a16:creationId xmlns:a16="http://schemas.microsoft.com/office/drawing/2014/main" id="{EC929AA8-51D7-7DCD-91FD-C67D920FCBFA}"/>
                  </a:ext>
                </a:extLst>
              </p:cNvPr>
              <p:cNvGrpSpPr/>
              <p:nvPr/>
            </p:nvGrpSpPr>
            <p:grpSpPr>
              <a:xfrm>
                <a:off x="8101270" y="2956240"/>
                <a:ext cx="1260000" cy="2271162"/>
                <a:chOff x="2760836" y="3402769"/>
                <a:chExt cx="1260000" cy="2271162"/>
              </a:xfrm>
            </p:grpSpPr>
            <p:grpSp>
              <p:nvGrpSpPr>
                <p:cNvPr id="289" name="Grupo 288">
                  <a:extLst>
                    <a:ext uri="{FF2B5EF4-FFF2-40B4-BE49-F238E27FC236}">
                      <a16:creationId xmlns:a16="http://schemas.microsoft.com/office/drawing/2014/main" id="{DF2377A0-FBE3-4A98-8305-B81221628A55}"/>
                    </a:ext>
                  </a:extLst>
                </p:cNvPr>
                <p:cNvGrpSpPr/>
                <p:nvPr/>
              </p:nvGrpSpPr>
              <p:grpSpPr>
                <a:xfrm>
                  <a:off x="2760836" y="3402769"/>
                  <a:ext cx="1260000" cy="2271162"/>
                  <a:chOff x="1634509" y="2764268"/>
                  <a:chExt cx="1260000" cy="2271162"/>
                </a:xfrm>
              </p:grpSpPr>
              <p:grpSp>
                <p:nvGrpSpPr>
                  <p:cNvPr id="272" name="Grupo 271">
                    <a:extLst>
                      <a:ext uri="{FF2B5EF4-FFF2-40B4-BE49-F238E27FC236}">
                        <a16:creationId xmlns:a16="http://schemas.microsoft.com/office/drawing/2014/main" id="{DA62C10F-6C25-408C-2B82-FBDBCA814822}"/>
                      </a:ext>
                    </a:extLst>
                  </p:cNvPr>
                  <p:cNvGrpSpPr/>
                  <p:nvPr/>
                </p:nvGrpSpPr>
                <p:grpSpPr>
                  <a:xfrm>
                    <a:off x="1634509" y="3267323"/>
                    <a:ext cx="1260000" cy="1277113"/>
                    <a:chOff x="1655533" y="3271133"/>
                    <a:chExt cx="1260000" cy="1277113"/>
                  </a:xfrm>
                </p:grpSpPr>
                <p:grpSp>
                  <p:nvGrpSpPr>
                    <p:cNvPr id="268" name="Grupo 267">
                      <a:extLst>
                        <a:ext uri="{FF2B5EF4-FFF2-40B4-BE49-F238E27FC236}">
                          <a16:creationId xmlns:a16="http://schemas.microsoft.com/office/drawing/2014/main" id="{D51B4BEE-527C-D54D-C8EB-4E8736C0FD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55533" y="3280626"/>
                      <a:ext cx="1260000" cy="1260000"/>
                      <a:chOff x="1655533" y="3280626"/>
                      <a:chExt cx="1260000" cy="1260000"/>
                    </a:xfrm>
                  </p:grpSpPr>
                  <p:sp>
                    <p:nvSpPr>
                      <p:cNvPr id="266" name="Elipse 265">
                        <a:extLst>
                          <a:ext uri="{FF2B5EF4-FFF2-40B4-BE49-F238E27FC236}">
                            <a16:creationId xmlns:a16="http://schemas.microsoft.com/office/drawing/2014/main" id="{C1A38371-4C7D-0E64-22E2-28F2515873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55533" y="3280626"/>
                        <a:ext cx="1260000" cy="1260000"/>
                      </a:xfrm>
                      <a:prstGeom prst="ellipse">
                        <a:avLst/>
                      </a:prstGeom>
                      <a:solidFill>
                        <a:schemeClr val="bg2">
                          <a:lumMod val="50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265" name="Rectángulo 264">
                        <a:extLst>
                          <a:ext uri="{FF2B5EF4-FFF2-40B4-BE49-F238E27FC236}">
                            <a16:creationId xmlns:a16="http://schemas.microsoft.com/office/drawing/2014/main" id="{4C48A159-3762-00AD-8BD8-762A433F91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5533" y="3421150"/>
                        <a:ext cx="1080000" cy="142397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267" name="Rectángulo 266">
                        <a:extLst>
                          <a:ext uri="{FF2B5EF4-FFF2-40B4-BE49-F238E27FC236}">
                            <a16:creationId xmlns:a16="http://schemas.microsoft.com/office/drawing/2014/main" id="{6D86363A-2820-4A31-1AC8-1D04CF648C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5533" y="4251264"/>
                        <a:ext cx="1080000" cy="142397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271" name="Grupo 270">
                      <a:extLst>
                        <a:ext uri="{FF2B5EF4-FFF2-40B4-BE49-F238E27FC236}">
                          <a16:creationId xmlns:a16="http://schemas.microsoft.com/office/drawing/2014/main" id="{7C9219A6-F0B5-EE20-684D-73613FB855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5533" y="3271133"/>
                      <a:ext cx="1080000" cy="1277113"/>
                      <a:chOff x="1745533" y="3271133"/>
                      <a:chExt cx="1080000" cy="1277113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sp>
                    <p:nvSpPr>
                      <p:cNvPr id="269" name="Rectángulo 268">
                        <a:extLst>
                          <a:ext uri="{FF2B5EF4-FFF2-40B4-BE49-F238E27FC236}">
                            <a16:creationId xmlns:a16="http://schemas.microsoft.com/office/drawing/2014/main" id="{5DEA2984-5FB6-EBCB-FBFC-CA5BD23508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5533" y="3271133"/>
                        <a:ext cx="1080000" cy="142397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270" name="Rectángulo 269">
                        <a:extLst>
                          <a:ext uri="{FF2B5EF4-FFF2-40B4-BE49-F238E27FC236}">
                            <a16:creationId xmlns:a16="http://schemas.microsoft.com/office/drawing/2014/main" id="{866CBB45-F8C4-AA34-7674-6B17315F09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5533" y="4405849"/>
                        <a:ext cx="1080000" cy="142397"/>
                      </a:xfrm>
                      <a:prstGeom prst="rect">
                        <a:avLst/>
                      </a:prstGeom>
                      <a:grpFill/>
                      <a:ln w="3175"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288" name="Grupo 287">
                    <a:extLst>
                      <a:ext uri="{FF2B5EF4-FFF2-40B4-BE49-F238E27FC236}">
                        <a16:creationId xmlns:a16="http://schemas.microsoft.com/office/drawing/2014/main" id="{EC0B4D00-1ABE-DCA9-ED56-AED7D60E4886}"/>
                      </a:ext>
                    </a:extLst>
                  </p:cNvPr>
                  <p:cNvGrpSpPr/>
                  <p:nvPr/>
                </p:nvGrpSpPr>
                <p:grpSpPr>
                  <a:xfrm>
                    <a:off x="2044634" y="2764268"/>
                    <a:ext cx="434583" cy="2271162"/>
                    <a:chOff x="2044634" y="2764268"/>
                    <a:chExt cx="434583" cy="2271162"/>
                  </a:xfrm>
                </p:grpSpPr>
                <p:grpSp>
                  <p:nvGrpSpPr>
                    <p:cNvPr id="281" name="Grupo 280">
                      <a:extLst>
                        <a:ext uri="{FF2B5EF4-FFF2-40B4-BE49-F238E27FC236}">
                          <a16:creationId xmlns:a16="http://schemas.microsoft.com/office/drawing/2014/main" id="{0E97FCD4-1718-38F8-49D6-488E44FD71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47217" y="2764268"/>
                      <a:ext cx="432000" cy="645452"/>
                      <a:chOff x="2047217" y="2764268"/>
                      <a:chExt cx="432000" cy="645452"/>
                    </a:xfrm>
                  </p:grpSpPr>
                  <p:grpSp>
                    <p:nvGrpSpPr>
                      <p:cNvPr id="279" name="Grupo 278">
                        <a:extLst>
                          <a:ext uri="{FF2B5EF4-FFF2-40B4-BE49-F238E27FC236}">
                            <a16:creationId xmlns:a16="http://schemas.microsoft.com/office/drawing/2014/main" id="{7EB12F3A-1E22-5A7C-BB65-D475006511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47217" y="2764268"/>
                        <a:ext cx="432000" cy="432000"/>
                        <a:chOff x="2382817" y="1773458"/>
                        <a:chExt cx="300588" cy="306875"/>
                      </a:xfrm>
                    </p:grpSpPr>
                    <p:sp>
                      <p:nvSpPr>
                        <p:cNvPr id="276" name="Rectángulo 275">
                          <a:extLst>
                            <a:ext uri="{FF2B5EF4-FFF2-40B4-BE49-F238E27FC236}">
                              <a16:creationId xmlns:a16="http://schemas.microsoft.com/office/drawing/2014/main" id="{0A879CEB-3836-6074-C63A-1224F3EE0E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77" name="Rectángulo 276">
                          <a:extLst>
                            <a:ext uri="{FF2B5EF4-FFF2-40B4-BE49-F238E27FC236}">
                              <a16:creationId xmlns:a16="http://schemas.microsoft.com/office/drawing/2014/main" id="{E9BEEA92-A5DB-788D-CFB5-680DFA68AD8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4614" y="1773458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78" name="Rectángulo 277">
                          <a:extLst>
                            <a:ext uri="{FF2B5EF4-FFF2-40B4-BE49-F238E27FC236}">
                              <a16:creationId xmlns:a16="http://schemas.microsoft.com/office/drawing/2014/main" id="{706E9CDC-2E8F-13BD-CE6B-F11E942A94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280" name="Rectángulo 279">
                        <a:extLst>
                          <a:ext uri="{FF2B5EF4-FFF2-40B4-BE49-F238E27FC236}">
                            <a16:creationId xmlns:a16="http://schemas.microsoft.com/office/drawing/2014/main" id="{4CA0A588-F0D4-0662-46CE-597671F2A6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282" name="Grupo 281">
                      <a:extLst>
                        <a:ext uri="{FF2B5EF4-FFF2-40B4-BE49-F238E27FC236}">
                          <a16:creationId xmlns:a16="http://schemas.microsoft.com/office/drawing/2014/main" id="{1C4C826B-0592-3B29-9155-0F60B5F48D23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2044634" y="4389978"/>
                      <a:ext cx="432000" cy="645452"/>
                      <a:chOff x="2047217" y="2764268"/>
                      <a:chExt cx="432000" cy="645452"/>
                    </a:xfrm>
                  </p:grpSpPr>
                  <p:grpSp>
                    <p:nvGrpSpPr>
                      <p:cNvPr id="283" name="Grupo 282">
                        <a:extLst>
                          <a:ext uri="{FF2B5EF4-FFF2-40B4-BE49-F238E27FC236}">
                            <a16:creationId xmlns:a16="http://schemas.microsoft.com/office/drawing/2014/main" id="{08444152-6FB8-CF90-AD95-E340D1617E3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47217" y="2764268"/>
                        <a:ext cx="432000" cy="432000"/>
                        <a:chOff x="2382817" y="1773458"/>
                        <a:chExt cx="300588" cy="306875"/>
                      </a:xfrm>
                    </p:grpSpPr>
                    <p:sp>
                      <p:nvSpPr>
                        <p:cNvPr id="285" name="Rectángulo 284">
                          <a:extLst>
                            <a:ext uri="{FF2B5EF4-FFF2-40B4-BE49-F238E27FC236}">
                              <a16:creationId xmlns:a16="http://schemas.microsoft.com/office/drawing/2014/main" id="{E4A427E9-467F-78F5-F797-66DEF75AE44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86" name="Rectángulo 285">
                          <a:extLst>
                            <a:ext uri="{FF2B5EF4-FFF2-40B4-BE49-F238E27FC236}">
                              <a16:creationId xmlns:a16="http://schemas.microsoft.com/office/drawing/2014/main" id="{E8C6E9C7-23E2-5799-A344-F4C76E1AD8F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4614" y="1773458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87" name="Rectángulo 286">
                          <a:extLst>
                            <a:ext uri="{FF2B5EF4-FFF2-40B4-BE49-F238E27FC236}">
                              <a16:creationId xmlns:a16="http://schemas.microsoft.com/office/drawing/2014/main" id="{AFC68E4E-0EAE-15FC-1EE6-9FF5186E5E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284" name="Rectángulo 283">
                        <a:extLst>
                          <a:ext uri="{FF2B5EF4-FFF2-40B4-BE49-F238E27FC236}">
                            <a16:creationId xmlns:a16="http://schemas.microsoft.com/office/drawing/2014/main" id="{8AB3F6AC-7C9C-AFFA-C962-8F1104FA7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293" name="Rectángulo 292">
                  <a:extLst>
                    <a:ext uri="{FF2B5EF4-FFF2-40B4-BE49-F238E27FC236}">
                      <a16:creationId xmlns:a16="http://schemas.microsoft.com/office/drawing/2014/main" id="{3B265F08-48AC-F00C-340C-51522D877D52}"/>
                    </a:ext>
                  </a:extLst>
                </p:cNvPr>
                <p:cNvSpPr/>
                <p:nvPr/>
              </p:nvSpPr>
              <p:spPr>
                <a:xfrm>
                  <a:off x="3221988" y="4199466"/>
                  <a:ext cx="344172" cy="36000"/>
                </a:xfrm>
                <a:prstGeom prst="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4" name="Rectángulo 293">
                  <a:extLst>
                    <a:ext uri="{FF2B5EF4-FFF2-40B4-BE49-F238E27FC236}">
                      <a16:creationId xmlns:a16="http://schemas.microsoft.com/office/drawing/2014/main" id="{FE202D40-FC88-2361-2254-52380F09D914}"/>
                    </a:ext>
                  </a:extLst>
                </p:cNvPr>
                <p:cNvSpPr/>
                <p:nvPr/>
              </p:nvSpPr>
              <p:spPr>
                <a:xfrm>
                  <a:off x="3213583" y="4859288"/>
                  <a:ext cx="344172" cy="36000"/>
                </a:xfrm>
                <a:prstGeom prst="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405" name="Grupo 404">
                <a:extLst>
                  <a:ext uri="{FF2B5EF4-FFF2-40B4-BE49-F238E27FC236}">
                    <a16:creationId xmlns:a16="http://schemas.microsoft.com/office/drawing/2014/main" id="{3E087B67-DC74-27E4-CC89-623E35AFB3EE}"/>
                  </a:ext>
                </a:extLst>
              </p:cNvPr>
              <p:cNvGrpSpPr/>
              <p:nvPr/>
            </p:nvGrpSpPr>
            <p:grpSpPr>
              <a:xfrm>
                <a:off x="3075712" y="3546804"/>
                <a:ext cx="6293832" cy="1010338"/>
                <a:chOff x="3075712" y="3546804"/>
                <a:chExt cx="6293832" cy="1010338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B8353644-0B74-A1AE-AC6F-D78A94A00DC7}"/>
                    </a:ext>
                  </a:extLst>
                </p:cNvPr>
                <p:cNvGrpSpPr/>
                <p:nvPr/>
              </p:nvGrpSpPr>
              <p:grpSpPr>
                <a:xfrm rot="5400000">
                  <a:off x="3524806" y="3257089"/>
                  <a:ext cx="779056" cy="1677243"/>
                  <a:chOff x="5775047" y="2877717"/>
                  <a:chExt cx="779056" cy="1677243"/>
                </a:xfrm>
              </p:grpSpPr>
              <p:grpSp>
                <p:nvGrpSpPr>
                  <p:cNvPr id="314" name="Grupo 313">
                    <a:extLst>
                      <a:ext uri="{FF2B5EF4-FFF2-40B4-BE49-F238E27FC236}">
                        <a16:creationId xmlns:a16="http://schemas.microsoft.com/office/drawing/2014/main" id="{B6C5E10E-24E1-AED4-B352-08D4BBF7D3C5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709555" cy="832699"/>
                    <a:chOff x="5809042" y="3722261"/>
                    <a:chExt cx="709555" cy="832699"/>
                  </a:xfrm>
                </p:grpSpPr>
                <p:grpSp>
                  <p:nvGrpSpPr>
                    <p:cNvPr id="342" name="Grupo 341">
                      <a:extLst>
                        <a:ext uri="{FF2B5EF4-FFF2-40B4-BE49-F238E27FC236}">
                          <a16:creationId xmlns:a16="http://schemas.microsoft.com/office/drawing/2014/main" id="{37AD074E-56B9-A665-A3F6-1EF5D54EB6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276111" cy="832437"/>
                      <a:chOff x="5809042" y="3722261"/>
                      <a:chExt cx="276111" cy="832437"/>
                    </a:xfrm>
                  </p:grpSpPr>
                  <p:grpSp>
                    <p:nvGrpSpPr>
                      <p:cNvPr id="349" name="Grupo 348">
                        <a:extLst>
                          <a:ext uri="{FF2B5EF4-FFF2-40B4-BE49-F238E27FC236}">
                            <a16:creationId xmlns:a16="http://schemas.microsoft.com/office/drawing/2014/main" id="{BEC35AC0-8CD0-3463-3297-3FABCE9B819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</p:grpSpPr>
                    <p:sp>
                      <p:nvSpPr>
                        <p:cNvPr id="352" name="Rectángulo: esquinas redondeadas 351">
                          <a:extLst>
                            <a:ext uri="{FF2B5EF4-FFF2-40B4-BE49-F238E27FC236}">
                              <a16:creationId xmlns:a16="http://schemas.microsoft.com/office/drawing/2014/main" id="{FCD1046B-2125-AE85-8AF1-DAB5A1B7AE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353" name="Rectángulo: esquinas redondeadas 352">
                          <a:extLst>
                            <a:ext uri="{FF2B5EF4-FFF2-40B4-BE49-F238E27FC236}">
                              <a16:creationId xmlns:a16="http://schemas.microsoft.com/office/drawing/2014/main" id="{D3814CAA-CF26-8594-6D3F-026C4D3E55F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350" name="Rectángulo 349">
                        <a:extLst>
                          <a:ext uri="{FF2B5EF4-FFF2-40B4-BE49-F238E27FC236}">
                            <a16:creationId xmlns:a16="http://schemas.microsoft.com/office/drawing/2014/main" id="{1DE67955-A4B1-21DA-847F-03D6C67FC73A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51" name="Rectángulo 350">
                        <a:extLst>
                          <a:ext uri="{FF2B5EF4-FFF2-40B4-BE49-F238E27FC236}">
                            <a16:creationId xmlns:a16="http://schemas.microsoft.com/office/drawing/2014/main" id="{8464EFE2-105B-1E03-08B5-54031AF335A0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343" name="Grupo 342">
                      <a:extLst>
                        <a:ext uri="{FF2B5EF4-FFF2-40B4-BE49-F238E27FC236}">
                          <a16:creationId xmlns:a16="http://schemas.microsoft.com/office/drawing/2014/main" id="{5538C06F-DED2-0C04-7656-6E01AB9F071E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6242486" y="3722523"/>
                      <a:ext cx="276111" cy="832437"/>
                      <a:chOff x="5809042" y="3722261"/>
                      <a:chExt cx="276111" cy="832437"/>
                    </a:xfrm>
                  </p:grpSpPr>
                  <p:grpSp>
                    <p:nvGrpSpPr>
                      <p:cNvPr id="344" name="Grupo 343">
                        <a:extLst>
                          <a:ext uri="{FF2B5EF4-FFF2-40B4-BE49-F238E27FC236}">
                            <a16:creationId xmlns:a16="http://schemas.microsoft.com/office/drawing/2014/main" id="{FE1AC12A-38E6-EC80-5EE7-C0F6BDB15D7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</p:grpSpPr>
                    <p:sp>
                      <p:nvSpPr>
                        <p:cNvPr id="347" name="Rectángulo: esquinas redondeadas 346">
                          <a:extLst>
                            <a:ext uri="{FF2B5EF4-FFF2-40B4-BE49-F238E27FC236}">
                              <a16:creationId xmlns:a16="http://schemas.microsoft.com/office/drawing/2014/main" id="{A0E2AC5E-8A48-3AB6-3629-1000312E55C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348" name="Rectángulo: esquinas redondeadas 347">
                          <a:extLst>
                            <a:ext uri="{FF2B5EF4-FFF2-40B4-BE49-F238E27FC236}">
                              <a16:creationId xmlns:a16="http://schemas.microsoft.com/office/drawing/2014/main" id="{C0B284C4-0917-207B-6E85-A514350ED21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345" name="Rectángulo 344">
                        <a:extLst>
                          <a:ext uri="{FF2B5EF4-FFF2-40B4-BE49-F238E27FC236}">
                            <a16:creationId xmlns:a16="http://schemas.microsoft.com/office/drawing/2014/main" id="{ECE68498-E22F-C32A-70E3-23F21A614FEF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46" name="Rectángulo 345">
                        <a:extLst>
                          <a:ext uri="{FF2B5EF4-FFF2-40B4-BE49-F238E27FC236}">
                            <a16:creationId xmlns:a16="http://schemas.microsoft.com/office/drawing/2014/main" id="{EB781C84-D843-C1AB-EC3D-CF4D4A756A0F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315" name="Grupo 314">
                    <a:extLst>
                      <a:ext uri="{FF2B5EF4-FFF2-40B4-BE49-F238E27FC236}">
                        <a16:creationId xmlns:a16="http://schemas.microsoft.com/office/drawing/2014/main" id="{CAD41CAF-44D4-75B4-6AFD-317A890934F7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2877717"/>
                    <a:ext cx="779056" cy="1217448"/>
                    <a:chOff x="5775047" y="2877717"/>
                    <a:chExt cx="779056" cy="1217448"/>
                  </a:xfrm>
                </p:grpSpPr>
                <p:grpSp>
                  <p:nvGrpSpPr>
                    <p:cNvPr id="316" name="Grupo 315">
                      <a:extLst>
                        <a:ext uri="{FF2B5EF4-FFF2-40B4-BE49-F238E27FC236}">
                          <a16:creationId xmlns:a16="http://schemas.microsoft.com/office/drawing/2014/main" id="{9232837E-F41C-B4A9-05F7-D82B0A8D4F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877717"/>
                      <a:ext cx="778396" cy="1217448"/>
                      <a:chOff x="5775707" y="2877717"/>
                      <a:chExt cx="778396" cy="1217448"/>
                    </a:xfrm>
                  </p:grpSpPr>
                  <p:grpSp>
                    <p:nvGrpSpPr>
                      <p:cNvPr id="321" name="Grupo 320">
                        <a:extLst>
                          <a:ext uri="{FF2B5EF4-FFF2-40B4-BE49-F238E27FC236}">
                            <a16:creationId xmlns:a16="http://schemas.microsoft.com/office/drawing/2014/main" id="{F77D53B0-4B10-5898-D827-5EA77B3199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707" y="2877717"/>
                        <a:ext cx="778396" cy="872513"/>
                        <a:chOff x="5728098" y="3973173"/>
                        <a:chExt cx="778396" cy="872513"/>
                      </a:xfrm>
                    </p:grpSpPr>
                    <p:grpSp>
                      <p:nvGrpSpPr>
                        <p:cNvPr id="339" name="Grupo 338">
                          <a:extLst>
                            <a:ext uri="{FF2B5EF4-FFF2-40B4-BE49-F238E27FC236}">
                              <a16:creationId xmlns:a16="http://schemas.microsoft.com/office/drawing/2014/main" id="{045AA137-0800-A56A-E0D4-AEB2583E91E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36066" y="3973173"/>
                          <a:ext cx="360000" cy="324000"/>
                          <a:chOff x="5827652" y="3885379"/>
                          <a:chExt cx="360000" cy="324000"/>
                        </a:xfr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p:grpSpPr>
                      <p:sp>
                        <p:nvSpPr>
                          <p:cNvPr id="340" name="Rectángulo 339">
                            <a:extLst>
                              <a:ext uri="{FF2B5EF4-FFF2-40B4-BE49-F238E27FC236}">
                                <a16:creationId xmlns:a16="http://schemas.microsoft.com/office/drawing/2014/main" id="{307D4CEB-7885-CD28-9882-1133E6A6F0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41" name="Rectángulo 340">
                            <a:extLst>
                              <a:ext uri="{FF2B5EF4-FFF2-40B4-BE49-F238E27FC236}">
                                <a16:creationId xmlns:a16="http://schemas.microsoft.com/office/drawing/2014/main" id="{A532DEBA-B52E-ABCD-54E6-6A91D509DDB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grpSp>
                      <p:nvGrpSpPr>
                        <p:cNvPr id="324" name="Grupo 323">
                          <a:extLst>
                            <a:ext uri="{FF2B5EF4-FFF2-40B4-BE49-F238E27FC236}">
                              <a16:creationId xmlns:a16="http://schemas.microsoft.com/office/drawing/2014/main" id="{D770AACE-531A-E7DF-8B1C-20ED135C464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325" name="Grupo 324">
                            <a:extLst>
                              <a:ext uri="{FF2B5EF4-FFF2-40B4-BE49-F238E27FC236}">
                                <a16:creationId xmlns:a16="http://schemas.microsoft.com/office/drawing/2014/main" id="{4A0E6D56-ED48-67E2-2E84-DF5CE1C4DAC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330" name="Grupo 329">
                              <a:extLst>
                                <a:ext uri="{FF2B5EF4-FFF2-40B4-BE49-F238E27FC236}">
                                  <a16:creationId xmlns:a16="http://schemas.microsoft.com/office/drawing/2014/main" id="{CA04B826-EDD1-596E-B055-6E0DDB50811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335" name="Rectángulo 334">
                                <a:extLst>
                                  <a:ext uri="{FF2B5EF4-FFF2-40B4-BE49-F238E27FC236}">
                                    <a16:creationId xmlns:a16="http://schemas.microsoft.com/office/drawing/2014/main" id="{77AE36F5-AD04-F0A4-38BE-6478F1E4C76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  <p:sp>
                            <p:nvSpPr>
                              <p:cNvPr id="336" name="Rectángulo 335">
                                <a:extLst>
                                  <a:ext uri="{FF2B5EF4-FFF2-40B4-BE49-F238E27FC236}">
                                    <a16:creationId xmlns:a16="http://schemas.microsoft.com/office/drawing/2014/main" id="{DBADE706-47B8-F292-20CE-0375E899EBA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337" name="Marco 336">
                                <a:extLst>
                                  <a:ext uri="{FF2B5EF4-FFF2-40B4-BE49-F238E27FC236}">
                                    <a16:creationId xmlns:a16="http://schemas.microsoft.com/office/drawing/2014/main" id="{87B1E04A-811B-8462-3E18-4B34076C45A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name="adj1" fmla="val 7853"/>
                                </a:avLst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331" name="Grupo 330">
                              <a:extLst>
                                <a:ext uri="{FF2B5EF4-FFF2-40B4-BE49-F238E27FC236}">
                                  <a16:creationId xmlns:a16="http://schemas.microsoft.com/office/drawing/2014/main" id="{3F249D25-0598-A7C1-A146-F7624FC39BC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332" name="Rectángulo 331">
                                <a:extLst>
                                  <a:ext uri="{FF2B5EF4-FFF2-40B4-BE49-F238E27FC236}">
                                    <a16:creationId xmlns:a16="http://schemas.microsoft.com/office/drawing/2014/main" id="{7012932A-4BB7-9A40-6941-3CCE2A057A1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333" name="Rectángulo 332">
                                <a:extLst>
                                  <a:ext uri="{FF2B5EF4-FFF2-40B4-BE49-F238E27FC236}">
                                    <a16:creationId xmlns:a16="http://schemas.microsoft.com/office/drawing/2014/main" id="{13D9C00E-2656-3306-99A2-F36866E63F7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334" name="Rectángulo 333">
                                <a:extLst>
                                  <a:ext uri="{FF2B5EF4-FFF2-40B4-BE49-F238E27FC236}">
                                    <a16:creationId xmlns:a16="http://schemas.microsoft.com/office/drawing/2014/main" id="{8F7C4500-A9CA-05FB-486B-F61438E67ED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26" name="Grupo 325">
                            <a:extLst>
                              <a:ext uri="{FF2B5EF4-FFF2-40B4-BE49-F238E27FC236}">
                                <a16:creationId xmlns:a16="http://schemas.microsoft.com/office/drawing/2014/main" id="{1BAA8FFE-4B75-6F8E-A115-1890349C71C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327" name="Rectángulo 326">
                              <a:extLst>
                                <a:ext uri="{FF2B5EF4-FFF2-40B4-BE49-F238E27FC236}">
                                  <a16:creationId xmlns:a16="http://schemas.microsoft.com/office/drawing/2014/main" id="{0F29DB74-2E66-3B85-6858-BEA62F68126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328" name="Rectángulo 327">
                              <a:extLst>
                                <a:ext uri="{FF2B5EF4-FFF2-40B4-BE49-F238E27FC236}">
                                  <a16:creationId xmlns:a16="http://schemas.microsoft.com/office/drawing/2014/main" id="{8B2ACF38-88A1-37F7-0BD1-C7204215416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8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29" name="Rectángulo 328">
                              <a:extLst>
                                <a:ext uri="{FF2B5EF4-FFF2-40B4-BE49-F238E27FC236}">
                                  <a16:creationId xmlns:a16="http://schemas.microsoft.com/office/drawing/2014/main" id="{59B608DB-7C8B-4079-F5DB-BD88E35AFF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8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322" name="Rectángulo 321">
                        <a:extLst>
                          <a:ext uri="{FF2B5EF4-FFF2-40B4-BE49-F238E27FC236}">
                            <a16:creationId xmlns:a16="http://schemas.microsoft.com/office/drawing/2014/main" id="{258489D7-00DA-270D-97AD-77A6698D1F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pattFill prst="wdDnDiag">
                        <a:fgClr>
                          <a:schemeClr val="bg1"/>
                        </a:fgClr>
                        <a:bgClr>
                          <a:schemeClr val="bg1">
                            <a:lumMod val="65000"/>
                          </a:schemeClr>
                        </a:bgClr>
                      </a:patt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317" name="Grupo 316">
                      <a:extLst>
                        <a:ext uri="{FF2B5EF4-FFF2-40B4-BE49-F238E27FC236}">
                          <a16:creationId xmlns:a16="http://schemas.microsoft.com/office/drawing/2014/main" id="{107E25DE-1E4E-EDB7-1996-17A1C51598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047" y="3892550"/>
                      <a:ext cx="778309" cy="59708"/>
                      <a:chOff x="5775047" y="3892550"/>
                      <a:chExt cx="778309" cy="59708"/>
                    </a:xfrm>
                  </p:grpSpPr>
                  <p:sp>
                    <p:nvSpPr>
                      <p:cNvPr id="318" name="Rectángulo 317">
                        <a:extLst>
                          <a:ext uri="{FF2B5EF4-FFF2-40B4-BE49-F238E27FC236}">
                            <a16:creationId xmlns:a16="http://schemas.microsoft.com/office/drawing/2014/main" id="{8FD2F6D2-2833-2264-0D4B-597E753E4F7B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19" name="Elipse 318">
                        <a:extLst>
                          <a:ext uri="{FF2B5EF4-FFF2-40B4-BE49-F238E27FC236}">
                            <a16:creationId xmlns:a16="http://schemas.microsoft.com/office/drawing/2014/main" id="{2B8EE8DF-3DDF-07D4-8941-AF9DE97099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20" name="Elipse 319">
                        <a:extLst>
                          <a:ext uri="{FF2B5EF4-FFF2-40B4-BE49-F238E27FC236}">
                            <a16:creationId xmlns:a16="http://schemas.microsoft.com/office/drawing/2014/main" id="{8FB95E00-954C-C8DC-50E3-FC70207B64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grpSp>
              <p:nvGrpSpPr>
                <p:cNvPr id="403" name="Grupo 402">
                  <a:extLst>
                    <a:ext uri="{FF2B5EF4-FFF2-40B4-BE49-F238E27FC236}">
                      <a16:creationId xmlns:a16="http://schemas.microsoft.com/office/drawing/2014/main" id="{61B56D43-6571-8DCF-1040-E8B6B667761D}"/>
                    </a:ext>
                  </a:extLst>
                </p:cNvPr>
                <p:cNvGrpSpPr/>
                <p:nvPr/>
              </p:nvGrpSpPr>
              <p:grpSpPr>
                <a:xfrm>
                  <a:off x="4507922" y="3546804"/>
                  <a:ext cx="2643562" cy="1010338"/>
                  <a:chOff x="4507922" y="3546803"/>
                  <a:chExt cx="2643562" cy="1010338"/>
                </a:xfrm>
              </p:grpSpPr>
              <p:sp>
                <p:nvSpPr>
                  <p:cNvPr id="387" name="Rectángulo 386">
                    <a:extLst>
                      <a:ext uri="{FF2B5EF4-FFF2-40B4-BE49-F238E27FC236}">
                        <a16:creationId xmlns:a16="http://schemas.microsoft.com/office/drawing/2014/main" id="{41061804-526D-3143-C392-230CEAB2E6D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005154" y="3754381"/>
                    <a:ext cx="146760" cy="64788"/>
                  </a:xfrm>
                  <a:prstGeom prst="rect">
                    <a:avLst/>
                  </a:prstGeom>
                  <a:solidFill>
                    <a:schemeClr val="tx1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88" name="Rectángulo 387">
                    <a:extLst>
                      <a:ext uri="{FF2B5EF4-FFF2-40B4-BE49-F238E27FC236}">
                        <a16:creationId xmlns:a16="http://schemas.microsoft.com/office/drawing/2014/main" id="{4799C938-1880-0447-E9E1-D310B3836E3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99776" y="4390339"/>
                    <a:ext cx="146760" cy="58036"/>
                  </a:xfrm>
                  <a:prstGeom prst="rect">
                    <a:avLst/>
                  </a:prstGeom>
                  <a:solidFill>
                    <a:schemeClr val="tx1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grpSp>
                <p:nvGrpSpPr>
                  <p:cNvPr id="402" name="Grupo 401">
                    <a:extLst>
                      <a:ext uri="{FF2B5EF4-FFF2-40B4-BE49-F238E27FC236}">
                        <a16:creationId xmlns:a16="http://schemas.microsoft.com/office/drawing/2014/main" id="{2FE91E0D-0668-F57C-2C0E-95535D55675F}"/>
                      </a:ext>
                    </a:extLst>
                  </p:cNvPr>
                  <p:cNvGrpSpPr/>
                  <p:nvPr/>
                </p:nvGrpSpPr>
                <p:grpSpPr>
                  <a:xfrm>
                    <a:off x="4507922" y="3546803"/>
                    <a:ext cx="2643562" cy="1010338"/>
                    <a:chOff x="4507922" y="3546803"/>
                    <a:chExt cx="2643562" cy="1010338"/>
                  </a:xfrm>
                </p:grpSpPr>
                <p:grpSp>
                  <p:nvGrpSpPr>
                    <p:cNvPr id="303" name="Grupo 302">
                      <a:extLst>
                        <a:ext uri="{FF2B5EF4-FFF2-40B4-BE49-F238E27FC236}">
                          <a16:creationId xmlns:a16="http://schemas.microsoft.com/office/drawing/2014/main" id="{D7112A9F-E450-0CFA-9293-1155F7EC5C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3239" y="3644435"/>
                      <a:ext cx="2328245" cy="912706"/>
                      <a:chOff x="502364" y="4091091"/>
                      <a:chExt cx="1308272" cy="912706"/>
                    </a:xfrm>
                  </p:grpSpPr>
                  <p:grpSp>
                    <p:nvGrpSpPr>
                      <p:cNvPr id="302" name="Grupo 301">
                        <a:extLst>
                          <a:ext uri="{FF2B5EF4-FFF2-40B4-BE49-F238E27FC236}">
                            <a16:creationId xmlns:a16="http://schemas.microsoft.com/office/drawing/2014/main" id="{77CFD503-8D6A-1C7B-7161-381D96904D4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67011" y="4165843"/>
                        <a:ext cx="222528" cy="748885"/>
                        <a:chOff x="1567011" y="4165843"/>
                        <a:chExt cx="222528" cy="748885"/>
                      </a:xfrm>
                    </p:grpSpPr>
                    <p:sp>
                      <p:nvSpPr>
                        <p:cNvPr id="300" name="Rectángulo 299">
                          <a:extLst>
                            <a:ext uri="{FF2B5EF4-FFF2-40B4-BE49-F238E27FC236}">
                              <a16:creationId xmlns:a16="http://schemas.microsoft.com/office/drawing/2014/main" id="{8AA91430-0F71-D776-43E0-8EBE63C663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67011" y="4165843"/>
                          <a:ext cx="222528" cy="64789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301" name="Rectángulo 300">
                          <a:extLst>
                            <a:ext uri="{FF2B5EF4-FFF2-40B4-BE49-F238E27FC236}">
                              <a16:creationId xmlns:a16="http://schemas.microsoft.com/office/drawing/2014/main" id="{A6EB3CED-906E-09D1-BA63-21D69DD3A4C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67011" y="4849939"/>
                          <a:ext cx="222528" cy="64789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297" name="Grupo 296">
                        <a:extLst>
                          <a:ext uri="{FF2B5EF4-FFF2-40B4-BE49-F238E27FC236}">
                            <a16:creationId xmlns:a16="http://schemas.microsoft.com/office/drawing/2014/main" id="{66920606-6944-F7F8-A62C-E0BD868F3B5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02364" y="4091091"/>
                        <a:ext cx="1308272" cy="912706"/>
                        <a:chOff x="1327522" y="4249446"/>
                        <a:chExt cx="2701588" cy="912706"/>
                      </a:xfrm>
                    </p:grpSpPr>
                    <p:sp>
                      <p:nvSpPr>
                        <p:cNvPr id="298" name="Rectángulo 297">
                          <a:extLst>
                            <a:ext uri="{FF2B5EF4-FFF2-40B4-BE49-F238E27FC236}">
                              <a16:creationId xmlns:a16="http://schemas.microsoft.com/office/drawing/2014/main" id="{DDCBAEA2-0A47-62CC-282D-17C00B63B47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29110" y="4249446"/>
                          <a:ext cx="2700000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99" name="Rectángulo 298">
                          <a:extLst>
                            <a:ext uri="{FF2B5EF4-FFF2-40B4-BE49-F238E27FC236}">
                              <a16:creationId xmlns:a16="http://schemas.microsoft.com/office/drawing/2014/main" id="{6E5AEC6E-6292-2F23-E280-A1C37318764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27522" y="5054152"/>
                          <a:ext cx="2700000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60" name="Grupo 359">
                      <a:extLst>
                        <a:ext uri="{FF2B5EF4-FFF2-40B4-BE49-F238E27FC236}">
                          <a16:creationId xmlns:a16="http://schemas.microsoft.com/office/drawing/2014/main" id="{25F757E2-39E7-88B8-1005-C156221A4D73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5490031" y="3759390"/>
                      <a:ext cx="356609" cy="512384"/>
                      <a:chOff x="2047213" y="2767253"/>
                      <a:chExt cx="430719" cy="642467"/>
                    </a:xfrm>
                  </p:grpSpPr>
                  <p:grpSp>
                    <p:nvGrpSpPr>
                      <p:cNvPr id="367" name="Grupo 366">
                        <a:extLst>
                          <a:ext uri="{FF2B5EF4-FFF2-40B4-BE49-F238E27FC236}">
                            <a16:creationId xmlns:a16="http://schemas.microsoft.com/office/drawing/2014/main" id="{1DEBBC93-BF1C-1FAE-AD44-8A74B7A753B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47213" y="2767253"/>
                        <a:ext cx="430719" cy="429014"/>
                        <a:chOff x="2382817" y="1775579"/>
                        <a:chExt cx="299697" cy="304754"/>
                      </a:xfrm>
                    </p:grpSpPr>
                    <p:sp>
                      <p:nvSpPr>
                        <p:cNvPr id="369" name="Rectángulo 368">
                          <a:extLst>
                            <a:ext uri="{FF2B5EF4-FFF2-40B4-BE49-F238E27FC236}">
                              <a16:creationId xmlns:a16="http://schemas.microsoft.com/office/drawing/2014/main" id="{493CD209-226E-EC71-D86A-968F64A7317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370" name="Rectángulo 369">
                          <a:extLst>
                            <a:ext uri="{FF2B5EF4-FFF2-40B4-BE49-F238E27FC236}">
                              <a16:creationId xmlns:a16="http://schemas.microsoft.com/office/drawing/2014/main" id="{1F221681-4A5A-7667-E4E4-38EB9D822BF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2947" y="1775579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371" name="Rectángulo 370">
                          <a:extLst>
                            <a:ext uri="{FF2B5EF4-FFF2-40B4-BE49-F238E27FC236}">
                              <a16:creationId xmlns:a16="http://schemas.microsoft.com/office/drawing/2014/main" id="{E321858F-4B5C-9928-9369-BC07937371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368" name="Rectángulo 367">
                        <a:extLst>
                          <a:ext uri="{FF2B5EF4-FFF2-40B4-BE49-F238E27FC236}">
                            <a16:creationId xmlns:a16="http://schemas.microsoft.com/office/drawing/2014/main" id="{EE9917DA-14D4-1DF0-D46B-514B969E63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382" name="Grupo 381">
                      <a:extLst>
                        <a:ext uri="{FF2B5EF4-FFF2-40B4-BE49-F238E27FC236}">
                          <a16:creationId xmlns:a16="http://schemas.microsoft.com/office/drawing/2014/main" id="{0F533341-6B21-7937-69ED-F6130FA992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07477" y="3546803"/>
                      <a:ext cx="853204" cy="96037"/>
                      <a:chOff x="4907477" y="3546803"/>
                      <a:chExt cx="853204" cy="96037"/>
                    </a:xfrm>
                  </p:grpSpPr>
                  <p:sp>
                    <p:nvSpPr>
                      <p:cNvPr id="379" name="Rectángulo 378">
                        <a:extLst>
                          <a:ext uri="{FF2B5EF4-FFF2-40B4-BE49-F238E27FC236}">
                            <a16:creationId xmlns:a16="http://schemas.microsoft.com/office/drawing/2014/main" id="{B9683EE6-C887-A80F-1C77-304A06F50833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907477" y="3546804"/>
                        <a:ext cx="342114" cy="9603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380" name="Rectángulo 379">
                        <a:extLst>
                          <a:ext uri="{FF2B5EF4-FFF2-40B4-BE49-F238E27FC236}">
                            <a16:creationId xmlns:a16="http://schemas.microsoft.com/office/drawing/2014/main" id="{C9481482-2DEB-0B83-2842-C02E8C21A344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569132" y="3546803"/>
                        <a:ext cx="191549" cy="96037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381" name="Rectángulo 380">
                        <a:extLst>
                          <a:ext uri="{FF2B5EF4-FFF2-40B4-BE49-F238E27FC236}">
                            <a16:creationId xmlns:a16="http://schemas.microsoft.com/office/drawing/2014/main" id="{DD7822D8-8216-6FD8-0409-8DAEAE344460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907477" y="3571166"/>
                        <a:ext cx="853204" cy="45719"/>
                      </a:xfrm>
                      <a:prstGeom prst="rect">
                        <a:avLst/>
                      </a:prstGeom>
                      <a:solidFill>
                        <a:schemeClr val="bg2">
                          <a:lumMod val="50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386" name="Grupo 385">
                      <a:extLst>
                        <a:ext uri="{FF2B5EF4-FFF2-40B4-BE49-F238E27FC236}">
                          <a16:creationId xmlns:a16="http://schemas.microsoft.com/office/drawing/2014/main" id="{6D12B6D7-2973-C65A-469F-9FECA83447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52800" y="3811517"/>
                      <a:ext cx="634868" cy="577903"/>
                      <a:chOff x="4753771" y="3870856"/>
                      <a:chExt cx="634868" cy="577903"/>
                    </a:xfrm>
                  </p:grpSpPr>
                  <p:sp>
                    <p:nvSpPr>
                      <p:cNvPr id="383" name="Rectángulo 382">
                        <a:extLst>
                          <a:ext uri="{FF2B5EF4-FFF2-40B4-BE49-F238E27FC236}">
                            <a16:creationId xmlns:a16="http://schemas.microsoft.com/office/drawing/2014/main" id="{5A5DF5B9-9167-6192-9096-8FE85B31783B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753771" y="3964668"/>
                        <a:ext cx="633553" cy="39345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384" name="Rectángulo 383">
                        <a:extLst>
                          <a:ext uri="{FF2B5EF4-FFF2-40B4-BE49-F238E27FC236}">
                            <a16:creationId xmlns:a16="http://schemas.microsoft.com/office/drawing/2014/main" id="{16ABBF51-62DA-A2E1-69FD-AB86DBA22523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754851" y="3870856"/>
                        <a:ext cx="633553" cy="93812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385" name="Rectángulo 384">
                        <a:extLst>
                          <a:ext uri="{FF2B5EF4-FFF2-40B4-BE49-F238E27FC236}">
                            <a16:creationId xmlns:a16="http://schemas.microsoft.com/office/drawing/2014/main" id="{0C2A80D5-E153-6E0F-DDB0-3AA0D0A7181D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755086" y="4354947"/>
                        <a:ext cx="633553" cy="93812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391" name="Grupo 390">
                      <a:extLst>
                        <a:ext uri="{FF2B5EF4-FFF2-40B4-BE49-F238E27FC236}">
                          <a16:creationId xmlns:a16="http://schemas.microsoft.com/office/drawing/2014/main" id="{483DA788-FC6E-70B4-3F90-2EDF773D8C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7922" y="4032002"/>
                      <a:ext cx="307233" cy="114324"/>
                      <a:chOff x="4507922" y="4032002"/>
                      <a:chExt cx="307233" cy="114324"/>
                    </a:xfrm>
                  </p:grpSpPr>
                  <p:sp>
                    <p:nvSpPr>
                      <p:cNvPr id="389" name="Rectángulo 388">
                        <a:extLst>
                          <a:ext uri="{FF2B5EF4-FFF2-40B4-BE49-F238E27FC236}">
                            <a16:creationId xmlns:a16="http://schemas.microsoft.com/office/drawing/2014/main" id="{8B0194F9-95FA-7987-3810-064CE9AC96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9436" y="4032002"/>
                        <a:ext cx="45719" cy="114324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90" name="Rectángulo 389">
                        <a:extLst>
                          <a:ext uri="{FF2B5EF4-FFF2-40B4-BE49-F238E27FC236}">
                            <a16:creationId xmlns:a16="http://schemas.microsoft.com/office/drawing/2014/main" id="{B5D62000-3BD9-411C-96D5-2CD56F7DD7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7922" y="4044091"/>
                        <a:ext cx="259943" cy="93813"/>
                      </a:xfrm>
                      <a:prstGeom prst="rect">
                        <a:avLst/>
                      </a:prstGeom>
                      <a:pattFill prst="dkVert">
                        <a:fgClr>
                          <a:schemeClr val="bg1">
                            <a:lumMod val="50000"/>
                          </a:schemeClr>
                        </a:fgClr>
                        <a:bgClr>
                          <a:schemeClr val="bg1">
                            <a:lumMod val="85000"/>
                          </a:schemeClr>
                        </a:bgClr>
                      </a:patt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395" name="Rectángulo 394">
                      <a:extLst>
                        <a:ext uri="{FF2B5EF4-FFF2-40B4-BE49-F238E27FC236}">
                          <a16:creationId xmlns:a16="http://schemas.microsoft.com/office/drawing/2014/main" id="{57F2DF03-7FA7-B7A5-88F7-811638AF3D25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589484" y="3751758"/>
                      <a:ext cx="45719" cy="696491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lumMod val="85000"/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lumMod val="85000"/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lumMod val="85000"/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396" name="Rectángulo 395">
                      <a:extLst>
                        <a:ext uri="{FF2B5EF4-FFF2-40B4-BE49-F238E27FC236}">
                          <a16:creationId xmlns:a16="http://schemas.microsoft.com/office/drawing/2014/main" id="{CD6BEB5F-74FE-FF79-833A-3A7606B8C2ED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420983" y="3751758"/>
                      <a:ext cx="45719" cy="696491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lumMod val="85000"/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lumMod val="85000"/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lumMod val="85000"/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404" name="Grupo 403">
                  <a:extLst>
                    <a:ext uri="{FF2B5EF4-FFF2-40B4-BE49-F238E27FC236}">
                      <a16:creationId xmlns:a16="http://schemas.microsoft.com/office/drawing/2014/main" id="{E4BDEB6B-0C7A-16F1-C121-08A6C1D7BC85}"/>
                    </a:ext>
                  </a:extLst>
                </p:cNvPr>
                <p:cNvGrpSpPr/>
                <p:nvPr/>
              </p:nvGrpSpPr>
              <p:grpSpPr>
                <a:xfrm>
                  <a:off x="6661270" y="3783868"/>
                  <a:ext cx="2708274" cy="626053"/>
                  <a:chOff x="6661270" y="3783867"/>
                  <a:chExt cx="2708274" cy="626053"/>
                </a:xfrm>
              </p:grpSpPr>
              <p:grpSp>
                <p:nvGrpSpPr>
                  <p:cNvPr id="296" name="Grupo 295">
                    <a:extLst>
                      <a:ext uri="{FF2B5EF4-FFF2-40B4-BE49-F238E27FC236}">
                        <a16:creationId xmlns:a16="http://schemas.microsoft.com/office/drawing/2014/main" id="{67B903B4-DAAA-CCB4-FD3A-0AABA2EA5D45}"/>
                      </a:ext>
                    </a:extLst>
                  </p:cNvPr>
                  <p:cNvGrpSpPr/>
                  <p:nvPr/>
                </p:nvGrpSpPr>
                <p:grpSpPr>
                  <a:xfrm>
                    <a:off x="6661270" y="3783867"/>
                    <a:ext cx="2708274" cy="626053"/>
                    <a:chOff x="1320836" y="4230396"/>
                    <a:chExt cx="2708274" cy="626053"/>
                  </a:xfrm>
                </p:grpSpPr>
                <p:sp>
                  <p:nvSpPr>
                    <p:cNvPr id="291" name="Rectángulo 290">
                      <a:extLst>
                        <a:ext uri="{FF2B5EF4-FFF2-40B4-BE49-F238E27FC236}">
                          <a16:creationId xmlns:a16="http://schemas.microsoft.com/office/drawing/2014/main" id="{66E18273-0846-AD0E-D8C7-8F1D14DE77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9110" y="4230396"/>
                      <a:ext cx="270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292" name="Rectángulo 291">
                      <a:extLst>
                        <a:ext uri="{FF2B5EF4-FFF2-40B4-BE49-F238E27FC236}">
                          <a16:creationId xmlns:a16="http://schemas.microsoft.com/office/drawing/2014/main" id="{A3F0B421-75EB-DC13-EFBF-C2E7EAEAF1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0836" y="4748449"/>
                      <a:ext cx="270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grpSp>
                <p:nvGrpSpPr>
                  <p:cNvPr id="401" name="Grupo 400">
                    <a:extLst>
                      <a:ext uri="{FF2B5EF4-FFF2-40B4-BE49-F238E27FC236}">
                        <a16:creationId xmlns:a16="http://schemas.microsoft.com/office/drawing/2014/main" id="{84C5A0EB-BF52-C24D-816C-399B406F1555}"/>
                      </a:ext>
                    </a:extLst>
                  </p:cNvPr>
                  <p:cNvGrpSpPr/>
                  <p:nvPr/>
                </p:nvGrpSpPr>
                <p:grpSpPr>
                  <a:xfrm>
                    <a:off x="6709649" y="3891867"/>
                    <a:ext cx="2222868" cy="413022"/>
                    <a:chOff x="6709649" y="3891867"/>
                    <a:chExt cx="2222868" cy="413022"/>
                  </a:xfrm>
                </p:grpSpPr>
                <p:sp>
                  <p:nvSpPr>
                    <p:cNvPr id="394" name="Rectángulo 393">
                      <a:extLst>
                        <a:ext uri="{FF2B5EF4-FFF2-40B4-BE49-F238E27FC236}">
                          <a16:creationId xmlns:a16="http://schemas.microsoft.com/office/drawing/2014/main" id="{17AFC107-9D3C-B5D0-8416-CEEF09A47575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880507" y="3891867"/>
                      <a:ext cx="46539" cy="408503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lumMod val="85000"/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lumMod val="85000"/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lumMod val="85000"/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398" name="Rectángulo 397">
                      <a:extLst>
                        <a:ext uri="{FF2B5EF4-FFF2-40B4-BE49-F238E27FC236}">
                          <a16:creationId xmlns:a16="http://schemas.microsoft.com/office/drawing/2014/main" id="{4A3728C8-B337-BFBC-1798-FE0ABD8BB0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9649" y="3996549"/>
                      <a:ext cx="396018" cy="198981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400" name="Rectángulo 399">
                      <a:extLst>
                        <a:ext uri="{FF2B5EF4-FFF2-40B4-BE49-F238E27FC236}">
                          <a16:creationId xmlns:a16="http://schemas.microsoft.com/office/drawing/2014/main" id="{78B675A9-EA2B-AB04-C4B6-60CC1FDE008C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8702279" y="3896386"/>
                      <a:ext cx="46539" cy="408503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lumMod val="85000"/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lumMod val="85000"/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lumMod val="85000"/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399" name="Rectángulo 398">
                      <a:extLst>
                        <a:ext uri="{FF2B5EF4-FFF2-40B4-BE49-F238E27FC236}">
                          <a16:creationId xmlns:a16="http://schemas.microsoft.com/office/drawing/2014/main" id="{9B9170EA-A51A-FDAE-5FF2-5122DF015B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6499" y="3990890"/>
                      <a:ext cx="396018" cy="198981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397" name="Rectángulo 396">
                      <a:extLst>
                        <a:ext uri="{FF2B5EF4-FFF2-40B4-BE49-F238E27FC236}">
                          <a16:creationId xmlns:a16="http://schemas.microsoft.com/office/drawing/2014/main" id="{D65620A5-FD62-A16B-6075-0C3E5A7470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9649" y="4035049"/>
                      <a:ext cx="2222868" cy="11750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</p:grpSp>
        <p:grpSp>
          <p:nvGrpSpPr>
            <p:cNvPr id="408" name="Grupo 407">
              <a:extLst>
                <a:ext uri="{FF2B5EF4-FFF2-40B4-BE49-F238E27FC236}">
                  <a16:creationId xmlns:a16="http://schemas.microsoft.com/office/drawing/2014/main" id="{D20A9F64-965A-5FE3-628A-68E21C26BA37}"/>
                </a:ext>
              </a:extLst>
            </p:cNvPr>
            <p:cNvGrpSpPr/>
            <p:nvPr/>
          </p:nvGrpSpPr>
          <p:grpSpPr>
            <a:xfrm flipH="1">
              <a:off x="6983382" y="2482158"/>
              <a:ext cx="6293832" cy="2271162"/>
              <a:chOff x="3075712" y="2956240"/>
              <a:chExt cx="6293832" cy="2271162"/>
            </a:xfrm>
            <a:noFill/>
          </p:grpSpPr>
          <p:grpSp>
            <p:nvGrpSpPr>
              <p:cNvPr id="409" name="Grupo 408">
                <a:extLst>
                  <a:ext uri="{FF2B5EF4-FFF2-40B4-BE49-F238E27FC236}">
                    <a16:creationId xmlns:a16="http://schemas.microsoft.com/office/drawing/2014/main" id="{9BD442B2-4132-BEB4-78D5-74B977A0E48B}"/>
                  </a:ext>
                </a:extLst>
              </p:cNvPr>
              <p:cNvGrpSpPr/>
              <p:nvPr/>
            </p:nvGrpSpPr>
            <p:grpSpPr>
              <a:xfrm>
                <a:off x="8101270" y="2956240"/>
                <a:ext cx="1260000" cy="2271162"/>
                <a:chOff x="2760836" y="3402769"/>
                <a:chExt cx="1260000" cy="2271162"/>
              </a:xfrm>
              <a:grpFill/>
            </p:grpSpPr>
            <p:grpSp>
              <p:nvGrpSpPr>
                <p:cNvPr id="490" name="Grupo 489">
                  <a:extLst>
                    <a:ext uri="{FF2B5EF4-FFF2-40B4-BE49-F238E27FC236}">
                      <a16:creationId xmlns:a16="http://schemas.microsoft.com/office/drawing/2014/main" id="{3ECFE80B-CEBE-C771-AA19-EA4BE15B6D13}"/>
                    </a:ext>
                  </a:extLst>
                </p:cNvPr>
                <p:cNvGrpSpPr/>
                <p:nvPr/>
              </p:nvGrpSpPr>
              <p:grpSpPr>
                <a:xfrm>
                  <a:off x="2760836" y="3402769"/>
                  <a:ext cx="1260000" cy="2271162"/>
                  <a:chOff x="1634509" y="2764268"/>
                  <a:chExt cx="1260000" cy="2271162"/>
                </a:xfrm>
                <a:grpFill/>
              </p:grpSpPr>
              <p:grpSp>
                <p:nvGrpSpPr>
                  <p:cNvPr id="493" name="Grupo 492">
                    <a:extLst>
                      <a:ext uri="{FF2B5EF4-FFF2-40B4-BE49-F238E27FC236}">
                        <a16:creationId xmlns:a16="http://schemas.microsoft.com/office/drawing/2014/main" id="{C82D084B-873B-E5BB-1E1D-7AAA1E329973}"/>
                      </a:ext>
                    </a:extLst>
                  </p:cNvPr>
                  <p:cNvGrpSpPr/>
                  <p:nvPr/>
                </p:nvGrpSpPr>
                <p:grpSpPr>
                  <a:xfrm>
                    <a:off x="1634509" y="3267323"/>
                    <a:ext cx="1260000" cy="1277113"/>
                    <a:chOff x="1655533" y="3271133"/>
                    <a:chExt cx="1260000" cy="1277113"/>
                  </a:xfrm>
                  <a:grpFill/>
                </p:grpSpPr>
                <p:grpSp>
                  <p:nvGrpSpPr>
                    <p:cNvPr id="507" name="Grupo 506">
                      <a:extLst>
                        <a:ext uri="{FF2B5EF4-FFF2-40B4-BE49-F238E27FC236}">
                          <a16:creationId xmlns:a16="http://schemas.microsoft.com/office/drawing/2014/main" id="{00CB54E4-7CB0-2290-9DEF-E6B2887B64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55533" y="3280626"/>
                      <a:ext cx="1260000" cy="1260000"/>
                      <a:chOff x="1655533" y="3280626"/>
                      <a:chExt cx="1260000" cy="1260000"/>
                    </a:xfrm>
                    <a:grpFill/>
                  </p:grpSpPr>
                  <p:sp>
                    <p:nvSpPr>
                      <p:cNvPr id="511" name="Elipse 510">
                        <a:extLst>
                          <a:ext uri="{FF2B5EF4-FFF2-40B4-BE49-F238E27FC236}">
                            <a16:creationId xmlns:a16="http://schemas.microsoft.com/office/drawing/2014/main" id="{DA9DFF53-2EA2-BBFB-8C12-0D653AFCD0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55533" y="3280626"/>
                        <a:ext cx="1260000" cy="1260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512" name="Rectángulo 511">
                        <a:extLst>
                          <a:ext uri="{FF2B5EF4-FFF2-40B4-BE49-F238E27FC236}">
                            <a16:creationId xmlns:a16="http://schemas.microsoft.com/office/drawing/2014/main" id="{CE7E4EC4-2588-C175-0270-09FC149879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5533" y="3421150"/>
                        <a:ext cx="1080000" cy="142397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13" name="Rectángulo 512">
                        <a:extLst>
                          <a:ext uri="{FF2B5EF4-FFF2-40B4-BE49-F238E27FC236}">
                            <a16:creationId xmlns:a16="http://schemas.microsoft.com/office/drawing/2014/main" id="{CAF343B7-765E-6CC9-D391-DB1AAD12B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5533" y="4251264"/>
                        <a:ext cx="1080000" cy="142397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508" name="Grupo 507">
                      <a:extLst>
                        <a:ext uri="{FF2B5EF4-FFF2-40B4-BE49-F238E27FC236}">
                          <a16:creationId xmlns:a16="http://schemas.microsoft.com/office/drawing/2014/main" id="{36307901-C484-36AD-4153-C60CA91AF0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5533" y="3271133"/>
                      <a:ext cx="1080000" cy="1277113"/>
                      <a:chOff x="1745533" y="3271133"/>
                      <a:chExt cx="1080000" cy="1277113"/>
                    </a:xfrm>
                    <a:grpFill/>
                  </p:grpSpPr>
                  <p:sp>
                    <p:nvSpPr>
                      <p:cNvPr id="509" name="Rectángulo 508">
                        <a:extLst>
                          <a:ext uri="{FF2B5EF4-FFF2-40B4-BE49-F238E27FC236}">
                            <a16:creationId xmlns:a16="http://schemas.microsoft.com/office/drawing/2014/main" id="{340CCF77-54C2-9B4B-D0A5-F7227C0D1D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5533" y="3271133"/>
                        <a:ext cx="1080000" cy="142397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10" name="Rectángulo 509">
                        <a:extLst>
                          <a:ext uri="{FF2B5EF4-FFF2-40B4-BE49-F238E27FC236}">
                            <a16:creationId xmlns:a16="http://schemas.microsoft.com/office/drawing/2014/main" id="{F251C91B-7C57-CD78-9C70-411421B9CF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5533" y="4405849"/>
                        <a:ext cx="1080000" cy="142397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494" name="Grupo 493">
                    <a:extLst>
                      <a:ext uri="{FF2B5EF4-FFF2-40B4-BE49-F238E27FC236}">
                        <a16:creationId xmlns:a16="http://schemas.microsoft.com/office/drawing/2014/main" id="{4FBF9999-E9A3-5BDD-02DC-3BFC8E957D19}"/>
                      </a:ext>
                    </a:extLst>
                  </p:cNvPr>
                  <p:cNvGrpSpPr/>
                  <p:nvPr/>
                </p:nvGrpSpPr>
                <p:grpSpPr>
                  <a:xfrm>
                    <a:off x="2044634" y="2764268"/>
                    <a:ext cx="434583" cy="2271162"/>
                    <a:chOff x="2044634" y="2764268"/>
                    <a:chExt cx="434583" cy="2271162"/>
                  </a:xfrm>
                  <a:grpFill/>
                </p:grpSpPr>
                <p:grpSp>
                  <p:nvGrpSpPr>
                    <p:cNvPr id="495" name="Grupo 494">
                      <a:extLst>
                        <a:ext uri="{FF2B5EF4-FFF2-40B4-BE49-F238E27FC236}">
                          <a16:creationId xmlns:a16="http://schemas.microsoft.com/office/drawing/2014/main" id="{FBABD2A5-A555-5EBC-DC7A-FDA6BD85CBB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47217" y="2764268"/>
                      <a:ext cx="432000" cy="645452"/>
                      <a:chOff x="2047217" y="2764268"/>
                      <a:chExt cx="432000" cy="645452"/>
                    </a:xfrm>
                    <a:grpFill/>
                  </p:grpSpPr>
                  <p:grpSp>
                    <p:nvGrpSpPr>
                      <p:cNvPr id="502" name="Grupo 501">
                        <a:extLst>
                          <a:ext uri="{FF2B5EF4-FFF2-40B4-BE49-F238E27FC236}">
                            <a16:creationId xmlns:a16="http://schemas.microsoft.com/office/drawing/2014/main" id="{B1C5A05B-7212-4D66-B688-ED5D761A02B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47217" y="2764268"/>
                        <a:ext cx="432000" cy="432000"/>
                        <a:chOff x="2382817" y="1773458"/>
                        <a:chExt cx="300588" cy="306875"/>
                      </a:xfrm>
                      <a:grpFill/>
                    </p:grpSpPr>
                    <p:sp>
                      <p:nvSpPr>
                        <p:cNvPr id="504" name="Rectángulo 503">
                          <a:extLst>
                            <a:ext uri="{FF2B5EF4-FFF2-40B4-BE49-F238E27FC236}">
                              <a16:creationId xmlns:a16="http://schemas.microsoft.com/office/drawing/2014/main" id="{CDBB1921-830C-0040-E6AE-0FDDDC615BC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05" name="Rectángulo 504">
                          <a:extLst>
                            <a:ext uri="{FF2B5EF4-FFF2-40B4-BE49-F238E27FC236}">
                              <a16:creationId xmlns:a16="http://schemas.microsoft.com/office/drawing/2014/main" id="{A8C18C29-D6CF-C09C-E825-908F00B924C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4614" y="1773458"/>
                          <a:ext cx="298791" cy="76406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06" name="Rectángulo 505">
                          <a:extLst>
                            <a:ext uri="{FF2B5EF4-FFF2-40B4-BE49-F238E27FC236}">
                              <a16:creationId xmlns:a16="http://schemas.microsoft.com/office/drawing/2014/main" id="{6EA7608A-F9D8-BDCF-6521-D5637FD2CB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503" name="Rectángulo 502">
                        <a:extLst>
                          <a:ext uri="{FF2B5EF4-FFF2-40B4-BE49-F238E27FC236}">
                            <a16:creationId xmlns:a16="http://schemas.microsoft.com/office/drawing/2014/main" id="{CAAB1835-1AAB-CCB6-B6A8-ABD7505FAF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496" name="Grupo 495">
                      <a:extLst>
                        <a:ext uri="{FF2B5EF4-FFF2-40B4-BE49-F238E27FC236}">
                          <a16:creationId xmlns:a16="http://schemas.microsoft.com/office/drawing/2014/main" id="{BC176CC2-3B30-F93D-1086-7214B1266D2B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2044634" y="4389978"/>
                      <a:ext cx="432000" cy="645452"/>
                      <a:chOff x="2047217" y="2764268"/>
                      <a:chExt cx="432000" cy="645452"/>
                    </a:xfrm>
                    <a:grpFill/>
                  </p:grpSpPr>
                  <p:grpSp>
                    <p:nvGrpSpPr>
                      <p:cNvPr id="497" name="Grupo 496">
                        <a:extLst>
                          <a:ext uri="{FF2B5EF4-FFF2-40B4-BE49-F238E27FC236}">
                            <a16:creationId xmlns:a16="http://schemas.microsoft.com/office/drawing/2014/main" id="{2917037A-78BF-9D71-624F-89AC1CE99B8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47217" y="2764268"/>
                        <a:ext cx="432000" cy="432000"/>
                        <a:chOff x="2382817" y="1773458"/>
                        <a:chExt cx="300588" cy="306875"/>
                      </a:xfrm>
                      <a:grpFill/>
                    </p:grpSpPr>
                    <p:sp>
                      <p:nvSpPr>
                        <p:cNvPr id="499" name="Rectángulo 498">
                          <a:extLst>
                            <a:ext uri="{FF2B5EF4-FFF2-40B4-BE49-F238E27FC236}">
                              <a16:creationId xmlns:a16="http://schemas.microsoft.com/office/drawing/2014/main" id="{D8185DCB-1BEE-144D-3699-CAF01CE50D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00" name="Rectángulo 499">
                          <a:extLst>
                            <a:ext uri="{FF2B5EF4-FFF2-40B4-BE49-F238E27FC236}">
                              <a16:creationId xmlns:a16="http://schemas.microsoft.com/office/drawing/2014/main" id="{F40B4A27-455E-8857-AB5C-1CB0DCCCB68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4614" y="1773458"/>
                          <a:ext cx="298791" cy="76406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01" name="Rectángulo 500">
                          <a:extLst>
                            <a:ext uri="{FF2B5EF4-FFF2-40B4-BE49-F238E27FC236}">
                              <a16:creationId xmlns:a16="http://schemas.microsoft.com/office/drawing/2014/main" id="{2EF9FCC8-2207-E88A-F5C4-DF65B9DDCDB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498" name="Rectángulo 497">
                        <a:extLst>
                          <a:ext uri="{FF2B5EF4-FFF2-40B4-BE49-F238E27FC236}">
                            <a16:creationId xmlns:a16="http://schemas.microsoft.com/office/drawing/2014/main" id="{11E3BBBB-BF95-60AA-BA7A-42C0926B92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491" name="Rectángulo 490">
                  <a:extLst>
                    <a:ext uri="{FF2B5EF4-FFF2-40B4-BE49-F238E27FC236}">
                      <a16:creationId xmlns:a16="http://schemas.microsoft.com/office/drawing/2014/main" id="{510EB419-F7C1-4FA8-9E7C-E201ED0FCB7E}"/>
                    </a:ext>
                  </a:extLst>
                </p:cNvPr>
                <p:cNvSpPr/>
                <p:nvPr/>
              </p:nvSpPr>
              <p:spPr>
                <a:xfrm>
                  <a:off x="3221988" y="4199466"/>
                  <a:ext cx="344172" cy="36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92" name="Rectángulo 491">
                  <a:extLst>
                    <a:ext uri="{FF2B5EF4-FFF2-40B4-BE49-F238E27FC236}">
                      <a16:creationId xmlns:a16="http://schemas.microsoft.com/office/drawing/2014/main" id="{13DA99F7-74F2-EE50-E059-10CA3ADDE497}"/>
                    </a:ext>
                  </a:extLst>
                </p:cNvPr>
                <p:cNvSpPr/>
                <p:nvPr/>
              </p:nvSpPr>
              <p:spPr>
                <a:xfrm>
                  <a:off x="3213583" y="4859288"/>
                  <a:ext cx="344172" cy="36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410" name="Grupo 409">
                <a:extLst>
                  <a:ext uri="{FF2B5EF4-FFF2-40B4-BE49-F238E27FC236}">
                    <a16:creationId xmlns:a16="http://schemas.microsoft.com/office/drawing/2014/main" id="{DE375F6A-172E-5409-A57D-65AC86D84D3D}"/>
                  </a:ext>
                </a:extLst>
              </p:cNvPr>
              <p:cNvGrpSpPr/>
              <p:nvPr/>
            </p:nvGrpSpPr>
            <p:grpSpPr>
              <a:xfrm>
                <a:off x="3075712" y="3546804"/>
                <a:ext cx="6293832" cy="1010338"/>
                <a:chOff x="3075712" y="3546804"/>
                <a:chExt cx="6293832" cy="1010338"/>
              </a:xfrm>
              <a:grpFill/>
            </p:grpSpPr>
            <p:grpSp>
              <p:nvGrpSpPr>
                <p:cNvPr id="411" name="Grupo 410">
                  <a:extLst>
                    <a:ext uri="{FF2B5EF4-FFF2-40B4-BE49-F238E27FC236}">
                      <a16:creationId xmlns:a16="http://schemas.microsoft.com/office/drawing/2014/main" id="{070524A4-1641-4208-4D3E-3752F861DF89}"/>
                    </a:ext>
                  </a:extLst>
                </p:cNvPr>
                <p:cNvGrpSpPr/>
                <p:nvPr/>
              </p:nvGrpSpPr>
              <p:grpSpPr>
                <a:xfrm rot="5400000">
                  <a:off x="3524806" y="3257089"/>
                  <a:ext cx="779056" cy="1677243"/>
                  <a:chOff x="5775047" y="2877717"/>
                  <a:chExt cx="779056" cy="1677243"/>
                </a:xfrm>
                <a:grpFill/>
              </p:grpSpPr>
              <p:grpSp>
                <p:nvGrpSpPr>
                  <p:cNvPr id="452" name="Grupo 451">
                    <a:extLst>
                      <a:ext uri="{FF2B5EF4-FFF2-40B4-BE49-F238E27FC236}">
                        <a16:creationId xmlns:a16="http://schemas.microsoft.com/office/drawing/2014/main" id="{36FAFF51-1C0C-255B-38A3-E1B45D1C68B7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709555" cy="832699"/>
                    <a:chOff x="5809042" y="3722261"/>
                    <a:chExt cx="709555" cy="832699"/>
                  </a:xfrm>
                  <a:grpFill/>
                </p:grpSpPr>
                <p:grpSp>
                  <p:nvGrpSpPr>
                    <p:cNvPr id="478" name="Grupo 477">
                      <a:extLst>
                        <a:ext uri="{FF2B5EF4-FFF2-40B4-BE49-F238E27FC236}">
                          <a16:creationId xmlns:a16="http://schemas.microsoft.com/office/drawing/2014/main" id="{D066A8E9-0EB2-FE4D-92CA-EC806D433C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276111" cy="832437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485" name="Grupo 484">
                        <a:extLst>
                          <a:ext uri="{FF2B5EF4-FFF2-40B4-BE49-F238E27FC236}">
                            <a16:creationId xmlns:a16="http://schemas.microsoft.com/office/drawing/2014/main" id="{FEC930D8-2A86-D46B-5B9C-5BA73369BB2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488" name="Rectángulo: esquinas redondeadas 487">
                          <a:extLst>
                            <a:ext uri="{FF2B5EF4-FFF2-40B4-BE49-F238E27FC236}">
                              <a16:creationId xmlns:a16="http://schemas.microsoft.com/office/drawing/2014/main" id="{BCC927E2-499D-3EF7-8268-55A61C8665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89" name="Rectángulo: esquinas redondeadas 488">
                          <a:extLst>
                            <a:ext uri="{FF2B5EF4-FFF2-40B4-BE49-F238E27FC236}">
                              <a16:creationId xmlns:a16="http://schemas.microsoft.com/office/drawing/2014/main" id="{335FC525-10B3-A398-2712-8AEEB18307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486" name="Rectángulo 485">
                        <a:extLst>
                          <a:ext uri="{FF2B5EF4-FFF2-40B4-BE49-F238E27FC236}">
                            <a16:creationId xmlns:a16="http://schemas.microsoft.com/office/drawing/2014/main" id="{1E44A413-9CBB-794E-A85D-DF12FC21D6A4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487" name="Rectángulo 486">
                        <a:extLst>
                          <a:ext uri="{FF2B5EF4-FFF2-40B4-BE49-F238E27FC236}">
                            <a16:creationId xmlns:a16="http://schemas.microsoft.com/office/drawing/2014/main" id="{967B6C39-B15D-F385-6FF9-581CB651E01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479" name="Grupo 478">
                      <a:extLst>
                        <a:ext uri="{FF2B5EF4-FFF2-40B4-BE49-F238E27FC236}">
                          <a16:creationId xmlns:a16="http://schemas.microsoft.com/office/drawing/2014/main" id="{AD448304-E056-AF49-4E0D-ED5AF72F3F65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6242486" y="3722523"/>
                      <a:ext cx="276111" cy="832437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480" name="Grupo 479">
                        <a:extLst>
                          <a:ext uri="{FF2B5EF4-FFF2-40B4-BE49-F238E27FC236}">
                            <a16:creationId xmlns:a16="http://schemas.microsoft.com/office/drawing/2014/main" id="{2DF7AADD-4CF9-9971-2116-E3C1B7A897E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483" name="Rectángulo: esquinas redondeadas 482">
                          <a:extLst>
                            <a:ext uri="{FF2B5EF4-FFF2-40B4-BE49-F238E27FC236}">
                              <a16:creationId xmlns:a16="http://schemas.microsoft.com/office/drawing/2014/main" id="{7502D052-4D93-4F42-61CF-BA78C63DAD2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84" name="Rectángulo: esquinas redondeadas 483">
                          <a:extLst>
                            <a:ext uri="{FF2B5EF4-FFF2-40B4-BE49-F238E27FC236}">
                              <a16:creationId xmlns:a16="http://schemas.microsoft.com/office/drawing/2014/main" id="{D381EB14-634B-50CD-86E6-A7CCA709421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481" name="Rectángulo 480">
                        <a:extLst>
                          <a:ext uri="{FF2B5EF4-FFF2-40B4-BE49-F238E27FC236}">
                            <a16:creationId xmlns:a16="http://schemas.microsoft.com/office/drawing/2014/main" id="{699D62BE-427C-C128-7EC3-9B52112A1A65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482" name="Rectángulo 481">
                        <a:extLst>
                          <a:ext uri="{FF2B5EF4-FFF2-40B4-BE49-F238E27FC236}">
                            <a16:creationId xmlns:a16="http://schemas.microsoft.com/office/drawing/2014/main" id="{F2FC5BA8-2DFB-26A2-A97A-E0FF397C2D9E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453" name="Grupo 452">
                    <a:extLst>
                      <a:ext uri="{FF2B5EF4-FFF2-40B4-BE49-F238E27FC236}">
                        <a16:creationId xmlns:a16="http://schemas.microsoft.com/office/drawing/2014/main" id="{53ABB7C0-8F14-8685-C5F4-82450C988821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2877717"/>
                    <a:ext cx="779056" cy="1217448"/>
                    <a:chOff x="5775047" y="2877717"/>
                    <a:chExt cx="779056" cy="1217448"/>
                  </a:xfrm>
                  <a:grpFill/>
                </p:grpSpPr>
                <p:grpSp>
                  <p:nvGrpSpPr>
                    <p:cNvPr id="454" name="Grupo 453">
                      <a:extLst>
                        <a:ext uri="{FF2B5EF4-FFF2-40B4-BE49-F238E27FC236}">
                          <a16:creationId xmlns:a16="http://schemas.microsoft.com/office/drawing/2014/main" id="{4B819C8F-5C3B-3F5D-2CB1-C701787576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877717"/>
                      <a:ext cx="778396" cy="1217448"/>
                      <a:chOff x="5775707" y="2877717"/>
                      <a:chExt cx="778396" cy="1217448"/>
                    </a:xfrm>
                    <a:grpFill/>
                  </p:grpSpPr>
                  <p:grpSp>
                    <p:nvGrpSpPr>
                      <p:cNvPr id="459" name="Grupo 458">
                        <a:extLst>
                          <a:ext uri="{FF2B5EF4-FFF2-40B4-BE49-F238E27FC236}">
                            <a16:creationId xmlns:a16="http://schemas.microsoft.com/office/drawing/2014/main" id="{9827520A-CC7A-BCDF-95C3-990106C6194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707" y="2877717"/>
                        <a:ext cx="778396" cy="872513"/>
                        <a:chOff x="5728098" y="3973173"/>
                        <a:chExt cx="778396" cy="872513"/>
                      </a:xfrm>
                      <a:grpFill/>
                    </p:grpSpPr>
                    <p:grpSp>
                      <p:nvGrpSpPr>
                        <p:cNvPr id="461" name="Grupo 460">
                          <a:extLst>
                            <a:ext uri="{FF2B5EF4-FFF2-40B4-BE49-F238E27FC236}">
                              <a16:creationId xmlns:a16="http://schemas.microsoft.com/office/drawing/2014/main" id="{5EF20756-4B2E-7730-3C0D-4E845455CBB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36066" y="3973173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476" name="Rectángulo 475">
                            <a:extLst>
                              <a:ext uri="{FF2B5EF4-FFF2-40B4-BE49-F238E27FC236}">
                                <a16:creationId xmlns:a16="http://schemas.microsoft.com/office/drawing/2014/main" id="{DF0B42CA-2786-AA57-3707-353C53A0846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77" name="Rectángulo 476">
                            <a:extLst>
                              <a:ext uri="{FF2B5EF4-FFF2-40B4-BE49-F238E27FC236}">
                                <a16:creationId xmlns:a16="http://schemas.microsoft.com/office/drawing/2014/main" id="{F1D5347C-4D06-CF2C-3524-5A5AD92D30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grpSp>
                      <p:nvGrpSpPr>
                        <p:cNvPr id="462" name="Grupo 461">
                          <a:extLst>
                            <a:ext uri="{FF2B5EF4-FFF2-40B4-BE49-F238E27FC236}">
                              <a16:creationId xmlns:a16="http://schemas.microsoft.com/office/drawing/2014/main" id="{67E4D1CE-31CE-D3BA-4F3E-916C228F9DE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463" name="Grupo 462">
                            <a:extLst>
                              <a:ext uri="{FF2B5EF4-FFF2-40B4-BE49-F238E27FC236}">
                                <a16:creationId xmlns:a16="http://schemas.microsoft.com/office/drawing/2014/main" id="{B7DE1C97-46EC-319A-ABAB-1AFB827C6FF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  <a:grpFill/>
                        </p:grpSpPr>
                        <p:grpSp>
                          <p:nvGrpSpPr>
                            <p:cNvPr id="468" name="Grupo 467">
                              <a:extLst>
                                <a:ext uri="{FF2B5EF4-FFF2-40B4-BE49-F238E27FC236}">
                                  <a16:creationId xmlns:a16="http://schemas.microsoft.com/office/drawing/2014/main" id="{03AD1021-7C66-0170-8DF7-CA78C81436A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  <a:grpFill/>
                          </p:grpSpPr>
                          <p:sp>
                            <p:nvSpPr>
                              <p:cNvPr id="473" name="Rectángulo 472">
                                <a:extLst>
                                  <a:ext uri="{FF2B5EF4-FFF2-40B4-BE49-F238E27FC236}">
                                    <a16:creationId xmlns:a16="http://schemas.microsoft.com/office/drawing/2014/main" id="{E31E0D9B-E6A5-8E43-2D56-85B4C4ABEAD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  <p:sp>
                            <p:nvSpPr>
                              <p:cNvPr id="474" name="Rectángulo 473">
                                <a:extLst>
                                  <a:ext uri="{FF2B5EF4-FFF2-40B4-BE49-F238E27FC236}">
                                    <a16:creationId xmlns:a16="http://schemas.microsoft.com/office/drawing/2014/main" id="{77AFA4C2-5B20-63AE-BE35-7BFE53807A7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475" name="Marco 474">
                                <a:extLst>
                                  <a:ext uri="{FF2B5EF4-FFF2-40B4-BE49-F238E27FC236}">
                                    <a16:creationId xmlns:a16="http://schemas.microsoft.com/office/drawing/2014/main" id="{7F99E34A-E26B-970C-0502-6047CD2D42B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name="adj1" fmla="val 7853"/>
                                </a:avLst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469" name="Grupo 468">
                              <a:extLst>
                                <a:ext uri="{FF2B5EF4-FFF2-40B4-BE49-F238E27FC236}">
                                  <a16:creationId xmlns:a16="http://schemas.microsoft.com/office/drawing/2014/main" id="{76BC9680-3284-F3AB-A11E-05C950A4DA8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  <a:grpFill/>
                          </p:grpSpPr>
                          <p:sp>
                            <p:nvSpPr>
                              <p:cNvPr id="470" name="Rectángulo 469">
                                <a:extLst>
                                  <a:ext uri="{FF2B5EF4-FFF2-40B4-BE49-F238E27FC236}">
                                    <a16:creationId xmlns:a16="http://schemas.microsoft.com/office/drawing/2014/main" id="{9C29889A-E44D-E32F-6FF0-12B4EBE6671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471" name="Rectángulo 470">
                                <a:extLst>
                                  <a:ext uri="{FF2B5EF4-FFF2-40B4-BE49-F238E27FC236}">
                                    <a16:creationId xmlns:a16="http://schemas.microsoft.com/office/drawing/2014/main" id="{3DDE6D80-8B15-958B-7DBD-3B1432EBF9E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472" name="Rectángulo 471">
                                <a:extLst>
                                  <a:ext uri="{FF2B5EF4-FFF2-40B4-BE49-F238E27FC236}">
                                    <a16:creationId xmlns:a16="http://schemas.microsoft.com/office/drawing/2014/main" id="{9973B1EE-9E37-6BFF-A50A-EF00A1EF231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464" name="Grupo 463">
                            <a:extLst>
                              <a:ext uri="{FF2B5EF4-FFF2-40B4-BE49-F238E27FC236}">
                                <a16:creationId xmlns:a16="http://schemas.microsoft.com/office/drawing/2014/main" id="{489E9933-DBC8-2C99-E692-98D5D15688D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  <a:grpFill/>
                        </p:grpSpPr>
                        <p:sp>
                          <p:nvSpPr>
                            <p:cNvPr id="465" name="Rectángulo 464">
                              <a:extLst>
                                <a:ext uri="{FF2B5EF4-FFF2-40B4-BE49-F238E27FC236}">
                                  <a16:creationId xmlns:a16="http://schemas.microsoft.com/office/drawing/2014/main" id="{D4C3738F-3015-B826-6017-603D0D9153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466" name="Rectángulo 465">
                              <a:extLst>
                                <a:ext uri="{FF2B5EF4-FFF2-40B4-BE49-F238E27FC236}">
                                  <a16:creationId xmlns:a16="http://schemas.microsoft.com/office/drawing/2014/main" id="{5A988163-BDE6-98B9-1873-38DDDFA418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467" name="Rectángulo 466">
                              <a:extLst>
                                <a:ext uri="{FF2B5EF4-FFF2-40B4-BE49-F238E27FC236}">
                                  <a16:creationId xmlns:a16="http://schemas.microsoft.com/office/drawing/2014/main" id="{74A6F838-DB5F-58C0-93F7-F7FB49241F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460" name="Rectángulo 459">
                        <a:extLst>
                          <a:ext uri="{FF2B5EF4-FFF2-40B4-BE49-F238E27FC236}">
                            <a16:creationId xmlns:a16="http://schemas.microsoft.com/office/drawing/2014/main" id="{0D65D77E-341F-DB76-8CAC-469A495760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455" name="Grupo 454">
                      <a:extLst>
                        <a:ext uri="{FF2B5EF4-FFF2-40B4-BE49-F238E27FC236}">
                          <a16:creationId xmlns:a16="http://schemas.microsoft.com/office/drawing/2014/main" id="{4D6ABD56-D380-8D81-3E8C-BE0D1CC8E7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047" y="3892550"/>
                      <a:ext cx="778309" cy="59708"/>
                      <a:chOff x="5775047" y="3892550"/>
                      <a:chExt cx="778309" cy="59708"/>
                    </a:xfrm>
                    <a:grpFill/>
                  </p:grpSpPr>
                  <p:sp>
                    <p:nvSpPr>
                      <p:cNvPr id="456" name="Rectángulo 455">
                        <a:extLst>
                          <a:ext uri="{FF2B5EF4-FFF2-40B4-BE49-F238E27FC236}">
                            <a16:creationId xmlns:a16="http://schemas.microsoft.com/office/drawing/2014/main" id="{7074E660-DF9B-5518-E78B-DFE866D417F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457" name="Elipse 456">
                        <a:extLst>
                          <a:ext uri="{FF2B5EF4-FFF2-40B4-BE49-F238E27FC236}">
                            <a16:creationId xmlns:a16="http://schemas.microsoft.com/office/drawing/2014/main" id="{E18478C3-D619-5261-EECF-D707A3944F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458" name="Elipse 457">
                        <a:extLst>
                          <a:ext uri="{FF2B5EF4-FFF2-40B4-BE49-F238E27FC236}">
                            <a16:creationId xmlns:a16="http://schemas.microsoft.com/office/drawing/2014/main" id="{F9327B83-8D41-0292-24F3-619930BA26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grpSp>
              <p:nvGrpSpPr>
                <p:cNvPr id="412" name="Grupo 411">
                  <a:extLst>
                    <a:ext uri="{FF2B5EF4-FFF2-40B4-BE49-F238E27FC236}">
                      <a16:creationId xmlns:a16="http://schemas.microsoft.com/office/drawing/2014/main" id="{9730A5C7-E8CE-6B47-6B42-33171E90E754}"/>
                    </a:ext>
                  </a:extLst>
                </p:cNvPr>
                <p:cNvGrpSpPr/>
                <p:nvPr/>
              </p:nvGrpSpPr>
              <p:grpSpPr>
                <a:xfrm>
                  <a:off x="4507922" y="3546804"/>
                  <a:ext cx="2643562" cy="1010338"/>
                  <a:chOff x="4507922" y="3546803"/>
                  <a:chExt cx="2643562" cy="1010338"/>
                </a:xfrm>
                <a:grpFill/>
              </p:grpSpPr>
              <p:sp>
                <p:nvSpPr>
                  <p:cNvPr id="423" name="Rectángulo 422">
                    <a:extLst>
                      <a:ext uri="{FF2B5EF4-FFF2-40B4-BE49-F238E27FC236}">
                        <a16:creationId xmlns:a16="http://schemas.microsoft.com/office/drawing/2014/main" id="{B623557D-0038-4ADE-0528-BB1715262F9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005154" y="3754381"/>
                    <a:ext cx="146760" cy="6478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24" name="Rectángulo 423">
                    <a:extLst>
                      <a:ext uri="{FF2B5EF4-FFF2-40B4-BE49-F238E27FC236}">
                        <a16:creationId xmlns:a16="http://schemas.microsoft.com/office/drawing/2014/main" id="{30C0E33B-4D47-942D-E178-32F8AAD8392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999776" y="4390339"/>
                    <a:ext cx="146760" cy="58036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grpSp>
                <p:nvGrpSpPr>
                  <p:cNvPr id="425" name="Grupo 424">
                    <a:extLst>
                      <a:ext uri="{FF2B5EF4-FFF2-40B4-BE49-F238E27FC236}">
                        <a16:creationId xmlns:a16="http://schemas.microsoft.com/office/drawing/2014/main" id="{BD607E43-0F13-246B-71B6-63452A0C6B23}"/>
                      </a:ext>
                    </a:extLst>
                  </p:cNvPr>
                  <p:cNvGrpSpPr/>
                  <p:nvPr/>
                </p:nvGrpSpPr>
                <p:grpSpPr>
                  <a:xfrm>
                    <a:off x="4507922" y="3546803"/>
                    <a:ext cx="2643562" cy="1010338"/>
                    <a:chOff x="4507922" y="3546803"/>
                    <a:chExt cx="2643562" cy="1010338"/>
                  </a:xfrm>
                  <a:grpFill/>
                </p:grpSpPr>
                <p:grpSp>
                  <p:nvGrpSpPr>
                    <p:cNvPr id="426" name="Grupo 425">
                      <a:extLst>
                        <a:ext uri="{FF2B5EF4-FFF2-40B4-BE49-F238E27FC236}">
                          <a16:creationId xmlns:a16="http://schemas.microsoft.com/office/drawing/2014/main" id="{593ADF36-94F3-8B1C-4797-2DF58501B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3239" y="3644435"/>
                      <a:ext cx="2328245" cy="912706"/>
                      <a:chOff x="502364" y="4091091"/>
                      <a:chExt cx="1308272" cy="912706"/>
                    </a:xfrm>
                    <a:grpFill/>
                  </p:grpSpPr>
                  <p:grpSp>
                    <p:nvGrpSpPr>
                      <p:cNvPr id="446" name="Grupo 445">
                        <a:extLst>
                          <a:ext uri="{FF2B5EF4-FFF2-40B4-BE49-F238E27FC236}">
                            <a16:creationId xmlns:a16="http://schemas.microsoft.com/office/drawing/2014/main" id="{3C8BAD1D-6438-13B3-DB8D-5B9081F7060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67011" y="4165843"/>
                        <a:ext cx="222528" cy="748885"/>
                        <a:chOff x="1567011" y="4165843"/>
                        <a:chExt cx="222528" cy="748885"/>
                      </a:xfrm>
                      <a:grpFill/>
                    </p:grpSpPr>
                    <p:sp>
                      <p:nvSpPr>
                        <p:cNvPr id="450" name="Rectángulo 449">
                          <a:extLst>
                            <a:ext uri="{FF2B5EF4-FFF2-40B4-BE49-F238E27FC236}">
                              <a16:creationId xmlns:a16="http://schemas.microsoft.com/office/drawing/2014/main" id="{48D725A0-7A48-0426-48BA-864EA69D6F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67011" y="4165843"/>
                          <a:ext cx="222528" cy="6478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51" name="Rectángulo 450">
                          <a:extLst>
                            <a:ext uri="{FF2B5EF4-FFF2-40B4-BE49-F238E27FC236}">
                              <a16:creationId xmlns:a16="http://schemas.microsoft.com/office/drawing/2014/main" id="{D6F9A571-8B2C-D4F1-F97C-A53946F9545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67011" y="4849939"/>
                          <a:ext cx="222528" cy="6478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447" name="Grupo 446">
                        <a:extLst>
                          <a:ext uri="{FF2B5EF4-FFF2-40B4-BE49-F238E27FC236}">
                            <a16:creationId xmlns:a16="http://schemas.microsoft.com/office/drawing/2014/main" id="{6C5F6F51-776E-5786-00E8-8891D27AA1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02364" y="4091091"/>
                        <a:ext cx="1308272" cy="912706"/>
                        <a:chOff x="1327522" y="4249446"/>
                        <a:chExt cx="2701588" cy="912706"/>
                      </a:xfrm>
                      <a:grpFill/>
                    </p:grpSpPr>
                    <p:sp>
                      <p:nvSpPr>
                        <p:cNvPr id="448" name="Rectángulo 447">
                          <a:extLst>
                            <a:ext uri="{FF2B5EF4-FFF2-40B4-BE49-F238E27FC236}">
                              <a16:creationId xmlns:a16="http://schemas.microsoft.com/office/drawing/2014/main" id="{9377880C-E8C7-18ED-642A-F0AB42F737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29110" y="4249446"/>
                          <a:ext cx="2700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49" name="Rectángulo 448">
                          <a:extLst>
                            <a:ext uri="{FF2B5EF4-FFF2-40B4-BE49-F238E27FC236}">
                              <a16:creationId xmlns:a16="http://schemas.microsoft.com/office/drawing/2014/main" id="{AD32DF22-DCD6-FAAC-0FD9-FE71BB02E7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27522" y="5054152"/>
                          <a:ext cx="2700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427" name="Grupo 426">
                      <a:extLst>
                        <a:ext uri="{FF2B5EF4-FFF2-40B4-BE49-F238E27FC236}">
                          <a16:creationId xmlns:a16="http://schemas.microsoft.com/office/drawing/2014/main" id="{CD09A594-5262-8B15-BC46-90AED4B63E30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5490031" y="3759390"/>
                      <a:ext cx="356609" cy="512384"/>
                      <a:chOff x="2047213" y="2767253"/>
                      <a:chExt cx="430719" cy="642467"/>
                    </a:xfrm>
                    <a:grpFill/>
                  </p:grpSpPr>
                  <p:grpSp>
                    <p:nvGrpSpPr>
                      <p:cNvPr id="441" name="Grupo 440">
                        <a:extLst>
                          <a:ext uri="{FF2B5EF4-FFF2-40B4-BE49-F238E27FC236}">
                            <a16:creationId xmlns:a16="http://schemas.microsoft.com/office/drawing/2014/main" id="{2FABEB65-CBB8-40C0-C69C-CCBE87A5132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47213" y="2767253"/>
                        <a:ext cx="430719" cy="429014"/>
                        <a:chOff x="2382817" y="1775579"/>
                        <a:chExt cx="299697" cy="304754"/>
                      </a:xfrm>
                      <a:grpFill/>
                    </p:grpSpPr>
                    <p:sp>
                      <p:nvSpPr>
                        <p:cNvPr id="443" name="Rectángulo 442">
                          <a:extLst>
                            <a:ext uri="{FF2B5EF4-FFF2-40B4-BE49-F238E27FC236}">
                              <a16:creationId xmlns:a16="http://schemas.microsoft.com/office/drawing/2014/main" id="{849D21D9-C3D8-0D3B-5A00-3CFCF78B8E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44" name="Rectángulo 443">
                          <a:extLst>
                            <a:ext uri="{FF2B5EF4-FFF2-40B4-BE49-F238E27FC236}">
                              <a16:creationId xmlns:a16="http://schemas.microsoft.com/office/drawing/2014/main" id="{B32A4C4F-B570-CD32-DA0B-BEAA9C9FFE1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2947" y="1775579"/>
                          <a:ext cx="298791" cy="76406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45" name="Rectángulo 444">
                          <a:extLst>
                            <a:ext uri="{FF2B5EF4-FFF2-40B4-BE49-F238E27FC236}">
                              <a16:creationId xmlns:a16="http://schemas.microsoft.com/office/drawing/2014/main" id="{53E162AA-C707-2584-0AA4-EB2373EB44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442" name="Rectángulo 441">
                        <a:extLst>
                          <a:ext uri="{FF2B5EF4-FFF2-40B4-BE49-F238E27FC236}">
                            <a16:creationId xmlns:a16="http://schemas.microsoft.com/office/drawing/2014/main" id="{5298A149-7298-47AC-BF70-F6DA565FA4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428" name="Grupo 427">
                      <a:extLst>
                        <a:ext uri="{FF2B5EF4-FFF2-40B4-BE49-F238E27FC236}">
                          <a16:creationId xmlns:a16="http://schemas.microsoft.com/office/drawing/2014/main" id="{25CA0EB7-445B-2BD5-8AEA-D0106C23978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07477" y="3546803"/>
                      <a:ext cx="853204" cy="96037"/>
                      <a:chOff x="4907477" y="3546803"/>
                      <a:chExt cx="853204" cy="96037"/>
                    </a:xfrm>
                    <a:grpFill/>
                  </p:grpSpPr>
                  <p:sp>
                    <p:nvSpPr>
                      <p:cNvPr id="438" name="Rectángulo 437">
                        <a:extLst>
                          <a:ext uri="{FF2B5EF4-FFF2-40B4-BE49-F238E27FC236}">
                            <a16:creationId xmlns:a16="http://schemas.microsoft.com/office/drawing/2014/main" id="{4BC34DA3-4D90-A7EB-81A5-1DCD82E840FC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907477" y="3546804"/>
                        <a:ext cx="342114" cy="96035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439" name="Rectángulo 438">
                        <a:extLst>
                          <a:ext uri="{FF2B5EF4-FFF2-40B4-BE49-F238E27FC236}">
                            <a16:creationId xmlns:a16="http://schemas.microsoft.com/office/drawing/2014/main" id="{3D17E5AD-752C-5A46-9B02-BBA34A6485DD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569132" y="3546803"/>
                        <a:ext cx="191549" cy="96037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440" name="Rectángulo 439">
                        <a:extLst>
                          <a:ext uri="{FF2B5EF4-FFF2-40B4-BE49-F238E27FC236}">
                            <a16:creationId xmlns:a16="http://schemas.microsoft.com/office/drawing/2014/main" id="{FE707683-40CA-2261-7EE7-63540F9BBD1C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907477" y="3571166"/>
                        <a:ext cx="853204" cy="45719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429" name="Grupo 428">
                      <a:extLst>
                        <a:ext uri="{FF2B5EF4-FFF2-40B4-BE49-F238E27FC236}">
                          <a16:creationId xmlns:a16="http://schemas.microsoft.com/office/drawing/2014/main" id="{39974F8C-3A8C-49BA-25C8-A39332DD18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52800" y="3811517"/>
                      <a:ext cx="634868" cy="577903"/>
                      <a:chOff x="4753771" y="3870856"/>
                      <a:chExt cx="634868" cy="577903"/>
                    </a:xfrm>
                    <a:grpFill/>
                  </p:grpSpPr>
                  <p:sp>
                    <p:nvSpPr>
                      <p:cNvPr id="435" name="Rectángulo 434">
                        <a:extLst>
                          <a:ext uri="{FF2B5EF4-FFF2-40B4-BE49-F238E27FC236}">
                            <a16:creationId xmlns:a16="http://schemas.microsoft.com/office/drawing/2014/main" id="{61558365-0518-65F9-93DC-D3EEB4B93C86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753771" y="3964668"/>
                        <a:ext cx="633553" cy="39345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436" name="Rectángulo 435">
                        <a:extLst>
                          <a:ext uri="{FF2B5EF4-FFF2-40B4-BE49-F238E27FC236}">
                            <a16:creationId xmlns:a16="http://schemas.microsoft.com/office/drawing/2014/main" id="{1136E088-C494-9E26-4743-E7B0012DF58B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754851" y="3870856"/>
                        <a:ext cx="633553" cy="93812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437" name="Rectángulo 436">
                        <a:extLst>
                          <a:ext uri="{FF2B5EF4-FFF2-40B4-BE49-F238E27FC236}">
                            <a16:creationId xmlns:a16="http://schemas.microsoft.com/office/drawing/2014/main" id="{0FEB10F7-4870-F795-8A63-342449876058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755086" y="4354947"/>
                        <a:ext cx="633553" cy="93812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430" name="Grupo 429">
                      <a:extLst>
                        <a:ext uri="{FF2B5EF4-FFF2-40B4-BE49-F238E27FC236}">
                          <a16:creationId xmlns:a16="http://schemas.microsoft.com/office/drawing/2014/main" id="{1339BADC-FB65-2185-591C-6E57D51CE9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7922" y="4032002"/>
                      <a:ext cx="307233" cy="114324"/>
                      <a:chOff x="4507922" y="4032002"/>
                      <a:chExt cx="307233" cy="114324"/>
                    </a:xfrm>
                    <a:grpFill/>
                  </p:grpSpPr>
                  <p:sp>
                    <p:nvSpPr>
                      <p:cNvPr id="433" name="Rectángulo 432">
                        <a:extLst>
                          <a:ext uri="{FF2B5EF4-FFF2-40B4-BE49-F238E27FC236}">
                            <a16:creationId xmlns:a16="http://schemas.microsoft.com/office/drawing/2014/main" id="{6DF05B50-810A-2349-7685-8153CB0784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9436" y="4032002"/>
                        <a:ext cx="45719" cy="114324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434" name="Rectángulo 433">
                        <a:extLst>
                          <a:ext uri="{FF2B5EF4-FFF2-40B4-BE49-F238E27FC236}">
                            <a16:creationId xmlns:a16="http://schemas.microsoft.com/office/drawing/2014/main" id="{47B91DA8-740E-9A03-DE5B-F9E8B3062C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7922" y="4044091"/>
                        <a:ext cx="259943" cy="9381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431" name="Rectángulo 430">
                      <a:extLst>
                        <a:ext uri="{FF2B5EF4-FFF2-40B4-BE49-F238E27FC236}">
                          <a16:creationId xmlns:a16="http://schemas.microsoft.com/office/drawing/2014/main" id="{F05C2239-2F30-A8B2-B6F0-661D7DB90177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589484" y="3751758"/>
                      <a:ext cx="45719" cy="696491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432" name="Rectángulo 431">
                      <a:extLst>
                        <a:ext uri="{FF2B5EF4-FFF2-40B4-BE49-F238E27FC236}">
                          <a16:creationId xmlns:a16="http://schemas.microsoft.com/office/drawing/2014/main" id="{874CC012-85A0-2433-7147-2C119F466BAD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420983" y="3751758"/>
                      <a:ext cx="45719" cy="696491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413" name="Grupo 412">
                  <a:extLst>
                    <a:ext uri="{FF2B5EF4-FFF2-40B4-BE49-F238E27FC236}">
                      <a16:creationId xmlns:a16="http://schemas.microsoft.com/office/drawing/2014/main" id="{F5C71B66-F5D5-26B8-9403-88AF1F3EC0AE}"/>
                    </a:ext>
                  </a:extLst>
                </p:cNvPr>
                <p:cNvGrpSpPr/>
                <p:nvPr/>
              </p:nvGrpSpPr>
              <p:grpSpPr>
                <a:xfrm>
                  <a:off x="6661270" y="3783868"/>
                  <a:ext cx="2708274" cy="626053"/>
                  <a:chOff x="6661270" y="3783867"/>
                  <a:chExt cx="2708274" cy="626053"/>
                </a:xfrm>
                <a:grpFill/>
              </p:grpSpPr>
              <p:grpSp>
                <p:nvGrpSpPr>
                  <p:cNvPr id="414" name="Grupo 413">
                    <a:extLst>
                      <a:ext uri="{FF2B5EF4-FFF2-40B4-BE49-F238E27FC236}">
                        <a16:creationId xmlns:a16="http://schemas.microsoft.com/office/drawing/2014/main" id="{300619AE-206C-8FDA-6985-ED98F296E26A}"/>
                      </a:ext>
                    </a:extLst>
                  </p:cNvPr>
                  <p:cNvGrpSpPr/>
                  <p:nvPr/>
                </p:nvGrpSpPr>
                <p:grpSpPr>
                  <a:xfrm>
                    <a:off x="6661270" y="3783867"/>
                    <a:ext cx="2708274" cy="626053"/>
                    <a:chOff x="1320836" y="4230396"/>
                    <a:chExt cx="2708274" cy="626053"/>
                  </a:xfrm>
                  <a:grpFill/>
                </p:grpSpPr>
                <p:sp>
                  <p:nvSpPr>
                    <p:cNvPr id="421" name="Rectángulo 420">
                      <a:extLst>
                        <a:ext uri="{FF2B5EF4-FFF2-40B4-BE49-F238E27FC236}">
                          <a16:creationId xmlns:a16="http://schemas.microsoft.com/office/drawing/2014/main" id="{2FDB5E58-D72C-B97A-42B0-BC514AF77F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9110" y="4230396"/>
                      <a:ext cx="2700000" cy="108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422" name="Rectángulo 421">
                      <a:extLst>
                        <a:ext uri="{FF2B5EF4-FFF2-40B4-BE49-F238E27FC236}">
                          <a16:creationId xmlns:a16="http://schemas.microsoft.com/office/drawing/2014/main" id="{CCE7A482-DAE6-5D62-3465-0BE9E746D5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0836" y="4748449"/>
                      <a:ext cx="2700000" cy="108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grpSp>
                <p:nvGrpSpPr>
                  <p:cNvPr id="415" name="Grupo 414">
                    <a:extLst>
                      <a:ext uri="{FF2B5EF4-FFF2-40B4-BE49-F238E27FC236}">
                        <a16:creationId xmlns:a16="http://schemas.microsoft.com/office/drawing/2014/main" id="{A8B18CEA-8102-77B6-CAB6-00C898355B8D}"/>
                      </a:ext>
                    </a:extLst>
                  </p:cNvPr>
                  <p:cNvGrpSpPr/>
                  <p:nvPr/>
                </p:nvGrpSpPr>
                <p:grpSpPr>
                  <a:xfrm>
                    <a:off x="6709649" y="3891867"/>
                    <a:ext cx="2222868" cy="413022"/>
                    <a:chOff x="6709649" y="3891867"/>
                    <a:chExt cx="2222868" cy="413022"/>
                  </a:xfrm>
                  <a:grpFill/>
                </p:grpSpPr>
                <p:sp>
                  <p:nvSpPr>
                    <p:cNvPr id="416" name="Rectángulo 415">
                      <a:extLst>
                        <a:ext uri="{FF2B5EF4-FFF2-40B4-BE49-F238E27FC236}">
                          <a16:creationId xmlns:a16="http://schemas.microsoft.com/office/drawing/2014/main" id="{4C469278-8B2E-2694-E676-A46C4EAC095B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880507" y="3891867"/>
                      <a:ext cx="46539" cy="4085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417" name="Rectángulo 416">
                      <a:extLst>
                        <a:ext uri="{FF2B5EF4-FFF2-40B4-BE49-F238E27FC236}">
                          <a16:creationId xmlns:a16="http://schemas.microsoft.com/office/drawing/2014/main" id="{53EFC887-E830-FACF-EFEC-3BF09233E7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9649" y="3996549"/>
                      <a:ext cx="396018" cy="198981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418" name="Rectángulo 417">
                      <a:extLst>
                        <a:ext uri="{FF2B5EF4-FFF2-40B4-BE49-F238E27FC236}">
                          <a16:creationId xmlns:a16="http://schemas.microsoft.com/office/drawing/2014/main" id="{825A559B-DA77-CFC7-6423-5406C573FFE1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8702279" y="3896386"/>
                      <a:ext cx="46539" cy="4085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419" name="Rectángulo 418">
                      <a:extLst>
                        <a:ext uri="{FF2B5EF4-FFF2-40B4-BE49-F238E27FC236}">
                          <a16:creationId xmlns:a16="http://schemas.microsoft.com/office/drawing/2014/main" id="{C3A2FC65-1555-FC3D-4DD6-2135D8A6BF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6499" y="3990890"/>
                      <a:ext cx="396018" cy="198981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420" name="Rectángulo 419">
                      <a:extLst>
                        <a:ext uri="{FF2B5EF4-FFF2-40B4-BE49-F238E27FC236}">
                          <a16:creationId xmlns:a16="http://schemas.microsoft.com/office/drawing/2014/main" id="{EC708416-5E54-9358-4779-AD6EBCDD0A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9649" y="4035049"/>
                      <a:ext cx="2222868" cy="117501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</p:grpSp>
      </p:grpSp>
      <p:sp>
        <p:nvSpPr>
          <p:cNvPr id="4" name="Elipse 3">
            <a:extLst>
              <a:ext uri="{FF2B5EF4-FFF2-40B4-BE49-F238E27FC236}">
                <a16:creationId xmlns:a16="http://schemas.microsoft.com/office/drawing/2014/main" id="{1E1C6A27-695B-3002-50B7-4A574C6808CB}"/>
              </a:ext>
            </a:extLst>
          </p:cNvPr>
          <p:cNvSpPr/>
          <p:nvPr/>
        </p:nvSpPr>
        <p:spPr>
          <a:xfrm>
            <a:off x="7554045" y="3477970"/>
            <a:ext cx="144000" cy="144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C4E3F65-84D1-DF38-B0A2-1A90B3F31DDB}"/>
              </a:ext>
            </a:extLst>
          </p:cNvPr>
          <p:cNvSpPr/>
          <p:nvPr/>
        </p:nvSpPr>
        <p:spPr>
          <a:xfrm>
            <a:off x="4209111" y="3484913"/>
            <a:ext cx="144000" cy="144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84B50B4-5AAF-4CEB-A097-AC3CF0039A27}"/>
              </a:ext>
            </a:extLst>
          </p:cNvPr>
          <p:cNvSpPr/>
          <p:nvPr/>
        </p:nvSpPr>
        <p:spPr>
          <a:xfrm>
            <a:off x="8615166" y="3232067"/>
            <a:ext cx="144000" cy="144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A16EF33-B695-DBF0-9A2F-F34453E881FB}"/>
              </a:ext>
            </a:extLst>
          </p:cNvPr>
          <p:cNvSpPr/>
          <p:nvPr/>
        </p:nvSpPr>
        <p:spPr>
          <a:xfrm>
            <a:off x="6375911" y="3891897"/>
            <a:ext cx="144000" cy="144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EF4B5BE-5F95-1A16-CFF7-D435DC65F835}"/>
              </a:ext>
            </a:extLst>
          </p:cNvPr>
          <p:cNvSpPr/>
          <p:nvPr/>
        </p:nvSpPr>
        <p:spPr>
          <a:xfrm>
            <a:off x="4551774" y="3068669"/>
            <a:ext cx="144000" cy="144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C412EF2-E8A7-F233-7B20-0E0F1ED420B3}"/>
              </a:ext>
            </a:extLst>
          </p:cNvPr>
          <p:cNvSpPr/>
          <p:nvPr/>
        </p:nvSpPr>
        <p:spPr>
          <a:xfrm>
            <a:off x="3095443" y="3380779"/>
            <a:ext cx="144000" cy="144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713976D-53EA-BC90-8078-AB17A18CF3C7}"/>
              </a:ext>
            </a:extLst>
          </p:cNvPr>
          <p:cNvSpPr/>
          <p:nvPr/>
        </p:nvSpPr>
        <p:spPr>
          <a:xfrm>
            <a:off x="3292643" y="3661784"/>
            <a:ext cx="144000" cy="144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374AAB5-5DD4-3DA4-43A5-189FFA81B804}"/>
              </a:ext>
            </a:extLst>
          </p:cNvPr>
          <p:cNvSpPr txBox="1"/>
          <p:nvPr/>
        </p:nvSpPr>
        <p:spPr>
          <a:xfrm>
            <a:off x="9150785" y="5056339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sensor </a:t>
            </a:r>
            <a:r>
              <a:rPr lang="es-ES" sz="2400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25E08A7-F15D-1FF4-5435-441626B41135}"/>
              </a:ext>
            </a:extLst>
          </p:cNvPr>
          <p:cNvSpPr txBox="1"/>
          <p:nvPr/>
        </p:nvSpPr>
        <p:spPr>
          <a:xfrm>
            <a:off x="5765651" y="5503864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sensor </a:t>
            </a:r>
            <a:r>
              <a:rPr lang="es-ES" sz="2400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78E7564-1130-C7D7-FC03-2A4E15C07445}"/>
              </a:ext>
            </a:extLst>
          </p:cNvPr>
          <p:cNvSpPr txBox="1"/>
          <p:nvPr/>
        </p:nvSpPr>
        <p:spPr>
          <a:xfrm>
            <a:off x="6085138" y="1565286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sensor </a:t>
            </a:r>
            <a:r>
              <a:rPr lang="es-ES" sz="2400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9D0691A-7AAC-BBCC-2793-F8EF3DF2BF17}"/>
              </a:ext>
            </a:extLst>
          </p:cNvPr>
          <p:cNvSpPr txBox="1"/>
          <p:nvPr/>
        </p:nvSpPr>
        <p:spPr>
          <a:xfrm>
            <a:off x="4080237" y="1553905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sensor </a:t>
            </a:r>
            <a:r>
              <a:rPr lang="es-ES" sz="2400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s4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3221A3C-AD72-F731-F3D3-BF29E12BA2FC}"/>
              </a:ext>
            </a:extLst>
          </p:cNvPr>
          <p:cNvSpPr txBox="1"/>
          <p:nvPr/>
        </p:nvSpPr>
        <p:spPr>
          <a:xfrm>
            <a:off x="2444426" y="5317131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sensor </a:t>
            </a:r>
            <a:r>
              <a:rPr lang="es-ES" sz="2400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s5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32E9E5C-4692-C9D2-6344-EF9A5CF03742}"/>
              </a:ext>
            </a:extLst>
          </p:cNvPr>
          <p:cNvSpPr txBox="1"/>
          <p:nvPr/>
        </p:nvSpPr>
        <p:spPr>
          <a:xfrm>
            <a:off x="616256" y="4362977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sensor </a:t>
            </a:r>
            <a:r>
              <a:rPr lang="es-ES" sz="2400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s6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BA77D24-5AE8-5BC4-F983-886802CEEB4E}"/>
              </a:ext>
            </a:extLst>
          </p:cNvPr>
          <p:cNvSpPr txBox="1"/>
          <p:nvPr/>
        </p:nvSpPr>
        <p:spPr>
          <a:xfrm>
            <a:off x="340358" y="2572892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sensor </a:t>
            </a:r>
            <a:r>
              <a:rPr lang="es-ES" sz="2400" b="1" dirty="0">
                <a:solidFill>
                  <a:srgbClr val="FF000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s7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FD3B801-9FB2-3D2A-A181-CAD8BCC30762}"/>
              </a:ext>
            </a:extLst>
          </p:cNvPr>
          <p:cNvSpPr txBox="1"/>
          <p:nvPr/>
        </p:nvSpPr>
        <p:spPr>
          <a:xfrm>
            <a:off x="7236996" y="908047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Motor </a:t>
            </a:r>
            <a:r>
              <a:rPr lang="es-ES" sz="2400" b="1" dirty="0">
                <a:solidFill>
                  <a:srgbClr val="0070C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M2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3B965A-2D93-A9FE-C9C7-2C1DF4D532F1}"/>
              </a:ext>
            </a:extLst>
          </p:cNvPr>
          <p:cNvSpPr txBox="1"/>
          <p:nvPr/>
        </p:nvSpPr>
        <p:spPr>
          <a:xfrm>
            <a:off x="7302793" y="5835013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Motor </a:t>
            </a:r>
            <a:r>
              <a:rPr lang="es-ES" sz="2400" b="1" dirty="0">
                <a:solidFill>
                  <a:srgbClr val="0070C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M3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4E02F9C-327F-0B43-CB46-BCEEF868E20D}"/>
              </a:ext>
            </a:extLst>
          </p:cNvPr>
          <p:cNvSpPr txBox="1"/>
          <p:nvPr/>
        </p:nvSpPr>
        <p:spPr>
          <a:xfrm>
            <a:off x="4177704" y="4969491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Motor </a:t>
            </a:r>
            <a:r>
              <a:rPr lang="es-ES" sz="2400" b="1" dirty="0">
                <a:solidFill>
                  <a:srgbClr val="0070C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M4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CD52765-C27E-2A3B-62DF-29359347F53D}"/>
              </a:ext>
            </a:extLst>
          </p:cNvPr>
          <p:cNvSpPr txBox="1"/>
          <p:nvPr/>
        </p:nvSpPr>
        <p:spPr>
          <a:xfrm>
            <a:off x="1835273" y="1662174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Motor </a:t>
            </a:r>
            <a:r>
              <a:rPr lang="es-ES" sz="2400" b="1" dirty="0">
                <a:solidFill>
                  <a:srgbClr val="0070C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M5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FBE4D82-7216-7357-6E94-5D88B6FB7DCD}"/>
              </a:ext>
            </a:extLst>
          </p:cNvPr>
          <p:cNvSpPr txBox="1"/>
          <p:nvPr/>
        </p:nvSpPr>
        <p:spPr>
          <a:xfrm>
            <a:off x="182573" y="3666003"/>
            <a:ext cx="198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Motor </a:t>
            </a:r>
            <a:r>
              <a:rPr lang="es-ES" sz="2400" b="1" dirty="0">
                <a:solidFill>
                  <a:srgbClr val="0070C0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M6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AF35C04-14C8-C813-82D6-1282F48846FE}"/>
              </a:ext>
            </a:extLst>
          </p:cNvPr>
          <p:cNvCxnSpPr>
            <a:stCxn id="20" idx="2"/>
            <a:endCxn id="505" idx="0"/>
          </p:cNvCxnSpPr>
          <p:nvPr/>
        </p:nvCxnSpPr>
        <p:spPr>
          <a:xfrm>
            <a:off x="8229213" y="1369712"/>
            <a:ext cx="0" cy="10526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17DFFAE9-664A-3F2B-2826-283C36987E12}"/>
              </a:ext>
            </a:extLst>
          </p:cNvPr>
          <p:cNvCxnSpPr>
            <a:cxnSpLocks/>
          </p:cNvCxnSpPr>
          <p:nvPr/>
        </p:nvCxnSpPr>
        <p:spPr>
          <a:xfrm flipV="1">
            <a:off x="8235968" y="4824642"/>
            <a:ext cx="0" cy="10526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722D540D-C7F8-5471-9F91-6063D42F6F3D}"/>
              </a:ext>
            </a:extLst>
          </p:cNvPr>
          <p:cNvCxnSpPr>
            <a:cxnSpLocks/>
          </p:cNvCxnSpPr>
          <p:nvPr/>
        </p:nvCxnSpPr>
        <p:spPr>
          <a:xfrm flipV="1">
            <a:off x="5198063" y="3789403"/>
            <a:ext cx="0" cy="10526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3E787D5-D9F7-5202-DFA1-1BA2A3D09409}"/>
              </a:ext>
            </a:extLst>
          </p:cNvPr>
          <p:cNvCxnSpPr>
            <a:cxnSpLocks/>
          </p:cNvCxnSpPr>
          <p:nvPr/>
        </p:nvCxnSpPr>
        <p:spPr>
          <a:xfrm>
            <a:off x="3205350" y="2123839"/>
            <a:ext cx="1321359" cy="13468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07F2542D-22CC-2B35-8A06-D3078C1DEDEF}"/>
              </a:ext>
            </a:extLst>
          </p:cNvPr>
          <p:cNvCxnSpPr>
            <a:cxnSpLocks/>
          </p:cNvCxnSpPr>
          <p:nvPr/>
        </p:nvCxnSpPr>
        <p:spPr>
          <a:xfrm flipV="1">
            <a:off x="2044354" y="3545874"/>
            <a:ext cx="1580050" cy="4306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9823F9C0-AC16-19F9-F3AB-69A9E717A567}"/>
              </a:ext>
            </a:extLst>
          </p:cNvPr>
          <p:cNvCxnSpPr>
            <a:cxnSpLocks/>
            <a:endCxn id="6" idx="4"/>
          </p:cNvCxnSpPr>
          <p:nvPr/>
        </p:nvCxnSpPr>
        <p:spPr>
          <a:xfrm flipV="1">
            <a:off x="3344820" y="3628913"/>
            <a:ext cx="936291" cy="172203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65FFCB6E-5015-A80D-5B94-268DD75AB1A3}"/>
              </a:ext>
            </a:extLst>
          </p:cNvPr>
          <p:cNvCxnSpPr>
            <a:cxnSpLocks/>
            <a:endCxn id="350" idx="1"/>
          </p:cNvCxnSpPr>
          <p:nvPr/>
        </p:nvCxnSpPr>
        <p:spPr>
          <a:xfrm>
            <a:off x="2143753" y="2801372"/>
            <a:ext cx="794036" cy="4702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47307EC-034C-BDBA-A5E3-E81917DF3D1E}"/>
              </a:ext>
            </a:extLst>
          </p:cNvPr>
          <p:cNvCxnSpPr>
            <a:cxnSpLocks/>
            <a:endCxn id="318" idx="2"/>
          </p:cNvCxnSpPr>
          <p:nvPr/>
        </p:nvCxnSpPr>
        <p:spPr>
          <a:xfrm flipV="1">
            <a:off x="2409882" y="3946351"/>
            <a:ext cx="825322" cy="6181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10665616-3142-7773-416C-B17A0C5393A9}"/>
              </a:ext>
            </a:extLst>
          </p:cNvPr>
          <p:cNvCxnSpPr>
            <a:cxnSpLocks/>
          </p:cNvCxnSpPr>
          <p:nvPr/>
        </p:nvCxnSpPr>
        <p:spPr>
          <a:xfrm flipH="1">
            <a:off x="4709470" y="1931635"/>
            <a:ext cx="394150" cy="10423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D50E1BB-84B9-1433-BA19-653875A1DFAB}"/>
              </a:ext>
            </a:extLst>
          </p:cNvPr>
          <p:cNvCxnSpPr>
            <a:cxnSpLocks/>
          </p:cNvCxnSpPr>
          <p:nvPr/>
        </p:nvCxnSpPr>
        <p:spPr>
          <a:xfrm flipH="1">
            <a:off x="6519911" y="1952290"/>
            <a:ext cx="534326" cy="19095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89801E48-A008-C9CB-D9BB-389CF112BAE6}"/>
              </a:ext>
            </a:extLst>
          </p:cNvPr>
          <p:cNvCxnSpPr>
            <a:cxnSpLocks/>
            <a:endCxn id="4" idx="3"/>
          </p:cNvCxnSpPr>
          <p:nvPr/>
        </p:nvCxnSpPr>
        <p:spPr>
          <a:xfrm flipV="1">
            <a:off x="6834072" y="3600882"/>
            <a:ext cx="741061" cy="19436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95CF37B4-86EF-E32D-8704-85353EA65ECA}"/>
              </a:ext>
            </a:extLst>
          </p:cNvPr>
          <p:cNvCxnSpPr>
            <a:cxnSpLocks/>
          </p:cNvCxnSpPr>
          <p:nvPr/>
        </p:nvCxnSpPr>
        <p:spPr>
          <a:xfrm flipH="1" flipV="1">
            <a:off x="8763876" y="3436498"/>
            <a:ext cx="1256100" cy="16399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93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5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34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4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50"/>
                            </p:stCondLst>
                            <p:childTnLst>
                              <p:par>
                                <p:cTn id="4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5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6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50"/>
                            </p:stCondLst>
                            <p:childTnLst>
                              <p:par>
                                <p:cTn id="6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250"/>
                            </p:stCondLst>
                            <p:childTnLst>
                              <p:par>
                                <p:cTn id="8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8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750"/>
                            </p:stCondLst>
                            <p:childTnLst>
                              <p:par>
                                <p:cTn id="10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0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15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1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2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500"/>
                            </p:stCondLst>
                            <p:childTnLst>
                              <p:par>
                                <p:cTn id="12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438" y="20331"/>
            <a:ext cx="11068575" cy="1292594"/>
          </a:xfrm>
        </p:spPr>
        <p:txBody>
          <a:bodyPr>
            <a:noAutofit/>
          </a:bodyPr>
          <a:lstStyle/>
          <a:p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</a:t>
            </a:r>
          </a:p>
        </p:txBody>
      </p:sp>
      <p:grpSp>
        <p:nvGrpSpPr>
          <p:cNvPr id="515" name="Grupo 514">
            <a:extLst>
              <a:ext uri="{FF2B5EF4-FFF2-40B4-BE49-F238E27FC236}">
                <a16:creationId xmlns:a16="http://schemas.microsoft.com/office/drawing/2014/main" id="{6D9B6B1D-6310-2F2A-F91D-CCBBB6259DF0}"/>
              </a:ext>
            </a:extLst>
          </p:cNvPr>
          <p:cNvGrpSpPr/>
          <p:nvPr/>
        </p:nvGrpSpPr>
        <p:grpSpPr>
          <a:xfrm>
            <a:off x="7368338" y="4399619"/>
            <a:ext cx="1883264" cy="1164627"/>
            <a:chOff x="6767476" y="2807824"/>
            <a:chExt cx="2544585" cy="1620000"/>
          </a:xfrm>
        </p:grpSpPr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0AA595F4-27AD-D133-C7AF-FD2C08C384F0}"/>
                </a:ext>
              </a:extLst>
            </p:cNvPr>
            <p:cNvSpPr/>
            <p:nvPr/>
          </p:nvSpPr>
          <p:spPr>
            <a:xfrm>
              <a:off x="6792061" y="2807824"/>
              <a:ext cx="2520000" cy="1620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93" name="Grupo 392">
              <a:extLst>
                <a:ext uri="{FF2B5EF4-FFF2-40B4-BE49-F238E27FC236}">
                  <a16:creationId xmlns:a16="http://schemas.microsoft.com/office/drawing/2014/main" id="{F415583B-D13D-0FBA-4118-E2A4C2E95F21}"/>
                </a:ext>
              </a:extLst>
            </p:cNvPr>
            <p:cNvGrpSpPr/>
            <p:nvPr/>
          </p:nvGrpSpPr>
          <p:grpSpPr>
            <a:xfrm>
              <a:off x="6767476" y="3549941"/>
              <a:ext cx="183460" cy="131087"/>
              <a:chOff x="7880046" y="4034592"/>
              <a:chExt cx="183460" cy="131087"/>
            </a:xfrm>
          </p:grpSpPr>
          <p:sp>
            <p:nvSpPr>
              <p:cNvPr id="275" name="Rectángulo 274">
                <a:extLst>
                  <a:ext uri="{FF2B5EF4-FFF2-40B4-BE49-F238E27FC236}">
                    <a16:creationId xmlns:a16="http://schemas.microsoft.com/office/drawing/2014/main" id="{229B88E0-C3F4-A675-8319-EC5D98D8B036}"/>
                  </a:ext>
                </a:extLst>
              </p:cNvPr>
              <p:cNvSpPr/>
              <p:nvPr/>
            </p:nvSpPr>
            <p:spPr>
              <a:xfrm>
                <a:off x="7880046" y="4034592"/>
                <a:ext cx="46539" cy="131087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2" name="Rectángulo 391">
                <a:extLst>
                  <a:ext uri="{FF2B5EF4-FFF2-40B4-BE49-F238E27FC236}">
                    <a16:creationId xmlns:a16="http://schemas.microsoft.com/office/drawing/2014/main" id="{3504FCE6-A1EA-667A-A020-9B0DE6B57E11}"/>
                  </a:ext>
                </a:extLst>
              </p:cNvPr>
              <p:cNvSpPr/>
              <p:nvPr/>
            </p:nvSpPr>
            <p:spPr>
              <a:xfrm>
                <a:off x="7926585" y="4050038"/>
                <a:ext cx="136921" cy="93813"/>
              </a:xfrm>
              <a:prstGeom prst="rect">
                <a:avLst/>
              </a:prstGeom>
              <a:pattFill prst="dkVert">
                <a:fgClr>
                  <a:schemeClr val="bg1">
                    <a:lumMod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sp>
        <p:nvSpPr>
          <p:cNvPr id="8" name="Subtítulo 2">
            <a:extLst>
              <a:ext uri="{FF2B5EF4-FFF2-40B4-BE49-F238E27FC236}">
                <a16:creationId xmlns:a16="http://schemas.microsoft.com/office/drawing/2014/main" id="{07841018-B4FF-3A2E-8B3A-5162A1D7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20" y="2194345"/>
            <a:ext cx="4374564" cy="3954625"/>
          </a:xfrm>
        </p:spPr>
        <p:txBody>
          <a:bodyPr>
            <a:normAutofit/>
          </a:bodyPr>
          <a:lstStyle/>
          <a:p>
            <a:pPr algn="l"/>
            <a:r>
              <a:rPr lang="es-ES" sz="1600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</a:rPr>
              <a:t>¿Botón S1 presionado?</a:t>
            </a:r>
          </a:p>
          <a:p>
            <a:pPr lvl="1" algn="l"/>
            <a:r>
              <a:rPr lang="es-ES" sz="1400" b="1" dirty="0">
                <a:solidFill>
                  <a:srgbClr val="00B050"/>
                </a:solidFill>
              </a:rPr>
              <a:t>Si, </a:t>
            </a:r>
            <a:r>
              <a:rPr lang="es-ES" sz="1400" dirty="0"/>
              <a:t>rotar brazo en sentido horario</a:t>
            </a:r>
          </a:p>
          <a:p>
            <a:pPr lvl="1" algn="l"/>
            <a:r>
              <a:rPr lang="es-ES" sz="1400" b="1" dirty="0">
                <a:solidFill>
                  <a:srgbClr val="FF0000"/>
                </a:solidFill>
              </a:rPr>
              <a:t>No, </a:t>
            </a:r>
            <a:r>
              <a:rPr lang="es-ES" sz="1400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</a:rPr>
              <a:t>¿sensor S1 detectado?</a:t>
            </a:r>
          </a:p>
          <a:p>
            <a:pPr lvl="1" algn="l"/>
            <a:r>
              <a:rPr lang="es-ES" sz="1400" b="1" dirty="0">
                <a:solidFill>
                  <a:srgbClr val="00B050"/>
                </a:solidFill>
              </a:rPr>
              <a:t>Si, </a:t>
            </a:r>
            <a:r>
              <a:rPr lang="es-ES" sz="1400" dirty="0"/>
              <a:t>inhabilitar botón S1 y habilitar botón S2.</a:t>
            </a:r>
          </a:p>
          <a:p>
            <a:pPr lvl="1" algn="l"/>
            <a:r>
              <a:rPr lang="es-ES" sz="1400" b="1" dirty="0">
                <a:solidFill>
                  <a:srgbClr val="FF0000"/>
                </a:solidFill>
              </a:rPr>
              <a:t>No, </a:t>
            </a:r>
            <a:r>
              <a:rPr lang="es-ES" sz="1400" dirty="0"/>
              <a:t>saltar al paso 1.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</a:rPr>
              <a:t>¿Botón S2 presionado?</a:t>
            </a:r>
          </a:p>
          <a:p>
            <a:pPr lvl="1" algn="l"/>
            <a:r>
              <a:rPr lang="es-ES" sz="1400" b="1" dirty="0">
                <a:solidFill>
                  <a:srgbClr val="00B050"/>
                </a:solidFill>
              </a:rPr>
              <a:t>Si, </a:t>
            </a:r>
            <a:r>
              <a:rPr lang="es-ES" sz="1400" dirty="0"/>
              <a:t>rotar brazo en sentido antihorario.</a:t>
            </a:r>
          </a:p>
          <a:p>
            <a:pPr lvl="1" algn="l"/>
            <a:r>
              <a:rPr lang="es-ES" sz="1400" b="1" dirty="0">
                <a:solidFill>
                  <a:srgbClr val="FF0000"/>
                </a:solidFill>
              </a:rPr>
              <a:t>No, </a:t>
            </a:r>
            <a:r>
              <a:rPr lang="es-ES" sz="1400" dirty="0"/>
              <a:t>saltar al paso 1.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</a:rPr>
              <a:t>¿sensor S1 detectado?</a:t>
            </a:r>
          </a:p>
          <a:p>
            <a:pPr lvl="1" algn="l"/>
            <a:r>
              <a:rPr lang="es-ES" sz="1400" b="1" dirty="0">
                <a:solidFill>
                  <a:srgbClr val="00B050"/>
                </a:solidFill>
              </a:rPr>
              <a:t>Si, </a:t>
            </a:r>
            <a:r>
              <a:rPr lang="es-ES" sz="1400" dirty="0"/>
              <a:t>inhabilitar botón S2 y habilitar botón S1.</a:t>
            </a:r>
          </a:p>
          <a:p>
            <a:pPr lvl="1" algn="l"/>
            <a:r>
              <a:rPr lang="es-ES" sz="1400" b="1" dirty="0">
                <a:solidFill>
                  <a:srgbClr val="FF0000"/>
                </a:solidFill>
              </a:rPr>
              <a:t>No, </a:t>
            </a:r>
            <a:r>
              <a:rPr lang="es-ES" sz="1400" dirty="0"/>
              <a:t>saltar al paso 3</a:t>
            </a:r>
          </a:p>
          <a:p>
            <a:pPr algn="l"/>
            <a:endParaRPr lang="es-ES" sz="1600" dirty="0"/>
          </a:p>
          <a:p>
            <a:pPr marL="457200" indent="-457200" algn="l">
              <a:buAutoNum type="arabicPeriod"/>
            </a:pPr>
            <a:endParaRPr lang="es-ES" sz="160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B839C0-C041-8248-4FAB-6363083B34B5}"/>
              </a:ext>
            </a:extLst>
          </p:cNvPr>
          <p:cNvSpPr/>
          <p:nvPr/>
        </p:nvSpPr>
        <p:spPr>
          <a:xfrm>
            <a:off x="6880223" y="5843470"/>
            <a:ext cx="288000" cy="288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6A1DE549-0820-44D5-DA01-A70152CB5598}"/>
              </a:ext>
            </a:extLst>
          </p:cNvPr>
          <p:cNvSpPr txBox="1">
            <a:spLocks/>
          </p:cNvSpPr>
          <p:nvPr/>
        </p:nvSpPr>
        <p:spPr>
          <a:xfrm>
            <a:off x="6260327" y="6121868"/>
            <a:ext cx="1649769" cy="437462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S1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7A9CEFB5-9944-5A02-21EF-2B8FBCAA7384}"/>
              </a:ext>
            </a:extLst>
          </p:cNvPr>
          <p:cNvGrpSpPr/>
          <p:nvPr/>
        </p:nvGrpSpPr>
        <p:grpSpPr>
          <a:xfrm>
            <a:off x="4005186" y="3966797"/>
            <a:ext cx="7983593" cy="2023186"/>
            <a:chOff x="4005186" y="3966797"/>
            <a:chExt cx="7983593" cy="2023186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15F9BB95-FEBE-8936-60D0-30C3AB82BEAD}"/>
                </a:ext>
              </a:extLst>
            </p:cNvPr>
            <p:cNvGrpSpPr/>
            <p:nvPr/>
          </p:nvGrpSpPr>
          <p:grpSpPr>
            <a:xfrm>
              <a:off x="4005186" y="3966797"/>
              <a:ext cx="7983593" cy="2023186"/>
              <a:chOff x="543339" y="4729685"/>
              <a:chExt cx="10476000" cy="1944000"/>
            </a:xfrm>
          </p:grpSpPr>
          <p:grpSp>
            <p:nvGrpSpPr>
              <p:cNvPr id="406" name="Grupo 405">
                <a:extLst>
                  <a:ext uri="{FF2B5EF4-FFF2-40B4-BE49-F238E27FC236}">
                    <a16:creationId xmlns:a16="http://schemas.microsoft.com/office/drawing/2014/main" id="{0F6E20CF-5DD0-83AA-5ABB-7C7C6741F9D4}"/>
                  </a:ext>
                </a:extLst>
              </p:cNvPr>
              <p:cNvGrpSpPr/>
              <p:nvPr/>
            </p:nvGrpSpPr>
            <p:grpSpPr>
              <a:xfrm>
                <a:off x="543339" y="4729685"/>
                <a:ext cx="5827626" cy="1940395"/>
                <a:chOff x="3075712" y="2956240"/>
                <a:chExt cx="6293832" cy="2271162"/>
              </a:xfrm>
            </p:grpSpPr>
            <p:grpSp>
              <p:nvGrpSpPr>
                <p:cNvPr id="295" name="Grupo 294">
                  <a:extLst>
                    <a:ext uri="{FF2B5EF4-FFF2-40B4-BE49-F238E27FC236}">
                      <a16:creationId xmlns:a16="http://schemas.microsoft.com/office/drawing/2014/main" id="{EC929AA8-51D7-7DCD-91FD-C67D920FCBFA}"/>
                    </a:ext>
                  </a:extLst>
                </p:cNvPr>
                <p:cNvGrpSpPr/>
                <p:nvPr/>
              </p:nvGrpSpPr>
              <p:grpSpPr>
                <a:xfrm>
                  <a:off x="8101270" y="2956240"/>
                  <a:ext cx="1260000" cy="2271162"/>
                  <a:chOff x="2760836" y="3402769"/>
                  <a:chExt cx="1260000" cy="2271162"/>
                </a:xfrm>
              </p:grpSpPr>
              <p:grpSp>
                <p:nvGrpSpPr>
                  <p:cNvPr id="289" name="Grupo 288">
                    <a:extLst>
                      <a:ext uri="{FF2B5EF4-FFF2-40B4-BE49-F238E27FC236}">
                        <a16:creationId xmlns:a16="http://schemas.microsoft.com/office/drawing/2014/main" id="{DF2377A0-FBE3-4A98-8305-B81221628A55}"/>
                      </a:ext>
                    </a:extLst>
                  </p:cNvPr>
                  <p:cNvGrpSpPr/>
                  <p:nvPr/>
                </p:nvGrpSpPr>
                <p:grpSpPr>
                  <a:xfrm>
                    <a:off x="2760836" y="3402769"/>
                    <a:ext cx="1260000" cy="2271162"/>
                    <a:chOff x="1634509" y="2764268"/>
                    <a:chExt cx="1260000" cy="2271162"/>
                  </a:xfrm>
                </p:grpSpPr>
                <p:grpSp>
                  <p:nvGrpSpPr>
                    <p:cNvPr id="272" name="Grupo 271">
                      <a:extLst>
                        <a:ext uri="{FF2B5EF4-FFF2-40B4-BE49-F238E27FC236}">
                          <a16:creationId xmlns:a16="http://schemas.microsoft.com/office/drawing/2014/main" id="{DA62C10F-6C25-408C-2B82-FBDBCA8148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34509" y="3267323"/>
                      <a:ext cx="1260000" cy="1277113"/>
                      <a:chOff x="1655533" y="3271133"/>
                      <a:chExt cx="1260000" cy="1277113"/>
                    </a:xfrm>
                  </p:grpSpPr>
                  <p:grpSp>
                    <p:nvGrpSpPr>
                      <p:cNvPr id="268" name="Grupo 267">
                        <a:extLst>
                          <a:ext uri="{FF2B5EF4-FFF2-40B4-BE49-F238E27FC236}">
                            <a16:creationId xmlns:a16="http://schemas.microsoft.com/office/drawing/2014/main" id="{D51B4BEE-527C-D54D-C8EB-4E8736C0FD8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55533" y="3280626"/>
                        <a:ext cx="1260000" cy="1260000"/>
                        <a:chOff x="1655533" y="3280626"/>
                        <a:chExt cx="1260000" cy="1260000"/>
                      </a:xfrm>
                    </p:grpSpPr>
                    <p:sp>
                      <p:nvSpPr>
                        <p:cNvPr id="266" name="Elipse 265">
                          <a:extLst>
                            <a:ext uri="{FF2B5EF4-FFF2-40B4-BE49-F238E27FC236}">
                              <a16:creationId xmlns:a16="http://schemas.microsoft.com/office/drawing/2014/main" id="{C1A38371-4C7D-0E64-22E2-28F25158730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55533" y="3280626"/>
                          <a:ext cx="1260000" cy="1260000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265" name="Rectángulo 264">
                          <a:extLst>
                            <a:ext uri="{FF2B5EF4-FFF2-40B4-BE49-F238E27FC236}">
                              <a16:creationId xmlns:a16="http://schemas.microsoft.com/office/drawing/2014/main" id="{4C48A159-3762-00AD-8BD8-762A433F91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745533" y="3421150"/>
                          <a:ext cx="1080000" cy="142397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67" name="Rectángulo 266">
                          <a:extLst>
                            <a:ext uri="{FF2B5EF4-FFF2-40B4-BE49-F238E27FC236}">
                              <a16:creationId xmlns:a16="http://schemas.microsoft.com/office/drawing/2014/main" id="{6D86363A-2820-4A31-1AC8-1D04CF648C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745533" y="4251264"/>
                          <a:ext cx="1080000" cy="142397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271" name="Grupo 270">
                        <a:extLst>
                          <a:ext uri="{FF2B5EF4-FFF2-40B4-BE49-F238E27FC236}">
                            <a16:creationId xmlns:a16="http://schemas.microsoft.com/office/drawing/2014/main" id="{7C9219A6-F0B5-EE20-684D-73613FB8553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5533" y="3271133"/>
                        <a:ext cx="1080000" cy="1277113"/>
                        <a:chOff x="1745533" y="3271133"/>
                        <a:chExt cx="1080000" cy="1277113"/>
                      </a:xfrm>
                      <a:solidFill>
                        <a:schemeClr val="bg1">
                          <a:lumMod val="65000"/>
                        </a:schemeClr>
                      </a:solidFill>
                    </p:grpSpPr>
                    <p:sp>
                      <p:nvSpPr>
                        <p:cNvPr id="269" name="Rectángulo 268">
                          <a:extLst>
                            <a:ext uri="{FF2B5EF4-FFF2-40B4-BE49-F238E27FC236}">
                              <a16:creationId xmlns:a16="http://schemas.microsoft.com/office/drawing/2014/main" id="{5DEA2984-5FB6-EBCB-FBFC-CA5BD23508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745533" y="3271133"/>
                          <a:ext cx="1080000" cy="142397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70" name="Rectángulo 269">
                          <a:extLst>
                            <a:ext uri="{FF2B5EF4-FFF2-40B4-BE49-F238E27FC236}">
                              <a16:creationId xmlns:a16="http://schemas.microsoft.com/office/drawing/2014/main" id="{866CBB45-F8C4-AA34-7674-6B17315F09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745533" y="4405849"/>
                          <a:ext cx="1080000" cy="142397"/>
                        </a:xfrm>
                        <a:prstGeom prst="rect">
                          <a:avLst/>
                        </a:prstGeom>
                        <a:grpFill/>
                        <a:ln w="3175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288" name="Grupo 287">
                      <a:extLst>
                        <a:ext uri="{FF2B5EF4-FFF2-40B4-BE49-F238E27FC236}">
                          <a16:creationId xmlns:a16="http://schemas.microsoft.com/office/drawing/2014/main" id="{EC0B4D00-1ABE-DCA9-ED56-AED7D60E48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44634" y="2764268"/>
                      <a:ext cx="434583" cy="2271162"/>
                      <a:chOff x="2044634" y="2764268"/>
                      <a:chExt cx="434583" cy="2271162"/>
                    </a:xfrm>
                  </p:grpSpPr>
                  <p:grpSp>
                    <p:nvGrpSpPr>
                      <p:cNvPr id="281" name="Grupo 280">
                        <a:extLst>
                          <a:ext uri="{FF2B5EF4-FFF2-40B4-BE49-F238E27FC236}">
                            <a16:creationId xmlns:a16="http://schemas.microsoft.com/office/drawing/2014/main" id="{0E97FCD4-1718-38F8-49D6-488E44FD710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47217" y="2764268"/>
                        <a:ext cx="432000" cy="645452"/>
                        <a:chOff x="2047217" y="2764268"/>
                        <a:chExt cx="432000" cy="645452"/>
                      </a:xfrm>
                    </p:grpSpPr>
                    <p:grpSp>
                      <p:nvGrpSpPr>
                        <p:cNvPr id="279" name="Grupo 278">
                          <a:extLst>
                            <a:ext uri="{FF2B5EF4-FFF2-40B4-BE49-F238E27FC236}">
                              <a16:creationId xmlns:a16="http://schemas.microsoft.com/office/drawing/2014/main" id="{7EB12F3A-1E22-5A7C-BB65-D4750065112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47217" y="2764268"/>
                          <a:ext cx="432000" cy="432000"/>
                          <a:chOff x="2382817" y="1773458"/>
                          <a:chExt cx="300588" cy="306875"/>
                        </a:xfrm>
                      </p:grpSpPr>
                      <p:sp>
                        <p:nvSpPr>
                          <p:cNvPr id="276" name="Rectángulo 275">
                            <a:extLst>
                              <a:ext uri="{FF2B5EF4-FFF2-40B4-BE49-F238E27FC236}">
                                <a16:creationId xmlns:a16="http://schemas.microsoft.com/office/drawing/2014/main" id="{0A879CEB-3836-6074-C63A-1224F3EE0E8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277" name="Rectángulo 276">
                            <a:extLst>
                              <a:ext uri="{FF2B5EF4-FFF2-40B4-BE49-F238E27FC236}">
                                <a16:creationId xmlns:a16="http://schemas.microsoft.com/office/drawing/2014/main" id="{E9BEEA92-A5DB-788D-CFB5-680DFA68AD8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4614" y="1773458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278" name="Rectángulo 277">
                            <a:extLst>
                              <a:ext uri="{FF2B5EF4-FFF2-40B4-BE49-F238E27FC236}">
                                <a16:creationId xmlns:a16="http://schemas.microsoft.com/office/drawing/2014/main" id="{706E9CDC-2E8F-13BD-CE6B-F11E942A94E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280" name="Rectángulo 279">
                          <a:extLst>
                            <a:ext uri="{FF2B5EF4-FFF2-40B4-BE49-F238E27FC236}">
                              <a16:creationId xmlns:a16="http://schemas.microsoft.com/office/drawing/2014/main" id="{4CA0A588-F0D4-0662-46CE-597671F2A6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282" name="Grupo 281">
                        <a:extLst>
                          <a:ext uri="{FF2B5EF4-FFF2-40B4-BE49-F238E27FC236}">
                            <a16:creationId xmlns:a16="http://schemas.microsoft.com/office/drawing/2014/main" id="{1C4C826B-0592-3B29-9155-0F60B5F48D23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V="1">
                        <a:off x="2044634" y="4389978"/>
                        <a:ext cx="432000" cy="645452"/>
                        <a:chOff x="2047217" y="2764268"/>
                        <a:chExt cx="432000" cy="645452"/>
                      </a:xfrm>
                    </p:grpSpPr>
                    <p:grpSp>
                      <p:nvGrpSpPr>
                        <p:cNvPr id="283" name="Grupo 282">
                          <a:extLst>
                            <a:ext uri="{FF2B5EF4-FFF2-40B4-BE49-F238E27FC236}">
                              <a16:creationId xmlns:a16="http://schemas.microsoft.com/office/drawing/2014/main" id="{08444152-6FB8-CF90-AD95-E340D1617E3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47217" y="2764268"/>
                          <a:ext cx="432000" cy="432000"/>
                          <a:chOff x="2382817" y="1773458"/>
                          <a:chExt cx="300588" cy="306875"/>
                        </a:xfrm>
                      </p:grpSpPr>
                      <p:sp>
                        <p:nvSpPr>
                          <p:cNvPr id="285" name="Rectángulo 284">
                            <a:extLst>
                              <a:ext uri="{FF2B5EF4-FFF2-40B4-BE49-F238E27FC236}">
                                <a16:creationId xmlns:a16="http://schemas.microsoft.com/office/drawing/2014/main" id="{E4A427E9-467F-78F5-F797-66DEF75AE44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286" name="Rectángulo 285">
                            <a:extLst>
                              <a:ext uri="{FF2B5EF4-FFF2-40B4-BE49-F238E27FC236}">
                                <a16:creationId xmlns:a16="http://schemas.microsoft.com/office/drawing/2014/main" id="{E8C6E9C7-23E2-5799-A344-F4C76E1AD8F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4614" y="1773458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287" name="Rectángulo 286">
                            <a:extLst>
                              <a:ext uri="{FF2B5EF4-FFF2-40B4-BE49-F238E27FC236}">
                                <a16:creationId xmlns:a16="http://schemas.microsoft.com/office/drawing/2014/main" id="{AFC68E4E-0EAE-15FC-1EE6-9FF5186E5E7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284" name="Rectángulo 283">
                          <a:extLst>
                            <a:ext uri="{FF2B5EF4-FFF2-40B4-BE49-F238E27FC236}">
                              <a16:creationId xmlns:a16="http://schemas.microsoft.com/office/drawing/2014/main" id="{8AB3F6AC-7C9C-AFFA-C962-8F1104FA78B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293" name="Rectángulo 292">
                    <a:extLst>
                      <a:ext uri="{FF2B5EF4-FFF2-40B4-BE49-F238E27FC236}">
                        <a16:creationId xmlns:a16="http://schemas.microsoft.com/office/drawing/2014/main" id="{3B265F08-48AC-F00C-340C-51522D877D52}"/>
                      </a:ext>
                    </a:extLst>
                  </p:cNvPr>
                  <p:cNvSpPr/>
                  <p:nvPr/>
                </p:nvSpPr>
                <p:spPr>
                  <a:xfrm>
                    <a:off x="3221988" y="4199466"/>
                    <a:ext cx="344172" cy="36000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294" name="Rectángulo 293">
                    <a:extLst>
                      <a:ext uri="{FF2B5EF4-FFF2-40B4-BE49-F238E27FC236}">
                        <a16:creationId xmlns:a16="http://schemas.microsoft.com/office/drawing/2014/main" id="{FE202D40-FC88-2361-2254-52380F09D914}"/>
                      </a:ext>
                    </a:extLst>
                  </p:cNvPr>
                  <p:cNvSpPr/>
                  <p:nvPr/>
                </p:nvSpPr>
                <p:spPr>
                  <a:xfrm>
                    <a:off x="3213583" y="4859288"/>
                    <a:ext cx="344172" cy="36000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405" name="Grupo 404">
                  <a:extLst>
                    <a:ext uri="{FF2B5EF4-FFF2-40B4-BE49-F238E27FC236}">
                      <a16:creationId xmlns:a16="http://schemas.microsoft.com/office/drawing/2014/main" id="{3E087B67-DC74-27E4-CC89-623E35AFB3EE}"/>
                    </a:ext>
                  </a:extLst>
                </p:cNvPr>
                <p:cNvGrpSpPr/>
                <p:nvPr/>
              </p:nvGrpSpPr>
              <p:grpSpPr>
                <a:xfrm>
                  <a:off x="3075712" y="3546804"/>
                  <a:ext cx="6293832" cy="1010338"/>
                  <a:chOff x="3075712" y="3546804"/>
                  <a:chExt cx="6293832" cy="1010338"/>
                </a:xfrm>
              </p:grpSpPr>
              <p:grpSp>
                <p:nvGrpSpPr>
                  <p:cNvPr id="5" name="Grupo 4">
                    <a:extLst>
                      <a:ext uri="{FF2B5EF4-FFF2-40B4-BE49-F238E27FC236}">
                        <a16:creationId xmlns:a16="http://schemas.microsoft.com/office/drawing/2014/main" id="{B8353644-0B74-A1AE-AC6F-D78A94A00DC7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3524806" y="3257089"/>
                    <a:ext cx="779056" cy="1677243"/>
                    <a:chOff x="5775047" y="2877717"/>
                    <a:chExt cx="779056" cy="1677243"/>
                  </a:xfrm>
                </p:grpSpPr>
                <p:grpSp>
                  <p:nvGrpSpPr>
                    <p:cNvPr id="314" name="Grupo 313">
                      <a:extLst>
                        <a:ext uri="{FF2B5EF4-FFF2-40B4-BE49-F238E27FC236}">
                          <a16:creationId xmlns:a16="http://schemas.microsoft.com/office/drawing/2014/main" id="{B6C5E10E-24E1-AED4-B352-08D4BBF7D3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709555" cy="832699"/>
                      <a:chOff x="5809042" y="3722261"/>
                      <a:chExt cx="709555" cy="832699"/>
                    </a:xfrm>
                  </p:grpSpPr>
                  <p:grpSp>
                    <p:nvGrpSpPr>
                      <p:cNvPr id="342" name="Grupo 341">
                        <a:extLst>
                          <a:ext uri="{FF2B5EF4-FFF2-40B4-BE49-F238E27FC236}">
                            <a16:creationId xmlns:a16="http://schemas.microsoft.com/office/drawing/2014/main" id="{37AD074E-56B9-A665-A3F6-1EF5D54EB60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276111" cy="832437"/>
                        <a:chOff x="5809042" y="3722261"/>
                        <a:chExt cx="276111" cy="832437"/>
                      </a:xfrm>
                    </p:grpSpPr>
                    <p:grpSp>
                      <p:nvGrpSpPr>
                        <p:cNvPr id="349" name="Grupo 348">
                          <a:extLst>
                            <a:ext uri="{FF2B5EF4-FFF2-40B4-BE49-F238E27FC236}">
                              <a16:creationId xmlns:a16="http://schemas.microsoft.com/office/drawing/2014/main" id="{BEC35AC0-8CD0-3463-3297-3FABCE9B819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042" y="3722261"/>
                          <a:ext cx="158346" cy="473941"/>
                          <a:chOff x="6166492" y="3721247"/>
                          <a:chExt cx="158346" cy="473941"/>
                        </a:xfrm>
                      </p:grpSpPr>
                      <p:sp>
                        <p:nvSpPr>
                          <p:cNvPr id="352" name="Rectángulo: esquinas redondeadas 351">
                            <a:extLst>
                              <a:ext uri="{FF2B5EF4-FFF2-40B4-BE49-F238E27FC236}">
                                <a16:creationId xmlns:a16="http://schemas.microsoft.com/office/drawing/2014/main" id="{FCD1046B-2125-AE85-8AF1-DAB5A1B7AE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20522031">
                            <a:off x="6166492" y="3721247"/>
                            <a:ext cx="158346" cy="473941"/>
                          </a:xfrm>
                          <a:prstGeom prst="round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53" name="Rectángulo: esquinas redondeadas 352">
                            <a:extLst>
                              <a:ext uri="{FF2B5EF4-FFF2-40B4-BE49-F238E27FC236}">
                                <a16:creationId xmlns:a16="http://schemas.microsoft.com/office/drawing/2014/main" id="{D3814CAA-CF26-8594-6D3F-026C4D3E55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231950" flipH="1">
                            <a:off x="6202247" y="3774966"/>
                            <a:ext cx="45719" cy="216078"/>
                          </a:xfrm>
                          <a:prstGeom prst="roundRect">
                            <a:avLst>
                              <a:gd name="adj" fmla="val 40457"/>
                            </a:avLst>
                          </a:prstGeom>
                          <a:solidFill>
                            <a:schemeClr val="bg1"/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</p:grpSp>
                    <p:sp>
                      <p:nvSpPr>
                        <p:cNvPr id="350" name="Rectángulo 349">
                          <a:extLst>
                            <a:ext uri="{FF2B5EF4-FFF2-40B4-BE49-F238E27FC236}">
                              <a16:creationId xmlns:a16="http://schemas.microsoft.com/office/drawing/2014/main" id="{1DE67955-A4B1-21DA-847F-03D6C67FC73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446603">
                          <a:off x="5872725" y="4154646"/>
                          <a:ext cx="212428" cy="60403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351" name="Rectángulo 350">
                          <a:extLst>
                            <a:ext uri="{FF2B5EF4-FFF2-40B4-BE49-F238E27FC236}">
                              <a16:creationId xmlns:a16="http://schemas.microsoft.com/office/drawing/2014/main" id="{8464EFE2-105B-1E03-08B5-54031AF335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446603">
                          <a:off x="5969456" y="4217860"/>
                          <a:ext cx="68932" cy="336838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grpSp>
                    <p:nvGrpSpPr>
                      <p:cNvPr id="343" name="Grupo 342">
                        <a:extLst>
                          <a:ext uri="{FF2B5EF4-FFF2-40B4-BE49-F238E27FC236}">
                            <a16:creationId xmlns:a16="http://schemas.microsoft.com/office/drawing/2014/main" id="{5538C06F-DED2-0C04-7656-6E01AB9F071E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6242486" y="3722523"/>
                        <a:ext cx="276111" cy="832437"/>
                        <a:chOff x="5809042" y="3722261"/>
                        <a:chExt cx="276111" cy="832437"/>
                      </a:xfrm>
                    </p:grpSpPr>
                    <p:grpSp>
                      <p:nvGrpSpPr>
                        <p:cNvPr id="344" name="Grupo 343">
                          <a:extLst>
                            <a:ext uri="{FF2B5EF4-FFF2-40B4-BE49-F238E27FC236}">
                              <a16:creationId xmlns:a16="http://schemas.microsoft.com/office/drawing/2014/main" id="{FE1AC12A-38E6-EC80-5EE7-C0F6BDB15D7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042" y="3722261"/>
                          <a:ext cx="158346" cy="473941"/>
                          <a:chOff x="6166492" y="3721247"/>
                          <a:chExt cx="158346" cy="473941"/>
                        </a:xfrm>
                      </p:grpSpPr>
                      <p:sp>
                        <p:nvSpPr>
                          <p:cNvPr id="347" name="Rectángulo: esquinas redondeadas 346">
                            <a:extLst>
                              <a:ext uri="{FF2B5EF4-FFF2-40B4-BE49-F238E27FC236}">
                                <a16:creationId xmlns:a16="http://schemas.microsoft.com/office/drawing/2014/main" id="{A0E2AC5E-8A48-3AB6-3629-1000312E55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20522031">
                            <a:off x="6166492" y="3721247"/>
                            <a:ext cx="158346" cy="473941"/>
                          </a:xfrm>
                          <a:prstGeom prst="round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48" name="Rectángulo: esquinas redondeadas 347">
                            <a:extLst>
                              <a:ext uri="{FF2B5EF4-FFF2-40B4-BE49-F238E27FC236}">
                                <a16:creationId xmlns:a16="http://schemas.microsoft.com/office/drawing/2014/main" id="{C0B284C4-0917-207B-6E85-A514350ED2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231950" flipH="1">
                            <a:off x="6202247" y="3774966"/>
                            <a:ext cx="45719" cy="216078"/>
                          </a:xfrm>
                          <a:prstGeom prst="roundRect">
                            <a:avLst>
                              <a:gd name="adj" fmla="val 40457"/>
                            </a:avLst>
                          </a:prstGeom>
                          <a:solidFill>
                            <a:schemeClr val="bg1"/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</p:grpSp>
                    <p:sp>
                      <p:nvSpPr>
                        <p:cNvPr id="345" name="Rectángulo 344">
                          <a:extLst>
                            <a:ext uri="{FF2B5EF4-FFF2-40B4-BE49-F238E27FC236}">
                              <a16:creationId xmlns:a16="http://schemas.microsoft.com/office/drawing/2014/main" id="{ECE68498-E22F-C32A-70E3-23F21A614FE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446603">
                          <a:off x="5872725" y="4154646"/>
                          <a:ext cx="212428" cy="60403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346" name="Rectángulo 345">
                          <a:extLst>
                            <a:ext uri="{FF2B5EF4-FFF2-40B4-BE49-F238E27FC236}">
                              <a16:creationId xmlns:a16="http://schemas.microsoft.com/office/drawing/2014/main" id="{EB781C84-D843-C1AB-EC3D-CF4D4A756A0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446603">
                          <a:off x="5969456" y="4217860"/>
                          <a:ext cx="68932" cy="336838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</p:grpSp>
                <p:grpSp>
                  <p:nvGrpSpPr>
                    <p:cNvPr id="315" name="Grupo 314">
                      <a:extLst>
                        <a:ext uri="{FF2B5EF4-FFF2-40B4-BE49-F238E27FC236}">
                          <a16:creationId xmlns:a16="http://schemas.microsoft.com/office/drawing/2014/main" id="{CAD41CAF-44D4-75B4-6AFD-317A890934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047" y="2877717"/>
                      <a:ext cx="779056" cy="1217448"/>
                      <a:chOff x="5775047" y="2877717"/>
                      <a:chExt cx="779056" cy="1217448"/>
                    </a:xfrm>
                  </p:grpSpPr>
                  <p:grpSp>
                    <p:nvGrpSpPr>
                      <p:cNvPr id="316" name="Grupo 315">
                        <a:extLst>
                          <a:ext uri="{FF2B5EF4-FFF2-40B4-BE49-F238E27FC236}">
                            <a16:creationId xmlns:a16="http://schemas.microsoft.com/office/drawing/2014/main" id="{9232837E-F41C-B4A9-05F7-D82B0A8D4FA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707" y="2877717"/>
                        <a:ext cx="778396" cy="1217448"/>
                        <a:chOff x="5775707" y="2877717"/>
                        <a:chExt cx="778396" cy="1217448"/>
                      </a:xfrm>
                    </p:grpSpPr>
                    <p:grpSp>
                      <p:nvGrpSpPr>
                        <p:cNvPr id="321" name="Grupo 320">
                          <a:extLst>
                            <a:ext uri="{FF2B5EF4-FFF2-40B4-BE49-F238E27FC236}">
                              <a16:creationId xmlns:a16="http://schemas.microsoft.com/office/drawing/2014/main" id="{F77D53B0-4B10-5898-D827-5EA77B31992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75707" y="2877717"/>
                          <a:ext cx="778396" cy="872513"/>
                          <a:chOff x="5728098" y="3973173"/>
                          <a:chExt cx="778396" cy="872513"/>
                        </a:xfrm>
                      </p:grpSpPr>
                      <p:grpSp>
                        <p:nvGrpSpPr>
                          <p:cNvPr id="339" name="Grupo 338">
                            <a:extLst>
                              <a:ext uri="{FF2B5EF4-FFF2-40B4-BE49-F238E27FC236}">
                                <a16:creationId xmlns:a16="http://schemas.microsoft.com/office/drawing/2014/main" id="{045AA137-0800-A56A-E0D4-AEB2583E91E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36066" y="3973173"/>
                            <a:ext cx="360000" cy="324000"/>
                            <a:chOff x="5827652" y="3885379"/>
                            <a:chExt cx="360000" cy="324000"/>
                          </a:xfr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p:grpSpPr>
                        <p:sp>
                          <p:nvSpPr>
                            <p:cNvPr id="340" name="Rectángulo 339">
                              <a:extLst>
                                <a:ext uri="{FF2B5EF4-FFF2-40B4-BE49-F238E27FC236}">
                                  <a16:creationId xmlns:a16="http://schemas.microsoft.com/office/drawing/2014/main" id="{307D4CEB-7885-CD28-9882-1133E6A6F08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41" name="Rectángulo 340">
                              <a:extLst>
                                <a:ext uri="{FF2B5EF4-FFF2-40B4-BE49-F238E27FC236}">
                                  <a16:creationId xmlns:a16="http://schemas.microsoft.com/office/drawing/2014/main" id="{A532DEBA-B52E-ABCD-54E6-6A91D509DD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grpSp>
                        <p:nvGrpSpPr>
                          <p:cNvPr id="324" name="Grupo 323">
                            <a:extLst>
                              <a:ext uri="{FF2B5EF4-FFF2-40B4-BE49-F238E27FC236}">
                                <a16:creationId xmlns:a16="http://schemas.microsoft.com/office/drawing/2014/main" id="{D770AACE-531A-E7DF-8B1C-20ED135C464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325" name="Grupo 324">
                              <a:extLst>
                                <a:ext uri="{FF2B5EF4-FFF2-40B4-BE49-F238E27FC236}">
                                  <a16:creationId xmlns:a16="http://schemas.microsoft.com/office/drawing/2014/main" id="{4A0E6D56-ED48-67E2-2E84-DF5CE1C4DAC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577531"/>
                              <a:chOff x="5728098" y="4268155"/>
                              <a:chExt cx="778396" cy="577531"/>
                            </a:xfrm>
                          </p:grpSpPr>
                          <p:grpSp>
                            <p:nvGrpSpPr>
                              <p:cNvPr id="330" name="Grupo 329">
                                <a:extLst>
                                  <a:ext uri="{FF2B5EF4-FFF2-40B4-BE49-F238E27FC236}">
                                    <a16:creationId xmlns:a16="http://schemas.microsoft.com/office/drawing/2014/main" id="{CA04B826-EDD1-596E-B055-6E0DDB508110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5728098" y="4268155"/>
                                <a:ext cx="778396" cy="468000"/>
                                <a:chOff x="5728098" y="4268155"/>
                                <a:chExt cx="778396" cy="468000"/>
                              </a:xfrm>
                            </p:grpSpPr>
                            <p:sp>
                              <p:nvSpPr>
                                <p:cNvPr id="335" name="Rectángulo 334">
                                  <a:extLst>
                                    <a:ext uri="{FF2B5EF4-FFF2-40B4-BE49-F238E27FC236}">
                                      <a16:creationId xmlns:a16="http://schemas.microsoft.com/office/drawing/2014/main" id="{77AE36F5-AD04-F0A4-38BE-6478F1E4C76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728098" y="4659003"/>
                                  <a:ext cx="157695" cy="36000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n w="3175"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/>
                                </a:p>
                              </p:txBody>
                            </p:sp>
                            <p:sp>
                              <p:nvSpPr>
                                <p:cNvPr id="336" name="Rectángulo 335">
                                  <a:extLst>
                                    <a:ext uri="{FF2B5EF4-FFF2-40B4-BE49-F238E27FC236}">
                                      <a16:creationId xmlns:a16="http://schemas.microsoft.com/office/drawing/2014/main" id="{DBADE706-47B8-F292-20CE-0375E899EBA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6348799" y="4661385"/>
                                  <a:ext cx="157695" cy="36000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n w="3175"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 dirty="0"/>
                                </a:p>
                              </p:txBody>
                            </p:sp>
                            <p:sp>
                              <p:nvSpPr>
                                <p:cNvPr id="337" name="Marco 336">
                                  <a:extLst>
                                    <a:ext uri="{FF2B5EF4-FFF2-40B4-BE49-F238E27FC236}">
                                      <a16:creationId xmlns:a16="http://schemas.microsoft.com/office/drawing/2014/main" id="{87B1E04A-811B-8462-3E18-4B34076C45A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847296" y="4268155"/>
                                  <a:ext cx="540000" cy="468000"/>
                                </a:xfrm>
                                <a:prstGeom prst="frame">
                                  <a:avLst>
                                    <a:gd name="adj1" fmla="val 7853"/>
                                  </a:avLst>
                                </a:prstGeom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n w="3175"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>
                                    <a:solidFill>
                                      <a:schemeClr val="tx1"/>
                                    </a:solidFill>
                                  </a:endParaRPr>
                                </a:p>
                              </p:txBody>
                            </p:sp>
                          </p:grpSp>
                          <p:grpSp>
                            <p:nvGrpSpPr>
                              <p:cNvPr id="331" name="Grupo 330">
                                <a:extLst>
                                  <a:ext uri="{FF2B5EF4-FFF2-40B4-BE49-F238E27FC236}">
                                    <a16:creationId xmlns:a16="http://schemas.microsoft.com/office/drawing/2014/main" id="{3F249D25-0598-A7C1-A146-F7624FC39BC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5728099" y="4698144"/>
                                <a:ext cx="777647" cy="147542"/>
                                <a:chOff x="5728099" y="4698144"/>
                                <a:chExt cx="777647" cy="147542"/>
                              </a:xfrm>
                            </p:grpSpPr>
                            <p:sp>
                              <p:nvSpPr>
                                <p:cNvPr id="332" name="Rectángulo 331">
                                  <a:extLst>
                                    <a:ext uri="{FF2B5EF4-FFF2-40B4-BE49-F238E27FC236}">
                                      <a16:creationId xmlns:a16="http://schemas.microsoft.com/office/drawing/2014/main" id="{7012932A-4BB7-9A40-6941-3CCE2A057A1B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849450" y="4698833"/>
                                  <a:ext cx="537845" cy="45719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n w="3175"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 dirty="0"/>
                                </a:p>
                              </p:txBody>
                            </p:sp>
                            <p:sp>
                              <p:nvSpPr>
                                <p:cNvPr id="333" name="Rectángulo 332">
                                  <a:extLst>
                                    <a:ext uri="{FF2B5EF4-FFF2-40B4-BE49-F238E27FC236}">
                                      <a16:creationId xmlns:a16="http://schemas.microsoft.com/office/drawing/2014/main" id="{13D9C00E-2656-3306-99A2-F36866E63F72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728099" y="4698144"/>
                                  <a:ext cx="118291" cy="147542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n w="3175"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 dirty="0"/>
                                </a:p>
                              </p:txBody>
                            </p:sp>
                            <p:sp>
                              <p:nvSpPr>
                                <p:cNvPr id="334" name="Rectángulo 333">
                                  <a:extLst>
                                    <a:ext uri="{FF2B5EF4-FFF2-40B4-BE49-F238E27FC236}">
                                      <a16:creationId xmlns:a16="http://schemas.microsoft.com/office/drawing/2014/main" id="{8F7C4500-A9CA-05FB-486B-F61438E67EDC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6385142" y="4698144"/>
                                  <a:ext cx="120604" cy="147542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n w="3175"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 dirty="0"/>
                                </a:p>
                              </p:txBody>
                            </p:sp>
                          </p:grpSp>
                        </p:grpSp>
                        <p:grpSp>
                          <p:nvGrpSpPr>
                            <p:cNvPr id="326" name="Grupo 325">
                              <a:extLst>
                                <a:ext uri="{FF2B5EF4-FFF2-40B4-BE49-F238E27FC236}">
                                  <a16:creationId xmlns:a16="http://schemas.microsoft.com/office/drawing/2014/main" id="{1BAA8FFE-4B75-6F8E-A115-1890349C71C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969948" y="4385231"/>
                              <a:ext cx="300588" cy="306875"/>
                              <a:chOff x="6707431" y="4143645"/>
                              <a:chExt cx="398381" cy="433766"/>
                            </a:xfrm>
                          </p:grpSpPr>
                          <p:sp>
                            <p:nvSpPr>
                              <p:cNvPr id="327" name="Rectángulo 326">
                                <a:extLst>
                                  <a:ext uri="{FF2B5EF4-FFF2-40B4-BE49-F238E27FC236}">
                                    <a16:creationId xmlns:a16="http://schemas.microsoft.com/office/drawing/2014/main" id="{0F29DB74-2E66-3B85-6858-BEA62F68126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708632" y="4255261"/>
                                <a:ext cx="396000" cy="21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  <p:sp>
                            <p:nvSpPr>
                              <p:cNvPr id="328" name="Rectángulo 327">
                                <a:extLst>
                                  <a:ext uri="{FF2B5EF4-FFF2-40B4-BE49-F238E27FC236}">
                                    <a16:creationId xmlns:a16="http://schemas.microsoft.com/office/drawing/2014/main" id="{8B2ACF38-88A1-37F7-0BD1-C7204215416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709813" y="4143645"/>
                                <a:ext cx="395999" cy="108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329" name="Rectángulo 328">
                                <a:extLst>
                                  <a:ext uri="{FF2B5EF4-FFF2-40B4-BE49-F238E27FC236}">
                                    <a16:creationId xmlns:a16="http://schemas.microsoft.com/office/drawing/2014/main" id="{59B608DB-7C8B-4079-F5DB-BD88E35AFFC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707431" y="4469411"/>
                                <a:ext cx="396000" cy="108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</p:grpSp>
                      </p:grpSp>
                    </p:grpSp>
                    <p:sp>
                      <p:nvSpPr>
                        <p:cNvPr id="322" name="Rectángulo 321">
                          <a:extLst>
                            <a:ext uri="{FF2B5EF4-FFF2-40B4-BE49-F238E27FC236}">
                              <a16:creationId xmlns:a16="http://schemas.microsoft.com/office/drawing/2014/main" id="{258489D7-00DA-270D-97AD-77A6698D1F0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39226" y="3643061"/>
                          <a:ext cx="45719" cy="452104"/>
                        </a:xfrm>
                        <a:prstGeom prst="rect">
                          <a:avLst/>
                        </a:prstGeom>
                        <a:pattFill prst="wdDnDiag">
                          <a:fgClr>
                            <a:schemeClr val="bg1"/>
                          </a:fgClr>
                          <a:bgClr>
                            <a:schemeClr val="bg1">
                              <a:lumMod val="65000"/>
                            </a:schemeClr>
                          </a:bgClr>
                        </a:patt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grpSp>
                    <p:nvGrpSpPr>
                      <p:cNvPr id="317" name="Grupo 316">
                        <a:extLst>
                          <a:ext uri="{FF2B5EF4-FFF2-40B4-BE49-F238E27FC236}">
                            <a16:creationId xmlns:a16="http://schemas.microsoft.com/office/drawing/2014/main" id="{107E25DE-1E4E-EDB7-1996-17A1C515989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047" y="3892550"/>
                        <a:ext cx="778309" cy="59708"/>
                        <a:chOff x="5775047" y="3892550"/>
                        <a:chExt cx="778309" cy="59708"/>
                      </a:xfrm>
                    </p:grpSpPr>
                    <p:sp>
                      <p:nvSpPr>
                        <p:cNvPr id="318" name="Rectángulo 317">
                          <a:extLst>
                            <a:ext uri="{FF2B5EF4-FFF2-40B4-BE49-F238E27FC236}">
                              <a16:creationId xmlns:a16="http://schemas.microsoft.com/office/drawing/2014/main" id="{8FD2F6D2-2833-2264-0D4B-597E753E4F7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319" name="Elipse 318">
                          <a:extLst>
                            <a:ext uri="{FF2B5EF4-FFF2-40B4-BE49-F238E27FC236}">
                              <a16:creationId xmlns:a16="http://schemas.microsoft.com/office/drawing/2014/main" id="{2B8EE8DF-3DDF-07D4-8941-AF9DE970995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320" name="Elipse 319">
                          <a:extLst>
                            <a:ext uri="{FF2B5EF4-FFF2-40B4-BE49-F238E27FC236}">
                              <a16:creationId xmlns:a16="http://schemas.microsoft.com/office/drawing/2014/main" id="{8FB95E00-954C-C8DC-50E3-FC70207B642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grpSp>
                <p:nvGrpSpPr>
                  <p:cNvPr id="403" name="Grupo 402">
                    <a:extLst>
                      <a:ext uri="{FF2B5EF4-FFF2-40B4-BE49-F238E27FC236}">
                        <a16:creationId xmlns:a16="http://schemas.microsoft.com/office/drawing/2014/main" id="{61B56D43-6571-8DCF-1040-E8B6B667761D}"/>
                      </a:ext>
                    </a:extLst>
                  </p:cNvPr>
                  <p:cNvGrpSpPr/>
                  <p:nvPr/>
                </p:nvGrpSpPr>
                <p:grpSpPr>
                  <a:xfrm>
                    <a:off x="4507922" y="3546804"/>
                    <a:ext cx="2643562" cy="1010338"/>
                    <a:chOff x="4507922" y="3546803"/>
                    <a:chExt cx="2643562" cy="1010338"/>
                  </a:xfrm>
                </p:grpSpPr>
                <p:sp>
                  <p:nvSpPr>
                    <p:cNvPr id="387" name="Rectángulo 386">
                      <a:extLst>
                        <a:ext uri="{FF2B5EF4-FFF2-40B4-BE49-F238E27FC236}">
                          <a16:creationId xmlns:a16="http://schemas.microsoft.com/office/drawing/2014/main" id="{41061804-526D-3143-C392-230CEAB2E6DD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005154" y="3754381"/>
                      <a:ext cx="146760" cy="64788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388" name="Rectángulo 387">
                      <a:extLst>
                        <a:ext uri="{FF2B5EF4-FFF2-40B4-BE49-F238E27FC236}">
                          <a16:creationId xmlns:a16="http://schemas.microsoft.com/office/drawing/2014/main" id="{4799C938-1880-0447-E9E1-D310B3836E34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999776" y="4390339"/>
                      <a:ext cx="146760" cy="580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402" name="Grupo 401">
                      <a:extLst>
                        <a:ext uri="{FF2B5EF4-FFF2-40B4-BE49-F238E27FC236}">
                          <a16:creationId xmlns:a16="http://schemas.microsoft.com/office/drawing/2014/main" id="{2FE91E0D-0668-F57C-2C0E-95535D5567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7922" y="3546803"/>
                      <a:ext cx="2643562" cy="1010338"/>
                      <a:chOff x="4507922" y="3546803"/>
                      <a:chExt cx="2643562" cy="1010338"/>
                    </a:xfrm>
                  </p:grpSpPr>
                  <p:grpSp>
                    <p:nvGrpSpPr>
                      <p:cNvPr id="303" name="Grupo 302">
                        <a:extLst>
                          <a:ext uri="{FF2B5EF4-FFF2-40B4-BE49-F238E27FC236}">
                            <a16:creationId xmlns:a16="http://schemas.microsoft.com/office/drawing/2014/main" id="{D7112A9F-E450-0CFA-9293-1155F7EC5C3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823239" y="3644435"/>
                        <a:ext cx="2328245" cy="912706"/>
                        <a:chOff x="502364" y="4091091"/>
                        <a:chExt cx="1308272" cy="912706"/>
                      </a:xfrm>
                    </p:grpSpPr>
                    <p:grpSp>
                      <p:nvGrpSpPr>
                        <p:cNvPr id="302" name="Grupo 301">
                          <a:extLst>
                            <a:ext uri="{FF2B5EF4-FFF2-40B4-BE49-F238E27FC236}">
                              <a16:creationId xmlns:a16="http://schemas.microsoft.com/office/drawing/2014/main" id="{77CFD503-8D6A-1C7B-7161-381D96904D4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67011" y="4165843"/>
                          <a:ext cx="222528" cy="748885"/>
                          <a:chOff x="1567011" y="4165843"/>
                          <a:chExt cx="222528" cy="748885"/>
                        </a:xfrm>
                      </p:grpSpPr>
                      <p:sp>
                        <p:nvSpPr>
                          <p:cNvPr id="300" name="Rectángulo 299">
                            <a:extLst>
                              <a:ext uri="{FF2B5EF4-FFF2-40B4-BE49-F238E27FC236}">
                                <a16:creationId xmlns:a16="http://schemas.microsoft.com/office/drawing/2014/main" id="{8AA91430-0F71-D776-43E0-8EBE63C663C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567011" y="4165843"/>
                            <a:ext cx="222528" cy="64789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01" name="Rectángulo 300">
                            <a:extLst>
                              <a:ext uri="{FF2B5EF4-FFF2-40B4-BE49-F238E27FC236}">
                                <a16:creationId xmlns:a16="http://schemas.microsoft.com/office/drawing/2014/main" id="{A6EB3CED-906E-09D1-BA63-21D69DD3A4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567011" y="4849939"/>
                            <a:ext cx="222528" cy="64789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grpSp>
                      <p:nvGrpSpPr>
                        <p:cNvPr id="297" name="Grupo 296">
                          <a:extLst>
                            <a:ext uri="{FF2B5EF4-FFF2-40B4-BE49-F238E27FC236}">
                              <a16:creationId xmlns:a16="http://schemas.microsoft.com/office/drawing/2014/main" id="{66920606-6944-F7F8-A62C-E0BD868F3B5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02364" y="4091091"/>
                          <a:ext cx="1308272" cy="912706"/>
                          <a:chOff x="1327522" y="4249446"/>
                          <a:chExt cx="2701588" cy="912706"/>
                        </a:xfrm>
                      </p:grpSpPr>
                      <p:sp>
                        <p:nvSpPr>
                          <p:cNvPr id="298" name="Rectángulo 297">
                            <a:extLst>
                              <a:ext uri="{FF2B5EF4-FFF2-40B4-BE49-F238E27FC236}">
                                <a16:creationId xmlns:a16="http://schemas.microsoft.com/office/drawing/2014/main" id="{DDCBAEA2-0A47-62CC-282D-17C00B63B4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329110" y="4249446"/>
                            <a:ext cx="2700000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299" name="Rectángulo 298">
                            <a:extLst>
                              <a:ext uri="{FF2B5EF4-FFF2-40B4-BE49-F238E27FC236}">
                                <a16:creationId xmlns:a16="http://schemas.microsoft.com/office/drawing/2014/main" id="{6E5AEC6E-6292-2F23-E280-A1C37318764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327522" y="5054152"/>
                            <a:ext cx="2700000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360" name="Grupo 359">
                        <a:extLst>
                          <a:ext uri="{FF2B5EF4-FFF2-40B4-BE49-F238E27FC236}">
                            <a16:creationId xmlns:a16="http://schemas.microsoft.com/office/drawing/2014/main" id="{25F757E2-39E7-88B8-1005-C156221A4D7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>
                        <a:off x="5490031" y="3759390"/>
                        <a:ext cx="356609" cy="512384"/>
                        <a:chOff x="2047213" y="2767253"/>
                        <a:chExt cx="430719" cy="642467"/>
                      </a:xfrm>
                    </p:grpSpPr>
                    <p:grpSp>
                      <p:nvGrpSpPr>
                        <p:cNvPr id="367" name="Grupo 366">
                          <a:extLst>
                            <a:ext uri="{FF2B5EF4-FFF2-40B4-BE49-F238E27FC236}">
                              <a16:creationId xmlns:a16="http://schemas.microsoft.com/office/drawing/2014/main" id="{1DEBBC93-BF1C-1FAE-AD44-8A74B7A753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47213" y="2767253"/>
                          <a:ext cx="430719" cy="429014"/>
                          <a:chOff x="2382817" y="1775579"/>
                          <a:chExt cx="299697" cy="304754"/>
                        </a:xfrm>
                      </p:grpSpPr>
                      <p:sp>
                        <p:nvSpPr>
                          <p:cNvPr id="369" name="Rectángulo 368">
                            <a:extLst>
                              <a:ext uri="{FF2B5EF4-FFF2-40B4-BE49-F238E27FC236}">
                                <a16:creationId xmlns:a16="http://schemas.microsoft.com/office/drawing/2014/main" id="{493CD209-226E-EC71-D86A-968F64A731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70" name="Rectángulo 369">
                            <a:extLst>
                              <a:ext uri="{FF2B5EF4-FFF2-40B4-BE49-F238E27FC236}">
                                <a16:creationId xmlns:a16="http://schemas.microsoft.com/office/drawing/2014/main" id="{1F221681-4A5A-7667-E4E4-38EB9D822BF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2947" y="1775579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71" name="Rectángulo 370">
                            <a:extLst>
                              <a:ext uri="{FF2B5EF4-FFF2-40B4-BE49-F238E27FC236}">
                                <a16:creationId xmlns:a16="http://schemas.microsoft.com/office/drawing/2014/main" id="{E321858F-4B5C-9928-9369-BC07937371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368" name="Rectángulo 367">
                          <a:extLst>
                            <a:ext uri="{FF2B5EF4-FFF2-40B4-BE49-F238E27FC236}">
                              <a16:creationId xmlns:a16="http://schemas.microsoft.com/office/drawing/2014/main" id="{EE9917DA-14D4-1DF0-D46B-514B969E63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382" name="Grupo 381">
                        <a:extLst>
                          <a:ext uri="{FF2B5EF4-FFF2-40B4-BE49-F238E27FC236}">
                            <a16:creationId xmlns:a16="http://schemas.microsoft.com/office/drawing/2014/main" id="{0F533341-6B21-7937-69ED-F6130FA9925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907477" y="3546803"/>
                        <a:ext cx="853204" cy="96037"/>
                        <a:chOff x="4907477" y="3546803"/>
                        <a:chExt cx="853204" cy="96037"/>
                      </a:xfrm>
                    </p:grpSpPr>
                    <p:sp>
                      <p:nvSpPr>
                        <p:cNvPr id="379" name="Rectángulo 378">
                          <a:extLst>
                            <a:ext uri="{FF2B5EF4-FFF2-40B4-BE49-F238E27FC236}">
                              <a16:creationId xmlns:a16="http://schemas.microsoft.com/office/drawing/2014/main" id="{B9683EE6-C887-A80F-1C77-304A06F508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907477" y="3546804"/>
                          <a:ext cx="342114" cy="96035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380" name="Rectángulo 379">
                          <a:extLst>
                            <a:ext uri="{FF2B5EF4-FFF2-40B4-BE49-F238E27FC236}">
                              <a16:creationId xmlns:a16="http://schemas.microsoft.com/office/drawing/2014/main" id="{C9481482-2DEB-0B83-2842-C02E8C21A34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5569132" y="3546803"/>
                          <a:ext cx="191549" cy="96037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381" name="Rectángulo 380">
                          <a:extLst>
                            <a:ext uri="{FF2B5EF4-FFF2-40B4-BE49-F238E27FC236}">
                              <a16:creationId xmlns:a16="http://schemas.microsoft.com/office/drawing/2014/main" id="{DD7822D8-8216-6FD8-0409-8DAEAE3444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907477" y="3571166"/>
                          <a:ext cx="853204" cy="45719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386" name="Grupo 385">
                        <a:extLst>
                          <a:ext uri="{FF2B5EF4-FFF2-40B4-BE49-F238E27FC236}">
                            <a16:creationId xmlns:a16="http://schemas.microsoft.com/office/drawing/2014/main" id="{6D12B6D7-2973-C65A-469F-9FECA834475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2800" y="3811517"/>
                        <a:ext cx="634868" cy="577903"/>
                        <a:chOff x="4753771" y="3870856"/>
                        <a:chExt cx="634868" cy="577903"/>
                      </a:xfrm>
                    </p:grpSpPr>
                    <p:sp>
                      <p:nvSpPr>
                        <p:cNvPr id="383" name="Rectángulo 382">
                          <a:extLst>
                            <a:ext uri="{FF2B5EF4-FFF2-40B4-BE49-F238E27FC236}">
                              <a16:creationId xmlns:a16="http://schemas.microsoft.com/office/drawing/2014/main" id="{5A5DF5B9-9167-6192-9096-8FE85B3178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753771" y="3964668"/>
                          <a:ext cx="633553" cy="393458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7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384" name="Rectángulo 383">
                          <a:extLst>
                            <a:ext uri="{FF2B5EF4-FFF2-40B4-BE49-F238E27FC236}">
                              <a16:creationId xmlns:a16="http://schemas.microsoft.com/office/drawing/2014/main" id="{16ABBF51-62DA-A2E1-69FD-AB86DBA225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754851" y="3870856"/>
                          <a:ext cx="633553" cy="93812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385" name="Rectángulo 384">
                          <a:extLst>
                            <a:ext uri="{FF2B5EF4-FFF2-40B4-BE49-F238E27FC236}">
                              <a16:creationId xmlns:a16="http://schemas.microsoft.com/office/drawing/2014/main" id="{0C2A80D5-E153-6E0F-DDB0-3AA0D0A718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755086" y="4354947"/>
                          <a:ext cx="633553" cy="93812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391" name="Grupo 390">
                        <a:extLst>
                          <a:ext uri="{FF2B5EF4-FFF2-40B4-BE49-F238E27FC236}">
                            <a16:creationId xmlns:a16="http://schemas.microsoft.com/office/drawing/2014/main" id="{483DA788-FC6E-70B4-3F90-2EDF773D8CD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507922" y="4032002"/>
                        <a:ext cx="307233" cy="114324"/>
                        <a:chOff x="4507922" y="4032002"/>
                        <a:chExt cx="307233" cy="114324"/>
                      </a:xfrm>
                    </p:grpSpPr>
                    <p:sp>
                      <p:nvSpPr>
                        <p:cNvPr id="389" name="Rectángulo 388">
                          <a:extLst>
                            <a:ext uri="{FF2B5EF4-FFF2-40B4-BE49-F238E27FC236}">
                              <a16:creationId xmlns:a16="http://schemas.microsoft.com/office/drawing/2014/main" id="{8B0194F9-95FA-7987-3810-064CE9AC96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69436" y="4032002"/>
                          <a:ext cx="45719" cy="114324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390" name="Rectángulo 389">
                          <a:extLst>
                            <a:ext uri="{FF2B5EF4-FFF2-40B4-BE49-F238E27FC236}">
                              <a16:creationId xmlns:a16="http://schemas.microsoft.com/office/drawing/2014/main" id="{B5D62000-3BD9-411C-96D5-2CD56F7DD74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507922" y="4044091"/>
                          <a:ext cx="259943" cy="93813"/>
                        </a:xfrm>
                        <a:prstGeom prst="rect">
                          <a:avLst/>
                        </a:prstGeom>
                        <a:pattFill prst="dkVert">
                          <a:fgClr>
                            <a:schemeClr val="bg1">
                              <a:lumMod val="50000"/>
                            </a:schemeClr>
                          </a:fgClr>
                          <a:bgClr>
                            <a:schemeClr val="bg1">
                              <a:lumMod val="85000"/>
                            </a:schemeClr>
                          </a:bgClr>
                        </a:patt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395" name="Rectángulo 394">
                        <a:extLst>
                          <a:ext uri="{FF2B5EF4-FFF2-40B4-BE49-F238E27FC236}">
                            <a16:creationId xmlns:a16="http://schemas.microsoft.com/office/drawing/2014/main" id="{57F2DF03-7FA7-B7A5-88F7-811638AF3D25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6589484" y="3751758"/>
                        <a:ext cx="45719" cy="696491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lumMod val="85000"/>
                              <a:shade val="30000"/>
                              <a:satMod val="115000"/>
                            </a:schemeClr>
                          </a:gs>
                          <a:gs pos="50000">
                            <a:schemeClr val="bg1">
                              <a:lumMod val="85000"/>
                              <a:shade val="67500"/>
                              <a:satMod val="115000"/>
                            </a:schemeClr>
                          </a:gs>
                          <a:gs pos="100000">
                            <a:schemeClr val="bg1">
                              <a:lumMod val="85000"/>
                              <a:shade val="100000"/>
                              <a:satMod val="115000"/>
                            </a:schemeClr>
                          </a:gs>
                        </a:gsLst>
                        <a:lin ang="10800000" scaled="1"/>
                        <a:tileRect/>
                      </a:gra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396" name="Rectángulo 395">
                        <a:extLst>
                          <a:ext uri="{FF2B5EF4-FFF2-40B4-BE49-F238E27FC236}">
                            <a16:creationId xmlns:a16="http://schemas.microsoft.com/office/drawing/2014/main" id="{CD6BEB5F-74FE-FF79-833A-3A7606B8C2ED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420983" y="3751758"/>
                        <a:ext cx="45719" cy="696491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lumMod val="85000"/>
                              <a:shade val="30000"/>
                              <a:satMod val="115000"/>
                            </a:schemeClr>
                          </a:gs>
                          <a:gs pos="50000">
                            <a:schemeClr val="bg1">
                              <a:lumMod val="85000"/>
                              <a:shade val="67500"/>
                              <a:satMod val="115000"/>
                            </a:schemeClr>
                          </a:gs>
                          <a:gs pos="100000">
                            <a:schemeClr val="bg1">
                              <a:lumMod val="85000"/>
                              <a:shade val="100000"/>
                              <a:satMod val="115000"/>
                            </a:schemeClr>
                          </a:gs>
                        </a:gsLst>
                        <a:lin ang="10800000" scaled="1"/>
                        <a:tileRect/>
                      </a:gra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404" name="Grupo 403">
                    <a:extLst>
                      <a:ext uri="{FF2B5EF4-FFF2-40B4-BE49-F238E27FC236}">
                        <a16:creationId xmlns:a16="http://schemas.microsoft.com/office/drawing/2014/main" id="{E4BDEB6B-0C7A-16F1-C121-08A6C1D7BC85}"/>
                      </a:ext>
                    </a:extLst>
                  </p:cNvPr>
                  <p:cNvGrpSpPr/>
                  <p:nvPr/>
                </p:nvGrpSpPr>
                <p:grpSpPr>
                  <a:xfrm>
                    <a:off x="6661270" y="3783868"/>
                    <a:ext cx="2708274" cy="626053"/>
                    <a:chOff x="6661270" y="3783867"/>
                    <a:chExt cx="2708274" cy="626053"/>
                  </a:xfrm>
                </p:grpSpPr>
                <p:grpSp>
                  <p:nvGrpSpPr>
                    <p:cNvPr id="296" name="Grupo 295">
                      <a:extLst>
                        <a:ext uri="{FF2B5EF4-FFF2-40B4-BE49-F238E27FC236}">
                          <a16:creationId xmlns:a16="http://schemas.microsoft.com/office/drawing/2014/main" id="{67B903B4-DAAA-CCB4-FD3A-0AABA2EA5D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661270" y="3783867"/>
                      <a:ext cx="2708274" cy="626053"/>
                      <a:chOff x="1320836" y="4230396"/>
                      <a:chExt cx="2708274" cy="626053"/>
                    </a:xfrm>
                  </p:grpSpPr>
                  <p:sp>
                    <p:nvSpPr>
                      <p:cNvPr id="291" name="Rectángulo 290">
                        <a:extLst>
                          <a:ext uri="{FF2B5EF4-FFF2-40B4-BE49-F238E27FC236}">
                            <a16:creationId xmlns:a16="http://schemas.microsoft.com/office/drawing/2014/main" id="{66E18273-0846-AD0E-D8C7-8F1D14DE77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9110" y="4230396"/>
                        <a:ext cx="2700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292" name="Rectángulo 291">
                        <a:extLst>
                          <a:ext uri="{FF2B5EF4-FFF2-40B4-BE49-F238E27FC236}">
                            <a16:creationId xmlns:a16="http://schemas.microsoft.com/office/drawing/2014/main" id="{A3F0B421-75EB-DC13-EFBF-C2E7EAEAF1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0836" y="4748449"/>
                        <a:ext cx="2700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401" name="Grupo 400">
                      <a:extLst>
                        <a:ext uri="{FF2B5EF4-FFF2-40B4-BE49-F238E27FC236}">
                          <a16:creationId xmlns:a16="http://schemas.microsoft.com/office/drawing/2014/main" id="{84C5A0EB-BF52-C24D-816C-399B406F15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709649" y="3891867"/>
                      <a:ext cx="2222868" cy="413022"/>
                      <a:chOff x="6709649" y="3891867"/>
                      <a:chExt cx="2222868" cy="413022"/>
                    </a:xfrm>
                  </p:grpSpPr>
                  <p:sp>
                    <p:nvSpPr>
                      <p:cNvPr id="394" name="Rectángulo 393">
                        <a:extLst>
                          <a:ext uri="{FF2B5EF4-FFF2-40B4-BE49-F238E27FC236}">
                            <a16:creationId xmlns:a16="http://schemas.microsoft.com/office/drawing/2014/main" id="{17AFC107-9D3C-B5D0-8416-CEEF09A47575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6880507" y="3891867"/>
                        <a:ext cx="46539" cy="408503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lumMod val="85000"/>
                              <a:shade val="30000"/>
                              <a:satMod val="115000"/>
                            </a:schemeClr>
                          </a:gs>
                          <a:gs pos="50000">
                            <a:schemeClr val="bg1">
                              <a:lumMod val="85000"/>
                              <a:shade val="67500"/>
                              <a:satMod val="115000"/>
                            </a:schemeClr>
                          </a:gs>
                          <a:gs pos="100000">
                            <a:schemeClr val="bg1">
                              <a:lumMod val="85000"/>
                              <a:shade val="100000"/>
                              <a:satMod val="115000"/>
                            </a:schemeClr>
                          </a:gs>
                        </a:gsLst>
                        <a:lin ang="10800000" scaled="1"/>
                        <a:tileRect/>
                      </a:gra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398" name="Rectángulo 397">
                        <a:extLst>
                          <a:ext uri="{FF2B5EF4-FFF2-40B4-BE49-F238E27FC236}">
                            <a16:creationId xmlns:a16="http://schemas.microsoft.com/office/drawing/2014/main" id="{4A3728C8-B337-BFBC-1798-FE0ABD8BB0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649" y="3996549"/>
                        <a:ext cx="396018" cy="198981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400" name="Rectángulo 399">
                        <a:extLst>
                          <a:ext uri="{FF2B5EF4-FFF2-40B4-BE49-F238E27FC236}">
                            <a16:creationId xmlns:a16="http://schemas.microsoft.com/office/drawing/2014/main" id="{78B675A9-EA2B-AB04-C4B6-60CC1FDE008C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8702279" y="3896386"/>
                        <a:ext cx="46539" cy="408503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lumMod val="85000"/>
                              <a:shade val="30000"/>
                              <a:satMod val="115000"/>
                            </a:schemeClr>
                          </a:gs>
                          <a:gs pos="50000">
                            <a:schemeClr val="bg1">
                              <a:lumMod val="85000"/>
                              <a:shade val="67500"/>
                              <a:satMod val="115000"/>
                            </a:schemeClr>
                          </a:gs>
                          <a:gs pos="100000">
                            <a:schemeClr val="bg1">
                              <a:lumMod val="85000"/>
                              <a:shade val="100000"/>
                              <a:satMod val="115000"/>
                            </a:schemeClr>
                          </a:gs>
                        </a:gsLst>
                        <a:lin ang="10800000" scaled="1"/>
                        <a:tileRect/>
                      </a:gra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399" name="Rectángulo 398">
                        <a:extLst>
                          <a:ext uri="{FF2B5EF4-FFF2-40B4-BE49-F238E27FC236}">
                            <a16:creationId xmlns:a16="http://schemas.microsoft.com/office/drawing/2014/main" id="{9B9170EA-A51A-FDAE-5FF2-5122DF015B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6499" y="3990890"/>
                        <a:ext cx="396018" cy="198981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397" name="Rectángulo 396">
                        <a:extLst>
                          <a:ext uri="{FF2B5EF4-FFF2-40B4-BE49-F238E27FC236}">
                            <a16:creationId xmlns:a16="http://schemas.microsoft.com/office/drawing/2014/main" id="{D65620A5-FD62-A16B-6075-0C3E5A7470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649" y="4035049"/>
                        <a:ext cx="2222868" cy="117501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</p:grpSp>
          <p:grpSp>
            <p:nvGrpSpPr>
              <p:cNvPr id="408" name="Grupo 407">
                <a:extLst>
                  <a:ext uri="{FF2B5EF4-FFF2-40B4-BE49-F238E27FC236}">
                    <a16:creationId xmlns:a16="http://schemas.microsoft.com/office/drawing/2014/main" id="{D20A9F64-965A-5FE3-628A-68E21C26BA37}"/>
                  </a:ext>
                </a:extLst>
              </p:cNvPr>
              <p:cNvGrpSpPr/>
              <p:nvPr/>
            </p:nvGrpSpPr>
            <p:grpSpPr>
              <a:xfrm flipH="1">
                <a:off x="5191713" y="4733290"/>
                <a:ext cx="5827626" cy="1940395"/>
                <a:chOff x="3075712" y="2956240"/>
                <a:chExt cx="6293832" cy="2271162"/>
              </a:xfrm>
              <a:noFill/>
            </p:grpSpPr>
            <p:grpSp>
              <p:nvGrpSpPr>
                <p:cNvPr id="409" name="Grupo 408">
                  <a:extLst>
                    <a:ext uri="{FF2B5EF4-FFF2-40B4-BE49-F238E27FC236}">
                      <a16:creationId xmlns:a16="http://schemas.microsoft.com/office/drawing/2014/main" id="{9BD442B2-4132-BEB4-78D5-74B977A0E48B}"/>
                    </a:ext>
                  </a:extLst>
                </p:cNvPr>
                <p:cNvGrpSpPr/>
                <p:nvPr/>
              </p:nvGrpSpPr>
              <p:grpSpPr>
                <a:xfrm>
                  <a:off x="8101270" y="2956240"/>
                  <a:ext cx="1260000" cy="2271162"/>
                  <a:chOff x="2760836" y="3402769"/>
                  <a:chExt cx="1260000" cy="2271162"/>
                </a:xfrm>
                <a:grpFill/>
              </p:grpSpPr>
              <p:grpSp>
                <p:nvGrpSpPr>
                  <p:cNvPr id="490" name="Grupo 489">
                    <a:extLst>
                      <a:ext uri="{FF2B5EF4-FFF2-40B4-BE49-F238E27FC236}">
                        <a16:creationId xmlns:a16="http://schemas.microsoft.com/office/drawing/2014/main" id="{3ECFE80B-CEBE-C771-AA19-EA4BE15B6D13}"/>
                      </a:ext>
                    </a:extLst>
                  </p:cNvPr>
                  <p:cNvGrpSpPr/>
                  <p:nvPr/>
                </p:nvGrpSpPr>
                <p:grpSpPr>
                  <a:xfrm>
                    <a:off x="2760836" y="3402769"/>
                    <a:ext cx="1260000" cy="2271162"/>
                    <a:chOff x="1634509" y="2764268"/>
                    <a:chExt cx="1260000" cy="2271162"/>
                  </a:xfrm>
                  <a:grpFill/>
                </p:grpSpPr>
                <p:grpSp>
                  <p:nvGrpSpPr>
                    <p:cNvPr id="493" name="Grupo 492">
                      <a:extLst>
                        <a:ext uri="{FF2B5EF4-FFF2-40B4-BE49-F238E27FC236}">
                          <a16:creationId xmlns:a16="http://schemas.microsoft.com/office/drawing/2014/main" id="{C82D084B-873B-E5BB-1E1D-7AAA1E3299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34509" y="3267323"/>
                      <a:ext cx="1260000" cy="1277113"/>
                      <a:chOff x="1655533" y="3271133"/>
                      <a:chExt cx="1260000" cy="1277113"/>
                    </a:xfrm>
                    <a:grpFill/>
                  </p:grpSpPr>
                  <p:grpSp>
                    <p:nvGrpSpPr>
                      <p:cNvPr id="507" name="Grupo 506">
                        <a:extLst>
                          <a:ext uri="{FF2B5EF4-FFF2-40B4-BE49-F238E27FC236}">
                            <a16:creationId xmlns:a16="http://schemas.microsoft.com/office/drawing/2014/main" id="{00CB54E4-7CB0-2290-9DEF-E6B2887B64E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55533" y="3280626"/>
                        <a:ext cx="1260000" cy="1260000"/>
                        <a:chOff x="1655533" y="3280626"/>
                        <a:chExt cx="1260000" cy="1260000"/>
                      </a:xfrm>
                      <a:grpFill/>
                    </p:grpSpPr>
                    <p:sp>
                      <p:nvSpPr>
                        <p:cNvPr id="511" name="Elipse 510">
                          <a:extLst>
                            <a:ext uri="{FF2B5EF4-FFF2-40B4-BE49-F238E27FC236}">
                              <a16:creationId xmlns:a16="http://schemas.microsoft.com/office/drawing/2014/main" id="{DA9DFF53-2EA2-BBFB-8C12-0D653AFCD04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55533" y="3280626"/>
                          <a:ext cx="1260000" cy="1260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512" name="Rectángulo 511">
                          <a:extLst>
                            <a:ext uri="{FF2B5EF4-FFF2-40B4-BE49-F238E27FC236}">
                              <a16:creationId xmlns:a16="http://schemas.microsoft.com/office/drawing/2014/main" id="{CE7E4EC4-2588-C175-0270-09FC149879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745533" y="3421150"/>
                          <a:ext cx="1080000" cy="142397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13" name="Rectángulo 512">
                          <a:extLst>
                            <a:ext uri="{FF2B5EF4-FFF2-40B4-BE49-F238E27FC236}">
                              <a16:creationId xmlns:a16="http://schemas.microsoft.com/office/drawing/2014/main" id="{CAF343B7-765E-6CC9-D391-DB1AAD12BAA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745533" y="4251264"/>
                          <a:ext cx="1080000" cy="142397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508" name="Grupo 507">
                        <a:extLst>
                          <a:ext uri="{FF2B5EF4-FFF2-40B4-BE49-F238E27FC236}">
                            <a16:creationId xmlns:a16="http://schemas.microsoft.com/office/drawing/2014/main" id="{36307901-C484-36AD-4153-C60CA91AF06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5533" y="3271133"/>
                        <a:ext cx="1080000" cy="1277113"/>
                        <a:chOff x="1745533" y="3271133"/>
                        <a:chExt cx="1080000" cy="1277113"/>
                      </a:xfrm>
                      <a:grpFill/>
                    </p:grpSpPr>
                    <p:sp>
                      <p:nvSpPr>
                        <p:cNvPr id="509" name="Rectángulo 508">
                          <a:extLst>
                            <a:ext uri="{FF2B5EF4-FFF2-40B4-BE49-F238E27FC236}">
                              <a16:creationId xmlns:a16="http://schemas.microsoft.com/office/drawing/2014/main" id="{340CCF77-54C2-9B4B-D0A5-F7227C0D1D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745533" y="3271133"/>
                          <a:ext cx="1080000" cy="142397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10" name="Rectángulo 509">
                          <a:extLst>
                            <a:ext uri="{FF2B5EF4-FFF2-40B4-BE49-F238E27FC236}">
                              <a16:creationId xmlns:a16="http://schemas.microsoft.com/office/drawing/2014/main" id="{F251C91B-7C57-CD78-9C70-411421B9CF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745533" y="4405849"/>
                          <a:ext cx="1080000" cy="142397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494" name="Grupo 493">
                      <a:extLst>
                        <a:ext uri="{FF2B5EF4-FFF2-40B4-BE49-F238E27FC236}">
                          <a16:creationId xmlns:a16="http://schemas.microsoft.com/office/drawing/2014/main" id="{4FBF9999-E9A3-5BDD-02DC-3BFC8E957D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44634" y="2764268"/>
                      <a:ext cx="434583" cy="2271162"/>
                      <a:chOff x="2044634" y="2764268"/>
                      <a:chExt cx="434583" cy="2271162"/>
                    </a:xfrm>
                    <a:grpFill/>
                  </p:grpSpPr>
                  <p:grpSp>
                    <p:nvGrpSpPr>
                      <p:cNvPr id="495" name="Grupo 494">
                        <a:extLst>
                          <a:ext uri="{FF2B5EF4-FFF2-40B4-BE49-F238E27FC236}">
                            <a16:creationId xmlns:a16="http://schemas.microsoft.com/office/drawing/2014/main" id="{FBABD2A5-A555-5EBC-DC7A-FDA6BD85CBB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47217" y="2764268"/>
                        <a:ext cx="432000" cy="645452"/>
                        <a:chOff x="2047217" y="2764268"/>
                        <a:chExt cx="432000" cy="645452"/>
                      </a:xfrm>
                      <a:grpFill/>
                    </p:grpSpPr>
                    <p:grpSp>
                      <p:nvGrpSpPr>
                        <p:cNvPr id="502" name="Grupo 501">
                          <a:extLst>
                            <a:ext uri="{FF2B5EF4-FFF2-40B4-BE49-F238E27FC236}">
                              <a16:creationId xmlns:a16="http://schemas.microsoft.com/office/drawing/2014/main" id="{B1C5A05B-7212-4D66-B688-ED5D761A02B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47217" y="2764268"/>
                          <a:ext cx="432000" cy="432000"/>
                          <a:chOff x="2382817" y="1773458"/>
                          <a:chExt cx="300588" cy="306875"/>
                        </a:xfrm>
                        <a:grpFill/>
                      </p:grpSpPr>
                      <p:sp>
                        <p:nvSpPr>
                          <p:cNvPr id="504" name="Rectángulo 503">
                            <a:extLst>
                              <a:ext uri="{FF2B5EF4-FFF2-40B4-BE49-F238E27FC236}">
                                <a16:creationId xmlns:a16="http://schemas.microsoft.com/office/drawing/2014/main" id="{CDBB1921-830C-0040-E6AE-0FDDDC615B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05" name="Rectángulo 504">
                            <a:extLst>
                              <a:ext uri="{FF2B5EF4-FFF2-40B4-BE49-F238E27FC236}">
                                <a16:creationId xmlns:a16="http://schemas.microsoft.com/office/drawing/2014/main" id="{A8C18C29-D6CF-C09C-E825-908F00B924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4614" y="1773458"/>
                            <a:ext cx="298791" cy="76406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06" name="Rectángulo 505">
                            <a:extLst>
                              <a:ext uri="{FF2B5EF4-FFF2-40B4-BE49-F238E27FC236}">
                                <a16:creationId xmlns:a16="http://schemas.microsoft.com/office/drawing/2014/main" id="{6EA7608A-F9D8-BDCF-6521-D5637FD2CB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503" name="Rectángulo 502">
                          <a:extLst>
                            <a:ext uri="{FF2B5EF4-FFF2-40B4-BE49-F238E27FC236}">
                              <a16:creationId xmlns:a16="http://schemas.microsoft.com/office/drawing/2014/main" id="{CAAB1835-1AAB-CCB6-B6A8-ABD7505FAF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496" name="Grupo 495">
                        <a:extLst>
                          <a:ext uri="{FF2B5EF4-FFF2-40B4-BE49-F238E27FC236}">
                            <a16:creationId xmlns:a16="http://schemas.microsoft.com/office/drawing/2014/main" id="{BC176CC2-3B30-F93D-1086-7214B1266D2B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V="1">
                        <a:off x="2044634" y="4389978"/>
                        <a:ext cx="432000" cy="645452"/>
                        <a:chOff x="2047217" y="2764268"/>
                        <a:chExt cx="432000" cy="645452"/>
                      </a:xfrm>
                      <a:grpFill/>
                    </p:grpSpPr>
                    <p:grpSp>
                      <p:nvGrpSpPr>
                        <p:cNvPr id="497" name="Grupo 496">
                          <a:extLst>
                            <a:ext uri="{FF2B5EF4-FFF2-40B4-BE49-F238E27FC236}">
                              <a16:creationId xmlns:a16="http://schemas.microsoft.com/office/drawing/2014/main" id="{2917037A-78BF-9D71-624F-89AC1CE99B8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47217" y="2764268"/>
                          <a:ext cx="432000" cy="432000"/>
                          <a:chOff x="2382817" y="1773458"/>
                          <a:chExt cx="300588" cy="306875"/>
                        </a:xfrm>
                        <a:grpFill/>
                      </p:grpSpPr>
                      <p:sp>
                        <p:nvSpPr>
                          <p:cNvPr id="499" name="Rectángulo 498">
                            <a:extLst>
                              <a:ext uri="{FF2B5EF4-FFF2-40B4-BE49-F238E27FC236}">
                                <a16:creationId xmlns:a16="http://schemas.microsoft.com/office/drawing/2014/main" id="{D8185DCB-1BEE-144D-3699-CAF01CE50D6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00" name="Rectángulo 499">
                            <a:extLst>
                              <a:ext uri="{FF2B5EF4-FFF2-40B4-BE49-F238E27FC236}">
                                <a16:creationId xmlns:a16="http://schemas.microsoft.com/office/drawing/2014/main" id="{F40B4A27-455E-8857-AB5C-1CB0DCCCB6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4614" y="1773458"/>
                            <a:ext cx="298791" cy="76406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01" name="Rectángulo 500">
                            <a:extLst>
                              <a:ext uri="{FF2B5EF4-FFF2-40B4-BE49-F238E27FC236}">
                                <a16:creationId xmlns:a16="http://schemas.microsoft.com/office/drawing/2014/main" id="{2EF9FCC8-2207-E88A-F5C4-DF65B9DDCD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498" name="Rectángulo 497">
                          <a:extLst>
                            <a:ext uri="{FF2B5EF4-FFF2-40B4-BE49-F238E27FC236}">
                              <a16:creationId xmlns:a16="http://schemas.microsoft.com/office/drawing/2014/main" id="{11E3BBBB-BF95-60AA-BA7A-42C0926B922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491" name="Rectángulo 490">
                    <a:extLst>
                      <a:ext uri="{FF2B5EF4-FFF2-40B4-BE49-F238E27FC236}">
                        <a16:creationId xmlns:a16="http://schemas.microsoft.com/office/drawing/2014/main" id="{510EB419-F7C1-4FA8-9E7C-E201ED0FCB7E}"/>
                      </a:ext>
                    </a:extLst>
                  </p:cNvPr>
                  <p:cNvSpPr/>
                  <p:nvPr/>
                </p:nvSpPr>
                <p:spPr>
                  <a:xfrm>
                    <a:off x="3221988" y="4199466"/>
                    <a:ext cx="344172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92" name="Rectángulo 491">
                    <a:extLst>
                      <a:ext uri="{FF2B5EF4-FFF2-40B4-BE49-F238E27FC236}">
                        <a16:creationId xmlns:a16="http://schemas.microsoft.com/office/drawing/2014/main" id="{13DA99F7-74F2-EE50-E059-10CA3ADDE497}"/>
                      </a:ext>
                    </a:extLst>
                  </p:cNvPr>
                  <p:cNvSpPr/>
                  <p:nvPr/>
                </p:nvSpPr>
                <p:spPr>
                  <a:xfrm>
                    <a:off x="3213583" y="4859288"/>
                    <a:ext cx="344172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410" name="Grupo 409">
                  <a:extLst>
                    <a:ext uri="{FF2B5EF4-FFF2-40B4-BE49-F238E27FC236}">
                      <a16:creationId xmlns:a16="http://schemas.microsoft.com/office/drawing/2014/main" id="{DE375F6A-172E-5409-A57D-65AC86D84D3D}"/>
                    </a:ext>
                  </a:extLst>
                </p:cNvPr>
                <p:cNvGrpSpPr/>
                <p:nvPr/>
              </p:nvGrpSpPr>
              <p:grpSpPr>
                <a:xfrm>
                  <a:off x="3075712" y="3546804"/>
                  <a:ext cx="6293832" cy="1010338"/>
                  <a:chOff x="3075712" y="3546804"/>
                  <a:chExt cx="6293832" cy="1010338"/>
                </a:xfrm>
                <a:grpFill/>
              </p:grpSpPr>
              <p:grpSp>
                <p:nvGrpSpPr>
                  <p:cNvPr id="411" name="Grupo 410">
                    <a:extLst>
                      <a:ext uri="{FF2B5EF4-FFF2-40B4-BE49-F238E27FC236}">
                        <a16:creationId xmlns:a16="http://schemas.microsoft.com/office/drawing/2014/main" id="{070524A4-1641-4208-4D3E-3752F861DF89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3524806" y="3257089"/>
                    <a:ext cx="779056" cy="1677243"/>
                    <a:chOff x="5775047" y="2877717"/>
                    <a:chExt cx="779056" cy="1677243"/>
                  </a:xfrm>
                  <a:grpFill/>
                </p:grpSpPr>
                <p:grpSp>
                  <p:nvGrpSpPr>
                    <p:cNvPr id="452" name="Grupo 451">
                      <a:extLst>
                        <a:ext uri="{FF2B5EF4-FFF2-40B4-BE49-F238E27FC236}">
                          <a16:creationId xmlns:a16="http://schemas.microsoft.com/office/drawing/2014/main" id="{36FAFF51-1C0C-255B-38A3-E1B45D1C68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709555" cy="832699"/>
                      <a:chOff x="5809042" y="3722261"/>
                      <a:chExt cx="709555" cy="832699"/>
                    </a:xfrm>
                    <a:grpFill/>
                  </p:grpSpPr>
                  <p:grpSp>
                    <p:nvGrpSpPr>
                      <p:cNvPr id="478" name="Grupo 477">
                        <a:extLst>
                          <a:ext uri="{FF2B5EF4-FFF2-40B4-BE49-F238E27FC236}">
                            <a16:creationId xmlns:a16="http://schemas.microsoft.com/office/drawing/2014/main" id="{D066A8E9-0EB2-FE4D-92CA-EC806D433CE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276111" cy="832437"/>
                        <a:chOff x="5809042" y="3722261"/>
                        <a:chExt cx="276111" cy="832437"/>
                      </a:xfrm>
                      <a:grpFill/>
                    </p:grpSpPr>
                    <p:grpSp>
                      <p:nvGrpSpPr>
                        <p:cNvPr id="485" name="Grupo 484">
                          <a:extLst>
                            <a:ext uri="{FF2B5EF4-FFF2-40B4-BE49-F238E27FC236}">
                              <a16:creationId xmlns:a16="http://schemas.microsoft.com/office/drawing/2014/main" id="{FEC930D8-2A86-D46B-5B9C-5BA73369BB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042" y="3722261"/>
                          <a:ext cx="158346" cy="473941"/>
                          <a:chOff x="6166492" y="3721247"/>
                          <a:chExt cx="158346" cy="473941"/>
                        </a:xfrm>
                        <a:grpFill/>
                      </p:grpSpPr>
                      <p:sp>
                        <p:nvSpPr>
                          <p:cNvPr id="488" name="Rectángulo: esquinas redondeadas 487">
                            <a:extLst>
                              <a:ext uri="{FF2B5EF4-FFF2-40B4-BE49-F238E27FC236}">
                                <a16:creationId xmlns:a16="http://schemas.microsoft.com/office/drawing/2014/main" id="{BCC927E2-499D-3EF7-8268-55A61C8665E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20522031">
                            <a:off x="6166492" y="3721247"/>
                            <a:ext cx="158346" cy="473941"/>
                          </a:xfrm>
                          <a:prstGeom prst="round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89" name="Rectángulo: esquinas redondeadas 488">
                            <a:extLst>
                              <a:ext uri="{FF2B5EF4-FFF2-40B4-BE49-F238E27FC236}">
                                <a16:creationId xmlns:a16="http://schemas.microsoft.com/office/drawing/2014/main" id="{335FC525-10B3-A398-2712-8AEEB183076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231950" flipH="1">
                            <a:off x="6202247" y="3774966"/>
                            <a:ext cx="45719" cy="216078"/>
                          </a:xfrm>
                          <a:prstGeom prst="roundRect">
                            <a:avLst>
                              <a:gd name="adj" fmla="val 40457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</p:grpSp>
                    <p:sp>
                      <p:nvSpPr>
                        <p:cNvPr id="486" name="Rectángulo 485">
                          <a:extLst>
                            <a:ext uri="{FF2B5EF4-FFF2-40B4-BE49-F238E27FC236}">
                              <a16:creationId xmlns:a16="http://schemas.microsoft.com/office/drawing/2014/main" id="{1E44A413-9CBB-794E-A85D-DF12FC21D6A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446603">
                          <a:off x="5872725" y="4154646"/>
                          <a:ext cx="212428" cy="60403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87" name="Rectángulo 486">
                          <a:extLst>
                            <a:ext uri="{FF2B5EF4-FFF2-40B4-BE49-F238E27FC236}">
                              <a16:creationId xmlns:a16="http://schemas.microsoft.com/office/drawing/2014/main" id="{967B6C39-B15D-F385-6FF9-581CB651E0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446603">
                          <a:off x="5969456" y="4217860"/>
                          <a:ext cx="68932" cy="336838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grpSp>
                    <p:nvGrpSpPr>
                      <p:cNvPr id="479" name="Grupo 478">
                        <a:extLst>
                          <a:ext uri="{FF2B5EF4-FFF2-40B4-BE49-F238E27FC236}">
                            <a16:creationId xmlns:a16="http://schemas.microsoft.com/office/drawing/2014/main" id="{AD448304-E056-AF49-4E0D-ED5AF72F3F65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6242486" y="3722523"/>
                        <a:ext cx="276111" cy="832437"/>
                        <a:chOff x="5809042" y="3722261"/>
                        <a:chExt cx="276111" cy="832437"/>
                      </a:xfrm>
                      <a:grpFill/>
                    </p:grpSpPr>
                    <p:grpSp>
                      <p:nvGrpSpPr>
                        <p:cNvPr id="480" name="Grupo 479">
                          <a:extLst>
                            <a:ext uri="{FF2B5EF4-FFF2-40B4-BE49-F238E27FC236}">
                              <a16:creationId xmlns:a16="http://schemas.microsoft.com/office/drawing/2014/main" id="{2DF7AADD-4CF9-9971-2116-E3C1B7A897E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042" y="3722261"/>
                          <a:ext cx="158346" cy="473941"/>
                          <a:chOff x="6166492" y="3721247"/>
                          <a:chExt cx="158346" cy="473941"/>
                        </a:xfrm>
                        <a:grpFill/>
                      </p:grpSpPr>
                      <p:sp>
                        <p:nvSpPr>
                          <p:cNvPr id="483" name="Rectángulo: esquinas redondeadas 482">
                            <a:extLst>
                              <a:ext uri="{FF2B5EF4-FFF2-40B4-BE49-F238E27FC236}">
                                <a16:creationId xmlns:a16="http://schemas.microsoft.com/office/drawing/2014/main" id="{7502D052-4D93-4F42-61CF-BA78C63DAD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20522031">
                            <a:off x="6166492" y="3721247"/>
                            <a:ext cx="158346" cy="473941"/>
                          </a:xfrm>
                          <a:prstGeom prst="round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84" name="Rectángulo: esquinas redondeadas 483">
                            <a:extLst>
                              <a:ext uri="{FF2B5EF4-FFF2-40B4-BE49-F238E27FC236}">
                                <a16:creationId xmlns:a16="http://schemas.microsoft.com/office/drawing/2014/main" id="{D381EB14-634B-50CD-86E6-A7CCA70942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231950" flipH="1">
                            <a:off x="6202247" y="3774966"/>
                            <a:ext cx="45719" cy="216078"/>
                          </a:xfrm>
                          <a:prstGeom prst="roundRect">
                            <a:avLst>
                              <a:gd name="adj" fmla="val 40457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</p:grpSp>
                    <p:sp>
                      <p:nvSpPr>
                        <p:cNvPr id="481" name="Rectángulo 480">
                          <a:extLst>
                            <a:ext uri="{FF2B5EF4-FFF2-40B4-BE49-F238E27FC236}">
                              <a16:creationId xmlns:a16="http://schemas.microsoft.com/office/drawing/2014/main" id="{699D62BE-427C-C128-7EC3-9B52112A1A6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446603">
                          <a:off x="5872725" y="4154646"/>
                          <a:ext cx="212428" cy="60403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82" name="Rectángulo 481">
                          <a:extLst>
                            <a:ext uri="{FF2B5EF4-FFF2-40B4-BE49-F238E27FC236}">
                              <a16:creationId xmlns:a16="http://schemas.microsoft.com/office/drawing/2014/main" id="{F2FC5BA8-2DFB-26A2-A97A-E0FF397C2D9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446603">
                          <a:off x="5969456" y="4217860"/>
                          <a:ext cx="68932" cy="336838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</p:grpSp>
                <p:grpSp>
                  <p:nvGrpSpPr>
                    <p:cNvPr id="453" name="Grupo 452">
                      <a:extLst>
                        <a:ext uri="{FF2B5EF4-FFF2-40B4-BE49-F238E27FC236}">
                          <a16:creationId xmlns:a16="http://schemas.microsoft.com/office/drawing/2014/main" id="{53ABB7C0-8F14-8685-C5F4-82450C9888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047" y="2877717"/>
                      <a:ext cx="779056" cy="1217448"/>
                      <a:chOff x="5775047" y="2877717"/>
                      <a:chExt cx="779056" cy="1217448"/>
                    </a:xfrm>
                    <a:grpFill/>
                  </p:grpSpPr>
                  <p:grpSp>
                    <p:nvGrpSpPr>
                      <p:cNvPr id="454" name="Grupo 453">
                        <a:extLst>
                          <a:ext uri="{FF2B5EF4-FFF2-40B4-BE49-F238E27FC236}">
                            <a16:creationId xmlns:a16="http://schemas.microsoft.com/office/drawing/2014/main" id="{4B819C8F-5C3B-3F5D-2CB1-C701787576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707" y="2877717"/>
                        <a:ext cx="778396" cy="1217448"/>
                        <a:chOff x="5775707" y="2877717"/>
                        <a:chExt cx="778396" cy="1217448"/>
                      </a:xfrm>
                      <a:grpFill/>
                    </p:grpSpPr>
                    <p:grpSp>
                      <p:nvGrpSpPr>
                        <p:cNvPr id="459" name="Grupo 458">
                          <a:extLst>
                            <a:ext uri="{FF2B5EF4-FFF2-40B4-BE49-F238E27FC236}">
                              <a16:creationId xmlns:a16="http://schemas.microsoft.com/office/drawing/2014/main" id="{9827520A-CC7A-BCDF-95C3-990106C6194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75707" y="2877717"/>
                          <a:ext cx="778396" cy="872513"/>
                          <a:chOff x="5728098" y="3973173"/>
                          <a:chExt cx="778396" cy="872513"/>
                        </a:xfrm>
                        <a:grpFill/>
                      </p:grpSpPr>
                      <p:grpSp>
                        <p:nvGrpSpPr>
                          <p:cNvPr id="461" name="Grupo 460">
                            <a:extLst>
                              <a:ext uri="{FF2B5EF4-FFF2-40B4-BE49-F238E27FC236}">
                                <a16:creationId xmlns:a16="http://schemas.microsoft.com/office/drawing/2014/main" id="{5EF20756-4B2E-7730-3C0D-4E845455CBB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36066" y="3973173"/>
                            <a:ext cx="360000" cy="324000"/>
                            <a:chOff x="5827652" y="3885379"/>
                            <a:chExt cx="360000" cy="324000"/>
                          </a:xfrm>
                          <a:grpFill/>
                        </p:grpSpPr>
                        <p:sp>
                          <p:nvSpPr>
                            <p:cNvPr id="476" name="Rectángulo 475">
                              <a:extLst>
                                <a:ext uri="{FF2B5EF4-FFF2-40B4-BE49-F238E27FC236}">
                                  <a16:creationId xmlns:a16="http://schemas.microsoft.com/office/drawing/2014/main" id="{DF0B42CA-2786-AA57-3707-353C53A084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477" name="Rectángulo 476">
                              <a:extLst>
                                <a:ext uri="{FF2B5EF4-FFF2-40B4-BE49-F238E27FC236}">
                                  <a16:creationId xmlns:a16="http://schemas.microsoft.com/office/drawing/2014/main" id="{F1D5347C-4D06-CF2C-3524-5A5AD92D30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grpSp>
                        <p:nvGrpSpPr>
                          <p:cNvPr id="462" name="Grupo 461">
                            <a:extLst>
                              <a:ext uri="{FF2B5EF4-FFF2-40B4-BE49-F238E27FC236}">
                                <a16:creationId xmlns:a16="http://schemas.microsoft.com/office/drawing/2014/main" id="{67E4D1CE-31CE-D3BA-4F3E-916C228F9DE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  <a:grpFill/>
                        </p:grpSpPr>
                        <p:grpSp>
                          <p:nvGrpSpPr>
                            <p:cNvPr id="463" name="Grupo 462">
                              <a:extLst>
                                <a:ext uri="{FF2B5EF4-FFF2-40B4-BE49-F238E27FC236}">
                                  <a16:creationId xmlns:a16="http://schemas.microsoft.com/office/drawing/2014/main" id="{B7DE1C97-46EC-319A-ABAB-1AFB827C6FF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577531"/>
                              <a:chOff x="5728098" y="4268155"/>
                              <a:chExt cx="778396" cy="577531"/>
                            </a:xfrm>
                            <a:grpFill/>
                          </p:grpSpPr>
                          <p:grpSp>
                            <p:nvGrpSpPr>
                              <p:cNvPr id="468" name="Grupo 467">
                                <a:extLst>
                                  <a:ext uri="{FF2B5EF4-FFF2-40B4-BE49-F238E27FC236}">
                                    <a16:creationId xmlns:a16="http://schemas.microsoft.com/office/drawing/2014/main" id="{03AD1021-7C66-0170-8DF7-CA78C81436A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5728098" y="4268155"/>
                                <a:ext cx="778396" cy="468000"/>
                                <a:chOff x="5728098" y="4268155"/>
                                <a:chExt cx="778396" cy="468000"/>
                              </a:xfrm>
                              <a:grpFill/>
                            </p:grpSpPr>
                            <p:sp>
                              <p:nvSpPr>
                                <p:cNvPr id="473" name="Rectángulo 472">
                                  <a:extLst>
                                    <a:ext uri="{FF2B5EF4-FFF2-40B4-BE49-F238E27FC236}">
                                      <a16:creationId xmlns:a16="http://schemas.microsoft.com/office/drawing/2014/main" id="{E31E0D9B-E6A5-8E43-2D56-85B4C4ABEAD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728098" y="4659003"/>
                                  <a:ext cx="157695" cy="360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3175">
                                  <a:noFill/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/>
                                </a:p>
                              </p:txBody>
                            </p:sp>
                            <p:sp>
                              <p:nvSpPr>
                                <p:cNvPr id="474" name="Rectángulo 473">
                                  <a:extLst>
                                    <a:ext uri="{FF2B5EF4-FFF2-40B4-BE49-F238E27FC236}">
                                      <a16:creationId xmlns:a16="http://schemas.microsoft.com/office/drawing/2014/main" id="{77AFA4C2-5B20-63AE-BE35-7BFE53807A72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6348799" y="4661385"/>
                                  <a:ext cx="157695" cy="360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3175">
                                  <a:noFill/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 dirty="0"/>
                                </a:p>
                              </p:txBody>
                            </p:sp>
                            <p:sp>
                              <p:nvSpPr>
                                <p:cNvPr id="475" name="Marco 474">
                                  <a:extLst>
                                    <a:ext uri="{FF2B5EF4-FFF2-40B4-BE49-F238E27FC236}">
                                      <a16:creationId xmlns:a16="http://schemas.microsoft.com/office/drawing/2014/main" id="{7F99E34A-E26B-970C-0502-6047CD2D42B2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847296" y="4268155"/>
                                  <a:ext cx="540000" cy="468000"/>
                                </a:xfrm>
                                <a:prstGeom prst="frame">
                                  <a:avLst>
                                    <a:gd name="adj1" fmla="val 7853"/>
                                  </a:avLst>
                                </a:prstGeom>
                                <a:grpFill/>
                                <a:ln w="3175">
                                  <a:noFill/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>
                                    <a:solidFill>
                                      <a:schemeClr val="tx1"/>
                                    </a:solidFill>
                                  </a:endParaRPr>
                                </a:p>
                              </p:txBody>
                            </p:sp>
                          </p:grpSp>
                          <p:grpSp>
                            <p:nvGrpSpPr>
                              <p:cNvPr id="469" name="Grupo 468">
                                <a:extLst>
                                  <a:ext uri="{FF2B5EF4-FFF2-40B4-BE49-F238E27FC236}">
                                    <a16:creationId xmlns:a16="http://schemas.microsoft.com/office/drawing/2014/main" id="{76BC9680-3284-F3AB-A11E-05C950A4DA87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5728099" y="4698144"/>
                                <a:ext cx="777647" cy="147542"/>
                                <a:chOff x="5728099" y="4698144"/>
                                <a:chExt cx="777647" cy="147542"/>
                              </a:xfrm>
                              <a:grpFill/>
                            </p:grpSpPr>
                            <p:sp>
                              <p:nvSpPr>
                                <p:cNvPr id="470" name="Rectángulo 469">
                                  <a:extLst>
                                    <a:ext uri="{FF2B5EF4-FFF2-40B4-BE49-F238E27FC236}">
                                      <a16:creationId xmlns:a16="http://schemas.microsoft.com/office/drawing/2014/main" id="{9C29889A-E44D-E32F-6FF0-12B4EBE6671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849450" y="4698833"/>
                                  <a:ext cx="537845" cy="45719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3175">
                                  <a:noFill/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 dirty="0"/>
                                </a:p>
                              </p:txBody>
                            </p:sp>
                            <p:sp>
                              <p:nvSpPr>
                                <p:cNvPr id="471" name="Rectángulo 470">
                                  <a:extLst>
                                    <a:ext uri="{FF2B5EF4-FFF2-40B4-BE49-F238E27FC236}">
                                      <a16:creationId xmlns:a16="http://schemas.microsoft.com/office/drawing/2014/main" id="{3DDE6D80-8B15-958B-7DBD-3B1432EBF9E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728099" y="4698144"/>
                                  <a:ext cx="118291" cy="147542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3175">
                                  <a:noFill/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 dirty="0"/>
                                </a:p>
                              </p:txBody>
                            </p:sp>
                            <p:sp>
                              <p:nvSpPr>
                                <p:cNvPr id="472" name="Rectángulo 471">
                                  <a:extLst>
                                    <a:ext uri="{FF2B5EF4-FFF2-40B4-BE49-F238E27FC236}">
                                      <a16:creationId xmlns:a16="http://schemas.microsoft.com/office/drawing/2014/main" id="{9973B1EE-9E37-6BFF-A50A-EF00A1EF231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6385142" y="4698144"/>
                                  <a:ext cx="120604" cy="147542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3175">
                                  <a:noFill/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 dirty="0"/>
                                </a:p>
                              </p:txBody>
                            </p:sp>
                          </p:grpSp>
                        </p:grpSp>
                        <p:grpSp>
                          <p:nvGrpSpPr>
                            <p:cNvPr id="464" name="Grupo 463">
                              <a:extLst>
                                <a:ext uri="{FF2B5EF4-FFF2-40B4-BE49-F238E27FC236}">
                                  <a16:creationId xmlns:a16="http://schemas.microsoft.com/office/drawing/2014/main" id="{489E9933-DBC8-2C99-E692-98D5D15688D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969948" y="4385231"/>
                              <a:ext cx="300588" cy="306875"/>
                              <a:chOff x="6707431" y="4143645"/>
                              <a:chExt cx="398381" cy="433766"/>
                            </a:xfrm>
                            <a:grpFill/>
                          </p:grpSpPr>
                          <p:sp>
                            <p:nvSpPr>
                              <p:cNvPr id="465" name="Rectángulo 464">
                                <a:extLst>
                                  <a:ext uri="{FF2B5EF4-FFF2-40B4-BE49-F238E27FC236}">
                                    <a16:creationId xmlns:a16="http://schemas.microsoft.com/office/drawing/2014/main" id="{D4C3738F-3015-B826-6017-603D0D91539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708632" y="4255261"/>
                                <a:ext cx="396000" cy="216000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  <p:sp>
                            <p:nvSpPr>
                              <p:cNvPr id="466" name="Rectángulo 465">
                                <a:extLst>
                                  <a:ext uri="{FF2B5EF4-FFF2-40B4-BE49-F238E27FC236}">
                                    <a16:creationId xmlns:a16="http://schemas.microsoft.com/office/drawing/2014/main" id="{5A988163-BDE6-98B9-1873-38DDDFA4185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709813" y="4143645"/>
                                <a:ext cx="395999" cy="108000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467" name="Rectángulo 466">
                                <a:extLst>
                                  <a:ext uri="{FF2B5EF4-FFF2-40B4-BE49-F238E27FC236}">
                                    <a16:creationId xmlns:a16="http://schemas.microsoft.com/office/drawing/2014/main" id="{74A6F838-DB5F-58C0-93F7-F7FB49241F0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707431" y="4469411"/>
                                <a:ext cx="396000" cy="108000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</p:grpSp>
                      </p:grpSp>
                    </p:grpSp>
                    <p:sp>
                      <p:nvSpPr>
                        <p:cNvPr id="460" name="Rectángulo 459">
                          <a:extLst>
                            <a:ext uri="{FF2B5EF4-FFF2-40B4-BE49-F238E27FC236}">
                              <a16:creationId xmlns:a16="http://schemas.microsoft.com/office/drawing/2014/main" id="{0D65D77E-341F-DB76-8CAC-469A4957604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39226" y="3643061"/>
                          <a:ext cx="45719" cy="452104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grpSp>
                    <p:nvGrpSpPr>
                      <p:cNvPr id="455" name="Grupo 454">
                        <a:extLst>
                          <a:ext uri="{FF2B5EF4-FFF2-40B4-BE49-F238E27FC236}">
                            <a16:creationId xmlns:a16="http://schemas.microsoft.com/office/drawing/2014/main" id="{4D6ABD56-D380-8D81-3E8C-BE0D1CC8E7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047" y="3892550"/>
                        <a:ext cx="778309" cy="59708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456" name="Rectángulo 455">
                          <a:extLst>
                            <a:ext uri="{FF2B5EF4-FFF2-40B4-BE49-F238E27FC236}">
                              <a16:creationId xmlns:a16="http://schemas.microsoft.com/office/drawing/2014/main" id="{7074E660-DF9B-5518-E78B-DFE866D417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57" name="Elipse 456">
                          <a:extLst>
                            <a:ext uri="{FF2B5EF4-FFF2-40B4-BE49-F238E27FC236}">
                              <a16:creationId xmlns:a16="http://schemas.microsoft.com/office/drawing/2014/main" id="{E18478C3-D619-5261-EECF-D707A3944F1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58" name="Elipse 457">
                          <a:extLst>
                            <a:ext uri="{FF2B5EF4-FFF2-40B4-BE49-F238E27FC236}">
                              <a16:creationId xmlns:a16="http://schemas.microsoft.com/office/drawing/2014/main" id="{F9327B83-8D41-0292-24F3-619930BA26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grpSp>
                <p:nvGrpSpPr>
                  <p:cNvPr id="412" name="Grupo 411">
                    <a:extLst>
                      <a:ext uri="{FF2B5EF4-FFF2-40B4-BE49-F238E27FC236}">
                        <a16:creationId xmlns:a16="http://schemas.microsoft.com/office/drawing/2014/main" id="{9730A5C7-E8CE-6B47-6B42-33171E90E754}"/>
                      </a:ext>
                    </a:extLst>
                  </p:cNvPr>
                  <p:cNvGrpSpPr/>
                  <p:nvPr/>
                </p:nvGrpSpPr>
                <p:grpSpPr>
                  <a:xfrm>
                    <a:off x="4507922" y="3546804"/>
                    <a:ext cx="2643562" cy="1010338"/>
                    <a:chOff x="4507922" y="3546803"/>
                    <a:chExt cx="2643562" cy="1010338"/>
                  </a:xfrm>
                  <a:grpFill/>
                </p:grpSpPr>
                <p:sp>
                  <p:nvSpPr>
                    <p:cNvPr id="423" name="Rectángulo 422">
                      <a:extLst>
                        <a:ext uri="{FF2B5EF4-FFF2-40B4-BE49-F238E27FC236}">
                          <a16:creationId xmlns:a16="http://schemas.microsoft.com/office/drawing/2014/main" id="{B623557D-0038-4ADE-0528-BB1715262F97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005154" y="3754381"/>
                      <a:ext cx="146760" cy="6478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424" name="Rectángulo 423">
                      <a:extLst>
                        <a:ext uri="{FF2B5EF4-FFF2-40B4-BE49-F238E27FC236}">
                          <a16:creationId xmlns:a16="http://schemas.microsoft.com/office/drawing/2014/main" id="{30C0E33B-4D47-942D-E178-32F8AAD83928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999776" y="4390339"/>
                      <a:ext cx="146760" cy="58036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425" name="Grupo 424">
                      <a:extLst>
                        <a:ext uri="{FF2B5EF4-FFF2-40B4-BE49-F238E27FC236}">
                          <a16:creationId xmlns:a16="http://schemas.microsoft.com/office/drawing/2014/main" id="{BD607E43-0F13-246B-71B6-63452A0C6B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7922" y="3546803"/>
                      <a:ext cx="2643562" cy="1010338"/>
                      <a:chOff x="4507922" y="3546803"/>
                      <a:chExt cx="2643562" cy="1010338"/>
                    </a:xfrm>
                    <a:grpFill/>
                  </p:grpSpPr>
                  <p:grpSp>
                    <p:nvGrpSpPr>
                      <p:cNvPr id="426" name="Grupo 425">
                        <a:extLst>
                          <a:ext uri="{FF2B5EF4-FFF2-40B4-BE49-F238E27FC236}">
                            <a16:creationId xmlns:a16="http://schemas.microsoft.com/office/drawing/2014/main" id="{593ADF36-94F3-8B1C-4797-2DF58501B15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823239" y="3644435"/>
                        <a:ext cx="2328245" cy="912706"/>
                        <a:chOff x="502364" y="4091091"/>
                        <a:chExt cx="1308272" cy="912706"/>
                      </a:xfrm>
                      <a:grpFill/>
                    </p:grpSpPr>
                    <p:grpSp>
                      <p:nvGrpSpPr>
                        <p:cNvPr id="446" name="Grupo 445">
                          <a:extLst>
                            <a:ext uri="{FF2B5EF4-FFF2-40B4-BE49-F238E27FC236}">
                              <a16:creationId xmlns:a16="http://schemas.microsoft.com/office/drawing/2014/main" id="{3C8BAD1D-6438-13B3-DB8D-5B9081F7060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67011" y="4165843"/>
                          <a:ext cx="222528" cy="748885"/>
                          <a:chOff x="1567011" y="4165843"/>
                          <a:chExt cx="222528" cy="748885"/>
                        </a:xfrm>
                        <a:grpFill/>
                      </p:grpSpPr>
                      <p:sp>
                        <p:nvSpPr>
                          <p:cNvPr id="450" name="Rectángulo 449">
                            <a:extLst>
                              <a:ext uri="{FF2B5EF4-FFF2-40B4-BE49-F238E27FC236}">
                                <a16:creationId xmlns:a16="http://schemas.microsoft.com/office/drawing/2014/main" id="{48D725A0-7A48-0426-48BA-864EA69D6F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567011" y="4165843"/>
                            <a:ext cx="222528" cy="6478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51" name="Rectángulo 450">
                            <a:extLst>
                              <a:ext uri="{FF2B5EF4-FFF2-40B4-BE49-F238E27FC236}">
                                <a16:creationId xmlns:a16="http://schemas.microsoft.com/office/drawing/2014/main" id="{D6F9A571-8B2C-D4F1-F97C-A53946F9545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567011" y="4849939"/>
                            <a:ext cx="222528" cy="6478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grpSp>
                      <p:nvGrpSpPr>
                        <p:cNvPr id="447" name="Grupo 446">
                          <a:extLst>
                            <a:ext uri="{FF2B5EF4-FFF2-40B4-BE49-F238E27FC236}">
                              <a16:creationId xmlns:a16="http://schemas.microsoft.com/office/drawing/2014/main" id="{6C5F6F51-776E-5786-00E8-8891D27AA13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02364" y="4091091"/>
                          <a:ext cx="1308272" cy="912706"/>
                          <a:chOff x="1327522" y="4249446"/>
                          <a:chExt cx="2701588" cy="912706"/>
                        </a:xfrm>
                        <a:grpFill/>
                      </p:grpSpPr>
                      <p:sp>
                        <p:nvSpPr>
                          <p:cNvPr id="448" name="Rectángulo 447">
                            <a:extLst>
                              <a:ext uri="{FF2B5EF4-FFF2-40B4-BE49-F238E27FC236}">
                                <a16:creationId xmlns:a16="http://schemas.microsoft.com/office/drawing/2014/main" id="{9377880C-E8C7-18ED-642A-F0AB42F737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329110" y="4249446"/>
                            <a:ext cx="2700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49" name="Rectángulo 448">
                            <a:extLst>
                              <a:ext uri="{FF2B5EF4-FFF2-40B4-BE49-F238E27FC236}">
                                <a16:creationId xmlns:a16="http://schemas.microsoft.com/office/drawing/2014/main" id="{AD32DF22-DCD6-FAAC-0FD9-FE71BB02E7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327522" y="5054152"/>
                            <a:ext cx="2700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427" name="Grupo 426">
                        <a:extLst>
                          <a:ext uri="{FF2B5EF4-FFF2-40B4-BE49-F238E27FC236}">
                            <a16:creationId xmlns:a16="http://schemas.microsoft.com/office/drawing/2014/main" id="{CD09A594-5262-8B15-BC46-90AED4B63E30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>
                        <a:off x="5490031" y="3759390"/>
                        <a:ext cx="356609" cy="512384"/>
                        <a:chOff x="2047213" y="2767253"/>
                        <a:chExt cx="430719" cy="642467"/>
                      </a:xfrm>
                      <a:grpFill/>
                    </p:grpSpPr>
                    <p:grpSp>
                      <p:nvGrpSpPr>
                        <p:cNvPr id="441" name="Grupo 440">
                          <a:extLst>
                            <a:ext uri="{FF2B5EF4-FFF2-40B4-BE49-F238E27FC236}">
                              <a16:creationId xmlns:a16="http://schemas.microsoft.com/office/drawing/2014/main" id="{2FABEB65-CBB8-40C0-C69C-CCBE87A5132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47213" y="2767253"/>
                          <a:ext cx="430719" cy="429014"/>
                          <a:chOff x="2382817" y="1775579"/>
                          <a:chExt cx="299697" cy="304754"/>
                        </a:xfrm>
                        <a:grpFill/>
                      </p:grpSpPr>
                      <p:sp>
                        <p:nvSpPr>
                          <p:cNvPr id="443" name="Rectángulo 442">
                            <a:extLst>
                              <a:ext uri="{FF2B5EF4-FFF2-40B4-BE49-F238E27FC236}">
                                <a16:creationId xmlns:a16="http://schemas.microsoft.com/office/drawing/2014/main" id="{849D21D9-C3D8-0D3B-5A00-3CFCF78B8E5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44" name="Rectángulo 443">
                            <a:extLst>
                              <a:ext uri="{FF2B5EF4-FFF2-40B4-BE49-F238E27FC236}">
                                <a16:creationId xmlns:a16="http://schemas.microsoft.com/office/drawing/2014/main" id="{B32A4C4F-B570-CD32-DA0B-BEAA9C9FFE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2947" y="1775579"/>
                            <a:ext cx="298791" cy="76406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45" name="Rectángulo 444">
                            <a:extLst>
                              <a:ext uri="{FF2B5EF4-FFF2-40B4-BE49-F238E27FC236}">
                                <a16:creationId xmlns:a16="http://schemas.microsoft.com/office/drawing/2014/main" id="{53E162AA-C707-2584-0AA4-EB2373EB448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442" name="Rectángulo 441">
                          <a:extLst>
                            <a:ext uri="{FF2B5EF4-FFF2-40B4-BE49-F238E27FC236}">
                              <a16:creationId xmlns:a16="http://schemas.microsoft.com/office/drawing/2014/main" id="{5298A149-7298-47AC-BF70-F6DA565FA4C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428" name="Grupo 427">
                        <a:extLst>
                          <a:ext uri="{FF2B5EF4-FFF2-40B4-BE49-F238E27FC236}">
                            <a16:creationId xmlns:a16="http://schemas.microsoft.com/office/drawing/2014/main" id="{25CA0EB7-445B-2BD5-8AEA-D0106C23978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907477" y="3546803"/>
                        <a:ext cx="853204" cy="96037"/>
                        <a:chOff x="4907477" y="3546803"/>
                        <a:chExt cx="853204" cy="96037"/>
                      </a:xfrm>
                      <a:grpFill/>
                    </p:grpSpPr>
                    <p:sp>
                      <p:nvSpPr>
                        <p:cNvPr id="438" name="Rectángulo 437">
                          <a:extLst>
                            <a:ext uri="{FF2B5EF4-FFF2-40B4-BE49-F238E27FC236}">
                              <a16:creationId xmlns:a16="http://schemas.microsoft.com/office/drawing/2014/main" id="{4BC34DA3-4D90-A7EB-81A5-1DCD82E840F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907477" y="3546804"/>
                          <a:ext cx="342114" cy="96035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39" name="Rectángulo 438">
                          <a:extLst>
                            <a:ext uri="{FF2B5EF4-FFF2-40B4-BE49-F238E27FC236}">
                              <a16:creationId xmlns:a16="http://schemas.microsoft.com/office/drawing/2014/main" id="{3D17E5AD-752C-5A46-9B02-BBA34A6485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5569132" y="3546803"/>
                          <a:ext cx="191549" cy="96037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40" name="Rectángulo 439">
                          <a:extLst>
                            <a:ext uri="{FF2B5EF4-FFF2-40B4-BE49-F238E27FC236}">
                              <a16:creationId xmlns:a16="http://schemas.microsoft.com/office/drawing/2014/main" id="{FE707683-40CA-2261-7EE7-63540F9BBD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907477" y="3571166"/>
                          <a:ext cx="853204" cy="4571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429" name="Grupo 428">
                        <a:extLst>
                          <a:ext uri="{FF2B5EF4-FFF2-40B4-BE49-F238E27FC236}">
                            <a16:creationId xmlns:a16="http://schemas.microsoft.com/office/drawing/2014/main" id="{39974F8C-3A8C-49BA-25C8-A39332DD185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2800" y="3811517"/>
                        <a:ext cx="634868" cy="577903"/>
                        <a:chOff x="4753771" y="3870856"/>
                        <a:chExt cx="634868" cy="577903"/>
                      </a:xfrm>
                      <a:grpFill/>
                    </p:grpSpPr>
                    <p:sp>
                      <p:nvSpPr>
                        <p:cNvPr id="435" name="Rectángulo 434">
                          <a:extLst>
                            <a:ext uri="{FF2B5EF4-FFF2-40B4-BE49-F238E27FC236}">
                              <a16:creationId xmlns:a16="http://schemas.microsoft.com/office/drawing/2014/main" id="{61558365-0518-65F9-93DC-D3EEB4B93C8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753771" y="3964668"/>
                          <a:ext cx="633553" cy="393458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36" name="Rectángulo 435">
                          <a:extLst>
                            <a:ext uri="{FF2B5EF4-FFF2-40B4-BE49-F238E27FC236}">
                              <a16:creationId xmlns:a16="http://schemas.microsoft.com/office/drawing/2014/main" id="{1136E088-C494-9E26-4743-E7B0012DF5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754851" y="3870856"/>
                          <a:ext cx="633553" cy="9381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37" name="Rectángulo 436">
                          <a:extLst>
                            <a:ext uri="{FF2B5EF4-FFF2-40B4-BE49-F238E27FC236}">
                              <a16:creationId xmlns:a16="http://schemas.microsoft.com/office/drawing/2014/main" id="{0FEB10F7-4870-F795-8A63-3424498760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755086" y="4354947"/>
                          <a:ext cx="633553" cy="9381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grpSp>
                    <p:nvGrpSpPr>
                      <p:cNvPr id="430" name="Grupo 429">
                        <a:extLst>
                          <a:ext uri="{FF2B5EF4-FFF2-40B4-BE49-F238E27FC236}">
                            <a16:creationId xmlns:a16="http://schemas.microsoft.com/office/drawing/2014/main" id="{1339BADC-FB65-2185-591C-6E57D51CE9C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507922" y="4032002"/>
                        <a:ext cx="307233" cy="114324"/>
                        <a:chOff x="4507922" y="4032002"/>
                        <a:chExt cx="307233" cy="114324"/>
                      </a:xfrm>
                      <a:grpFill/>
                    </p:grpSpPr>
                    <p:sp>
                      <p:nvSpPr>
                        <p:cNvPr id="433" name="Rectángulo 432">
                          <a:extLst>
                            <a:ext uri="{FF2B5EF4-FFF2-40B4-BE49-F238E27FC236}">
                              <a16:creationId xmlns:a16="http://schemas.microsoft.com/office/drawing/2014/main" id="{6DF05B50-810A-2349-7685-8153CB0784C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69436" y="4032002"/>
                          <a:ext cx="45719" cy="114324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34" name="Rectángulo 433">
                          <a:extLst>
                            <a:ext uri="{FF2B5EF4-FFF2-40B4-BE49-F238E27FC236}">
                              <a16:creationId xmlns:a16="http://schemas.microsoft.com/office/drawing/2014/main" id="{47B91DA8-740E-9A03-DE5B-F9E8B3062C1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507922" y="4044091"/>
                          <a:ext cx="259943" cy="93813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431" name="Rectángulo 430">
                        <a:extLst>
                          <a:ext uri="{FF2B5EF4-FFF2-40B4-BE49-F238E27FC236}">
                            <a16:creationId xmlns:a16="http://schemas.microsoft.com/office/drawing/2014/main" id="{F05C2239-2F30-A8B2-B6F0-661D7DB90177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6589484" y="3751758"/>
                        <a:ext cx="45719" cy="696491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432" name="Rectángulo 431">
                        <a:extLst>
                          <a:ext uri="{FF2B5EF4-FFF2-40B4-BE49-F238E27FC236}">
                            <a16:creationId xmlns:a16="http://schemas.microsoft.com/office/drawing/2014/main" id="{874CC012-85A0-2433-7147-2C119F466BAD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420983" y="3751758"/>
                        <a:ext cx="45719" cy="696491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413" name="Grupo 412">
                    <a:extLst>
                      <a:ext uri="{FF2B5EF4-FFF2-40B4-BE49-F238E27FC236}">
                        <a16:creationId xmlns:a16="http://schemas.microsoft.com/office/drawing/2014/main" id="{F5C71B66-F5D5-26B8-9403-88AF1F3EC0AE}"/>
                      </a:ext>
                    </a:extLst>
                  </p:cNvPr>
                  <p:cNvGrpSpPr/>
                  <p:nvPr/>
                </p:nvGrpSpPr>
                <p:grpSpPr>
                  <a:xfrm>
                    <a:off x="6661270" y="3783868"/>
                    <a:ext cx="2708274" cy="626053"/>
                    <a:chOff x="6661270" y="3783867"/>
                    <a:chExt cx="2708274" cy="626053"/>
                  </a:xfrm>
                  <a:grpFill/>
                </p:grpSpPr>
                <p:grpSp>
                  <p:nvGrpSpPr>
                    <p:cNvPr id="414" name="Grupo 413">
                      <a:extLst>
                        <a:ext uri="{FF2B5EF4-FFF2-40B4-BE49-F238E27FC236}">
                          <a16:creationId xmlns:a16="http://schemas.microsoft.com/office/drawing/2014/main" id="{300619AE-206C-8FDA-6985-ED98F296E2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661270" y="3783867"/>
                      <a:ext cx="2708274" cy="626053"/>
                      <a:chOff x="1320836" y="4230396"/>
                      <a:chExt cx="2708274" cy="626053"/>
                    </a:xfrm>
                    <a:grpFill/>
                  </p:grpSpPr>
                  <p:sp>
                    <p:nvSpPr>
                      <p:cNvPr id="421" name="Rectángulo 420">
                        <a:extLst>
                          <a:ext uri="{FF2B5EF4-FFF2-40B4-BE49-F238E27FC236}">
                            <a16:creationId xmlns:a16="http://schemas.microsoft.com/office/drawing/2014/main" id="{2FDB5E58-D72C-B97A-42B0-BC514AF77F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9110" y="4230396"/>
                        <a:ext cx="2700000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422" name="Rectángulo 421">
                        <a:extLst>
                          <a:ext uri="{FF2B5EF4-FFF2-40B4-BE49-F238E27FC236}">
                            <a16:creationId xmlns:a16="http://schemas.microsoft.com/office/drawing/2014/main" id="{CCE7A482-DAE6-5D62-3465-0BE9E746D5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0836" y="4748449"/>
                        <a:ext cx="2700000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415" name="Grupo 414">
                      <a:extLst>
                        <a:ext uri="{FF2B5EF4-FFF2-40B4-BE49-F238E27FC236}">
                          <a16:creationId xmlns:a16="http://schemas.microsoft.com/office/drawing/2014/main" id="{A8B18CEA-8102-77B6-CAB6-00C898355B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709649" y="3891867"/>
                      <a:ext cx="2222868" cy="413022"/>
                      <a:chOff x="6709649" y="3891867"/>
                      <a:chExt cx="2222868" cy="413022"/>
                    </a:xfrm>
                    <a:grpFill/>
                  </p:grpSpPr>
                  <p:sp>
                    <p:nvSpPr>
                      <p:cNvPr id="416" name="Rectángulo 415">
                        <a:extLst>
                          <a:ext uri="{FF2B5EF4-FFF2-40B4-BE49-F238E27FC236}">
                            <a16:creationId xmlns:a16="http://schemas.microsoft.com/office/drawing/2014/main" id="{4C469278-8B2E-2694-E676-A46C4EAC095B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6880507" y="3891867"/>
                        <a:ext cx="46539" cy="4085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417" name="Rectángulo 416">
                        <a:extLst>
                          <a:ext uri="{FF2B5EF4-FFF2-40B4-BE49-F238E27FC236}">
                            <a16:creationId xmlns:a16="http://schemas.microsoft.com/office/drawing/2014/main" id="{53EFC887-E830-FACF-EFEC-3BF09233E7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649" y="3996549"/>
                        <a:ext cx="396018" cy="198981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418" name="Rectángulo 417">
                        <a:extLst>
                          <a:ext uri="{FF2B5EF4-FFF2-40B4-BE49-F238E27FC236}">
                            <a16:creationId xmlns:a16="http://schemas.microsoft.com/office/drawing/2014/main" id="{825A559B-DA77-CFC7-6423-5406C573FFE1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8702279" y="3896386"/>
                        <a:ext cx="46539" cy="4085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419" name="Rectángulo 418">
                        <a:extLst>
                          <a:ext uri="{FF2B5EF4-FFF2-40B4-BE49-F238E27FC236}">
                            <a16:creationId xmlns:a16="http://schemas.microsoft.com/office/drawing/2014/main" id="{C3A2FC65-1555-FC3D-4DD6-2135D8A6B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6499" y="3990890"/>
                        <a:ext cx="396018" cy="198981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420" name="Rectángulo 419">
                        <a:extLst>
                          <a:ext uri="{FF2B5EF4-FFF2-40B4-BE49-F238E27FC236}">
                            <a16:creationId xmlns:a16="http://schemas.microsoft.com/office/drawing/2014/main" id="{EC708416-5E54-9358-4779-AD6EBCDD0A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649" y="4035049"/>
                        <a:ext cx="2222868" cy="117501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</p:grpSp>
        </p:grp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F2DE6231-E82D-3998-5CEF-089B446070DF}"/>
                </a:ext>
              </a:extLst>
            </p:cNvPr>
            <p:cNvSpPr/>
            <p:nvPr/>
          </p:nvSpPr>
          <p:spPr>
            <a:xfrm>
              <a:off x="7566037" y="4935701"/>
              <a:ext cx="45719" cy="91848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E19D0681-D04A-DD6B-C88A-ECF50771C72A}"/>
                </a:ext>
              </a:extLst>
            </p:cNvPr>
            <p:cNvSpPr/>
            <p:nvPr/>
          </p:nvSpPr>
          <p:spPr>
            <a:xfrm>
              <a:off x="8385213" y="4928228"/>
              <a:ext cx="45719" cy="91848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05246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4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19" dur="4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10" y="82380"/>
            <a:ext cx="4011517" cy="777846"/>
          </a:xfrm>
        </p:spPr>
        <p:txBody>
          <a:bodyPr>
            <a:noAutofit/>
          </a:bodyPr>
          <a:lstStyle/>
          <a:p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 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07841018-B4FF-3A2E-8B3A-5162A1D7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20" y="2194345"/>
            <a:ext cx="4374564" cy="3954625"/>
          </a:xfrm>
        </p:spPr>
        <p:txBody>
          <a:bodyPr>
            <a:normAutofit/>
          </a:bodyPr>
          <a:lstStyle/>
          <a:p>
            <a:pPr algn="l"/>
            <a:r>
              <a:rPr lang="es-ES" sz="1600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</a:rPr>
              <a:t>¿Botón M1 presionado?</a:t>
            </a:r>
          </a:p>
          <a:p>
            <a:pPr lvl="1" algn="l"/>
            <a:r>
              <a:rPr lang="es-ES" sz="1400" b="1" dirty="0">
                <a:solidFill>
                  <a:srgbClr val="00B050"/>
                </a:solidFill>
              </a:rPr>
              <a:t>Si, </a:t>
            </a:r>
            <a:r>
              <a:rPr lang="es-ES" sz="1400" dirty="0"/>
              <a:t>rotar brazo en sentido horario</a:t>
            </a:r>
          </a:p>
          <a:p>
            <a:pPr lvl="1" algn="l"/>
            <a:r>
              <a:rPr lang="es-ES" sz="1400" b="1" dirty="0">
                <a:solidFill>
                  <a:srgbClr val="FF0000"/>
                </a:solidFill>
              </a:rPr>
              <a:t>No, </a:t>
            </a:r>
            <a:r>
              <a:rPr lang="es-ES" sz="1400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</a:rPr>
              <a:t>¿sensor S1 detectado?</a:t>
            </a:r>
          </a:p>
          <a:p>
            <a:pPr lvl="1" algn="l"/>
            <a:r>
              <a:rPr lang="es-ES" sz="1400" b="1" dirty="0">
                <a:solidFill>
                  <a:srgbClr val="00B050"/>
                </a:solidFill>
              </a:rPr>
              <a:t>Si, </a:t>
            </a:r>
            <a:r>
              <a:rPr lang="es-ES" sz="1400" dirty="0"/>
              <a:t>inhabilitar botón </a:t>
            </a:r>
            <a:r>
              <a:rPr lang="es-ES" sz="1400" b="1" dirty="0"/>
              <a:t>M1 </a:t>
            </a:r>
            <a:r>
              <a:rPr lang="es-ES" sz="1400" dirty="0"/>
              <a:t>y habilitar botón </a:t>
            </a:r>
            <a:r>
              <a:rPr lang="es-ES" sz="1400" b="1" dirty="0"/>
              <a:t>M2</a:t>
            </a:r>
            <a:r>
              <a:rPr lang="es-ES" sz="1400" dirty="0"/>
              <a:t>.</a:t>
            </a:r>
          </a:p>
          <a:p>
            <a:pPr lvl="1" algn="l"/>
            <a:r>
              <a:rPr lang="es-ES" sz="1400" b="1" dirty="0">
                <a:solidFill>
                  <a:srgbClr val="FF0000"/>
                </a:solidFill>
              </a:rPr>
              <a:t>No, </a:t>
            </a:r>
            <a:r>
              <a:rPr lang="es-ES" sz="1400" dirty="0"/>
              <a:t>saltar al paso 1.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</a:rPr>
              <a:t>¿Botón M2 presionado?</a:t>
            </a:r>
          </a:p>
          <a:p>
            <a:pPr lvl="1" algn="l"/>
            <a:r>
              <a:rPr lang="es-ES" sz="1400" b="1" dirty="0">
                <a:solidFill>
                  <a:srgbClr val="00B050"/>
                </a:solidFill>
              </a:rPr>
              <a:t>Si, </a:t>
            </a:r>
            <a:r>
              <a:rPr lang="es-ES" sz="1400" dirty="0"/>
              <a:t>rotar brazo en sentido antihorario.</a:t>
            </a:r>
          </a:p>
          <a:p>
            <a:pPr lvl="1" algn="l"/>
            <a:r>
              <a:rPr lang="es-ES" sz="1400" b="1" dirty="0">
                <a:solidFill>
                  <a:srgbClr val="FF0000"/>
                </a:solidFill>
              </a:rPr>
              <a:t>No, </a:t>
            </a:r>
            <a:r>
              <a:rPr lang="es-ES" sz="1400" dirty="0"/>
              <a:t>saltar al paso X (</a:t>
            </a:r>
            <a:r>
              <a:rPr lang="es-ES" sz="1400" dirty="0">
                <a:highlight>
                  <a:srgbClr val="FFFF00"/>
                </a:highlight>
              </a:rPr>
              <a:t>analizar otro pulsador</a:t>
            </a:r>
            <a:r>
              <a:rPr lang="es-ES" sz="1400" dirty="0"/>
              <a:t>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</a:rPr>
              <a:t>¿sensor S1 detectado?</a:t>
            </a:r>
          </a:p>
          <a:p>
            <a:pPr lvl="1" algn="l"/>
            <a:r>
              <a:rPr lang="es-ES" sz="1400" b="1" dirty="0">
                <a:solidFill>
                  <a:srgbClr val="00B050"/>
                </a:solidFill>
              </a:rPr>
              <a:t>Si, </a:t>
            </a:r>
            <a:r>
              <a:rPr lang="es-ES" sz="1400" dirty="0"/>
              <a:t>inhabilitar botón</a:t>
            </a:r>
            <a:r>
              <a:rPr lang="es-ES" sz="1400" b="1" dirty="0"/>
              <a:t> M2 </a:t>
            </a:r>
            <a:r>
              <a:rPr lang="es-ES" sz="1400" dirty="0"/>
              <a:t>y habilitar botón </a:t>
            </a:r>
            <a:r>
              <a:rPr lang="es-ES" sz="1400" b="1" dirty="0"/>
              <a:t>M1.</a:t>
            </a:r>
          </a:p>
          <a:p>
            <a:pPr lvl="1" algn="l"/>
            <a:r>
              <a:rPr lang="es-ES" sz="1400" b="1" dirty="0">
                <a:solidFill>
                  <a:srgbClr val="FF0000"/>
                </a:solidFill>
              </a:rPr>
              <a:t>No, </a:t>
            </a:r>
            <a:r>
              <a:rPr lang="es-ES" sz="1400" dirty="0"/>
              <a:t>saltar al paso 3</a:t>
            </a:r>
          </a:p>
          <a:p>
            <a:pPr algn="l"/>
            <a:endParaRPr lang="es-ES" sz="1600" dirty="0"/>
          </a:p>
          <a:p>
            <a:pPr marL="457200" indent="-457200" algn="l">
              <a:buAutoNum type="arabicPeriod"/>
            </a:pPr>
            <a:endParaRPr lang="es-ES" sz="1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2E241CD-E33D-FD43-F7A0-8FBE609DC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796" y="534699"/>
            <a:ext cx="7042133" cy="578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5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" name="Grupo 827">
            <a:extLst>
              <a:ext uri="{FF2B5EF4-FFF2-40B4-BE49-F238E27FC236}">
                <a16:creationId xmlns:a16="http://schemas.microsoft.com/office/drawing/2014/main" id="{75144907-1E52-E22E-018C-D9FD98DA7CDA}"/>
              </a:ext>
            </a:extLst>
          </p:cNvPr>
          <p:cNvGrpSpPr/>
          <p:nvPr/>
        </p:nvGrpSpPr>
        <p:grpSpPr>
          <a:xfrm rot="2333331">
            <a:off x="6509952" y="603523"/>
            <a:ext cx="5308843" cy="5616418"/>
            <a:chOff x="6509952" y="603523"/>
            <a:chExt cx="5308843" cy="5616418"/>
          </a:xfrm>
        </p:grpSpPr>
        <p:grpSp>
          <p:nvGrpSpPr>
            <p:cNvPr id="823" name="Grupo 822">
              <a:extLst>
                <a:ext uri="{FF2B5EF4-FFF2-40B4-BE49-F238E27FC236}">
                  <a16:creationId xmlns:a16="http://schemas.microsoft.com/office/drawing/2014/main" id="{B97B80CF-4892-35EE-CE24-FD71B262EF3D}"/>
                </a:ext>
              </a:extLst>
            </p:cNvPr>
            <p:cNvGrpSpPr/>
            <p:nvPr/>
          </p:nvGrpSpPr>
          <p:grpSpPr>
            <a:xfrm>
              <a:off x="6509952" y="603523"/>
              <a:ext cx="5308843" cy="5616418"/>
              <a:chOff x="6441712" y="603523"/>
              <a:chExt cx="5308843" cy="5616418"/>
            </a:xfrm>
          </p:grpSpPr>
          <p:grpSp>
            <p:nvGrpSpPr>
              <p:cNvPr id="761" name="Grupo 760">
                <a:extLst>
                  <a:ext uri="{FF2B5EF4-FFF2-40B4-BE49-F238E27FC236}">
                    <a16:creationId xmlns:a16="http://schemas.microsoft.com/office/drawing/2014/main" id="{7B4E07FA-931A-598A-EC1D-BCF3FDF4EC4E}"/>
                  </a:ext>
                </a:extLst>
              </p:cNvPr>
              <p:cNvGrpSpPr/>
              <p:nvPr/>
            </p:nvGrpSpPr>
            <p:grpSpPr>
              <a:xfrm>
                <a:off x="6441712" y="2428073"/>
                <a:ext cx="3013152" cy="3791868"/>
                <a:chOff x="6441712" y="2428073"/>
                <a:chExt cx="3013152" cy="3791868"/>
              </a:xfrm>
            </p:grpSpPr>
            <p:grpSp>
              <p:nvGrpSpPr>
                <p:cNvPr id="545" name="Grupo 544">
                  <a:extLst>
                    <a:ext uri="{FF2B5EF4-FFF2-40B4-BE49-F238E27FC236}">
                      <a16:creationId xmlns:a16="http://schemas.microsoft.com/office/drawing/2014/main" id="{473A5C26-F08D-8C1A-C318-A7331B162030}"/>
                    </a:ext>
                  </a:extLst>
                </p:cNvPr>
                <p:cNvGrpSpPr/>
                <p:nvPr/>
              </p:nvGrpSpPr>
              <p:grpSpPr>
                <a:xfrm rot="20800040">
                  <a:off x="6522971" y="4093604"/>
                  <a:ext cx="779056" cy="2126337"/>
                  <a:chOff x="5775047" y="2428623"/>
                  <a:chExt cx="779056" cy="2126337"/>
                </a:xfrm>
              </p:grpSpPr>
              <p:grpSp>
                <p:nvGrpSpPr>
                  <p:cNvPr id="304" name="Grupo 303">
                    <a:extLst>
                      <a:ext uri="{FF2B5EF4-FFF2-40B4-BE49-F238E27FC236}">
                        <a16:creationId xmlns:a16="http://schemas.microsoft.com/office/drawing/2014/main" id="{FEB1CB6C-CFAD-0D36-8B64-B4BF8FA8C11F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709555" cy="832699"/>
                    <a:chOff x="5809042" y="3722261"/>
                    <a:chExt cx="709555" cy="832699"/>
                  </a:xfrm>
                </p:grpSpPr>
                <p:grpSp>
                  <p:nvGrpSpPr>
                    <p:cNvPr id="376" name="Grupo 375">
                      <a:extLst>
                        <a:ext uri="{FF2B5EF4-FFF2-40B4-BE49-F238E27FC236}">
                          <a16:creationId xmlns:a16="http://schemas.microsoft.com/office/drawing/2014/main" id="{B5882533-2718-3584-E8A5-7CC2ACB34C3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276111" cy="832437"/>
                      <a:chOff x="5809042" y="3722261"/>
                      <a:chExt cx="276111" cy="832437"/>
                    </a:xfrm>
                  </p:grpSpPr>
                  <p:grpSp>
                    <p:nvGrpSpPr>
                      <p:cNvPr id="579" name="Grupo 578">
                        <a:extLst>
                          <a:ext uri="{FF2B5EF4-FFF2-40B4-BE49-F238E27FC236}">
                            <a16:creationId xmlns:a16="http://schemas.microsoft.com/office/drawing/2014/main" id="{D92E2783-818E-A372-A681-17C633602EE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</p:grpSpPr>
                    <p:sp>
                      <p:nvSpPr>
                        <p:cNvPr id="582" name="Rectángulo: esquinas redondeadas 581">
                          <a:extLst>
                            <a:ext uri="{FF2B5EF4-FFF2-40B4-BE49-F238E27FC236}">
                              <a16:creationId xmlns:a16="http://schemas.microsoft.com/office/drawing/2014/main" id="{89FBDCBC-F58E-3E08-8DA4-B1F6F727AE2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83" name="Rectángulo: esquinas redondeadas 582">
                          <a:extLst>
                            <a:ext uri="{FF2B5EF4-FFF2-40B4-BE49-F238E27FC236}">
                              <a16:creationId xmlns:a16="http://schemas.microsoft.com/office/drawing/2014/main" id="{91ECF6DA-570D-2A2E-F62C-6E73D61C51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580" name="Rectángulo 579">
                        <a:extLst>
                          <a:ext uri="{FF2B5EF4-FFF2-40B4-BE49-F238E27FC236}">
                            <a16:creationId xmlns:a16="http://schemas.microsoft.com/office/drawing/2014/main" id="{D8B9E3E9-F01E-7748-6739-363821254098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581" name="Rectángulo 580">
                        <a:extLst>
                          <a:ext uri="{FF2B5EF4-FFF2-40B4-BE49-F238E27FC236}">
                            <a16:creationId xmlns:a16="http://schemas.microsoft.com/office/drawing/2014/main" id="{53BA13D4-B75E-1B23-6D16-F1E183FAC8A0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377" name="Grupo 376">
                      <a:extLst>
                        <a:ext uri="{FF2B5EF4-FFF2-40B4-BE49-F238E27FC236}">
                          <a16:creationId xmlns:a16="http://schemas.microsoft.com/office/drawing/2014/main" id="{47E9474E-4180-BBB6-31BB-6D788325225B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6242486" y="3722523"/>
                      <a:ext cx="276111" cy="832437"/>
                      <a:chOff x="5809042" y="3722261"/>
                      <a:chExt cx="276111" cy="832437"/>
                    </a:xfrm>
                  </p:grpSpPr>
                  <p:grpSp>
                    <p:nvGrpSpPr>
                      <p:cNvPr id="378" name="Grupo 377">
                        <a:extLst>
                          <a:ext uri="{FF2B5EF4-FFF2-40B4-BE49-F238E27FC236}">
                            <a16:creationId xmlns:a16="http://schemas.microsoft.com/office/drawing/2014/main" id="{86A1C17C-FFA0-3C07-78DC-B649BE6F766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</p:grpSpPr>
                    <p:sp>
                      <p:nvSpPr>
                        <p:cNvPr id="577" name="Rectángulo: esquinas redondeadas 576">
                          <a:extLst>
                            <a:ext uri="{FF2B5EF4-FFF2-40B4-BE49-F238E27FC236}">
                              <a16:creationId xmlns:a16="http://schemas.microsoft.com/office/drawing/2014/main" id="{1CEA27EE-B200-CEE3-0791-55AE5C6F3FD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78" name="Rectángulo: esquinas redondeadas 577">
                          <a:extLst>
                            <a:ext uri="{FF2B5EF4-FFF2-40B4-BE49-F238E27FC236}">
                              <a16:creationId xmlns:a16="http://schemas.microsoft.com/office/drawing/2014/main" id="{945F3A3B-FF27-BB1D-B02C-9BE206C2DBF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407" name="Rectángulo 406">
                        <a:extLst>
                          <a:ext uri="{FF2B5EF4-FFF2-40B4-BE49-F238E27FC236}">
                            <a16:creationId xmlns:a16="http://schemas.microsoft.com/office/drawing/2014/main" id="{8A063DE5-1B8D-373C-04F1-1240276F6877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576" name="Rectángulo 575">
                        <a:extLst>
                          <a:ext uri="{FF2B5EF4-FFF2-40B4-BE49-F238E27FC236}">
                            <a16:creationId xmlns:a16="http://schemas.microsoft.com/office/drawing/2014/main" id="{319A9D20-E207-509C-2FC5-69D8E0D1C295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305" name="Grupo 304">
                    <a:extLst>
                      <a:ext uri="{FF2B5EF4-FFF2-40B4-BE49-F238E27FC236}">
                        <a16:creationId xmlns:a16="http://schemas.microsoft.com/office/drawing/2014/main" id="{B393EEAF-658C-1106-3D41-20C123F0FEA9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2428623"/>
                    <a:ext cx="779056" cy="1666542"/>
                    <a:chOff x="5775047" y="2428623"/>
                    <a:chExt cx="779056" cy="1666542"/>
                  </a:xfrm>
                </p:grpSpPr>
                <p:grpSp>
                  <p:nvGrpSpPr>
                    <p:cNvPr id="306" name="Grupo 305">
                      <a:extLst>
                        <a:ext uri="{FF2B5EF4-FFF2-40B4-BE49-F238E27FC236}">
                          <a16:creationId xmlns:a16="http://schemas.microsoft.com/office/drawing/2014/main" id="{AA0A0259-217D-BCBD-748C-84DB7FE740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</p:grpSpPr>
                  <p:grpSp>
                    <p:nvGrpSpPr>
                      <p:cNvPr id="311" name="Grupo 310">
                        <a:extLst>
                          <a:ext uri="{FF2B5EF4-FFF2-40B4-BE49-F238E27FC236}">
                            <a16:creationId xmlns:a16="http://schemas.microsoft.com/office/drawing/2014/main" id="{D400CD05-1AD0-D9C3-C5B2-D3A4E5DBDEA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</p:grpSpPr>
                    <p:grpSp>
                      <p:nvGrpSpPr>
                        <p:cNvPr id="313" name="Grupo 312">
                          <a:extLst>
                            <a:ext uri="{FF2B5EF4-FFF2-40B4-BE49-F238E27FC236}">
                              <a16:creationId xmlns:a16="http://schemas.microsoft.com/office/drawing/2014/main" id="{9D4B87DC-E31D-BD38-4085-730A3113B1C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p:grpSpPr>
                      <p:sp>
                        <p:nvSpPr>
                          <p:cNvPr id="372" name="Elipse 371">
                            <a:extLst>
                              <a:ext uri="{FF2B5EF4-FFF2-40B4-BE49-F238E27FC236}">
                                <a16:creationId xmlns:a16="http://schemas.microsoft.com/office/drawing/2014/main" id="{D1EE147A-0DEA-E584-58FA-F0FD9CA93E9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grpSp>
                        <p:nvGrpSpPr>
                          <p:cNvPr id="373" name="Grupo 372">
                            <a:extLst>
                              <a:ext uri="{FF2B5EF4-FFF2-40B4-BE49-F238E27FC236}">
                                <a16:creationId xmlns:a16="http://schemas.microsoft.com/office/drawing/2014/main" id="{0A0E0EC9-103F-939D-9A7E-CBC19805A84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  <a:grpFill/>
                        </p:grpSpPr>
                        <p:sp>
                          <p:nvSpPr>
                            <p:cNvPr id="374" name="Rectángulo 373">
                              <a:extLst>
                                <a:ext uri="{FF2B5EF4-FFF2-40B4-BE49-F238E27FC236}">
                                  <a16:creationId xmlns:a16="http://schemas.microsoft.com/office/drawing/2014/main" id="{A87C63E6-0824-C625-3C6F-224282C37A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75" name="Rectángulo 374">
                              <a:extLst>
                                <a:ext uri="{FF2B5EF4-FFF2-40B4-BE49-F238E27FC236}">
                                  <a16:creationId xmlns:a16="http://schemas.microsoft.com/office/drawing/2014/main" id="{EB5C684B-E0A6-3623-1C85-CD5B01030D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323" name="Grupo 322">
                          <a:extLst>
                            <a:ext uri="{FF2B5EF4-FFF2-40B4-BE49-F238E27FC236}">
                              <a16:creationId xmlns:a16="http://schemas.microsoft.com/office/drawing/2014/main" id="{6151A9A8-5EF6-9F11-75AD-B7231A9109A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338" name="Grupo 337">
                            <a:extLst>
                              <a:ext uri="{FF2B5EF4-FFF2-40B4-BE49-F238E27FC236}">
                                <a16:creationId xmlns:a16="http://schemas.microsoft.com/office/drawing/2014/main" id="{876E4833-8EB0-8AD0-4E84-22E6C89DA48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358" name="Grupo 357">
                              <a:extLst>
                                <a:ext uri="{FF2B5EF4-FFF2-40B4-BE49-F238E27FC236}">
                                  <a16:creationId xmlns:a16="http://schemas.microsoft.com/office/drawing/2014/main" id="{160FC2BC-0C29-5018-94E2-95913BBFE03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364" name="Rectángulo 363">
                                <a:extLst>
                                  <a:ext uri="{FF2B5EF4-FFF2-40B4-BE49-F238E27FC236}">
                                    <a16:creationId xmlns:a16="http://schemas.microsoft.com/office/drawing/2014/main" id="{5639722B-FF01-0380-C7DE-8FE361F63C5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  <p:sp>
                            <p:nvSpPr>
                              <p:cNvPr id="365" name="Rectángulo 364">
                                <a:extLst>
                                  <a:ext uri="{FF2B5EF4-FFF2-40B4-BE49-F238E27FC236}">
                                    <a16:creationId xmlns:a16="http://schemas.microsoft.com/office/drawing/2014/main" id="{1B7355E9-DAB8-F803-4BD6-B69C1936D439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366" name="Marco 365">
                                <a:extLst>
                                  <a:ext uri="{FF2B5EF4-FFF2-40B4-BE49-F238E27FC236}">
                                    <a16:creationId xmlns:a16="http://schemas.microsoft.com/office/drawing/2014/main" id="{C9B2D613-D637-E58E-6EF2-DD00A595E76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name="adj1" fmla="val 7853"/>
                                </a:avLst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359" name="Grupo 358">
                              <a:extLst>
                                <a:ext uri="{FF2B5EF4-FFF2-40B4-BE49-F238E27FC236}">
                                  <a16:creationId xmlns:a16="http://schemas.microsoft.com/office/drawing/2014/main" id="{76A7F8C4-02A9-B438-EAFD-87177AE3D7D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361" name="Rectángulo 360">
                                <a:extLst>
                                  <a:ext uri="{FF2B5EF4-FFF2-40B4-BE49-F238E27FC236}">
                                    <a16:creationId xmlns:a16="http://schemas.microsoft.com/office/drawing/2014/main" id="{16FC8158-5F92-C140-1D85-2DD7BFF75AF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362" name="Rectángulo 361">
                                <a:extLst>
                                  <a:ext uri="{FF2B5EF4-FFF2-40B4-BE49-F238E27FC236}">
                                    <a16:creationId xmlns:a16="http://schemas.microsoft.com/office/drawing/2014/main" id="{FDAA0294-86A4-D489-E1FE-9F43C604012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363" name="Rectángulo 362">
                                <a:extLst>
                                  <a:ext uri="{FF2B5EF4-FFF2-40B4-BE49-F238E27FC236}">
                                    <a16:creationId xmlns:a16="http://schemas.microsoft.com/office/drawing/2014/main" id="{C7341BE0-B3B3-FFB1-FC20-E107113A4C68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54" name="Grupo 353">
                            <a:extLst>
                              <a:ext uri="{FF2B5EF4-FFF2-40B4-BE49-F238E27FC236}">
                                <a16:creationId xmlns:a16="http://schemas.microsoft.com/office/drawing/2014/main" id="{0E84A7B7-EAF1-D13A-D1B0-5B79EB64776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355" name="Rectángulo 354">
                              <a:extLst>
                                <a:ext uri="{FF2B5EF4-FFF2-40B4-BE49-F238E27FC236}">
                                  <a16:creationId xmlns:a16="http://schemas.microsoft.com/office/drawing/2014/main" id="{6129564E-CCDB-3130-A095-DC98A86309F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356" name="Rectángulo 355">
                              <a:extLst>
                                <a:ext uri="{FF2B5EF4-FFF2-40B4-BE49-F238E27FC236}">
                                  <a16:creationId xmlns:a16="http://schemas.microsoft.com/office/drawing/2014/main" id="{F9A2402A-57E9-54C9-2A6C-98FBCF9067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8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57" name="Rectángulo 356">
                              <a:extLst>
                                <a:ext uri="{FF2B5EF4-FFF2-40B4-BE49-F238E27FC236}">
                                  <a16:creationId xmlns:a16="http://schemas.microsoft.com/office/drawing/2014/main" id="{F256285D-5A33-5FD7-B76C-F3575DAD62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8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312" name="Rectángulo 311">
                        <a:extLst>
                          <a:ext uri="{FF2B5EF4-FFF2-40B4-BE49-F238E27FC236}">
                            <a16:creationId xmlns:a16="http://schemas.microsoft.com/office/drawing/2014/main" id="{C78A5E41-1132-0BE1-6091-F765ED8A4C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pattFill prst="wdDnDiag">
                        <a:fgClr>
                          <a:schemeClr val="bg1"/>
                        </a:fgClr>
                        <a:bgClr>
                          <a:schemeClr val="bg1">
                            <a:lumMod val="65000"/>
                          </a:schemeClr>
                        </a:bgClr>
                      </a:patt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307" name="Grupo 306">
                      <a:extLst>
                        <a:ext uri="{FF2B5EF4-FFF2-40B4-BE49-F238E27FC236}">
                          <a16:creationId xmlns:a16="http://schemas.microsoft.com/office/drawing/2014/main" id="{654FD5A6-528C-915C-40DB-82424369A1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047" y="3892550"/>
                      <a:ext cx="778309" cy="59708"/>
                      <a:chOff x="5775047" y="3892550"/>
                      <a:chExt cx="778309" cy="59708"/>
                    </a:xfrm>
                  </p:grpSpPr>
                  <p:sp>
                    <p:nvSpPr>
                      <p:cNvPr id="308" name="Rectángulo 307">
                        <a:extLst>
                          <a:ext uri="{FF2B5EF4-FFF2-40B4-BE49-F238E27FC236}">
                            <a16:creationId xmlns:a16="http://schemas.microsoft.com/office/drawing/2014/main" id="{CE8A5FC9-4FAE-027D-4E88-06B77F8F0AE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09" name="Elipse 308">
                        <a:extLst>
                          <a:ext uri="{FF2B5EF4-FFF2-40B4-BE49-F238E27FC236}">
                            <a16:creationId xmlns:a16="http://schemas.microsoft.com/office/drawing/2014/main" id="{B71341A6-CFB7-1AF9-507B-4A0A624333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10" name="Elipse 309">
                        <a:extLst>
                          <a:ext uri="{FF2B5EF4-FFF2-40B4-BE49-F238E27FC236}">
                            <a16:creationId xmlns:a16="http://schemas.microsoft.com/office/drawing/2014/main" id="{F6132582-8801-F3FB-3450-C0C42EB3DD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grpSp>
              <p:nvGrpSpPr>
                <p:cNvPr id="585" name="Grupo 584">
                  <a:extLst>
                    <a:ext uri="{FF2B5EF4-FFF2-40B4-BE49-F238E27FC236}">
                      <a16:creationId xmlns:a16="http://schemas.microsoft.com/office/drawing/2014/main" id="{6726485A-359A-4A56-7ECC-4E192E38A4DC}"/>
                    </a:ext>
                  </a:extLst>
                </p:cNvPr>
                <p:cNvGrpSpPr/>
                <p:nvPr/>
              </p:nvGrpSpPr>
              <p:grpSpPr>
                <a:xfrm rot="19203449">
                  <a:off x="7166785" y="2428073"/>
                  <a:ext cx="2288079" cy="2013940"/>
                  <a:chOff x="5734796" y="1871886"/>
                  <a:chExt cx="2288079" cy="2013940"/>
                </a:xfrm>
              </p:grpSpPr>
              <p:grpSp>
                <p:nvGrpSpPr>
                  <p:cNvPr id="593" name="Grupo 592">
                    <a:extLst>
                      <a:ext uri="{FF2B5EF4-FFF2-40B4-BE49-F238E27FC236}">
                        <a16:creationId xmlns:a16="http://schemas.microsoft.com/office/drawing/2014/main" id="{C13B3B88-970C-BDE4-1CA5-43104D425FAD}"/>
                      </a:ext>
                    </a:extLst>
                  </p:cNvPr>
                  <p:cNvGrpSpPr/>
                  <p:nvPr/>
                </p:nvGrpSpPr>
                <p:grpSpPr>
                  <a:xfrm>
                    <a:off x="5734796" y="1871886"/>
                    <a:ext cx="2288079" cy="2013940"/>
                    <a:chOff x="5830183" y="2277270"/>
                    <a:chExt cx="2288079" cy="2013940"/>
                  </a:xfrm>
                  <a:solidFill>
                    <a:schemeClr val="bg1">
                      <a:lumMod val="65000"/>
                    </a:schemeClr>
                  </a:solidFill>
                </p:grpSpPr>
                <p:grpSp>
                  <p:nvGrpSpPr>
                    <p:cNvPr id="595" name="Grupo 594">
                      <a:extLst>
                        <a:ext uri="{FF2B5EF4-FFF2-40B4-BE49-F238E27FC236}">
                          <a16:creationId xmlns:a16="http://schemas.microsoft.com/office/drawing/2014/main" id="{C0CEE0ED-2815-A170-C1B0-7B5469DB77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597" name="Elipse 596">
                        <a:extLst>
                          <a:ext uri="{FF2B5EF4-FFF2-40B4-BE49-F238E27FC236}">
                            <a16:creationId xmlns:a16="http://schemas.microsoft.com/office/drawing/2014/main" id="{CBBB1F3E-46C0-253B-039B-0D39D6F366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98" name="Diagrama de flujo: operación manual 597">
                        <a:extLst>
                          <a:ext uri="{FF2B5EF4-FFF2-40B4-BE49-F238E27FC236}">
                            <a16:creationId xmlns:a16="http://schemas.microsoft.com/office/drawing/2014/main" id="{77B71A94-0232-F8BD-3C59-6886337BF1EB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596" name="Elipse 595">
                      <a:extLst>
                        <a:ext uri="{FF2B5EF4-FFF2-40B4-BE49-F238E27FC236}">
                          <a16:creationId xmlns:a16="http://schemas.microsoft.com/office/drawing/2014/main" id="{FD1CC797-B12F-AD1F-7BC1-489F39D5B3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0183" y="2277270"/>
                      <a:ext cx="612000" cy="612000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594" name="Diagrama de flujo: operación manual 593">
                    <a:extLst>
                      <a:ext uri="{FF2B5EF4-FFF2-40B4-BE49-F238E27FC236}">
                        <a16:creationId xmlns:a16="http://schemas.microsoft.com/office/drawing/2014/main" id="{F06F09DB-0109-D291-2C48-4C2B047FB839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244837" y="1851730"/>
                    <a:ext cx="976518" cy="1813530"/>
                  </a:xfrm>
                  <a:prstGeom prst="flowChartManualOperation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190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670" name="Grupo 669">
                  <a:extLst>
                    <a:ext uri="{FF2B5EF4-FFF2-40B4-BE49-F238E27FC236}">
                      <a16:creationId xmlns:a16="http://schemas.microsoft.com/office/drawing/2014/main" id="{D668FE55-3A6F-B7F2-4DA0-B8250B57EF9F}"/>
                    </a:ext>
                  </a:extLst>
                </p:cNvPr>
                <p:cNvGrpSpPr/>
                <p:nvPr/>
              </p:nvGrpSpPr>
              <p:grpSpPr>
                <a:xfrm rot="19203449">
                  <a:off x="6441712" y="3225590"/>
                  <a:ext cx="1144431" cy="1266043"/>
                  <a:chOff x="6089175" y="1851040"/>
                  <a:chExt cx="1144431" cy="1266043"/>
                </a:xfrm>
              </p:grpSpPr>
              <p:grpSp>
                <p:nvGrpSpPr>
                  <p:cNvPr id="682" name="Grupo 681">
                    <a:extLst>
                      <a:ext uri="{FF2B5EF4-FFF2-40B4-BE49-F238E27FC236}">
                        <a16:creationId xmlns:a16="http://schemas.microsoft.com/office/drawing/2014/main" id="{B871F59E-2915-576F-E761-F59C7229BF5E}"/>
                      </a:ext>
                    </a:extLst>
                  </p:cNvPr>
                  <p:cNvGrpSpPr/>
                  <p:nvPr/>
                </p:nvGrpSpPr>
                <p:grpSpPr>
                  <a:xfrm>
                    <a:off x="6110545" y="1851040"/>
                    <a:ext cx="1123061" cy="1266043"/>
                    <a:chOff x="6110545" y="1851040"/>
                    <a:chExt cx="1123061" cy="1266043"/>
                  </a:xfrm>
                </p:grpSpPr>
                <p:grpSp>
                  <p:nvGrpSpPr>
                    <p:cNvPr id="684" name="Grupo 683">
                      <a:extLst>
                        <a:ext uri="{FF2B5EF4-FFF2-40B4-BE49-F238E27FC236}">
                          <a16:creationId xmlns:a16="http://schemas.microsoft.com/office/drawing/2014/main" id="{F33DD0DA-AD28-627D-D52C-904AA07AC01A}"/>
                        </a:ext>
                      </a:extLst>
                    </p:cNvPr>
                    <p:cNvGrpSpPr/>
                    <p:nvPr/>
                  </p:nvGrpSpPr>
                  <p:grpSpPr>
                    <a:xfrm rot="18104658">
                      <a:off x="6037386" y="1924199"/>
                      <a:ext cx="1266043" cy="1119726"/>
                      <a:chOff x="5723823" y="1865158"/>
                      <a:chExt cx="2299052" cy="2020668"/>
                    </a:xfrm>
                  </p:grpSpPr>
                  <p:grpSp>
                    <p:nvGrpSpPr>
                      <p:cNvPr id="686" name="Grupo 685">
                        <a:extLst>
                          <a:ext uri="{FF2B5EF4-FFF2-40B4-BE49-F238E27FC236}">
                            <a16:creationId xmlns:a16="http://schemas.microsoft.com/office/drawing/2014/main" id="{925CB3BE-26EC-D6D0-7F45-54D5622A60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3823" y="1865158"/>
                        <a:ext cx="2299052" cy="2020668"/>
                        <a:chOff x="5819210" y="2270542"/>
                        <a:chExt cx="2299052" cy="2020668"/>
                      </a:xfrm>
                      <a:solidFill>
                        <a:schemeClr val="bg1">
                          <a:lumMod val="65000"/>
                        </a:schemeClr>
                      </a:solidFill>
                    </p:grpSpPr>
                    <p:grpSp>
                      <p:nvGrpSpPr>
                        <p:cNvPr id="688" name="Grupo 687">
                          <a:extLst>
                            <a:ext uri="{FF2B5EF4-FFF2-40B4-BE49-F238E27FC236}">
                              <a16:creationId xmlns:a16="http://schemas.microsoft.com/office/drawing/2014/main" id="{EBF79619-D924-2604-0A08-6CCE33D5A70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18647" y="2637133"/>
                          <a:ext cx="2199615" cy="1654077"/>
                          <a:chOff x="5708849" y="2141099"/>
                          <a:chExt cx="2199615" cy="1654077"/>
                        </a:xfrm>
                        <a:grpFill/>
                      </p:grpSpPr>
                      <p:sp>
                        <p:nvSpPr>
                          <p:cNvPr id="690" name="Elipse 689">
                            <a:extLst>
                              <a:ext uri="{FF2B5EF4-FFF2-40B4-BE49-F238E27FC236}">
                                <a16:creationId xmlns:a16="http://schemas.microsoft.com/office/drawing/2014/main" id="{2ED7C8F3-C0F2-A518-7599-09A6566791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691" name="Diagrama de flujo: operación manual 690">
                            <a:extLst>
                              <a:ext uri="{FF2B5EF4-FFF2-40B4-BE49-F238E27FC236}">
                                <a16:creationId xmlns:a16="http://schemas.microsoft.com/office/drawing/2014/main" id="{6E787DC7-0969-A399-9037-672870B641A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689" name="Elipse 688">
                          <a:extLst>
                            <a:ext uri="{FF2B5EF4-FFF2-40B4-BE49-F238E27FC236}">
                              <a16:creationId xmlns:a16="http://schemas.microsoft.com/office/drawing/2014/main" id="{14664593-0E4F-16F2-8357-93CE64C8A0F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687" name="Diagrama de flujo: operación manual 686">
                        <a:extLst>
                          <a:ext uri="{FF2B5EF4-FFF2-40B4-BE49-F238E27FC236}">
                            <a16:creationId xmlns:a16="http://schemas.microsoft.com/office/drawing/2014/main" id="{5A0A6F9D-6191-6EF9-EFAA-1C670FC53615}"/>
                          </a:ext>
                        </a:extLst>
                      </p:cNvPr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19050"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685" name="Elipse 684">
                      <a:extLst>
                        <a:ext uri="{FF2B5EF4-FFF2-40B4-BE49-F238E27FC236}">
                          <a16:creationId xmlns:a16="http://schemas.microsoft.com/office/drawing/2014/main" id="{9FE0AF26-B54D-2EF1-5FD3-ACA1DC253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683" name="Elipse 682">
                    <a:extLst>
                      <a:ext uri="{FF2B5EF4-FFF2-40B4-BE49-F238E27FC236}">
                        <a16:creationId xmlns:a16="http://schemas.microsoft.com/office/drawing/2014/main" id="{5AE2934E-B225-5564-59D3-2499ED8C73B6}"/>
                      </a:ext>
                    </a:extLst>
                  </p:cNvPr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762" name="Grupo 761">
                <a:extLst>
                  <a:ext uri="{FF2B5EF4-FFF2-40B4-BE49-F238E27FC236}">
                    <a16:creationId xmlns:a16="http://schemas.microsoft.com/office/drawing/2014/main" id="{873DC6CE-B7DE-4545-C363-B66FF64B74C6}"/>
                  </a:ext>
                </a:extLst>
              </p:cNvPr>
              <p:cNvGrpSpPr/>
              <p:nvPr/>
            </p:nvGrpSpPr>
            <p:grpSpPr>
              <a:xfrm flipH="1" flipV="1">
                <a:off x="8737403" y="603523"/>
                <a:ext cx="3013152" cy="3791868"/>
                <a:chOff x="6441712" y="2428073"/>
                <a:chExt cx="3013152" cy="3791868"/>
              </a:xfrm>
              <a:noFill/>
            </p:grpSpPr>
            <p:grpSp>
              <p:nvGrpSpPr>
                <p:cNvPr id="763" name="Grupo 762">
                  <a:extLst>
                    <a:ext uri="{FF2B5EF4-FFF2-40B4-BE49-F238E27FC236}">
                      <a16:creationId xmlns:a16="http://schemas.microsoft.com/office/drawing/2014/main" id="{B47B9240-0E6D-6CDB-DC23-D36B6B20E410}"/>
                    </a:ext>
                  </a:extLst>
                </p:cNvPr>
                <p:cNvGrpSpPr/>
                <p:nvPr/>
              </p:nvGrpSpPr>
              <p:grpSpPr>
                <a:xfrm rot="20800040">
                  <a:off x="6522971" y="4093604"/>
                  <a:ext cx="779056" cy="2126337"/>
                  <a:chOff x="5775047" y="2428623"/>
                  <a:chExt cx="779056" cy="2126337"/>
                </a:xfrm>
                <a:grpFill/>
              </p:grpSpPr>
              <p:grpSp>
                <p:nvGrpSpPr>
                  <p:cNvPr id="782" name="Grupo 781">
                    <a:extLst>
                      <a:ext uri="{FF2B5EF4-FFF2-40B4-BE49-F238E27FC236}">
                        <a16:creationId xmlns:a16="http://schemas.microsoft.com/office/drawing/2014/main" id="{A5DE6597-5380-D0DF-391C-992E4B7DC95A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709555" cy="832699"/>
                    <a:chOff x="5809042" y="3722261"/>
                    <a:chExt cx="709555" cy="832699"/>
                  </a:xfrm>
                  <a:grpFill/>
                </p:grpSpPr>
                <p:grpSp>
                  <p:nvGrpSpPr>
                    <p:cNvPr id="810" name="Grupo 809">
                      <a:extLst>
                        <a:ext uri="{FF2B5EF4-FFF2-40B4-BE49-F238E27FC236}">
                          <a16:creationId xmlns:a16="http://schemas.microsoft.com/office/drawing/2014/main" id="{977F90B0-1DC5-25B3-E86A-8C58101A7F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276111" cy="832437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817" name="Grupo 816">
                        <a:extLst>
                          <a:ext uri="{FF2B5EF4-FFF2-40B4-BE49-F238E27FC236}">
                            <a16:creationId xmlns:a16="http://schemas.microsoft.com/office/drawing/2014/main" id="{AA7FC8FE-B38B-3AB1-DDF7-6787AD08E3C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820" name="Rectángulo: esquinas redondeadas 819">
                          <a:extLst>
                            <a:ext uri="{FF2B5EF4-FFF2-40B4-BE49-F238E27FC236}">
                              <a16:creationId xmlns:a16="http://schemas.microsoft.com/office/drawing/2014/main" id="{6BF6DDB4-D555-8E09-F079-F8FA3544513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21" name="Rectángulo: esquinas redondeadas 820">
                          <a:extLst>
                            <a:ext uri="{FF2B5EF4-FFF2-40B4-BE49-F238E27FC236}">
                              <a16:creationId xmlns:a16="http://schemas.microsoft.com/office/drawing/2014/main" id="{3B641BDD-366B-B67F-52BA-09124E40F6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818" name="Rectángulo 817">
                        <a:extLst>
                          <a:ext uri="{FF2B5EF4-FFF2-40B4-BE49-F238E27FC236}">
                            <a16:creationId xmlns:a16="http://schemas.microsoft.com/office/drawing/2014/main" id="{87DBADEB-4BD1-DF0A-6D70-7E727A8585CB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19" name="Rectángulo 818">
                        <a:extLst>
                          <a:ext uri="{FF2B5EF4-FFF2-40B4-BE49-F238E27FC236}">
                            <a16:creationId xmlns:a16="http://schemas.microsoft.com/office/drawing/2014/main" id="{334B956F-13A2-E7EA-8CF8-2A2429BCB253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811" name="Grupo 810">
                      <a:extLst>
                        <a:ext uri="{FF2B5EF4-FFF2-40B4-BE49-F238E27FC236}">
                          <a16:creationId xmlns:a16="http://schemas.microsoft.com/office/drawing/2014/main" id="{2945720E-0FCF-E6D1-7AC7-6DDE0E04C5A6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6242486" y="3722523"/>
                      <a:ext cx="276111" cy="832437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812" name="Grupo 811">
                        <a:extLst>
                          <a:ext uri="{FF2B5EF4-FFF2-40B4-BE49-F238E27FC236}">
                            <a16:creationId xmlns:a16="http://schemas.microsoft.com/office/drawing/2014/main" id="{3BF974B8-B099-7E9C-0C06-5C6FC099A8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815" name="Rectángulo: esquinas redondeadas 814">
                          <a:extLst>
                            <a:ext uri="{FF2B5EF4-FFF2-40B4-BE49-F238E27FC236}">
                              <a16:creationId xmlns:a16="http://schemas.microsoft.com/office/drawing/2014/main" id="{C45A0E53-8767-34F9-428C-94B340548CE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16" name="Rectángulo: esquinas redondeadas 815">
                          <a:extLst>
                            <a:ext uri="{FF2B5EF4-FFF2-40B4-BE49-F238E27FC236}">
                              <a16:creationId xmlns:a16="http://schemas.microsoft.com/office/drawing/2014/main" id="{87454D4E-024D-3399-8B07-E6D912F3D1E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813" name="Rectángulo 812">
                        <a:extLst>
                          <a:ext uri="{FF2B5EF4-FFF2-40B4-BE49-F238E27FC236}">
                            <a16:creationId xmlns:a16="http://schemas.microsoft.com/office/drawing/2014/main" id="{932F894D-875F-C8A9-537C-A564315E0A8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14" name="Rectángulo 813">
                        <a:extLst>
                          <a:ext uri="{FF2B5EF4-FFF2-40B4-BE49-F238E27FC236}">
                            <a16:creationId xmlns:a16="http://schemas.microsoft.com/office/drawing/2014/main" id="{BD1A67E9-3E50-71FA-B7AC-094F1F8D59C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783" name="Grupo 782">
                    <a:extLst>
                      <a:ext uri="{FF2B5EF4-FFF2-40B4-BE49-F238E27FC236}">
                        <a16:creationId xmlns:a16="http://schemas.microsoft.com/office/drawing/2014/main" id="{53731696-3505-93F6-116D-ED09F7A4E9C3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2428623"/>
                    <a:ext cx="779056" cy="1666542"/>
                    <a:chOff x="5775047" y="2428623"/>
                    <a:chExt cx="779056" cy="1666542"/>
                  </a:xfrm>
                  <a:grpFill/>
                </p:grpSpPr>
                <p:grpSp>
                  <p:nvGrpSpPr>
                    <p:cNvPr id="784" name="Grupo 783">
                      <a:extLst>
                        <a:ext uri="{FF2B5EF4-FFF2-40B4-BE49-F238E27FC236}">
                          <a16:creationId xmlns:a16="http://schemas.microsoft.com/office/drawing/2014/main" id="{3F133824-3021-2655-78CF-7A012B0BF38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  <a:grpFill/>
                  </p:grpSpPr>
                  <p:grpSp>
                    <p:nvGrpSpPr>
                      <p:cNvPr id="789" name="Grupo 788">
                        <a:extLst>
                          <a:ext uri="{FF2B5EF4-FFF2-40B4-BE49-F238E27FC236}">
                            <a16:creationId xmlns:a16="http://schemas.microsoft.com/office/drawing/2014/main" id="{E5790F30-3CB9-3B22-976C-1A659D3B90B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  <a:grpFill/>
                    </p:grpSpPr>
                    <p:grpSp>
                      <p:nvGrpSpPr>
                        <p:cNvPr id="791" name="Grupo 790">
                          <a:extLst>
                            <a:ext uri="{FF2B5EF4-FFF2-40B4-BE49-F238E27FC236}">
                              <a16:creationId xmlns:a16="http://schemas.microsoft.com/office/drawing/2014/main" id="{75898AAD-5E5D-88CB-E0D1-FC385335946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  <a:grpFill/>
                      </p:grpSpPr>
                      <p:sp>
                        <p:nvSpPr>
                          <p:cNvPr id="806" name="Elipse 805">
                            <a:extLst>
                              <a:ext uri="{FF2B5EF4-FFF2-40B4-BE49-F238E27FC236}">
                                <a16:creationId xmlns:a16="http://schemas.microsoft.com/office/drawing/2014/main" id="{B8CD6CEB-0757-46D2-5B75-F8484182E04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grpSp>
                        <p:nvGrpSpPr>
                          <p:cNvPr id="807" name="Grupo 806">
                            <a:extLst>
                              <a:ext uri="{FF2B5EF4-FFF2-40B4-BE49-F238E27FC236}">
                                <a16:creationId xmlns:a16="http://schemas.microsoft.com/office/drawing/2014/main" id="{BE40C029-B495-D0CA-8CDF-02994E166B5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  <a:grpFill/>
                        </p:grpSpPr>
                        <p:sp>
                          <p:nvSpPr>
                            <p:cNvPr id="808" name="Rectángulo 807">
                              <a:extLst>
                                <a:ext uri="{FF2B5EF4-FFF2-40B4-BE49-F238E27FC236}">
                                  <a16:creationId xmlns:a16="http://schemas.microsoft.com/office/drawing/2014/main" id="{012DC6F3-E9E5-9889-751A-10FFC779A2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809" name="Rectángulo 808">
                              <a:extLst>
                                <a:ext uri="{FF2B5EF4-FFF2-40B4-BE49-F238E27FC236}">
                                  <a16:creationId xmlns:a16="http://schemas.microsoft.com/office/drawing/2014/main" id="{BB8948C2-04CD-CBDD-23ED-05E2063766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792" name="Grupo 791">
                          <a:extLst>
                            <a:ext uri="{FF2B5EF4-FFF2-40B4-BE49-F238E27FC236}">
                              <a16:creationId xmlns:a16="http://schemas.microsoft.com/office/drawing/2014/main" id="{837E4833-AEE0-8776-37C5-5F903D1D662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793" name="Grupo 792">
                            <a:extLst>
                              <a:ext uri="{FF2B5EF4-FFF2-40B4-BE49-F238E27FC236}">
                                <a16:creationId xmlns:a16="http://schemas.microsoft.com/office/drawing/2014/main" id="{4B3B3F3C-3DBA-97CB-9ACE-68A376BF3AB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  <a:grpFill/>
                        </p:grpSpPr>
                        <p:grpSp>
                          <p:nvGrpSpPr>
                            <p:cNvPr id="798" name="Grupo 797">
                              <a:extLst>
                                <a:ext uri="{FF2B5EF4-FFF2-40B4-BE49-F238E27FC236}">
                                  <a16:creationId xmlns:a16="http://schemas.microsoft.com/office/drawing/2014/main" id="{B2970F11-C1F7-2DFA-E076-E760B53DB4F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  <a:grpFill/>
                          </p:grpSpPr>
                          <p:sp>
                            <p:nvSpPr>
                              <p:cNvPr id="803" name="Rectángulo 802">
                                <a:extLst>
                                  <a:ext uri="{FF2B5EF4-FFF2-40B4-BE49-F238E27FC236}">
                                    <a16:creationId xmlns:a16="http://schemas.microsoft.com/office/drawing/2014/main" id="{337C5CE3-80DD-F5F2-D07C-440FB7CF16B8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  <p:sp>
                            <p:nvSpPr>
                              <p:cNvPr id="804" name="Rectángulo 803">
                                <a:extLst>
                                  <a:ext uri="{FF2B5EF4-FFF2-40B4-BE49-F238E27FC236}">
                                    <a16:creationId xmlns:a16="http://schemas.microsoft.com/office/drawing/2014/main" id="{B60D5CCE-8D0B-2681-1291-C8CB2E1536D9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805" name="Marco 804">
                                <a:extLst>
                                  <a:ext uri="{FF2B5EF4-FFF2-40B4-BE49-F238E27FC236}">
                                    <a16:creationId xmlns:a16="http://schemas.microsoft.com/office/drawing/2014/main" id="{94FD2174-4E20-24FB-D211-62C485E304D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name="adj1" fmla="val 7853"/>
                                </a:avLst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799" name="Grupo 798">
                              <a:extLst>
                                <a:ext uri="{FF2B5EF4-FFF2-40B4-BE49-F238E27FC236}">
                                  <a16:creationId xmlns:a16="http://schemas.microsoft.com/office/drawing/2014/main" id="{2028AC90-7509-2425-9FD0-3971DFE0693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  <a:grpFill/>
                          </p:grpSpPr>
                          <p:sp>
                            <p:nvSpPr>
                              <p:cNvPr id="800" name="Rectángulo 799">
                                <a:extLst>
                                  <a:ext uri="{FF2B5EF4-FFF2-40B4-BE49-F238E27FC236}">
                                    <a16:creationId xmlns:a16="http://schemas.microsoft.com/office/drawing/2014/main" id="{44B5BF95-6D8E-C1E6-AC9E-163071391938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801" name="Rectángulo 800">
                                <a:extLst>
                                  <a:ext uri="{FF2B5EF4-FFF2-40B4-BE49-F238E27FC236}">
                                    <a16:creationId xmlns:a16="http://schemas.microsoft.com/office/drawing/2014/main" id="{601A41CB-3968-EBCE-90A9-DA4C1B6C44C8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802" name="Rectángulo 801">
                                <a:extLst>
                                  <a:ext uri="{FF2B5EF4-FFF2-40B4-BE49-F238E27FC236}">
                                    <a16:creationId xmlns:a16="http://schemas.microsoft.com/office/drawing/2014/main" id="{E9E2A8E6-790A-F7F6-7266-06783EBC7058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794" name="Grupo 793">
                            <a:extLst>
                              <a:ext uri="{FF2B5EF4-FFF2-40B4-BE49-F238E27FC236}">
                                <a16:creationId xmlns:a16="http://schemas.microsoft.com/office/drawing/2014/main" id="{8B16F4D4-FC38-A083-A11E-DD9C0789220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  <a:grpFill/>
                        </p:grpSpPr>
                        <p:sp>
                          <p:nvSpPr>
                            <p:cNvPr id="795" name="Rectángulo 794">
                              <a:extLst>
                                <a:ext uri="{FF2B5EF4-FFF2-40B4-BE49-F238E27FC236}">
                                  <a16:creationId xmlns:a16="http://schemas.microsoft.com/office/drawing/2014/main" id="{3A3D05AA-D424-64D6-5461-8937030847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796" name="Rectángulo 795">
                              <a:extLst>
                                <a:ext uri="{FF2B5EF4-FFF2-40B4-BE49-F238E27FC236}">
                                  <a16:creationId xmlns:a16="http://schemas.microsoft.com/office/drawing/2014/main" id="{450C4A01-A1CE-AD6C-8776-9B3FE7FE0E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797" name="Rectángulo 796">
                              <a:extLst>
                                <a:ext uri="{FF2B5EF4-FFF2-40B4-BE49-F238E27FC236}">
                                  <a16:creationId xmlns:a16="http://schemas.microsoft.com/office/drawing/2014/main" id="{00F38303-877E-4557-DF4E-70376D5F7E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790" name="Rectángulo 789">
                        <a:extLst>
                          <a:ext uri="{FF2B5EF4-FFF2-40B4-BE49-F238E27FC236}">
                            <a16:creationId xmlns:a16="http://schemas.microsoft.com/office/drawing/2014/main" id="{9CE5CFE2-FAD4-2ADA-973D-733507704C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785" name="Grupo 784">
                      <a:extLst>
                        <a:ext uri="{FF2B5EF4-FFF2-40B4-BE49-F238E27FC236}">
                          <a16:creationId xmlns:a16="http://schemas.microsoft.com/office/drawing/2014/main" id="{7A4F7DA1-F8FC-C525-F2B9-7EABFEAB252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047" y="3892550"/>
                      <a:ext cx="778309" cy="59708"/>
                      <a:chOff x="5775047" y="3892550"/>
                      <a:chExt cx="778309" cy="59708"/>
                    </a:xfrm>
                    <a:grpFill/>
                  </p:grpSpPr>
                  <p:sp>
                    <p:nvSpPr>
                      <p:cNvPr id="786" name="Rectángulo 785">
                        <a:extLst>
                          <a:ext uri="{FF2B5EF4-FFF2-40B4-BE49-F238E27FC236}">
                            <a16:creationId xmlns:a16="http://schemas.microsoft.com/office/drawing/2014/main" id="{FD3F1CEC-CACE-8940-ABBC-73D0C3A5F03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87" name="Elipse 786">
                        <a:extLst>
                          <a:ext uri="{FF2B5EF4-FFF2-40B4-BE49-F238E27FC236}">
                            <a16:creationId xmlns:a16="http://schemas.microsoft.com/office/drawing/2014/main" id="{8D6DCA38-6322-E8F1-B58E-0B62B19B91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88" name="Elipse 787">
                        <a:extLst>
                          <a:ext uri="{FF2B5EF4-FFF2-40B4-BE49-F238E27FC236}">
                            <a16:creationId xmlns:a16="http://schemas.microsoft.com/office/drawing/2014/main" id="{D14460E1-D7FC-4B28-A540-240202D16B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grpSp>
              <p:nvGrpSpPr>
                <p:cNvPr id="764" name="Grupo 763">
                  <a:extLst>
                    <a:ext uri="{FF2B5EF4-FFF2-40B4-BE49-F238E27FC236}">
                      <a16:creationId xmlns:a16="http://schemas.microsoft.com/office/drawing/2014/main" id="{DDD12A4F-BAB1-47A7-9A37-93B1D45CBADD}"/>
                    </a:ext>
                  </a:extLst>
                </p:cNvPr>
                <p:cNvGrpSpPr/>
                <p:nvPr/>
              </p:nvGrpSpPr>
              <p:grpSpPr>
                <a:xfrm rot="19203449">
                  <a:off x="7166785" y="2428073"/>
                  <a:ext cx="2288079" cy="2013940"/>
                  <a:chOff x="5734796" y="1871886"/>
                  <a:chExt cx="2288079" cy="2013940"/>
                </a:xfrm>
                <a:grpFill/>
              </p:grpSpPr>
              <p:grpSp>
                <p:nvGrpSpPr>
                  <p:cNvPr id="776" name="Grupo 775">
                    <a:extLst>
                      <a:ext uri="{FF2B5EF4-FFF2-40B4-BE49-F238E27FC236}">
                        <a16:creationId xmlns:a16="http://schemas.microsoft.com/office/drawing/2014/main" id="{B3656431-A9AE-BF85-B6FA-A9DEFF13A71A}"/>
                      </a:ext>
                    </a:extLst>
                  </p:cNvPr>
                  <p:cNvGrpSpPr/>
                  <p:nvPr/>
                </p:nvGrpSpPr>
                <p:grpSpPr>
                  <a:xfrm>
                    <a:off x="5734796" y="1871886"/>
                    <a:ext cx="2288079" cy="2013940"/>
                    <a:chOff x="5830183" y="2277270"/>
                    <a:chExt cx="2288079" cy="2013940"/>
                  </a:xfrm>
                  <a:grpFill/>
                </p:grpSpPr>
                <p:grpSp>
                  <p:nvGrpSpPr>
                    <p:cNvPr id="778" name="Grupo 777">
                      <a:extLst>
                        <a:ext uri="{FF2B5EF4-FFF2-40B4-BE49-F238E27FC236}">
                          <a16:creationId xmlns:a16="http://schemas.microsoft.com/office/drawing/2014/main" id="{5929E46F-32DB-CD3F-559A-08469E89CE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780" name="Elipse 779">
                        <a:extLst>
                          <a:ext uri="{FF2B5EF4-FFF2-40B4-BE49-F238E27FC236}">
                            <a16:creationId xmlns:a16="http://schemas.microsoft.com/office/drawing/2014/main" id="{7BAD79F9-9A43-73F6-32E3-B4B15F753D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781" name="Diagrama de flujo: operación manual 780">
                        <a:extLst>
                          <a:ext uri="{FF2B5EF4-FFF2-40B4-BE49-F238E27FC236}">
                            <a16:creationId xmlns:a16="http://schemas.microsoft.com/office/drawing/2014/main" id="{A86DFBF2-5DC9-266B-2631-BE1B9B2B6D3C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779" name="Elipse 778">
                      <a:extLst>
                        <a:ext uri="{FF2B5EF4-FFF2-40B4-BE49-F238E27FC236}">
                          <a16:creationId xmlns:a16="http://schemas.microsoft.com/office/drawing/2014/main" id="{E7EEAB77-8965-0A44-B986-1806C20304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0183" y="2277270"/>
                      <a:ext cx="612000" cy="612000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77" name="Diagrama de flujo: operación manual 776">
                    <a:extLst>
                      <a:ext uri="{FF2B5EF4-FFF2-40B4-BE49-F238E27FC236}">
                        <a16:creationId xmlns:a16="http://schemas.microsoft.com/office/drawing/2014/main" id="{EA8E785F-C7E9-BB43-585D-71B283FF1755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244837" y="1851730"/>
                    <a:ext cx="976518" cy="1813530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765" name="Grupo 764">
                  <a:extLst>
                    <a:ext uri="{FF2B5EF4-FFF2-40B4-BE49-F238E27FC236}">
                      <a16:creationId xmlns:a16="http://schemas.microsoft.com/office/drawing/2014/main" id="{AB091C32-2BE3-B68D-3088-0287FDB8CDF2}"/>
                    </a:ext>
                  </a:extLst>
                </p:cNvPr>
                <p:cNvGrpSpPr/>
                <p:nvPr/>
              </p:nvGrpSpPr>
              <p:grpSpPr>
                <a:xfrm rot="19203449">
                  <a:off x="6441712" y="3225590"/>
                  <a:ext cx="1144431" cy="1266043"/>
                  <a:chOff x="6089175" y="1851040"/>
                  <a:chExt cx="1144431" cy="1266043"/>
                </a:xfrm>
                <a:grpFill/>
              </p:grpSpPr>
              <p:grpSp>
                <p:nvGrpSpPr>
                  <p:cNvPr id="766" name="Grupo 765">
                    <a:extLst>
                      <a:ext uri="{FF2B5EF4-FFF2-40B4-BE49-F238E27FC236}">
                        <a16:creationId xmlns:a16="http://schemas.microsoft.com/office/drawing/2014/main" id="{3456E327-C51F-6838-F396-1D4247835625}"/>
                      </a:ext>
                    </a:extLst>
                  </p:cNvPr>
                  <p:cNvGrpSpPr/>
                  <p:nvPr/>
                </p:nvGrpSpPr>
                <p:grpSpPr>
                  <a:xfrm>
                    <a:off x="6110545" y="1851040"/>
                    <a:ext cx="1123061" cy="1266043"/>
                    <a:chOff x="6110545" y="1851040"/>
                    <a:chExt cx="1123061" cy="1266043"/>
                  </a:xfrm>
                  <a:grpFill/>
                </p:grpSpPr>
                <p:grpSp>
                  <p:nvGrpSpPr>
                    <p:cNvPr id="768" name="Grupo 767">
                      <a:extLst>
                        <a:ext uri="{FF2B5EF4-FFF2-40B4-BE49-F238E27FC236}">
                          <a16:creationId xmlns:a16="http://schemas.microsoft.com/office/drawing/2014/main" id="{81F6696A-1626-46A3-85FC-C8476EAAF62B}"/>
                        </a:ext>
                      </a:extLst>
                    </p:cNvPr>
                    <p:cNvGrpSpPr/>
                    <p:nvPr/>
                  </p:nvGrpSpPr>
                  <p:grpSpPr>
                    <a:xfrm rot="18104658">
                      <a:off x="6037386" y="1924199"/>
                      <a:ext cx="1266043" cy="1119726"/>
                      <a:chOff x="5723823" y="1865158"/>
                      <a:chExt cx="2299052" cy="2020668"/>
                    </a:xfrm>
                    <a:grpFill/>
                  </p:grpSpPr>
                  <p:grpSp>
                    <p:nvGrpSpPr>
                      <p:cNvPr id="770" name="Grupo 769">
                        <a:extLst>
                          <a:ext uri="{FF2B5EF4-FFF2-40B4-BE49-F238E27FC236}">
                            <a16:creationId xmlns:a16="http://schemas.microsoft.com/office/drawing/2014/main" id="{A67A6B18-7158-44F1-A323-0565C59521B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3823" y="1865158"/>
                        <a:ext cx="2299052" cy="2020668"/>
                        <a:chOff x="5819210" y="2270542"/>
                        <a:chExt cx="2299052" cy="2020668"/>
                      </a:xfrm>
                      <a:grpFill/>
                    </p:grpSpPr>
                    <p:grpSp>
                      <p:nvGrpSpPr>
                        <p:cNvPr id="772" name="Grupo 771">
                          <a:extLst>
                            <a:ext uri="{FF2B5EF4-FFF2-40B4-BE49-F238E27FC236}">
                              <a16:creationId xmlns:a16="http://schemas.microsoft.com/office/drawing/2014/main" id="{801D5E0F-34CB-A2FC-C49E-1A9EB6F10BA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18647" y="2637133"/>
                          <a:ext cx="2199615" cy="1654077"/>
                          <a:chOff x="5708849" y="2141099"/>
                          <a:chExt cx="2199615" cy="1654077"/>
                        </a:xfrm>
                        <a:grpFill/>
                      </p:grpSpPr>
                      <p:sp>
                        <p:nvSpPr>
                          <p:cNvPr id="774" name="Elipse 773">
                            <a:extLst>
                              <a:ext uri="{FF2B5EF4-FFF2-40B4-BE49-F238E27FC236}">
                                <a16:creationId xmlns:a16="http://schemas.microsoft.com/office/drawing/2014/main" id="{5F2177C0-1FD6-6EA3-611D-09B055DE672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775" name="Diagrama de flujo: operación manual 774">
                            <a:extLst>
                              <a:ext uri="{FF2B5EF4-FFF2-40B4-BE49-F238E27FC236}">
                                <a16:creationId xmlns:a16="http://schemas.microsoft.com/office/drawing/2014/main" id="{2E437B97-1837-7882-FBF8-1786305F2F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773" name="Elipse 772">
                          <a:extLst>
                            <a:ext uri="{FF2B5EF4-FFF2-40B4-BE49-F238E27FC236}">
                              <a16:creationId xmlns:a16="http://schemas.microsoft.com/office/drawing/2014/main" id="{0EF17C3E-46EE-AB4D-1FEA-40487A2FA6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771" name="Diagrama de flujo: operación manual 770">
                        <a:extLst>
                          <a:ext uri="{FF2B5EF4-FFF2-40B4-BE49-F238E27FC236}">
                            <a16:creationId xmlns:a16="http://schemas.microsoft.com/office/drawing/2014/main" id="{933D5670-DC97-53F6-D6E8-A3A308BE11BA}"/>
                          </a:ext>
                        </a:extLst>
                      </p:cNvPr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769" name="Elipse 768">
                      <a:extLst>
                        <a:ext uri="{FF2B5EF4-FFF2-40B4-BE49-F238E27FC236}">
                          <a16:creationId xmlns:a16="http://schemas.microsoft.com/office/drawing/2014/main" id="{C5D57114-019F-EC5E-4D50-933CF00248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67" name="Elipse 766">
                    <a:extLst>
                      <a:ext uri="{FF2B5EF4-FFF2-40B4-BE49-F238E27FC236}">
                        <a16:creationId xmlns:a16="http://schemas.microsoft.com/office/drawing/2014/main" id="{A6EF9F22-0D48-B644-890A-2899EAA2A171}"/>
                      </a:ext>
                    </a:extLst>
                  </p:cNvPr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  <p:sp>
          <p:nvSpPr>
            <p:cNvPr id="826" name="Elipse 825">
              <a:extLst>
                <a:ext uri="{FF2B5EF4-FFF2-40B4-BE49-F238E27FC236}">
                  <a16:creationId xmlns:a16="http://schemas.microsoft.com/office/drawing/2014/main" id="{9FE1B786-33F5-87DD-79F7-63E75F91C590}"/>
                </a:ext>
              </a:extLst>
            </p:cNvPr>
            <p:cNvSpPr/>
            <p:nvPr/>
          </p:nvSpPr>
          <p:spPr>
            <a:xfrm>
              <a:off x="9102825" y="2901452"/>
              <a:ext cx="126153" cy="74416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27" name="Elipse 826">
              <a:extLst>
                <a:ext uri="{FF2B5EF4-FFF2-40B4-BE49-F238E27FC236}">
                  <a16:creationId xmlns:a16="http://schemas.microsoft.com/office/drawing/2014/main" id="{0A1426B9-3721-22ED-83AC-6AB3E50BD010}"/>
                </a:ext>
              </a:extLst>
            </p:cNvPr>
            <p:cNvSpPr/>
            <p:nvPr/>
          </p:nvSpPr>
          <p:spPr>
            <a:xfrm rot="16200000">
              <a:off x="8624933" y="3365123"/>
              <a:ext cx="126153" cy="74416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segundo Eslabón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07841018-B4FF-3A2E-8B3A-5162A1D7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679" y="1366390"/>
            <a:ext cx="5413306" cy="5493789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M3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horario o arriba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S2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inhabilitar botón M3 y habilitar botón M4.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1.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M4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antihorario.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1 (</a:t>
            </a:r>
            <a:r>
              <a:rPr lang="es-ES" dirty="0">
                <a:highlight>
                  <a:srgbClr val="FFFF00"/>
                </a:highlight>
              </a:rPr>
              <a:t>Analizar otro pulsador</a:t>
            </a:r>
            <a:r>
              <a:rPr lang="es-ES" dirty="0"/>
              <a:t>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S2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inhabilitar botón M4 y habilitar botón M3.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</a:t>
            </a:r>
          </a:p>
          <a:p>
            <a:pPr algn="l"/>
            <a:endParaRPr lang="es-ES" dirty="0"/>
          </a:p>
          <a:p>
            <a:pPr marL="457200" indent="-457200" algn="l">
              <a:buAutoNum type="arabicPeriod"/>
            </a:pPr>
            <a:endParaRPr lang="es-E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B839C0-C041-8248-4FAB-6363083B34B5}"/>
              </a:ext>
            </a:extLst>
          </p:cNvPr>
          <p:cNvSpPr/>
          <p:nvPr/>
        </p:nvSpPr>
        <p:spPr>
          <a:xfrm>
            <a:off x="10084128" y="3126105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6A1DE549-0820-44D5-DA01-A70152CB5598}"/>
              </a:ext>
            </a:extLst>
          </p:cNvPr>
          <p:cNvSpPr txBox="1">
            <a:spLocks/>
          </p:cNvSpPr>
          <p:nvPr/>
        </p:nvSpPr>
        <p:spPr>
          <a:xfrm>
            <a:off x="10157262" y="3016610"/>
            <a:ext cx="2039081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S2</a:t>
            </a:r>
          </a:p>
        </p:txBody>
      </p:sp>
      <p:grpSp>
        <p:nvGrpSpPr>
          <p:cNvPr id="600" name="Grupo 599">
            <a:extLst>
              <a:ext uri="{FF2B5EF4-FFF2-40B4-BE49-F238E27FC236}">
                <a16:creationId xmlns:a16="http://schemas.microsoft.com/office/drawing/2014/main" id="{C74C818A-BC7B-2BBF-F803-B9594E23404D}"/>
              </a:ext>
            </a:extLst>
          </p:cNvPr>
          <p:cNvGrpSpPr/>
          <p:nvPr/>
        </p:nvGrpSpPr>
        <p:grpSpPr>
          <a:xfrm>
            <a:off x="8565460" y="3001143"/>
            <a:ext cx="1192486" cy="1369240"/>
            <a:chOff x="7991273" y="3108960"/>
            <a:chExt cx="1192486" cy="1369240"/>
          </a:xfrm>
        </p:grpSpPr>
        <p:grpSp>
          <p:nvGrpSpPr>
            <p:cNvPr id="601" name="Grupo 600">
              <a:extLst>
                <a:ext uri="{FF2B5EF4-FFF2-40B4-BE49-F238E27FC236}">
                  <a16:creationId xmlns:a16="http://schemas.microsoft.com/office/drawing/2014/main" id="{83D63F76-8665-0F54-65BD-DCD4C6E24853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622" name="Rectángulo: esquinas redondeadas 621">
                <a:extLst>
                  <a:ext uri="{FF2B5EF4-FFF2-40B4-BE49-F238E27FC236}">
                    <a16:creationId xmlns:a16="http://schemas.microsoft.com/office/drawing/2014/main" id="{A8519146-C07C-C452-F452-5BF948AAAD3C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623" name="Grupo 622">
                <a:extLst>
                  <a:ext uri="{FF2B5EF4-FFF2-40B4-BE49-F238E27FC236}">
                    <a16:creationId xmlns:a16="http://schemas.microsoft.com/office/drawing/2014/main" id="{52461EFA-E70C-CA5B-083F-396014D30F8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624" name="Diagrama de flujo: operación manual 623">
                  <a:extLst>
                    <a:ext uri="{FF2B5EF4-FFF2-40B4-BE49-F238E27FC236}">
                      <a16:creationId xmlns:a16="http://schemas.microsoft.com/office/drawing/2014/main" id="{EA3DA73A-A01F-20E2-9886-9460B638BA8B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25" name="Rectángulo: esquinas redondeadas 624">
                  <a:extLst>
                    <a:ext uri="{FF2B5EF4-FFF2-40B4-BE49-F238E27FC236}">
                      <a16:creationId xmlns:a16="http://schemas.microsoft.com/office/drawing/2014/main" id="{82043B02-236F-8D30-DE05-24D63E7BC019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602" name="Grupo 601">
              <a:extLst>
                <a:ext uri="{FF2B5EF4-FFF2-40B4-BE49-F238E27FC236}">
                  <a16:creationId xmlns:a16="http://schemas.microsoft.com/office/drawing/2014/main" id="{976DD796-0B67-14B1-F35D-2D590128A256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603" name="Grupo 602">
                <a:extLst>
                  <a:ext uri="{FF2B5EF4-FFF2-40B4-BE49-F238E27FC236}">
                    <a16:creationId xmlns:a16="http://schemas.microsoft.com/office/drawing/2014/main" id="{6E581D80-ECE2-5AD7-DC36-B2AFF636236D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620" name="Rectángulo 619">
                  <a:extLst>
                    <a:ext uri="{FF2B5EF4-FFF2-40B4-BE49-F238E27FC236}">
                      <a16:creationId xmlns:a16="http://schemas.microsoft.com/office/drawing/2014/main" id="{D74477CA-96D2-13B8-48B0-C4DE240CE4A2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21" name="Elipse 620">
                  <a:extLst>
                    <a:ext uri="{FF2B5EF4-FFF2-40B4-BE49-F238E27FC236}">
                      <a16:creationId xmlns:a16="http://schemas.microsoft.com/office/drawing/2014/main" id="{C3BAE6AC-EF67-E5D7-FC3A-D29CBC32DDD0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4" name="Grupo 603">
                <a:extLst>
                  <a:ext uri="{FF2B5EF4-FFF2-40B4-BE49-F238E27FC236}">
                    <a16:creationId xmlns:a16="http://schemas.microsoft.com/office/drawing/2014/main" id="{960B8FA1-9061-4D44-D4E7-035BEF10622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617" name="Elipse 616">
                  <a:extLst>
                    <a:ext uri="{FF2B5EF4-FFF2-40B4-BE49-F238E27FC236}">
                      <a16:creationId xmlns:a16="http://schemas.microsoft.com/office/drawing/2014/main" id="{E67502AD-9720-A0E9-52E8-F20443676D00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8" name="Rectángulo 617">
                  <a:extLst>
                    <a:ext uri="{FF2B5EF4-FFF2-40B4-BE49-F238E27FC236}">
                      <a16:creationId xmlns:a16="http://schemas.microsoft.com/office/drawing/2014/main" id="{B0F2614A-4089-4E78-3947-C7C5FFF90819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9" name="Rectángulo 618">
                  <a:extLst>
                    <a:ext uri="{FF2B5EF4-FFF2-40B4-BE49-F238E27FC236}">
                      <a16:creationId xmlns:a16="http://schemas.microsoft.com/office/drawing/2014/main" id="{A4D254A2-AAF3-FD8E-95D5-5F7F2370DC8D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5" name="Grupo 604">
                <a:extLst>
                  <a:ext uri="{FF2B5EF4-FFF2-40B4-BE49-F238E27FC236}">
                    <a16:creationId xmlns:a16="http://schemas.microsoft.com/office/drawing/2014/main" id="{48FBFBBC-B3ED-3F0C-63DE-5D7BC4626CB8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614" name="Elipse 613">
                  <a:extLst>
                    <a:ext uri="{FF2B5EF4-FFF2-40B4-BE49-F238E27FC236}">
                      <a16:creationId xmlns:a16="http://schemas.microsoft.com/office/drawing/2014/main" id="{1CCBFF76-E730-8051-64EE-3171E50155ED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5" name="Rectángulo 614">
                  <a:extLst>
                    <a:ext uri="{FF2B5EF4-FFF2-40B4-BE49-F238E27FC236}">
                      <a16:creationId xmlns:a16="http://schemas.microsoft.com/office/drawing/2014/main" id="{2FDFBD59-18E9-0386-4A6C-3EB5F08805BD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6" name="Rectángulo 615">
                  <a:extLst>
                    <a:ext uri="{FF2B5EF4-FFF2-40B4-BE49-F238E27FC236}">
                      <a16:creationId xmlns:a16="http://schemas.microsoft.com/office/drawing/2014/main" id="{7049BD36-F4D0-756B-D603-2B0EA9A83A75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6" name="Grupo 605">
                <a:extLst>
                  <a:ext uri="{FF2B5EF4-FFF2-40B4-BE49-F238E27FC236}">
                    <a16:creationId xmlns:a16="http://schemas.microsoft.com/office/drawing/2014/main" id="{27622D0C-911B-DCF1-75C6-FFE5000B6190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611" name="Elipse 610">
                  <a:extLst>
                    <a:ext uri="{FF2B5EF4-FFF2-40B4-BE49-F238E27FC236}">
                      <a16:creationId xmlns:a16="http://schemas.microsoft.com/office/drawing/2014/main" id="{D3F3A306-6C87-06EF-B2A1-79791EF40181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2" name="Rectángulo 611">
                  <a:extLst>
                    <a:ext uri="{FF2B5EF4-FFF2-40B4-BE49-F238E27FC236}">
                      <a16:creationId xmlns:a16="http://schemas.microsoft.com/office/drawing/2014/main" id="{5C6B3F27-2AA1-4D35-1A9E-501E2994791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3" name="Rectángulo 612">
                  <a:extLst>
                    <a:ext uri="{FF2B5EF4-FFF2-40B4-BE49-F238E27FC236}">
                      <a16:creationId xmlns:a16="http://schemas.microsoft.com/office/drawing/2014/main" id="{9CFD022F-87AB-7586-FF3C-7783B779F6A4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607" name="Grupo 606">
                <a:extLst>
                  <a:ext uri="{FF2B5EF4-FFF2-40B4-BE49-F238E27FC236}">
                    <a16:creationId xmlns:a16="http://schemas.microsoft.com/office/drawing/2014/main" id="{DE1753B9-E891-1218-C1A1-9E7EA01EB15F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608" name="Elipse 607">
                  <a:extLst>
                    <a:ext uri="{FF2B5EF4-FFF2-40B4-BE49-F238E27FC236}">
                      <a16:creationId xmlns:a16="http://schemas.microsoft.com/office/drawing/2014/main" id="{B517B06F-24A8-EB75-7550-74AD173CAE9D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09" name="Rectángulo 608">
                  <a:extLst>
                    <a:ext uri="{FF2B5EF4-FFF2-40B4-BE49-F238E27FC236}">
                      <a16:creationId xmlns:a16="http://schemas.microsoft.com/office/drawing/2014/main" id="{F71F825A-841C-838E-B02D-23FEB0B07E5A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0" name="Rectángulo 609">
                  <a:extLst>
                    <a:ext uri="{FF2B5EF4-FFF2-40B4-BE49-F238E27FC236}">
                      <a16:creationId xmlns:a16="http://schemas.microsoft.com/office/drawing/2014/main" id="{7F196BB1-6993-F1FB-1005-514FE009695E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sp>
        <p:nvSpPr>
          <p:cNvPr id="633" name="Elipse 632">
            <a:extLst>
              <a:ext uri="{FF2B5EF4-FFF2-40B4-BE49-F238E27FC236}">
                <a16:creationId xmlns:a16="http://schemas.microsoft.com/office/drawing/2014/main" id="{DD4B5B1A-E316-AA02-4A70-DA725E12A797}"/>
              </a:ext>
            </a:extLst>
          </p:cNvPr>
          <p:cNvSpPr/>
          <p:nvPr/>
        </p:nvSpPr>
        <p:spPr>
          <a:xfrm>
            <a:off x="9105893" y="3082500"/>
            <a:ext cx="108000" cy="108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637" name="Grupo 636">
            <a:extLst>
              <a:ext uri="{FF2B5EF4-FFF2-40B4-BE49-F238E27FC236}">
                <a16:creationId xmlns:a16="http://schemas.microsoft.com/office/drawing/2014/main" id="{209330FF-621D-4AAE-19AA-DA8DF5624709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638" name="Marco 637">
              <a:extLst>
                <a:ext uri="{FF2B5EF4-FFF2-40B4-BE49-F238E27FC236}">
                  <a16:creationId xmlns:a16="http://schemas.microsoft.com/office/drawing/2014/main" id="{DD902955-56C8-FEBF-074E-53632D978FD6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639" name="Marco 638">
              <a:extLst>
                <a:ext uri="{FF2B5EF4-FFF2-40B4-BE49-F238E27FC236}">
                  <a16:creationId xmlns:a16="http://schemas.microsoft.com/office/drawing/2014/main" id="{EA8B13A9-70C7-992F-5DF3-4BBB05C2A326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640" name="Grupo 639">
              <a:extLst>
                <a:ext uri="{FF2B5EF4-FFF2-40B4-BE49-F238E27FC236}">
                  <a16:creationId xmlns:a16="http://schemas.microsoft.com/office/drawing/2014/main" id="{A70372CF-9FDD-EDD2-935E-8D838F385D64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655" name="Grupo 654">
                <a:extLst>
                  <a:ext uri="{FF2B5EF4-FFF2-40B4-BE49-F238E27FC236}">
                    <a16:creationId xmlns:a16="http://schemas.microsoft.com/office/drawing/2014/main" id="{745F6C58-357C-78D3-9726-8B436D24C5CF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659" name="Grupo 658">
                  <a:extLst>
                    <a:ext uri="{FF2B5EF4-FFF2-40B4-BE49-F238E27FC236}">
                      <a16:creationId xmlns:a16="http://schemas.microsoft.com/office/drawing/2014/main" id="{F16DFBCE-E483-A09C-638A-F950B43A9D5F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667" name="Rectángulo 666">
                    <a:extLst>
                      <a:ext uri="{FF2B5EF4-FFF2-40B4-BE49-F238E27FC236}">
                        <a16:creationId xmlns:a16="http://schemas.microsoft.com/office/drawing/2014/main" id="{B03D8D0A-33CF-004D-5C4A-9A45F8418D9B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68" name="Rectángulo 667">
                    <a:extLst>
                      <a:ext uri="{FF2B5EF4-FFF2-40B4-BE49-F238E27FC236}">
                        <a16:creationId xmlns:a16="http://schemas.microsoft.com/office/drawing/2014/main" id="{36653AD4-0D2D-8F5C-63CE-847737973E15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60" name="Grupo 659">
                  <a:extLst>
                    <a:ext uri="{FF2B5EF4-FFF2-40B4-BE49-F238E27FC236}">
                      <a16:creationId xmlns:a16="http://schemas.microsoft.com/office/drawing/2014/main" id="{B3DF7665-4168-E85D-F607-143928055CE5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661" name="Grupo 660">
                    <a:extLst>
                      <a:ext uri="{FF2B5EF4-FFF2-40B4-BE49-F238E27FC236}">
                        <a16:creationId xmlns:a16="http://schemas.microsoft.com/office/drawing/2014/main" id="{836DDC93-4582-4D31-F763-5ACCBB65B044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65" name="Rectángulo 664">
                      <a:extLst>
                        <a:ext uri="{FF2B5EF4-FFF2-40B4-BE49-F238E27FC236}">
                          <a16:creationId xmlns:a16="http://schemas.microsoft.com/office/drawing/2014/main" id="{AB82E14E-9582-501C-7C5D-856935DB3F7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66" name="Rectángulo 665">
                      <a:extLst>
                        <a:ext uri="{FF2B5EF4-FFF2-40B4-BE49-F238E27FC236}">
                          <a16:creationId xmlns:a16="http://schemas.microsoft.com/office/drawing/2014/main" id="{916B5F64-90DC-045E-54DC-75E9B5AE361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662" name="Grupo 661">
                    <a:extLst>
                      <a:ext uri="{FF2B5EF4-FFF2-40B4-BE49-F238E27FC236}">
                        <a16:creationId xmlns:a16="http://schemas.microsoft.com/office/drawing/2014/main" id="{1724B177-1929-1CB4-318B-A07E5CA929CD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63" name="Rectángulo 662">
                      <a:extLst>
                        <a:ext uri="{FF2B5EF4-FFF2-40B4-BE49-F238E27FC236}">
                          <a16:creationId xmlns:a16="http://schemas.microsoft.com/office/drawing/2014/main" id="{BEE50FC2-50BB-98E9-62A9-D768622D558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64" name="Rectángulo 663">
                      <a:extLst>
                        <a:ext uri="{FF2B5EF4-FFF2-40B4-BE49-F238E27FC236}">
                          <a16:creationId xmlns:a16="http://schemas.microsoft.com/office/drawing/2014/main" id="{4A77142E-5D17-C1A3-702E-CFF4F0A647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656" name="Grupo 655">
                <a:extLst>
                  <a:ext uri="{FF2B5EF4-FFF2-40B4-BE49-F238E27FC236}">
                    <a16:creationId xmlns:a16="http://schemas.microsoft.com/office/drawing/2014/main" id="{CA57AC81-C561-0CC3-FA38-C8C004353B28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657" name="Diagrama de flujo: operación manual 656">
                  <a:extLst>
                    <a:ext uri="{FF2B5EF4-FFF2-40B4-BE49-F238E27FC236}">
                      <a16:creationId xmlns:a16="http://schemas.microsoft.com/office/drawing/2014/main" id="{20896216-BA3B-6221-D076-573643BBCC83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58" name="Diagrama de flujo: operación manual 657">
                  <a:extLst>
                    <a:ext uri="{FF2B5EF4-FFF2-40B4-BE49-F238E27FC236}">
                      <a16:creationId xmlns:a16="http://schemas.microsoft.com/office/drawing/2014/main" id="{E2696683-F115-90CA-6E02-2CE72BA84DA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641" name="Grupo 640">
              <a:extLst>
                <a:ext uri="{FF2B5EF4-FFF2-40B4-BE49-F238E27FC236}">
                  <a16:creationId xmlns:a16="http://schemas.microsoft.com/office/drawing/2014/main" id="{826463DF-3D4D-33C0-D4D3-B25622D6ABF6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652" name="Rectángulo 651">
                <a:extLst>
                  <a:ext uri="{FF2B5EF4-FFF2-40B4-BE49-F238E27FC236}">
                    <a16:creationId xmlns:a16="http://schemas.microsoft.com/office/drawing/2014/main" id="{EE905CC5-6DE9-02E0-42ED-1A16AAEA7ADD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53" name="Rectángulo 652">
                <a:extLst>
                  <a:ext uri="{FF2B5EF4-FFF2-40B4-BE49-F238E27FC236}">
                    <a16:creationId xmlns:a16="http://schemas.microsoft.com/office/drawing/2014/main" id="{06F7B4EB-8D78-66AC-F29D-5FCF4DE21B80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54" name="Rectángulo 653">
                <a:extLst>
                  <a:ext uri="{FF2B5EF4-FFF2-40B4-BE49-F238E27FC236}">
                    <a16:creationId xmlns:a16="http://schemas.microsoft.com/office/drawing/2014/main" id="{B5FD7112-FBB0-52F3-D87F-8E291EA4361E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642" name="Rectángulo 641">
              <a:extLst>
                <a:ext uri="{FF2B5EF4-FFF2-40B4-BE49-F238E27FC236}">
                  <a16:creationId xmlns:a16="http://schemas.microsoft.com/office/drawing/2014/main" id="{8788D87A-0609-D218-F7F3-4E8EAB3C554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643" name="Grupo 642">
              <a:extLst>
                <a:ext uri="{FF2B5EF4-FFF2-40B4-BE49-F238E27FC236}">
                  <a16:creationId xmlns:a16="http://schemas.microsoft.com/office/drawing/2014/main" id="{30A6B034-64B7-7F20-E596-B7AB2B69286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648" name="Grupo 647">
                <a:extLst>
                  <a:ext uri="{FF2B5EF4-FFF2-40B4-BE49-F238E27FC236}">
                    <a16:creationId xmlns:a16="http://schemas.microsoft.com/office/drawing/2014/main" id="{EF542F33-E2C7-4D33-2BDC-658BD1673C53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650" name="Rectángulo 649">
                  <a:extLst>
                    <a:ext uri="{FF2B5EF4-FFF2-40B4-BE49-F238E27FC236}">
                      <a16:creationId xmlns:a16="http://schemas.microsoft.com/office/drawing/2014/main" id="{F1D93EE9-84A4-4BD9-EAB3-A499D89B7544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51" name="Rectángulo 650">
                  <a:extLst>
                    <a:ext uri="{FF2B5EF4-FFF2-40B4-BE49-F238E27FC236}">
                      <a16:creationId xmlns:a16="http://schemas.microsoft.com/office/drawing/2014/main" id="{C18A0E02-F8B7-7864-CB62-F6BD5CC7D1B6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649" name="Rectángulo 648">
                <a:extLst>
                  <a:ext uri="{FF2B5EF4-FFF2-40B4-BE49-F238E27FC236}">
                    <a16:creationId xmlns:a16="http://schemas.microsoft.com/office/drawing/2014/main" id="{CA196553-3BEB-8A2F-48D3-8EF1F89C335A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644" name="Grupo 643">
              <a:extLst>
                <a:ext uri="{FF2B5EF4-FFF2-40B4-BE49-F238E27FC236}">
                  <a16:creationId xmlns:a16="http://schemas.microsoft.com/office/drawing/2014/main" id="{0B0A5D05-C3FA-8FCF-F1B7-50D1BC0CFE20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645" name="Rectángulo 644">
                <a:extLst>
                  <a:ext uri="{FF2B5EF4-FFF2-40B4-BE49-F238E27FC236}">
                    <a16:creationId xmlns:a16="http://schemas.microsoft.com/office/drawing/2014/main" id="{4F093C80-7899-AA95-B9D1-A3E7918A603F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46" name="Rectángulo 645">
                <a:extLst>
                  <a:ext uri="{FF2B5EF4-FFF2-40B4-BE49-F238E27FC236}">
                    <a16:creationId xmlns:a16="http://schemas.microsoft.com/office/drawing/2014/main" id="{395EF421-9D05-33CB-C17E-8C305CDEB1C8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47" name="Rectángulo 646">
                <a:extLst>
                  <a:ext uri="{FF2B5EF4-FFF2-40B4-BE49-F238E27FC236}">
                    <a16:creationId xmlns:a16="http://schemas.microsoft.com/office/drawing/2014/main" id="{A4584660-C9A1-2312-1AA7-57137D5C3A5E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8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9" dur="3000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10" y="82380"/>
            <a:ext cx="4011517" cy="777846"/>
          </a:xfrm>
        </p:spPr>
        <p:txBody>
          <a:bodyPr>
            <a:noAutofit/>
          </a:bodyPr>
          <a:lstStyle/>
          <a:p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F8CC53F-BE74-F213-FA4D-38588E405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714" y="860226"/>
            <a:ext cx="7710572" cy="582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344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399EDD51-4011-B255-1C06-074A4798265B}"/>
              </a:ext>
            </a:extLst>
          </p:cNvPr>
          <p:cNvGrpSpPr/>
          <p:nvPr/>
        </p:nvGrpSpPr>
        <p:grpSpPr>
          <a:xfrm>
            <a:off x="7699320" y="2227977"/>
            <a:ext cx="2288079" cy="2013940"/>
            <a:chOff x="7208996" y="2108709"/>
            <a:chExt cx="2288079" cy="2013940"/>
          </a:xfrm>
        </p:grpSpPr>
        <p:grpSp>
          <p:nvGrpSpPr>
            <p:cNvPr id="585" name="Grupo 584">
              <a:extLst>
                <a:ext uri="{FF2B5EF4-FFF2-40B4-BE49-F238E27FC236}">
                  <a16:creationId xmlns:a16="http://schemas.microsoft.com/office/drawing/2014/main" id="{6726485A-359A-4A56-7ECC-4E192E38A4DC}"/>
                </a:ext>
              </a:extLst>
            </p:cNvPr>
            <p:cNvGrpSpPr/>
            <p:nvPr/>
          </p:nvGrpSpPr>
          <p:grpSpPr>
            <a:xfrm rot="20463094">
              <a:off x="7208996" y="2108709"/>
              <a:ext cx="2288079" cy="2013940"/>
              <a:chOff x="5734796" y="1871886"/>
              <a:chExt cx="2288079" cy="2013940"/>
            </a:xfrm>
          </p:grpSpPr>
          <p:grpSp>
            <p:nvGrpSpPr>
              <p:cNvPr id="593" name="Grupo 592">
                <a:extLst>
                  <a:ext uri="{FF2B5EF4-FFF2-40B4-BE49-F238E27FC236}">
                    <a16:creationId xmlns:a16="http://schemas.microsoft.com/office/drawing/2014/main" id="{C13B3B88-970C-BDE4-1CA5-43104D425FAD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solidFill>
                <a:schemeClr val="bg1">
                  <a:lumMod val="65000"/>
                </a:schemeClr>
              </a:solidFill>
            </p:grpSpPr>
            <p:grpSp>
              <p:nvGrpSpPr>
                <p:cNvPr id="595" name="Grupo 594">
                  <a:extLst>
                    <a:ext uri="{FF2B5EF4-FFF2-40B4-BE49-F238E27FC236}">
                      <a16:creationId xmlns:a16="http://schemas.microsoft.com/office/drawing/2014/main" id="{C0CEE0ED-2815-A170-C1B0-7B5469DB77DD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597" name="Elipse 596">
                    <a:extLst>
                      <a:ext uri="{FF2B5EF4-FFF2-40B4-BE49-F238E27FC236}">
                        <a16:creationId xmlns:a16="http://schemas.microsoft.com/office/drawing/2014/main" id="{CBBB1F3E-46C0-253B-039B-0D39D6F3666C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98" name="Diagrama de flujo: operación manual 597">
                    <a:extLst>
                      <a:ext uri="{FF2B5EF4-FFF2-40B4-BE49-F238E27FC236}">
                        <a16:creationId xmlns:a16="http://schemas.microsoft.com/office/drawing/2014/main" id="{77B71A94-0232-F8BD-3C59-6886337BF1EB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596" name="Elipse 595">
                  <a:extLst>
                    <a:ext uri="{FF2B5EF4-FFF2-40B4-BE49-F238E27FC236}">
                      <a16:creationId xmlns:a16="http://schemas.microsoft.com/office/drawing/2014/main" id="{FD1CC797-B12F-AD1F-7BC1-489F39D5B3AD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594" name="Diagrama de flujo: operación manual 593">
                <a:extLst>
                  <a:ext uri="{FF2B5EF4-FFF2-40B4-BE49-F238E27FC236}">
                    <a16:creationId xmlns:a16="http://schemas.microsoft.com/office/drawing/2014/main" id="{F06F09DB-0109-D291-2C48-4C2B047FB839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26" name="Elipse 825">
              <a:extLst>
                <a:ext uri="{FF2B5EF4-FFF2-40B4-BE49-F238E27FC236}">
                  <a16:creationId xmlns:a16="http://schemas.microsoft.com/office/drawing/2014/main" id="{9FE1B786-33F5-87DD-79F7-63E75F91C590}"/>
                </a:ext>
              </a:extLst>
            </p:cNvPr>
            <p:cNvSpPr/>
            <p:nvPr/>
          </p:nvSpPr>
          <p:spPr>
            <a:xfrm rot="17608993">
              <a:off x="7532936" y="2785552"/>
              <a:ext cx="126153" cy="74416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27" name="Elipse 826">
              <a:extLst>
                <a:ext uri="{FF2B5EF4-FFF2-40B4-BE49-F238E27FC236}">
                  <a16:creationId xmlns:a16="http://schemas.microsoft.com/office/drawing/2014/main" id="{0A1426B9-3721-22ED-83AC-6AB3E50BD010}"/>
                </a:ext>
              </a:extLst>
            </p:cNvPr>
            <p:cNvSpPr/>
            <p:nvPr/>
          </p:nvSpPr>
          <p:spPr>
            <a:xfrm rot="1201570">
              <a:off x="7338584" y="2319225"/>
              <a:ext cx="126153" cy="74416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tercer Eslabón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07841018-B4FF-3A2E-8B3A-5162A1D7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68" y="1364211"/>
            <a:ext cx="5316445" cy="5493789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M5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horario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S3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inhabilitar botón M5 y habilitar botón M6.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1.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M6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antihorario.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</a:t>
            </a:r>
            <a:r>
              <a:rPr lang="es-ES" b="1" dirty="0"/>
              <a:t> X </a:t>
            </a:r>
            <a:r>
              <a:rPr lang="es-ES" dirty="0"/>
              <a:t>(</a:t>
            </a:r>
            <a:r>
              <a:rPr lang="es-ES" dirty="0">
                <a:highlight>
                  <a:srgbClr val="FFFF00"/>
                </a:highlight>
              </a:rPr>
              <a:t>Analizar otro pulsador</a:t>
            </a:r>
            <a:r>
              <a:rPr lang="es-ES" dirty="0"/>
              <a:t>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S3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inhabilitar botón M6 y habilitar botón M5.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</a:t>
            </a:r>
          </a:p>
          <a:p>
            <a:pPr algn="l"/>
            <a:endParaRPr lang="es-ES" dirty="0"/>
          </a:p>
          <a:p>
            <a:pPr marL="457200" indent="-457200" algn="l">
              <a:buAutoNum type="arabicPeriod"/>
            </a:pPr>
            <a:endParaRPr lang="es-E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B839C0-C041-8248-4FAB-6363083B34B5}"/>
              </a:ext>
            </a:extLst>
          </p:cNvPr>
          <p:cNvSpPr/>
          <p:nvPr/>
        </p:nvSpPr>
        <p:spPr>
          <a:xfrm>
            <a:off x="7858173" y="1800156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6A1DE549-0820-44D5-DA01-A70152CB5598}"/>
              </a:ext>
            </a:extLst>
          </p:cNvPr>
          <p:cNvSpPr txBox="1">
            <a:spLocks/>
          </p:cNvSpPr>
          <p:nvPr/>
        </p:nvSpPr>
        <p:spPr>
          <a:xfrm>
            <a:off x="7958300" y="1678005"/>
            <a:ext cx="2039081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S3</a:t>
            </a:r>
          </a:p>
        </p:txBody>
      </p:sp>
      <p:grpSp>
        <p:nvGrpSpPr>
          <p:cNvPr id="600" name="Grupo 599">
            <a:extLst>
              <a:ext uri="{FF2B5EF4-FFF2-40B4-BE49-F238E27FC236}">
                <a16:creationId xmlns:a16="http://schemas.microsoft.com/office/drawing/2014/main" id="{C74C818A-BC7B-2BBF-F803-B9594E23404D}"/>
              </a:ext>
            </a:extLst>
          </p:cNvPr>
          <p:cNvGrpSpPr/>
          <p:nvPr/>
        </p:nvGrpSpPr>
        <p:grpSpPr>
          <a:xfrm>
            <a:off x="9055784" y="3120411"/>
            <a:ext cx="1192486" cy="1369240"/>
            <a:chOff x="7991273" y="3108960"/>
            <a:chExt cx="1192486" cy="1369240"/>
          </a:xfrm>
        </p:grpSpPr>
        <p:grpSp>
          <p:nvGrpSpPr>
            <p:cNvPr id="601" name="Grupo 600">
              <a:extLst>
                <a:ext uri="{FF2B5EF4-FFF2-40B4-BE49-F238E27FC236}">
                  <a16:creationId xmlns:a16="http://schemas.microsoft.com/office/drawing/2014/main" id="{83D63F76-8665-0F54-65BD-DCD4C6E24853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622" name="Rectángulo: esquinas redondeadas 621">
                <a:extLst>
                  <a:ext uri="{FF2B5EF4-FFF2-40B4-BE49-F238E27FC236}">
                    <a16:creationId xmlns:a16="http://schemas.microsoft.com/office/drawing/2014/main" id="{A8519146-C07C-C452-F452-5BF948AAAD3C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623" name="Grupo 622">
                <a:extLst>
                  <a:ext uri="{FF2B5EF4-FFF2-40B4-BE49-F238E27FC236}">
                    <a16:creationId xmlns:a16="http://schemas.microsoft.com/office/drawing/2014/main" id="{52461EFA-E70C-CA5B-083F-396014D30F8A}"/>
                  </a:ext>
                </a:extLst>
              </p:cNvPr>
              <p:cNvGrpSpPr/>
              <p:nvPr/>
            </p:nvGrpSpPr>
            <p:grpSpPr>
              <a:xfrm>
                <a:off x="7991273" y="2956064"/>
                <a:ext cx="1378938" cy="1522136"/>
                <a:chOff x="7991273" y="2943364"/>
                <a:chExt cx="1378938" cy="1522136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624" name="Diagrama de flujo: operación manual 623">
                  <a:extLst>
                    <a:ext uri="{FF2B5EF4-FFF2-40B4-BE49-F238E27FC236}">
                      <a16:creationId xmlns:a16="http://schemas.microsoft.com/office/drawing/2014/main" id="{EA3DA73A-A01F-20E2-9886-9460B638BA8B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25" name="Rectángulo: esquinas redondeadas 624">
                  <a:extLst>
                    <a:ext uri="{FF2B5EF4-FFF2-40B4-BE49-F238E27FC236}">
                      <a16:creationId xmlns:a16="http://schemas.microsoft.com/office/drawing/2014/main" id="{82043B02-236F-8D30-DE05-24D63E7BC019}"/>
                    </a:ext>
                  </a:extLst>
                </p:cNvPr>
                <p:cNvSpPr/>
                <p:nvPr/>
              </p:nvSpPr>
              <p:spPr>
                <a:xfrm>
                  <a:off x="8263838" y="2943364"/>
                  <a:ext cx="832576" cy="828533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602" name="Grupo 601">
              <a:extLst>
                <a:ext uri="{FF2B5EF4-FFF2-40B4-BE49-F238E27FC236}">
                  <a16:creationId xmlns:a16="http://schemas.microsoft.com/office/drawing/2014/main" id="{976DD796-0B67-14B1-F35D-2D590128A256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603" name="Grupo 602">
                <a:extLst>
                  <a:ext uri="{FF2B5EF4-FFF2-40B4-BE49-F238E27FC236}">
                    <a16:creationId xmlns:a16="http://schemas.microsoft.com/office/drawing/2014/main" id="{6E581D80-ECE2-5AD7-DC36-B2AFF636236D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620" name="Rectángulo 619">
                  <a:extLst>
                    <a:ext uri="{FF2B5EF4-FFF2-40B4-BE49-F238E27FC236}">
                      <a16:creationId xmlns:a16="http://schemas.microsoft.com/office/drawing/2014/main" id="{D74477CA-96D2-13B8-48B0-C4DE240CE4A2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21" name="Elipse 620">
                  <a:extLst>
                    <a:ext uri="{FF2B5EF4-FFF2-40B4-BE49-F238E27FC236}">
                      <a16:creationId xmlns:a16="http://schemas.microsoft.com/office/drawing/2014/main" id="{C3BAE6AC-EF67-E5D7-FC3A-D29CBC32DDD0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4" name="Grupo 603">
                <a:extLst>
                  <a:ext uri="{FF2B5EF4-FFF2-40B4-BE49-F238E27FC236}">
                    <a16:creationId xmlns:a16="http://schemas.microsoft.com/office/drawing/2014/main" id="{960B8FA1-9061-4D44-D4E7-035BEF10622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617" name="Elipse 616">
                  <a:extLst>
                    <a:ext uri="{FF2B5EF4-FFF2-40B4-BE49-F238E27FC236}">
                      <a16:creationId xmlns:a16="http://schemas.microsoft.com/office/drawing/2014/main" id="{E67502AD-9720-A0E9-52E8-F20443676D00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8" name="Rectángulo 617">
                  <a:extLst>
                    <a:ext uri="{FF2B5EF4-FFF2-40B4-BE49-F238E27FC236}">
                      <a16:creationId xmlns:a16="http://schemas.microsoft.com/office/drawing/2014/main" id="{B0F2614A-4089-4E78-3947-C7C5FFF90819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9" name="Rectángulo 618">
                  <a:extLst>
                    <a:ext uri="{FF2B5EF4-FFF2-40B4-BE49-F238E27FC236}">
                      <a16:creationId xmlns:a16="http://schemas.microsoft.com/office/drawing/2014/main" id="{A4D254A2-AAF3-FD8E-95D5-5F7F2370DC8D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5" name="Grupo 604">
                <a:extLst>
                  <a:ext uri="{FF2B5EF4-FFF2-40B4-BE49-F238E27FC236}">
                    <a16:creationId xmlns:a16="http://schemas.microsoft.com/office/drawing/2014/main" id="{48FBFBBC-B3ED-3F0C-63DE-5D7BC4626CB8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614" name="Elipse 613">
                  <a:extLst>
                    <a:ext uri="{FF2B5EF4-FFF2-40B4-BE49-F238E27FC236}">
                      <a16:creationId xmlns:a16="http://schemas.microsoft.com/office/drawing/2014/main" id="{1CCBFF76-E730-8051-64EE-3171E50155ED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5" name="Rectángulo 614">
                  <a:extLst>
                    <a:ext uri="{FF2B5EF4-FFF2-40B4-BE49-F238E27FC236}">
                      <a16:creationId xmlns:a16="http://schemas.microsoft.com/office/drawing/2014/main" id="{2FDFBD59-18E9-0386-4A6C-3EB5F08805BD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6" name="Rectángulo 615">
                  <a:extLst>
                    <a:ext uri="{FF2B5EF4-FFF2-40B4-BE49-F238E27FC236}">
                      <a16:creationId xmlns:a16="http://schemas.microsoft.com/office/drawing/2014/main" id="{7049BD36-F4D0-756B-D603-2B0EA9A83A75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6" name="Grupo 605">
                <a:extLst>
                  <a:ext uri="{FF2B5EF4-FFF2-40B4-BE49-F238E27FC236}">
                    <a16:creationId xmlns:a16="http://schemas.microsoft.com/office/drawing/2014/main" id="{27622D0C-911B-DCF1-75C6-FFE5000B6190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611" name="Elipse 610">
                  <a:extLst>
                    <a:ext uri="{FF2B5EF4-FFF2-40B4-BE49-F238E27FC236}">
                      <a16:creationId xmlns:a16="http://schemas.microsoft.com/office/drawing/2014/main" id="{D3F3A306-6C87-06EF-B2A1-79791EF40181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2" name="Rectángulo 611">
                  <a:extLst>
                    <a:ext uri="{FF2B5EF4-FFF2-40B4-BE49-F238E27FC236}">
                      <a16:creationId xmlns:a16="http://schemas.microsoft.com/office/drawing/2014/main" id="{5C6B3F27-2AA1-4D35-1A9E-501E2994791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3" name="Rectángulo 612">
                  <a:extLst>
                    <a:ext uri="{FF2B5EF4-FFF2-40B4-BE49-F238E27FC236}">
                      <a16:creationId xmlns:a16="http://schemas.microsoft.com/office/drawing/2014/main" id="{9CFD022F-87AB-7586-FF3C-7783B779F6A4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607" name="Grupo 606">
                <a:extLst>
                  <a:ext uri="{FF2B5EF4-FFF2-40B4-BE49-F238E27FC236}">
                    <a16:creationId xmlns:a16="http://schemas.microsoft.com/office/drawing/2014/main" id="{DE1753B9-E891-1218-C1A1-9E7EA01EB15F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608" name="Elipse 607">
                  <a:extLst>
                    <a:ext uri="{FF2B5EF4-FFF2-40B4-BE49-F238E27FC236}">
                      <a16:creationId xmlns:a16="http://schemas.microsoft.com/office/drawing/2014/main" id="{B517B06F-24A8-EB75-7550-74AD173CAE9D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09" name="Rectángulo 608">
                  <a:extLst>
                    <a:ext uri="{FF2B5EF4-FFF2-40B4-BE49-F238E27FC236}">
                      <a16:creationId xmlns:a16="http://schemas.microsoft.com/office/drawing/2014/main" id="{F71F825A-841C-838E-B02D-23FEB0B07E5A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0" name="Rectángulo 609">
                  <a:extLst>
                    <a:ext uri="{FF2B5EF4-FFF2-40B4-BE49-F238E27FC236}">
                      <a16:creationId xmlns:a16="http://schemas.microsoft.com/office/drawing/2014/main" id="{7F196BB1-6993-F1FB-1005-514FE009695E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637" name="Grupo 636">
            <a:extLst>
              <a:ext uri="{FF2B5EF4-FFF2-40B4-BE49-F238E27FC236}">
                <a16:creationId xmlns:a16="http://schemas.microsoft.com/office/drawing/2014/main" id="{209330FF-621D-4AAE-19AA-DA8DF5624709}"/>
              </a:ext>
            </a:extLst>
          </p:cNvPr>
          <p:cNvGrpSpPr/>
          <p:nvPr/>
        </p:nvGrpSpPr>
        <p:grpSpPr>
          <a:xfrm>
            <a:off x="8430133" y="4527000"/>
            <a:ext cx="3600000" cy="2124000"/>
            <a:chOff x="7379270" y="4515549"/>
            <a:chExt cx="3600000" cy="2124000"/>
          </a:xfrm>
        </p:grpSpPr>
        <p:sp>
          <p:nvSpPr>
            <p:cNvPr id="638" name="Marco 637">
              <a:extLst>
                <a:ext uri="{FF2B5EF4-FFF2-40B4-BE49-F238E27FC236}">
                  <a16:creationId xmlns:a16="http://schemas.microsoft.com/office/drawing/2014/main" id="{DD902955-56C8-FEBF-074E-53632D978FD6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639" name="Marco 638">
              <a:extLst>
                <a:ext uri="{FF2B5EF4-FFF2-40B4-BE49-F238E27FC236}">
                  <a16:creationId xmlns:a16="http://schemas.microsoft.com/office/drawing/2014/main" id="{EA8B13A9-70C7-992F-5DF3-4BBB05C2A326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640" name="Grupo 639">
              <a:extLst>
                <a:ext uri="{FF2B5EF4-FFF2-40B4-BE49-F238E27FC236}">
                  <a16:creationId xmlns:a16="http://schemas.microsoft.com/office/drawing/2014/main" id="{A70372CF-9FDD-EDD2-935E-8D838F385D64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655" name="Grupo 654">
                <a:extLst>
                  <a:ext uri="{FF2B5EF4-FFF2-40B4-BE49-F238E27FC236}">
                    <a16:creationId xmlns:a16="http://schemas.microsoft.com/office/drawing/2014/main" id="{745F6C58-357C-78D3-9726-8B436D24C5CF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659" name="Grupo 658">
                  <a:extLst>
                    <a:ext uri="{FF2B5EF4-FFF2-40B4-BE49-F238E27FC236}">
                      <a16:creationId xmlns:a16="http://schemas.microsoft.com/office/drawing/2014/main" id="{F16DFBCE-E483-A09C-638A-F950B43A9D5F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667" name="Rectángulo 666">
                    <a:extLst>
                      <a:ext uri="{FF2B5EF4-FFF2-40B4-BE49-F238E27FC236}">
                        <a16:creationId xmlns:a16="http://schemas.microsoft.com/office/drawing/2014/main" id="{B03D8D0A-33CF-004D-5C4A-9A45F8418D9B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68" name="Rectángulo 667">
                    <a:extLst>
                      <a:ext uri="{FF2B5EF4-FFF2-40B4-BE49-F238E27FC236}">
                        <a16:creationId xmlns:a16="http://schemas.microsoft.com/office/drawing/2014/main" id="{36653AD4-0D2D-8F5C-63CE-847737973E15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60" name="Grupo 659">
                  <a:extLst>
                    <a:ext uri="{FF2B5EF4-FFF2-40B4-BE49-F238E27FC236}">
                      <a16:creationId xmlns:a16="http://schemas.microsoft.com/office/drawing/2014/main" id="{B3DF7665-4168-E85D-F607-143928055CE5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661" name="Grupo 660">
                    <a:extLst>
                      <a:ext uri="{FF2B5EF4-FFF2-40B4-BE49-F238E27FC236}">
                        <a16:creationId xmlns:a16="http://schemas.microsoft.com/office/drawing/2014/main" id="{836DDC93-4582-4D31-F763-5ACCBB65B044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65" name="Rectángulo 664">
                      <a:extLst>
                        <a:ext uri="{FF2B5EF4-FFF2-40B4-BE49-F238E27FC236}">
                          <a16:creationId xmlns:a16="http://schemas.microsoft.com/office/drawing/2014/main" id="{AB82E14E-9582-501C-7C5D-856935DB3F7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66" name="Rectángulo 665">
                      <a:extLst>
                        <a:ext uri="{FF2B5EF4-FFF2-40B4-BE49-F238E27FC236}">
                          <a16:creationId xmlns:a16="http://schemas.microsoft.com/office/drawing/2014/main" id="{916B5F64-90DC-045E-54DC-75E9B5AE361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662" name="Grupo 661">
                    <a:extLst>
                      <a:ext uri="{FF2B5EF4-FFF2-40B4-BE49-F238E27FC236}">
                        <a16:creationId xmlns:a16="http://schemas.microsoft.com/office/drawing/2014/main" id="{1724B177-1929-1CB4-318B-A07E5CA929CD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63" name="Rectángulo 662">
                      <a:extLst>
                        <a:ext uri="{FF2B5EF4-FFF2-40B4-BE49-F238E27FC236}">
                          <a16:creationId xmlns:a16="http://schemas.microsoft.com/office/drawing/2014/main" id="{BEE50FC2-50BB-98E9-62A9-D768622D558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64" name="Rectángulo 663">
                      <a:extLst>
                        <a:ext uri="{FF2B5EF4-FFF2-40B4-BE49-F238E27FC236}">
                          <a16:creationId xmlns:a16="http://schemas.microsoft.com/office/drawing/2014/main" id="{4A77142E-5D17-C1A3-702E-CFF4F0A647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656" name="Grupo 655">
                <a:extLst>
                  <a:ext uri="{FF2B5EF4-FFF2-40B4-BE49-F238E27FC236}">
                    <a16:creationId xmlns:a16="http://schemas.microsoft.com/office/drawing/2014/main" id="{CA57AC81-C561-0CC3-FA38-C8C004353B28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657" name="Diagrama de flujo: operación manual 656">
                  <a:extLst>
                    <a:ext uri="{FF2B5EF4-FFF2-40B4-BE49-F238E27FC236}">
                      <a16:creationId xmlns:a16="http://schemas.microsoft.com/office/drawing/2014/main" id="{20896216-BA3B-6221-D076-573643BBCC83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58" name="Diagrama de flujo: operación manual 657">
                  <a:extLst>
                    <a:ext uri="{FF2B5EF4-FFF2-40B4-BE49-F238E27FC236}">
                      <a16:creationId xmlns:a16="http://schemas.microsoft.com/office/drawing/2014/main" id="{E2696683-F115-90CA-6E02-2CE72BA84DA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641" name="Grupo 640">
              <a:extLst>
                <a:ext uri="{FF2B5EF4-FFF2-40B4-BE49-F238E27FC236}">
                  <a16:creationId xmlns:a16="http://schemas.microsoft.com/office/drawing/2014/main" id="{826463DF-3D4D-33C0-D4D3-B25622D6ABF6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652" name="Rectángulo 651">
                <a:extLst>
                  <a:ext uri="{FF2B5EF4-FFF2-40B4-BE49-F238E27FC236}">
                    <a16:creationId xmlns:a16="http://schemas.microsoft.com/office/drawing/2014/main" id="{EE905CC5-6DE9-02E0-42ED-1A16AAEA7ADD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53" name="Rectángulo 652">
                <a:extLst>
                  <a:ext uri="{FF2B5EF4-FFF2-40B4-BE49-F238E27FC236}">
                    <a16:creationId xmlns:a16="http://schemas.microsoft.com/office/drawing/2014/main" id="{06F7B4EB-8D78-66AC-F29D-5FCF4DE21B80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54" name="Rectángulo 653">
                <a:extLst>
                  <a:ext uri="{FF2B5EF4-FFF2-40B4-BE49-F238E27FC236}">
                    <a16:creationId xmlns:a16="http://schemas.microsoft.com/office/drawing/2014/main" id="{B5FD7112-FBB0-52F3-D87F-8E291EA4361E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642" name="Rectángulo 641">
              <a:extLst>
                <a:ext uri="{FF2B5EF4-FFF2-40B4-BE49-F238E27FC236}">
                  <a16:creationId xmlns:a16="http://schemas.microsoft.com/office/drawing/2014/main" id="{8788D87A-0609-D218-F7F3-4E8EAB3C554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643" name="Grupo 642">
              <a:extLst>
                <a:ext uri="{FF2B5EF4-FFF2-40B4-BE49-F238E27FC236}">
                  <a16:creationId xmlns:a16="http://schemas.microsoft.com/office/drawing/2014/main" id="{30A6B034-64B7-7F20-E596-B7AB2B69286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648" name="Grupo 647">
                <a:extLst>
                  <a:ext uri="{FF2B5EF4-FFF2-40B4-BE49-F238E27FC236}">
                    <a16:creationId xmlns:a16="http://schemas.microsoft.com/office/drawing/2014/main" id="{EF542F33-E2C7-4D33-2BDC-658BD1673C53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650" name="Rectángulo 649">
                  <a:extLst>
                    <a:ext uri="{FF2B5EF4-FFF2-40B4-BE49-F238E27FC236}">
                      <a16:creationId xmlns:a16="http://schemas.microsoft.com/office/drawing/2014/main" id="{F1D93EE9-84A4-4BD9-EAB3-A499D89B7544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51" name="Rectángulo 650">
                  <a:extLst>
                    <a:ext uri="{FF2B5EF4-FFF2-40B4-BE49-F238E27FC236}">
                      <a16:creationId xmlns:a16="http://schemas.microsoft.com/office/drawing/2014/main" id="{C18A0E02-F8B7-7864-CB62-F6BD5CC7D1B6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649" name="Rectángulo 648">
                <a:extLst>
                  <a:ext uri="{FF2B5EF4-FFF2-40B4-BE49-F238E27FC236}">
                    <a16:creationId xmlns:a16="http://schemas.microsoft.com/office/drawing/2014/main" id="{CA196553-3BEB-8A2F-48D3-8EF1F89C335A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644" name="Grupo 643">
              <a:extLst>
                <a:ext uri="{FF2B5EF4-FFF2-40B4-BE49-F238E27FC236}">
                  <a16:creationId xmlns:a16="http://schemas.microsoft.com/office/drawing/2014/main" id="{0B0A5D05-C3FA-8FCF-F1B7-50D1BC0CFE20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645" name="Rectángulo 644">
                <a:extLst>
                  <a:ext uri="{FF2B5EF4-FFF2-40B4-BE49-F238E27FC236}">
                    <a16:creationId xmlns:a16="http://schemas.microsoft.com/office/drawing/2014/main" id="{4F093C80-7899-AA95-B9D1-A3E7918A603F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46" name="Rectángulo 645">
                <a:extLst>
                  <a:ext uri="{FF2B5EF4-FFF2-40B4-BE49-F238E27FC236}">
                    <a16:creationId xmlns:a16="http://schemas.microsoft.com/office/drawing/2014/main" id="{395EF421-9D05-33CB-C17E-8C305CDEB1C8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47" name="Rectángulo 646">
                <a:extLst>
                  <a:ext uri="{FF2B5EF4-FFF2-40B4-BE49-F238E27FC236}">
                    <a16:creationId xmlns:a16="http://schemas.microsoft.com/office/drawing/2014/main" id="{A4584660-C9A1-2312-1AA7-57137D5C3A5E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1BB3973A-764A-1D54-7A27-C0923D96E933}"/>
              </a:ext>
            </a:extLst>
          </p:cNvPr>
          <p:cNvGrpSpPr/>
          <p:nvPr/>
        </p:nvGrpSpPr>
        <p:grpSpPr>
          <a:xfrm flipH="1" flipV="1">
            <a:off x="6548727" y="1012851"/>
            <a:ext cx="2015226" cy="2228116"/>
            <a:chOff x="5506750" y="1881441"/>
            <a:chExt cx="2015226" cy="2228116"/>
          </a:xfrm>
          <a:noFill/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44DDA405-2FB5-14A8-B42D-8E7F0C758DBD}"/>
                </a:ext>
              </a:extLst>
            </p:cNvPr>
            <p:cNvGrpSpPr/>
            <p:nvPr/>
          </p:nvGrpSpPr>
          <p:grpSpPr>
            <a:xfrm rot="1767083">
              <a:off x="5506750" y="1983220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488B8E28-4AC8-4904-6100-AC035641ACAE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54" name="Grupo 53">
                  <a:extLst>
                    <a:ext uri="{FF2B5EF4-FFF2-40B4-BE49-F238E27FC236}">
                      <a16:creationId xmlns:a16="http://schemas.microsoft.com/office/drawing/2014/main" id="{7FE7EB65-D550-5EF9-71A0-68E4D22FD8C9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1" name="Grupo 60">
                    <a:extLst>
                      <a:ext uri="{FF2B5EF4-FFF2-40B4-BE49-F238E27FC236}">
                        <a16:creationId xmlns:a16="http://schemas.microsoft.com/office/drawing/2014/main" id="{21F828FA-3CBB-E027-250D-F219EEB9BDC4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512" name="Rectángulo: esquinas redondeadas 511">
                      <a:extLst>
                        <a:ext uri="{FF2B5EF4-FFF2-40B4-BE49-F238E27FC236}">
                          <a16:creationId xmlns:a16="http://schemas.microsoft.com/office/drawing/2014/main" id="{E667242B-79A8-7820-0000-306D1F6A108C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513" name="Rectángulo: esquinas redondeadas 512">
                      <a:extLst>
                        <a:ext uri="{FF2B5EF4-FFF2-40B4-BE49-F238E27FC236}">
                          <a16:creationId xmlns:a16="http://schemas.microsoft.com/office/drawing/2014/main" id="{F51140B8-8867-6FB4-DDAF-5E35B83DEF8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62" name="Rectángulo 61">
                    <a:extLst>
                      <a:ext uri="{FF2B5EF4-FFF2-40B4-BE49-F238E27FC236}">
                        <a16:creationId xmlns:a16="http://schemas.microsoft.com/office/drawing/2014/main" id="{D78AAC1D-F014-45BA-2637-C6D0F84F095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3" name="Rectángulo 62">
                    <a:extLst>
                      <a:ext uri="{FF2B5EF4-FFF2-40B4-BE49-F238E27FC236}">
                        <a16:creationId xmlns:a16="http://schemas.microsoft.com/office/drawing/2014/main" id="{307B4BF0-D7E5-6F16-5A9F-78F01D7D179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5" name="Grupo 54">
                  <a:extLst>
                    <a:ext uri="{FF2B5EF4-FFF2-40B4-BE49-F238E27FC236}">
                      <a16:creationId xmlns:a16="http://schemas.microsoft.com/office/drawing/2014/main" id="{5E0A4D20-E5D7-8FF3-3B45-1DBEC678E3CF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56" name="Grupo 55">
                    <a:extLst>
                      <a:ext uri="{FF2B5EF4-FFF2-40B4-BE49-F238E27FC236}">
                        <a16:creationId xmlns:a16="http://schemas.microsoft.com/office/drawing/2014/main" id="{A026CA3F-0E7B-6B26-5964-DD1A56D7483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59" name="Rectángulo: esquinas redondeadas 58">
                      <a:extLst>
                        <a:ext uri="{FF2B5EF4-FFF2-40B4-BE49-F238E27FC236}">
                          <a16:creationId xmlns:a16="http://schemas.microsoft.com/office/drawing/2014/main" id="{8D179190-F344-CDFF-0C93-231812C1431C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0" name="Rectángulo: esquinas redondeadas 59">
                      <a:extLst>
                        <a:ext uri="{FF2B5EF4-FFF2-40B4-BE49-F238E27FC236}">
                          <a16:creationId xmlns:a16="http://schemas.microsoft.com/office/drawing/2014/main" id="{1ADE4477-9359-449B-D99B-88CA6A279069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57" name="Rectángulo 56">
                    <a:extLst>
                      <a:ext uri="{FF2B5EF4-FFF2-40B4-BE49-F238E27FC236}">
                        <a16:creationId xmlns:a16="http://schemas.microsoft.com/office/drawing/2014/main" id="{721A6309-B7E9-3D49-A094-E082A4867ED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8" name="Rectángulo 57">
                    <a:extLst>
                      <a:ext uri="{FF2B5EF4-FFF2-40B4-BE49-F238E27FC236}">
                        <a16:creationId xmlns:a16="http://schemas.microsoft.com/office/drawing/2014/main" id="{23B2979F-DED2-C5F1-F2DF-C82A1A85464D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1526A60A-92E9-977E-3D3F-E5C607321E19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28" name="Grupo 27">
                  <a:extLst>
                    <a:ext uri="{FF2B5EF4-FFF2-40B4-BE49-F238E27FC236}">
                      <a16:creationId xmlns:a16="http://schemas.microsoft.com/office/drawing/2014/main" id="{9492DED9-E2C1-9954-05E6-A542E1F130EF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33" name="Grupo 32">
                    <a:extLst>
                      <a:ext uri="{FF2B5EF4-FFF2-40B4-BE49-F238E27FC236}">
                        <a16:creationId xmlns:a16="http://schemas.microsoft.com/office/drawing/2014/main" id="{7768ACB4-D9CF-F2D7-E645-27EE1B364894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35" name="Grupo 34">
                      <a:extLst>
                        <a:ext uri="{FF2B5EF4-FFF2-40B4-BE49-F238E27FC236}">
                          <a16:creationId xmlns:a16="http://schemas.microsoft.com/office/drawing/2014/main" id="{DA06EB9D-C388-DC6C-88E3-9705E60900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50" name="Elipse 49">
                        <a:extLst>
                          <a:ext uri="{FF2B5EF4-FFF2-40B4-BE49-F238E27FC236}">
                            <a16:creationId xmlns:a16="http://schemas.microsoft.com/office/drawing/2014/main" id="{1B2BAD7E-4E4A-5CBE-A903-BB6F567F38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51" name="Grupo 50">
                        <a:extLst>
                          <a:ext uri="{FF2B5EF4-FFF2-40B4-BE49-F238E27FC236}">
                            <a16:creationId xmlns:a16="http://schemas.microsoft.com/office/drawing/2014/main" id="{09D561BD-637D-E99A-A1D6-A5DEBF0ED7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52" name="Rectángulo 51">
                          <a:extLst>
                            <a:ext uri="{FF2B5EF4-FFF2-40B4-BE49-F238E27FC236}">
                              <a16:creationId xmlns:a16="http://schemas.microsoft.com/office/drawing/2014/main" id="{73372F81-29B6-1D08-EBCD-756E96EF2A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3" name="Rectángulo 52">
                          <a:extLst>
                            <a:ext uri="{FF2B5EF4-FFF2-40B4-BE49-F238E27FC236}">
                              <a16:creationId xmlns:a16="http://schemas.microsoft.com/office/drawing/2014/main" id="{DFF04C2A-07D2-EDCD-2626-78169CE0EEE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6" name="Grupo 35">
                      <a:extLst>
                        <a:ext uri="{FF2B5EF4-FFF2-40B4-BE49-F238E27FC236}">
                          <a16:creationId xmlns:a16="http://schemas.microsoft.com/office/drawing/2014/main" id="{42DB8871-6F05-5628-FE10-10633280C3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37" name="Grupo 36">
                        <a:extLst>
                          <a:ext uri="{FF2B5EF4-FFF2-40B4-BE49-F238E27FC236}">
                            <a16:creationId xmlns:a16="http://schemas.microsoft.com/office/drawing/2014/main" id="{47B21CFB-59B5-A456-F460-41F78250AB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42" name="Grupo 41">
                          <a:extLst>
                            <a:ext uri="{FF2B5EF4-FFF2-40B4-BE49-F238E27FC236}">
                              <a16:creationId xmlns:a16="http://schemas.microsoft.com/office/drawing/2014/main" id="{7D544ADA-B453-2889-601A-14F8EA7DB5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47" name="Rectángulo 46">
                            <a:extLst>
                              <a:ext uri="{FF2B5EF4-FFF2-40B4-BE49-F238E27FC236}">
                                <a16:creationId xmlns:a16="http://schemas.microsoft.com/office/drawing/2014/main" id="{A8B3D593-E1BE-BDBD-BCB3-665DE952FC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48" name="Rectángulo 47">
                            <a:extLst>
                              <a:ext uri="{FF2B5EF4-FFF2-40B4-BE49-F238E27FC236}">
                                <a16:creationId xmlns:a16="http://schemas.microsoft.com/office/drawing/2014/main" id="{7462A67F-BC81-2919-6D33-B5E87B5239D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9" name="Marco 48">
                            <a:extLst>
                              <a:ext uri="{FF2B5EF4-FFF2-40B4-BE49-F238E27FC236}">
                                <a16:creationId xmlns:a16="http://schemas.microsoft.com/office/drawing/2014/main" id="{298EBAFF-7063-76B8-4F1B-5345F717A5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3" name="Grupo 42">
                          <a:extLst>
                            <a:ext uri="{FF2B5EF4-FFF2-40B4-BE49-F238E27FC236}">
                              <a16:creationId xmlns:a16="http://schemas.microsoft.com/office/drawing/2014/main" id="{C762B4BB-5CDE-A1AB-B9D2-41628004DB5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44" name="Rectángulo 43">
                            <a:extLst>
                              <a:ext uri="{FF2B5EF4-FFF2-40B4-BE49-F238E27FC236}">
                                <a16:creationId xmlns:a16="http://schemas.microsoft.com/office/drawing/2014/main" id="{C8BAFC42-37CB-3B5A-67E7-05851F4C18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5" name="Rectángulo 44">
                            <a:extLst>
                              <a:ext uri="{FF2B5EF4-FFF2-40B4-BE49-F238E27FC236}">
                                <a16:creationId xmlns:a16="http://schemas.microsoft.com/office/drawing/2014/main" id="{0D42BE14-B657-5CB4-C82A-517EEE27AEF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6" name="Rectángulo 45">
                            <a:extLst>
                              <a:ext uri="{FF2B5EF4-FFF2-40B4-BE49-F238E27FC236}">
                                <a16:creationId xmlns:a16="http://schemas.microsoft.com/office/drawing/2014/main" id="{DAD02BE9-1C9C-19EB-445B-2B27DFD447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38" name="Grupo 37">
                        <a:extLst>
                          <a:ext uri="{FF2B5EF4-FFF2-40B4-BE49-F238E27FC236}">
                            <a16:creationId xmlns:a16="http://schemas.microsoft.com/office/drawing/2014/main" id="{F51E10BB-275D-B2F3-218D-E301AFF7227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39" name="Rectángulo 38">
                          <a:extLst>
                            <a:ext uri="{FF2B5EF4-FFF2-40B4-BE49-F238E27FC236}">
                              <a16:creationId xmlns:a16="http://schemas.microsoft.com/office/drawing/2014/main" id="{C0881CC9-2E42-E394-AD98-A7247ECDC6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0" name="Rectángulo 39">
                          <a:extLst>
                            <a:ext uri="{FF2B5EF4-FFF2-40B4-BE49-F238E27FC236}">
                              <a16:creationId xmlns:a16="http://schemas.microsoft.com/office/drawing/2014/main" id="{56E66FC2-05D2-0756-99E7-ADAEFA9CB2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1" name="Rectángulo 40">
                          <a:extLst>
                            <a:ext uri="{FF2B5EF4-FFF2-40B4-BE49-F238E27FC236}">
                              <a16:creationId xmlns:a16="http://schemas.microsoft.com/office/drawing/2014/main" id="{B3AD0013-CA4E-00D7-2F5F-E0EF282467C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FADA7867-83EE-700B-FD96-A5ECAC2D6999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D9DC9009-E292-36C3-4260-8C86B39C65D0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E766F4F-011A-A25E-AA69-32BDD58AE5E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1" name="Elipse 30">
                    <a:extLst>
                      <a:ext uri="{FF2B5EF4-FFF2-40B4-BE49-F238E27FC236}">
                        <a16:creationId xmlns:a16="http://schemas.microsoft.com/office/drawing/2014/main" id="{E2B46B91-0F10-1015-1135-714CF287D5D9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2" name="Elipse 31">
                    <a:extLst>
                      <a:ext uri="{FF2B5EF4-FFF2-40B4-BE49-F238E27FC236}">
                        <a16:creationId xmlns:a16="http://schemas.microsoft.com/office/drawing/2014/main" id="{26925613-15EB-565F-25C8-C9720553565F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7B5D8A0-215F-80A7-4F82-5D4F2206C4E1}"/>
                </a:ext>
              </a:extLst>
            </p:cNvPr>
            <p:cNvGrpSpPr/>
            <p:nvPr/>
          </p:nvGrpSpPr>
          <p:grpSpPr>
            <a:xfrm>
              <a:off x="6229374" y="1881441"/>
              <a:ext cx="1292602" cy="1266043"/>
              <a:chOff x="6229374" y="1881441"/>
              <a:chExt cx="1292602" cy="1266043"/>
            </a:xfrm>
            <a:grpFill/>
          </p:grpSpPr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CC6B5B1E-9C1C-4F4C-677B-4CFE7281BBE4}"/>
                  </a:ext>
                </a:extLst>
              </p:cNvPr>
              <p:cNvGrpSpPr/>
              <p:nvPr/>
            </p:nvGrpSpPr>
            <p:grpSpPr>
              <a:xfrm rot="2420597">
                <a:off x="6229374" y="1881441"/>
                <a:ext cx="1206568" cy="1266043"/>
                <a:chOff x="6027038" y="1851040"/>
                <a:chExt cx="1206568" cy="1266043"/>
              </a:xfrm>
              <a:grpFill/>
            </p:grpSpPr>
            <p:grpSp>
              <p:nvGrpSpPr>
                <p:cNvPr id="16" name="Grupo 15">
                  <a:extLst>
                    <a:ext uri="{FF2B5EF4-FFF2-40B4-BE49-F238E27FC236}">
                      <a16:creationId xmlns:a16="http://schemas.microsoft.com/office/drawing/2014/main" id="{1D3AD845-3EA7-4AD5-C494-27A4B03D844B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  <a:grpFill/>
              </p:grpSpPr>
              <p:grpSp>
                <p:nvGrpSpPr>
                  <p:cNvPr id="18" name="Grupo 17">
                    <a:extLst>
                      <a:ext uri="{FF2B5EF4-FFF2-40B4-BE49-F238E27FC236}">
                        <a16:creationId xmlns:a16="http://schemas.microsoft.com/office/drawing/2014/main" id="{FC2EFC90-09EC-7A2E-3560-ED003188EDE0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  <a:grpFill/>
                </p:grpSpPr>
                <p:grpSp>
                  <p:nvGrpSpPr>
                    <p:cNvPr id="20" name="Grupo 19">
                      <a:extLst>
                        <a:ext uri="{FF2B5EF4-FFF2-40B4-BE49-F238E27FC236}">
                          <a16:creationId xmlns:a16="http://schemas.microsoft.com/office/drawing/2014/main" id="{B0C30B6A-1239-CDE6-5C3D-53AE15E5D1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grpFill/>
                  </p:grpSpPr>
                  <p:grpSp>
                    <p:nvGrpSpPr>
                      <p:cNvPr id="22" name="Grupo 21">
                        <a:extLst>
                          <a:ext uri="{FF2B5EF4-FFF2-40B4-BE49-F238E27FC236}">
                            <a16:creationId xmlns:a16="http://schemas.microsoft.com/office/drawing/2014/main" id="{602855D1-46BE-8CDF-6594-7AD00B8A8BA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24" name="Elipse 23">
                          <a:extLst>
                            <a:ext uri="{FF2B5EF4-FFF2-40B4-BE49-F238E27FC236}">
                              <a16:creationId xmlns:a16="http://schemas.microsoft.com/office/drawing/2014/main" id="{4757343D-CE7E-E8C6-0689-8FFA3050BE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5" name="Diagrama de flujo: operación manual 24">
                          <a:extLst>
                            <a:ext uri="{FF2B5EF4-FFF2-40B4-BE49-F238E27FC236}">
                              <a16:creationId xmlns:a16="http://schemas.microsoft.com/office/drawing/2014/main" id="{D6FFCB98-8F5B-2F36-89AE-DDE24EB7B9B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23" name="Elipse 22">
                        <a:extLst>
                          <a:ext uri="{FF2B5EF4-FFF2-40B4-BE49-F238E27FC236}">
                            <a16:creationId xmlns:a16="http://schemas.microsoft.com/office/drawing/2014/main" id="{53FF0790-E39B-EED0-D267-AC8E1660EF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21" name="Diagrama de flujo: operación manual 20">
                      <a:extLst>
                        <a:ext uri="{FF2B5EF4-FFF2-40B4-BE49-F238E27FC236}">
                          <a16:creationId xmlns:a16="http://schemas.microsoft.com/office/drawing/2014/main" id="{19CA4BFF-0F2D-450C-4A79-C539AFA921BC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9" name="Elipse 18">
                    <a:extLst>
                      <a:ext uri="{FF2B5EF4-FFF2-40B4-BE49-F238E27FC236}">
                        <a16:creationId xmlns:a16="http://schemas.microsoft.com/office/drawing/2014/main" id="{37052597-EFD2-BDEC-BFCD-A1B653B5C0CA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480C4C75-5BF6-6D5A-254F-73D6110EC028}"/>
                    </a:ext>
                  </a:extLst>
                </p:cNvPr>
                <p:cNvSpPr/>
                <p:nvPr/>
              </p:nvSpPr>
              <p:spPr>
                <a:xfrm>
                  <a:off x="6027038" y="2602851"/>
                  <a:ext cx="144000" cy="144000"/>
                </a:xfrm>
                <a:prstGeom prst="ellipse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id="{D9C9E386-0FE3-CFF3-684E-6A8FF72D33B7}"/>
                  </a:ext>
                </a:extLst>
              </p:cNvPr>
              <p:cNvSpPr/>
              <p:nvPr/>
            </p:nvSpPr>
            <p:spPr>
              <a:xfrm>
                <a:off x="7413976" y="2713934"/>
                <a:ext cx="108000" cy="108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grpSp>
        <p:nvGrpSpPr>
          <p:cNvPr id="574" name="Grupo 573">
            <a:extLst>
              <a:ext uri="{FF2B5EF4-FFF2-40B4-BE49-F238E27FC236}">
                <a16:creationId xmlns:a16="http://schemas.microsoft.com/office/drawing/2014/main" id="{34724E34-3312-F5B7-87B0-B58C005C6EB2}"/>
              </a:ext>
            </a:extLst>
          </p:cNvPr>
          <p:cNvGrpSpPr/>
          <p:nvPr/>
        </p:nvGrpSpPr>
        <p:grpSpPr>
          <a:xfrm>
            <a:off x="5059153" y="2000709"/>
            <a:ext cx="5406125" cy="1635657"/>
            <a:chOff x="4568829" y="1881441"/>
            <a:chExt cx="5406125" cy="1635657"/>
          </a:xfrm>
        </p:grpSpPr>
        <p:grpSp>
          <p:nvGrpSpPr>
            <p:cNvPr id="517" name="Grupo 516">
              <a:extLst>
                <a:ext uri="{FF2B5EF4-FFF2-40B4-BE49-F238E27FC236}">
                  <a16:creationId xmlns:a16="http://schemas.microsoft.com/office/drawing/2014/main" id="{29B6B663-A511-20EC-192A-FC2F3152135A}"/>
                </a:ext>
              </a:extLst>
            </p:cNvPr>
            <p:cNvGrpSpPr/>
            <p:nvPr/>
          </p:nvGrpSpPr>
          <p:grpSpPr>
            <a:xfrm>
              <a:off x="4568829" y="1881441"/>
              <a:ext cx="2953147" cy="1296773"/>
              <a:chOff x="4568829" y="1881441"/>
              <a:chExt cx="2953147" cy="1296773"/>
            </a:xfrm>
          </p:grpSpPr>
          <p:grpSp>
            <p:nvGrpSpPr>
              <p:cNvPr id="545" name="Grupo 544">
                <a:extLst>
                  <a:ext uri="{FF2B5EF4-FFF2-40B4-BE49-F238E27FC236}">
                    <a16:creationId xmlns:a16="http://schemas.microsoft.com/office/drawing/2014/main" id="{473A5C26-F08D-8C1A-C318-A7331B162030}"/>
                  </a:ext>
                </a:extLst>
              </p:cNvPr>
              <p:cNvGrpSpPr/>
              <p:nvPr/>
            </p:nvGrpSpPr>
            <p:grpSpPr>
              <a:xfrm rot="3401511">
                <a:off x="5242470" y="1725517"/>
                <a:ext cx="779056" cy="2126337"/>
                <a:chOff x="5775047" y="2428623"/>
                <a:chExt cx="779056" cy="2126337"/>
              </a:xfrm>
            </p:grpSpPr>
            <p:grpSp>
              <p:nvGrpSpPr>
                <p:cNvPr id="304" name="Grupo 303">
                  <a:extLst>
                    <a:ext uri="{FF2B5EF4-FFF2-40B4-BE49-F238E27FC236}">
                      <a16:creationId xmlns:a16="http://schemas.microsoft.com/office/drawing/2014/main" id="{FEB1CB6C-CFAD-0D36-8B64-B4BF8FA8C11F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709555" cy="832699"/>
                  <a:chOff x="5809042" y="3722261"/>
                  <a:chExt cx="709555" cy="832699"/>
                </a:xfrm>
              </p:grpSpPr>
              <p:grpSp>
                <p:nvGrpSpPr>
                  <p:cNvPr id="376" name="Grupo 375">
                    <a:extLst>
                      <a:ext uri="{FF2B5EF4-FFF2-40B4-BE49-F238E27FC236}">
                        <a16:creationId xmlns:a16="http://schemas.microsoft.com/office/drawing/2014/main" id="{B5882533-2718-3584-E8A5-7CC2ACB34C37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276111" cy="832437"/>
                    <a:chOff x="5809042" y="3722261"/>
                    <a:chExt cx="276111" cy="832437"/>
                  </a:xfrm>
                </p:grpSpPr>
                <p:grpSp>
                  <p:nvGrpSpPr>
                    <p:cNvPr id="579" name="Grupo 578">
                      <a:extLst>
                        <a:ext uri="{FF2B5EF4-FFF2-40B4-BE49-F238E27FC236}">
                          <a16:creationId xmlns:a16="http://schemas.microsoft.com/office/drawing/2014/main" id="{D92E2783-818E-A372-A681-17C633602E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</p:grpSpPr>
                  <p:sp>
                    <p:nvSpPr>
                      <p:cNvPr id="582" name="Rectángulo: esquinas redondeadas 581">
                        <a:extLst>
                          <a:ext uri="{FF2B5EF4-FFF2-40B4-BE49-F238E27FC236}">
                            <a16:creationId xmlns:a16="http://schemas.microsoft.com/office/drawing/2014/main" id="{89FBDCBC-F58E-3E08-8DA4-B1F6F727AE2E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83" name="Rectángulo: esquinas redondeadas 582">
                        <a:extLst>
                          <a:ext uri="{FF2B5EF4-FFF2-40B4-BE49-F238E27FC236}">
                            <a16:creationId xmlns:a16="http://schemas.microsoft.com/office/drawing/2014/main" id="{91ECF6DA-570D-2A2E-F62C-6E73D61C5133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580" name="Rectángulo 579">
                      <a:extLst>
                        <a:ext uri="{FF2B5EF4-FFF2-40B4-BE49-F238E27FC236}">
                          <a16:creationId xmlns:a16="http://schemas.microsoft.com/office/drawing/2014/main" id="{D8B9E3E9-F01E-7748-6739-363821254098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81" name="Rectángulo 580">
                      <a:extLst>
                        <a:ext uri="{FF2B5EF4-FFF2-40B4-BE49-F238E27FC236}">
                          <a16:creationId xmlns:a16="http://schemas.microsoft.com/office/drawing/2014/main" id="{53BA13D4-B75E-1B23-6D16-F1E183FAC8A0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377" name="Grupo 376">
                    <a:extLst>
                      <a:ext uri="{FF2B5EF4-FFF2-40B4-BE49-F238E27FC236}">
                        <a16:creationId xmlns:a16="http://schemas.microsoft.com/office/drawing/2014/main" id="{47E9474E-4180-BBB6-31BB-6D788325225B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6242486" y="3722523"/>
                    <a:ext cx="276111" cy="832437"/>
                    <a:chOff x="5809042" y="3722261"/>
                    <a:chExt cx="276111" cy="832437"/>
                  </a:xfrm>
                </p:grpSpPr>
                <p:grpSp>
                  <p:nvGrpSpPr>
                    <p:cNvPr id="378" name="Grupo 377">
                      <a:extLst>
                        <a:ext uri="{FF2B5EF4-FFF2-40B4-BE49-F238E27FC236}">
                          <a16:creationId xmlns:a16="http://schemas.microsoft.com/office/drawing/2014/main" id="{86A1C17C-FFA0-3C07-78DC-B649BE6F76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</p:grpSpPr>
                  <p:sp>
                    <p:nvSpPr>
                      <p:cNvPr id="577" name="Rectángulo: esquinas redondeadas 576">
                        <a:extLst>
                          <a:ext uri="{FF2B5EF4-FFF2-40B4-BE49-F238E27FC236}">
                            <a16:creationId xmlns:a16="http://schemas.microsoft.com/office/drawing/2014/main" id="{1CEA27EE-B200-CEE3-0791-55AE5C6F3FD5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78" name="Rectángulo: esquinas redondeadas 577">
                        <a:extLst>
                          <a:ext uri="{FF2B5EF4-FFF2-40B4-BE49-F238E27FC236}">
                            <a16:creationId xmlns:a16="http://schemas.microsoft.com/office/drawing/2014/main" id="{945F3A3B-FF27-BB1D-B02C-9BE206C2DBF6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407" name="Rectángulo 406">
                      <a:extLst>
                        <a:ext uri="{FF2B5EF4-FFF2-40B4-BE49-F238E27FC236}">
                          <a16:creationId xmlns:a16="http://schemas.microsoft.com/office/drawing/2014/main" id="{8A063DE5-1B8D-373C-04F1-1240276F6877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76" name="Rectángulo 575">
                      <a:extLst>
                        <a:ext uri="{FF2B5EF4-FFF2-40B4-BE49-F238E27FC236}">
                          <a16:creationId xmlns:a16="http://schemas.microsoft.com/office/drawing/2014/main" id="{319A9D20-E207-509C-2FC5-69D8E0D1C295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305" name="Grupo 304">
                  <a:extLst>
                    <a:ext uri="{FF2B5EF4-FFF2-40B4-BE49-F238E27FC236}">
                      <a16:creationId xmlns:a16="http://schemas.microsoft.com/office/drawing/2014/main" id="{B393EEAF-658C-1106-3D41-20C123F0FEA9}"/>
                    </a:ext>
                  </a:extLst>
                </p:cNvPr>
                <p:cNvGrpSpPr/>
                <p:nvPr/>
              </p:nvGrpSpPr>
              <p:grpSpPr>
                <a:xfrm>
                  <a:off x="5775047" y="2428623"/>
                  <a:ext cx="779056" cy="1666542"/>
                  <a:chOff x="5775047" y="2428623"/>
                  <a:chExt cx="779056" cy="1666542"/>
                </a:xfrm>
              </p:grpSpPr>
              <p:grpSp>
                <p:nvGrpSpPr>
                  <p:cNvPr id="306" name="Grupo 305">
                    <a:extLst>
                      <a:ext uri="{FF2B5EF4-FFF2-40B4-BE49-F238E27FC236}">
                        <a16:creationId xmlns:a16="http://schemas.microsoft.com/office/drawing/2014/main" id="{AA0A0259-217D-BCBD-748C-84DB7FE740F2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</p:grpSpPr>
                <p:grpSp>
                  <p:nvGrpSpPr>
                    <p:cNvPr id="311" name="Grupo 310">
                      <a:extLst>
                        <a:ext uri="{FF2B5EF4-FFF2-40B4-BE49-F238E27FC236}">
                          <a16:creationId xmlns:a16="http://schemas.microsoft.com/office/drawing/2014/main" id="{D400CD05-1AD0-D9C3-C5B2-D3A4E5DBDE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313" name="Grupo 312">
                        <a:extLst>
                          <a:ext uri="{FF2B5EF4-FFF2-40B4-BE49-F238E27FC236}">
                            <a16:creationId xmlns:a16="http://schemas.microsoft.com/office/drawing/2014/main" id="{9D4B87DC-E31D-BD38-4085-730A3113B1C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p:grpSpPr>
                    <p:sp>
                      <p:nvSpPr>
                        <p:cNvPr id="372" name="Elipse 371">
                          <a:extLst>
                            <a:ext uri="{FF2B5EF4-FFF2-40B4-BE49-F238E27FC236}">
                              <a16:creationId xmlns:a16="http://schemas.microsoft.com/office/drawing/2014/main" id="{D1EE147A-0DEA-E584-58FA-F0FD9CA93E9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373" name="Grupo 372">
                          <a:extLst>
                            <a:ext uri="{FF2B5EF4-FFF2-40B4-BE49-F238E27FC236}">
                              <a16:creationId xmlns:a16="http://schemas.microsoft.com/office/drawing/2014/main" id="{0A0E0EC9-103F-939D-9A7E-CBC19805A84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374" name="Rectángulo 373">
                            <a:extLst>
                              <a:ext uri="{FF2B5EF4-FFF2-40B4-BE49-F238E27FC236}">
                                <a16:creationId xmlns:a16="http://schemas.microsoft.com/office/drawing/2014/main" id="{A87C63E6-0824-C625-3C6F-224282C37A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75" name="Rectángulo 374">
                            <a:extLst>
                              <a:ext uri="{FF2B5EF4-FFF2-40B4-BE49-F238E27FC236}">
                                <a16:creationId xmlns:a16="http://schemas.microsoft.com/office/drawing/2014/main" id="{EB5C684B-E0A6-3623-1C85-CD5B01030D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323" name="Grupo 322">
                        <a:extLst>
                          <a:ext uri="{FF2B5EF4-FFF2-40B4-BE49-F238E27FC236}">
                            <a16:creationId xmlns:a16="http://schemas.microsoft.com/office/drawing/2014/main" id="{6151A9A8-5EF6-9F11-75AD-B7231A9109A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338" name="Grupo 337">
                          <a:extLst>
                            <a:ext uri="{FF2B5EF4-FFF2-40B4-BE49-F238E27FC236}">
                              <a16:creationId xmlns:a16="http://schemas.microsoft.com/office/drawing/2014/main" id="{876E4833-8EB0-8AD0-4E84-22E6C89DA48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358" name="Grupo 357">
                            <a:extLst>
                              <a:ext uri="{FF2B5EF4-FFF2-40B4-BE49-F238E27FC236}">
                                <a16:creationId xmlns:a16="http://schemas.microsoft.com/office/drawing/2014/main" id="{160FC2BC-0C29-5018-94E2-95913BBFE03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364" name="Rectángulo 363">
                              <a:extLst>
                                <a:ext uri="{FF2B5EF4-FFF2-40B4-BE49-F238E27FC236}">
                                  <a16:creationId xmlns:a16="http://schemas.microsoft.com/office/drawing/2014/main" id="{5639722B-FF01-0380-C7DE-8FE361F63C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365" name="Rectángulo 364">
                              <a:extLst>
                                <a:ext uri="{FF2B5EF4-FFF2-40B4-BE49-F238E27FC236}">
                                  <a16:creationId xmlns:a16="http://schemas.microsoft.com/office/drawing/2014/main" id="{1B7355E9-DAB8-F803-4BD6-B69C1936D4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66" name="Marco 365">
                              <a:extLst>
                                <a:ext uri="{FF2B5EF4-FFF2-40B4-BE49-F238E27FC236}">
                                  <a16:creationId xmlns:a16="http://schemas.microsoft.com/office/drawing/2014/main" id="{C9B2D613-D637-E58E-6EF2-DD00A595E7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359" name="Grupo 358">
                            <a:extLst>
                              <a:ext uri="{FF2B5EF4-FFF2-40B4-BE49-F238E27FC236}">
                                <a16:creationId xmlns:a16="http://schemas.microsoft.com/office/drawing/2014/main" id="{76A7F8C4-02A9-B438-EAFD-87177AE3D7D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361" name="Rectángulo 360">
                              <a:extLst>
                                <a:ext uri="{FF2B5EF4-FFF2-40B4-BE49-F238E27FC236}">
                                  <a16:creationId xmlns:a16="http://schemas.microsoft.com/office/drawing/2014/main" id="{16FC8158-5F92-C140-1D85-2DD7BFF75A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62" name="Rectángulo 361">
                              <a:extLst>
                                <a:ext uri="{FF2B5EF4-FFF2-40B4-BE49-F238E27FC236}">
                                  <a16:creationId xmlns:a16="http://schemas.microsoft.com/office/drawing/2014/main" id="{FDAA0294-86A4-D489-E1FE-9F43C60401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63" name="Rectángulo 362">
                              <a:extLst>
                                <a:ext uri="{FF2B5EF4-FFF2-40B4-BE49-F238E27FC236}">
                                  <a16:creationId xmlns:a16="http://schemas.microsoft.com/office/drawing/2014/main" id="{C7341BE0-B3B3-FFB1-FC20-E107113A4C6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354" name="Grupo 353">
                          <a:extLst>
                            <a:ext uri="{FF2B5EF4-FFF2-40B4-BE49-F238E27FC236}">
                              <a16:creationId xmlns:a16="http://schemas.microsoft.com/office/drawing/2014/main" id="{0E84A7B7-EAF1-D13A-D1B0-5B79EB64776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355" name="Rectángulo 354">
                            <a:extLst>
                              <a:ext uri="{FF2B5EF4-FFF2-40B4-BE49-F238E27FC236}">
                                <a16:creationId xmlns:a16="http://schemas.microsoft.com/office/drawing/2014/main" id="{6129564E-CCDB-3130-A095-DC98A86309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356" name="Rectángulo 355">
                            <a:extLst>
                              <a:ext uri="{FF2B5EF4-FFF2-40B4-BE49-F238E27FC236}">
                                <a16:creationId xmlns:a16="http://schemas.microsoft.com/office/drawing/2014/main" id="{F9A2402A-57E9-54C9-2A6C-98FBCF9067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57" name="Rectángulo 356">
                            <a:extLst>
                              <a:ext uri="{FF2B5EF4-FFF2-40B4-BE49-F238E27FC236}">
                                <a16:creationId xmlns:a16="http://schemas.microsoft.com/office/drawing/2014/main" id="{F256285D-5A33-5FD7-B76C-F3575DAD62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312" name="Rectángulo 311">
                      <a:extLst>
                        <a:ext uri="{FF2B5EF4-FFF2-40B4-BE49-F238E27FC236}">
                          <a16:creationId xmlns:a16="http://schemas.microsoft.com/office/drawing/2014/main" id="{C78A5E41-1132-0BE1-6091-F765ED8A4C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pattFill prst="wdDnDiag">
                      <a:fgClr>
                        <a:schemeClr val="bg1"/>
                      </a:fgClr>
                      <a:bgClr>
                        <a:schemeClr val="bg1">
                          <a:lumMod val="65000"/>
                        </a:schemeClr>
                      </a:bgClr>
                    </a:patt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307" name="Grupo 306">
                    <a:extLst>
                      <a:ext uri="{FF2B5EF4-FFF2-40B4-BE49-F238E27FC236}">
                        <a16:creationId xmlns:a16="http://schemas.microsoft.com/office/drawing/2014/main" id="{654FD5A6-528C-915C-40DB-82424369A1FA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3892550"/>
                    <a:ext cx="778309" cy="59708"/>
                    <a:chOff x="5775047" y="3892550"/>
                    <a:chExt cx="778309" cy="59708"/>
                  </a:xfrm>
                </p:grpSpPr>
                <p:sp>
                  <p:nvSpPr>
                    <p:cNvPr id="308" name="Rectángulo 307">
                      <a:extLst>
                        <a:ext uri="{FF2B5EF4-FFF2-40B4-BE49-F238E27FC236}">
                          <a16:creationId xmlns:a16="http://schemas.microsoft.com/office/drawing/2014/main" id="{CE8A5FC9-4FAE-027D-4E88-06B77F8F0AE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09" name="Elipse 308">
                      <a:extLst>
                        <a:ext uri="{FF2B5EF4-FFF2-40B4-BE49-F238E27FC236}">
                          <a16:creationId xmlns:a16="http://schemas.microsoft.com/office/drawing/2014/main" id="{B71341A6-CFB7-1AF9-507B-4A0A624333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10" name="Elipse 309">
                      <a:extLst>
                        <a:ext uri="{FF2B5EF4-FFF2-40B4-BE49-F238E27FC236}">
                          <a16:creationId xmlns:a16="http://schemas.microsoft.com/office/drawing/2014/main" id="{F6132582-8801-F3FB-3450-C0C42EB3DD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  <p:grpSp>
            <p:nvGrpSpPr>
              <p:cNvPr id="5" name="Grupo 4">
                <a:extLst>
                  <a:ext uri="{FF2B5EF4-FFF2-40B4-BE49-F238E27FC236}">
                    <a16:creationId xmlns:a16="http://schemas.microsoft.com/office/drawing/2014/main" id="{4A98F78E-5ECE-FF54-5918-E6B04DCD6570}"/>
                  </a:ext>
                </a:extLst>
              </p:cNvPr>
              <p:cNvGrpSpPr/>
              <p:nvPr/>
            </p:nvGrpSpPr>
            <p:grpSpPr>
              <a:xfrm>
                <a:off x="6229374" y="1881441"/>
                <a:ext cx="1292602" cy="1266043"/>
                <a:chOff x="6229374" y="1881441"/>
                <a:chExt cx="1292602" cy="1266043"/>
              </a:xfrm>
            </p:grpSpPr>
            <p:grpSp>
              <p:nvGrpSpPr>
                <p:cNvPr id="670" name="Grupo 669">
                  <a:extLst>
                    <a:ext uri="{FF2B5EF4-FFF2-40B4-BE49-F238E27FC236}">
                      <a16:creationId xmlns:a16="http://schemas.microsoft.com/office/drawing/2014/main" id="{D668FE55-3A6F-B7F2-4DA0-B8250B57EF9F}"/>
                    </a:ext>
                  </a:extLst>
                </p:cNvPr>
                <p:cNvGrpSpPr/>
                <p:nvPr/>
              </p:nvGrpSpPr>
              <p:grpSpPr>
                <a:xfrm rot="2420597">
                  <a:off x="6229374" y="1881441"/>
                  <a:ext cx="1206568" cy="1266043"/>
                  <a:chOff x="6027038" y="1851040"/>
                  <a:chExt cx="1206568" cy="1266043"/>
                </a:xfrm>
              </p:grpSpPr>
              <p:grpSp>
                <p:nvGrpSpPr>
                  <p:cNvPr id="682" name="Grupo 681">
                    <a:extLst>
                      <a:ext uri="{FF2B5EF4-FFF2-40B4-BE49-F238E27FC236}">
                        <a16:creationId xmlns:a16="http://schemas.microsoft.com/office/drawing/2014/main" id="{B871F59E-2915-576F-E761-F59C7229BF5E}"/>
                      </a:ext>
                    </a:extLst>
                  </p:cNvPr>
                  <p:cNvGrpSpPr/>
                  <p:nvPr/>
                </p:nvGrpSpPr>
                <p:grpSpPr>
                  <a:xfrm>
                    <a:off x="6110545" y="1851040"/>
                    <a:ext cx="1123061" cy="1266043"/>
                    <a:chOff x="6110545" y="1851040"/>
                    <a:chExt cx="1123061" cy="1266043"/>
                  </a:xfrm>
                </p:grpSpPr>
                <p:grpSp>
                  <p:nvGrpSpPr>
                    <p:cNvPr id="684" name="Grupo 683">
                      <a:extLst>
                        <a:ext uri="{FF2B5EF4-FFF2-40B4-BE49-F238E27FC236}">
                          <a16:creationId xmlns:a16="http://schemas.microsoft.com/office/drawing/2014/main" id="{F33DD0DA-AD28-627D-D52C-904AA07AC01A}"/>
                        </a:ext>
                      </a:extLst>
                    </p:cNvPr>
                    <p:cNvGrpSpPr/>
                    <p:nvPr/>
                  </p:nvGrpSpPr>
                  <p:grpSpPr>
                    <a:xfrm rot="18104658">
                      <a:off x="6037386" y="1924199"/>
                      <a:ext cx="1266043" cy="1119726"/>
                      <a:chOff x="5723823" y="1865158"/>
                      <a:chExt cx="2299052" cy="2020668"/>
                    </a:xfrm>
                  </p:grpSpPr>
                  <p:grpSp>
                    <p:nvGrpSpPr>
                      <p:cNvPr id="686" name="Grupo 685">
                        <a:extLst>
                          <a:ext uri="{FF2B5EF4-FFF2-40B4-BE49-F238E27FC236}">
                            <a16:creationId xmlns:a16="http://schemas.microsoft.com/office/drawing/2014/main" id="{925CB3BE-26EC-D6D0-7F45-54D5622A60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3823" y="1865158"/>
                        <a:ext cx="2299052" cy="2020668"/>
                        <a:chOff x="5819210" y="2270542"/>
                        <a:chExt cx="2299052" cy="2020668"/>
                      </a:xfrm>
                      <a:solidFill>
                        <a:schemeClr val="bg1">
                          <a:lumMod val="65000"/>
                        </a:schemeClr>
                      </a:solidFill>
                    </p:grpSpPr>
                    <p:grpSp>
                      <p:nvGrpSpPr>
                        <p:cNvPr id="688" name="Grupo 687">
                          <a:extLst>
                            <a:ext uri="{FF2B5EF4-FFF2-40B4-BE49-F238E27FC236}">
                              <a16:creationId xmlns:a16="http://schemas.microsoft.com/office/drawing/2014/main" id="{EBF79619-D924-2604-0A08-6CCE33D5A70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18647" y="2637133"/>
                          <a:ext cx="2199615" cy="1654077"/>
                          <a:chOff x="5708849" y="2141099"/>
                          <a:chExt cx="2199615" cy="1654077"/>
                        </a:xfrm>
                        <a:grpFill/>
                      </p:grpSpPr>
                      <p:sp>
                        <p:nvSpPr>
                          <p:cNvPr id="690" name="Elipse 689">
                            <a:extLst>
                              <a:ext uri="{FF2B5EF4-FFF2-40B4-BE49-F238E27FC236}">
                                <a16:creationId xmlns:a16="http://schemas.microsoft.com/office/drawing/2014/main" id="{2ED7C8F3-C0F2-A518-7599-09A6566791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691" name="Diagrama de flujo: operación manual 690">
                            <a:extLst>
                              <a:ext uri="{FF2B5EF4-FFF2-40B4-BE49-F238E27FC236}">
                                <a16:creationId xmlns:a16="http://schemas.microsoft.com/office/drawing/2014/main" id="{6E787DC7-0969-A399-9037-672870B641A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689" name="Elipse 688">
                          <a:extLst>
                            <a:ext uri="{FF2B5EF4-FFF2-40B4-BE49-F238E27FC236}">
                              <a16:creationId xmlns:a16="http://schemas.microsoft.com/office/drawing/2014/main" id="{14664593-0E4F-16F2-8357-93CE64C8A0F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687" name="Diagrama de flujo: operación manual 686">
                        <a:extLst>
                          <a:ext uri="{FF2B5EF4-FFF2-40B4-BE49-F238E27FC236}">
                            <a16:creationId xmlns:a16="http://schemas.microsoft.com/office/drawing/2014/main" id="{5A0A6F9D-6191-6EF9-EFAA-1C670FC53615}"/>
                          </a:ext>
                        </a:extLst>
                      </p:cNvPr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19050"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685" name="Elipse 684">
                      <a:extLst>
                        <a:ext uri="{FF2B5EF4-FFF2-40B4-BE49-F238E27FC236}">
                          <a16:creationId xmlns:a16="http://schemas.microsoft.com/office/drawing/2014/main" id="{9FE0AF26-B54D-2EF1-5FD3-ACA1DC253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683" name="Elipse 682">
                    <a:extLst>
                      <a:ext uri="{FF2B5EF4-FFF2-40B4-BE49-F238E27FC236}">
                        <a16:creationId xmlns:a16="http://schemas.microsoft.com/office/drawing/2014/main" id="{5AE2934E-B225-5564-59D3-2499ED8C73B6}"/>
                      </a:ext>
                    </a:extLst>
                  </p:cNvPr>
                  <p:cNvSpPr/>
                  <p:nvPr/>
                </p:nvSpPr>
                <p:spPr>
                  <a:xfrm>
                    <a:off x="6027038" y="2602851"/>
                    <a:ext cx="144000" cy="144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633" name="Elipse 632">
                  <a:extLst>
                    <a:ext uri="{FF2B5EF4-FFF2-40B4-BE49-F238E27FC236}">
                      <a16:creationId xmlns:a16="http://schemas.microsoft.com/office/drawing/2014/main" id="{DD4B5B1A-E316-AA02-4A70-DA725E12A797}"/>
                    </a:ext>
                  </a:extLst>
                </p:cNvPr>
                <p:cNvSpPr/>
                <p:nvPr/>
              </p:nvSpPr>
              <p:spPr>
                <a:xfrm>
                  <a:off x="7413976" y="2713934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518" name="Grupo 517">
              <a:extLst>
                <a:ext uri="{FF2B5EF4-FFF2-40B4-BE49-F238E27FC236}">
                  <a16:creationId xmlns:a16="http://schemas.microsoft.com/office/drawing/2014/main" id="{20CD3EAF-58EA-09DA-936C-3A5CC1674D29}"/>
                </a:ext>
              </a:extLst>
            </p:cNvPr>
            <p:cNvGrpSpPr/>
            <p:nvPr/>
          </p:nvGrpSpPr>
          <p:grpSpPr>
            <a:xfrm flipH="1" flipV="1">
              <a:off x="7021807" y="2220325"/>
              <a:ext cx="2953147" cy="1296773"/>
              <a:chOff x="4568829" y="1881441"/>
              <a:chExt cx="2953147" cy="1296773"/>
            </a:xfrm>
            <a:noFill/>
          </p:grpSpPr>
          <p:grpSp>
            <p:nvGrpSpPr>
              <p:cNvPr id="519" name="Grupo 518">
                <a:extLst>
                  <a:ext uri="{FF2B5EF4-FFF2-40B4-BE49-F238E27FC236}">
                    <a16:creationId xmlns:a16="http://schemas.microsoft.com/office/drawing/2014/main" id="{7AD0EB7E-C3BD-8820-69CA-121FEAA64497}"/>
                  </a:ext>
                </a:extLst>
              </p:cNvPr>
              <p:cNvGrpSpPr/>
              <p:nvPr/>
            </p:nvGrpSpPr>
            <p:grpSpPr>
              <a:xfrm rot="3401511">
                <a:off x="5242470" y="1725517"/>
                <a:ext cx="779056" cy="2126337"/>
                <a:chOff x="5775047" y="2428623"/>
                <a:chExt cx="779056" cy="2126337"/>
              </a:xfrm>
              <a:grpFill/>
            </p:grpSpPr>
            <p:grpSp>
              <p:nvGrpSpPr>
                <p:cNvPr id="533" name="Grupo 532">
                  <a:extLst>
                    <a:ext uri="{FF2B5EF4-FFF2-40B4-BE49-F238E27FC236}">
                      <a16:creationId xmlns:a16="http://schemas.microsoft.com/office/drawing/2014/main" id="{54FCF193-A4C4-5785-77D4-552610345E7F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709555" cy="832699"/>
                  <a:chOff x="5809042" y="3722261"/>
                  <a:chExt cx="709555" cy="832699"/>
                </a:xfrm>
                <a:grpFill/>
              </p:grpSpPr>
              <p:grpSp>
                <p:nvGrpSpPr>
                  <p:cNvPr id="562" name="Grupo 561">
                    <a:extLst>
                      <a:ext uri="{FF2B5EF4-FFF2-40B4-BE49-F238E27FC236}">
                        <a16:creationId xmlns:a16="http://schemas.microsoft.com/office/drawing/2014/main" id="{2E4C826F-FEB7-43FD-49F9-91029A09B8BE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276111" cy="832437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569" name="Grupo 568">
                      <a:extLst>
                        <a:ext uri="{FF2B5EF4-FFF2-40B4-BE49-F238E27FC236}">
                          <a16:creationId xmlns:a16="http://schemas.microsoft.com/office/drawing/2014/main" id="{D8B04F7D-56F8-4316-69C4-DE8A814567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572" name="Rectángulo: esquinas redondeadas 571">
                        <a:extLst>
                          <a:ext uri="{FF2B5EF4-FFF2-40B4-BE49-F238E27FC236}">
                            <a16:creationId xmlns:a16="http://schemas.microsoft.com/office/drawing/2014/main" id="{3D24F6E9-5733-BEAD-C2A7-1B6D772C4D32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73" name="Rectángulo: esquinas redondeadas 572">
                        <a:extLst>
                          <a:ext uri="{FF2B5EF4-FFF2-40B4-BE49-F238E27FC236}">
                            <a16:creationId xmlns:a16="http://schemas.microsoft.com/office/drawing/2014/main" id="{38CA3603-F009-A40A-23FE-A10312951387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570" name="Rectángulo 569">
                      <a:extLst>
                        <a:ext uri="{FF2B5EF4-FFF2-40B4-BE49-F238E27FC236}">
                          <a16:creationId xmlns:a16="http://schemas.microsoft.com/office/drawing/2014/main" id="{079957CF-34DE-A5DF-2367-66344694B43B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71" name="Rectángulo 570">
                      <a:extLst>
                        <a:ext uri="{FF2B5EF4-FFF2-40B4-BE49-F238E27FC236}">
                          <a16:creationId xmlns:a16="http://schemas.microsoft.com/office/drawing/2014/main" id="{3358DA81-330B-4F06-32B0-37F1CED5E21B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563" name="Grupo 562">
                    <a:extLst>
                      <a:ext uri="{FF2B5EF4-FFF2-40B4-BE49-F238E27FC236}">
                        <a16:creationId xmlns:a16="http://schemas.microsoft.com/office/drawing/2014/main" id="{103472FE-3666-D6CA-9C1C-62186C855F0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6242486" y="3722523"/>
                    <a:ext cx="276111" cy="832437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564" name="Grupo 563">
                      <a:extLst>
                        <a:ext uri="{FF2B5EF4-FFF2-40B4-BE49-F238E27FC236}">
                          <a16:creationId xmlns:a16="http://schemas.microsoft.com/office/drawing/2014/main" id="{5197782A-E4EB-4C39-1869-EBCF009633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567" name="Rectángulo: esquinas redondeadas 566">
                        <a:extLst>
                          <a:ext uri="{FF2B5EF4-FFF2-40B4-BE49-F238E27FC236}">
                            <a16:creationId xmlns:a16="http://schemas.microsoft.com/office/drawing/2014/main" id="{CA8C8C37-622A-A18E-4FA3-4F4AC794EAAD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68" name="Rectángulo: esquinas redondeadas 567">
                        <a:extLst>
                          <a:ext uri="{FF2B5EF4-FFF2-40B4-BE49-F238E27FC236}">
                            <a16:creationId xmlns:a16="http://schemas.microsoft.com/office/drawing/2014/main" id="{09F11A2C-138D-0FD1-6803-757FF4DB3433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565" name="Rectángulo 564">
                      <a:extLst>
                        <a:ext uri="{FF2B5EF4-FFF2-40B4-BE49-F238E27FC236}">
                          <a16:creationId xmlns:a16="http://schemas.microsoft.com/office/drawing/2014/main" id="{31A07EEB-AB58-527B-1AEB-B71F003FB3CA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66" name="Rectángulo 565">
                      <a:extLst>
                        <a:ext uri="{FF2B5EF4-FFF2-40B4-BE49-F238E27FC236}">
                          <a16:creationId xmlns:a16="http://schemas.microsoft.com/office/drawing/2014/main" id="{4BF157E5-FD3D-5074-4545-8099DCAE777C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534" name="Grupo 533">
                  <a:extLst>
                    <a:ext uri="{FF2B5EF4-FFF2-40B4-BE49-F238E27FC236}">
                      <a16:creationId xmlns:a16="http://schemas.microsoft.com/office/drawing/2014/main" id="{088CA5E9-5F97-65F3-03B3-F957E86FF0BE}"/>
                    </a:ext>
                  </a:extLst>
                </p:cNvPr>
                <p:cNvGrpSpPr/>
                <p:nvPr/>
              </p:nvGrpSpPr>
              <p:grpSpPr>
                <a:xfrm>
                  <a:off x="5775047" y="2428623"/>
                  <a:ext cx="779056" cy="1666542"/>
                  <a:chOff x="5775047" y="2428623"/>
                  <a:chExt cx="779056" cy="1666542"/>
                </a:xfrm>
                <a:grpFill/>
              </p:grpSpPr>
              <p:grpSp>
                <p:nvGrpSpPr>
                  <p:cNvPr id="535" name="Grupo 534">
                    <a:extLst>
                      <a:ext uri="{FF2B5EF4-FFF2-40B4-BE49-F238E27FC236}">
                        <a16:creationId xmlns:a16="http://schemas.microsoft.com/office/drawing/2014/main" id="{54E4B538-5380-C158-7E8D-54F08C56E8BA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540" name="Grupo 539">
                      <a:extLst>
                        <a:ext uri="{FF2B5EF4-FFF2-40B4-BE49-F238E27FC236}">
                          <a16:creationId xmlns:a16="http://schemas.microsoft.com/office/drawing/2014/main" id="{37314DA2-ED13-6286-A109-2C64739AA2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542" name="Grupo 541">
                        <a:extLst>
                          <a:ext uri="{FF2B5EF4-FFF2-40B4-BE49-F238E27FC236}">
                            <a16:creationId xmlns:a16="http://schemas.microsoft.com/office/drawing/2014/main" id="{9DDE24A4-8104-2BC5-2C52-8814931D591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558" name="Elipse 557">
                          <a:extLst>
                            <a:ext uri="{FF2B5EF4-FFF2-40B4-BE49-F238E27FC236}">
                              <a16:creationId xmlns:a16="http://schemas.microsoft.com/office/drawing/2014/main" id="{2FB81433-7E04-B48E-C1C0-B6BABE93491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559" name="Grupo 558">
                          <a:extLst>
                            <a:ext uri="{FF2B5EF4-FFF2-40B4-BE49-F238E27FC236}">
                              <a16:creationId xmlns:a16="http://schemas.microsoft.com/office/drawing/2014/main" id="{948F656F-032F-3C1A-9219-082F964709A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560" name="Rectángulo 559">
                            <a:extLst>
                              <a:ext uri="{FF2B5EF4-FFF2-40B4-BE49-F238E27FC236}">
                                <a16:creationId xmlns:a16="http://schemas.microsoft.com/office/drawing/2014/main" id="{5ADA9C81-E716-D816-E2C3-B321C54D39F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61" name="Rectángulo 560">
                            <a:extLst>
                              <a:ext uri="{FF2B5EF4-FFF2-40B4-BE49-F238E27FC236}">
                                <a16:creationId xmlns:a16="http://schemas.microsoft.com/office/drawing/2014/main" id="{DB8F5D3B-FFF5-16B6-AB2F-B9C4F1D989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543" name="Grupo 542">
                        <a:extLst>
                          <a:ext uri="{FF2B5EF4-FFF2-40B4-BE49-F238E27FC236}">
                            <a16:creationId xmlns:a16="http://schemas.microsoft.com/office/drawing/2014/main" id="{058DCEBE-D556-5507-F2E8-6D5BEF035CD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544" name="Grupo 543">
                          <a:extLst>
                            <a:ext uri="{FF2B5EF4-FFF2-40B4-BE49-F238E27FC236}">
                              <a16:creationId xmlns:a16="http://schemas.microsoft.com/office/drawing/2014/main" id="{D877804A-A4F0-DBE9-EED1-9C7C6BB8CC8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550" name="Grupo 549">
                            <a:extLst>
                              <a:ext uri="{FF2B5EF4-FFF2-40B4-BE49-F238E27FC236}">
                                <a16:creationId xmlns:a16="http://schemas.microsoft.com/office/drawing/2014/main" id="{4839F12B-26BC-5E8B-AA00-E4F664D2EF6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555" name="Rectángulo 554">
                              <a:extLst>
                                <a:ext uri="{FF2B5EF4-FFF2-40B4-BE49-F238E27FC236}">
                                  <a16:creationId xmlns:a16="http://schemas.microsoft.com/office/drawing/2014/main" id="{574D30E9-657D-9EB2-4BEC-A350DF12F49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556" name="Rectángulo 555">
                              <a:extLst>
                                <a:ext uri="{FF2B5EF4-FFF2-40B4-BE49-F238E27FC236}">
                                  <a16:creationId xmlns:a16="http://schemas.microsoft.com/office/drawing/2014/main" id="{C194C1D7-E482-228F-678B-39459863B96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557" name="Marco 556">
                              <a:extLst>
                                <a:ext uri="{FF2B5EF4-FFF2-40B4-BE49-F238E27FC236}">
                                  <a16:creationId xmlns:a16="http://schemas.microsoft.com/office/drawing/2014/main" id="{9D78C6D8-C613-9C02-4E4F-4FD651F230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551" name="Grupo 550">
                            <a:extLst>
                              <a:ext uri="{FF2B5EF4-FFF2-40B4-BE49-F238E27FC236}">
                                <a16:creationId xmlns:a16="http://schemas.microsoft.com/office/drawing/2014/main" id="{C8129308-7878-1062-E8F5-042E51A96AA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552" name="Rectángulo 551">
                              <a:extLst>
                                <a:ext uri="{FF2B5EF4-FFF2-40B4-BE49-F238E27FC236}">
                                  <a16:creationId xmlns:a16="http://schemas.microsoft.com/office/drawing/2014/main" id="{EBE1F518-C9FA-9DF3-7C52-0772BDC3DB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553" name="Rectángulo 552">
                              <a:extLst>
                                <a:ext uri="{FF2B5EF4-FFF2-40B4-BE49-F238E27FC236}">
                                  <a16:creationId xmlns:a16="http://schemas.microsoft.com/office/drawing/2014/main" id="{9B2FAC1B-42BA-22A9-F806-D5DA7B2D23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554" name="Rectángulo 553">
                              <a:extLst>
                                <a:ext uri="{FF2B5EF4-FFF2-40B4-BE49-F238E27FC236}">
                                  <a16:creationId xmlns:a16="http://schemas.microsoft.com/office/drawing/2014/main" id="{CD2DD62A-8D3C-2B3C-6198-3C71875FCD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546" name="Grupo 545">
                          <a:extLst>
                            <a:ext uri="{FF2B5EF4-FFF2-40B4-BE49-F238E27FC236}">
                              <a16:creationId xmlns:a16="http://schemas.microsoft.com/office/drawing/2014/main" id="{A3E3B6CE-CE87-7E18-5073-4BF1A0222D3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547" name="Rectángulo 546">
                            <a:extLst>
                              <a:ext uri="{FF2B5EF4-FFF2-40B4-BE49-F238E27FC236}">
                                <a16:creationId xmlns:a16="http://schemas.microsoft.com/office/drawing/2014/main" id="{551FADBE-617B-8EFA-4E8D-DF384B16C91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548" name="Rectángulo 547">
                            <a:extLst>
                              <a:ext uri="{FF2B5EF4-FFF2-40B4-BE49-F238E27FC236}">
                                <a16:creationId xmlns:a16="http://schemas.microsoft.com/office/drawing/2014/main" id="{E4448E3F-B3F3-137E-FC18-7B36BCE1478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49" name="Rectángulo 548">
                            <a:extLst>
                              <a:ext uri="{FF2B5EF4-FFF2-40B4-BE49-F238E27FC236}">
                                <a16:creationId xmlns:a16="http://schemas.microsoft.com/office/drawing/2014/main" id="{2E13734E-7E3D-3C55-FD73-A1F3E7FC3ED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541" name="Rectángulo 540">
                      <a:extLst>
                        <a:ext uri="{FF2B5EF4-FFF2-40B4-BE49-F238E27FC236}">
                          <a16:creationId xmlns:a16="http://schemas.microsoft.com/office/drawing/2014/main" id="{6BE09261-7530-5F6F-2DAF-05FE5D7DF4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536" name="Grupo 535">
                    <a:extLst>
                      <a:ext uri="{FF2B5EF4-FFF2-40B4-BE49-F238E27FC236}">
                        <a16:creationId xmlns:a16="http://schemas.microsoft.com/office/drawing/2014/main" id="{1A73941E-4F62-483A-63F3-D27578597E29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3892550"/>
                    <a:ext cx="778309" cy="59708"/>
                    <a:chOff x="5775047" y="3892550"/>
                    <a:chExt cx="778309" cy="59708"/>
                  </a:xfrm>
                  <a:grpFill/>
                </p:grpSpPr>
                <p:sp>
                  <p:nvSpPr>
                    <p:cNvPr id="537" name="Rectángulo 536">
                      <a:extLst>
                        <a:ext uri="{FF2B5EF4-FFF2-40B4-BE49-F238E27FC236}">
                          <a16:creationId xmlns:a16="http://schemas.microsoft.com/office/drawing/2014/main" id="{050B7A4C-ED99-0005-FDC9-1AD75CC010D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38" name="Elipse 537">
                      <a:extLst>
                        <a:ext uri="{FF2B5EF4-FFF2-40B4-BE49-F238E27FC236}">
                          <a16:creationId xmlns:a16="http://schemas.microsoft.com/office/drawing/2014/main" id="{9365882F-0B74-2F84-3F81-C492E22C92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39" name="Elipse 538">
                      <a:extLst>
                        <a:ext uri="{FF2B5EF4-FFF2-40B4-BE49-F238E27FC236}">
                          <a16:creationId xmlns:a16="http://schemas.microsoft.com/office/drawing/2014/main" id="{55F8CE58-C894-0AD4-BAB6-D79A67CFC1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  <p:grpSp>
            <p:nvGrpSpPr>
              <p:cNvPr id="520" name="Grupo 519">
                <a:extLst>
                  <a:ext uri="{FF2B5EF4-FFF2-40B4-BE49-F238E27FC236}">
                    <a16:creationId xmlns:a16="http://schemas.microsoft.com/office/drawing/2014/main" id="{04A19206-CE95-7F7F-DF3C-8109489ED119}"/>
                  </a:ext>
                </a:extLst>
              </p:cNvPr>
              <p:cNvGrpSpPr/>
              <p:nvPr/>
            </p:nvGrpSpPr>
            <p:grpSpPr>
              <a:xfrm>
                <a:off x="6229374" y="1881441"/>
                <a:ext cx="1292602" cy="1266043"/>
                <a:chOff x="6229374" y="1881441"/>
                <a:chExt cx="1292602" cy="1266043"/>
              </a:xfrm>
              <a:grpFill/>
            </p:grpSpPr>
            <p:grpSp>
              <p:nvGrpSpPr>
                <p:cNvPr id="521" name="Grupo 520">
                  <a:extLst>
                    <a:ext uri="{FF2B5EF4-FFF2-40B4-BE49-F238E27FC236}">
                      <a16:creationId xmlns:a16="http://schemas.microsoft.com/office/drawing/2014/main" id="{8A0CBE6F-4CFB-CFC5-8239-3DBE90D10996}"/>
                    </a:ext>
                  </a:extLst>
                </p:cNvPr>
                <p:cNvGrpSpPr/>
                <p:nvPr/>
              </p:nvGrpSpPr>
              <p:grpSpPr>
                <a:xfrm rot="2420597">
                  <a:off x="6229374" y="1881441"/>
                  <a:ext cx="1206568" cy="1266043"/>
                  <a:chOff x="6027038" y="1851040"/>
                  <a:chExt cx="1206568" cy="1266043"/>
                </a:xfrm>
                <a:grpFill/>
              </p:grpSpPr>
              <p:grpSp>
                <p:nvGrpSpPr>
                  <p:cNvPr id="523" name="Grupo 522">
                    <a:extLst>
                      <a:ext uri="{FF2B5EF4-FFF2-40B4-BE49-F238E27FC236}">
                        <a16:creationId xmlns:a16="http://schemas.microsoft.com/office/drawing/2014/main" id="{E143F25A-E5C1-5E8B-0A17-8F876F5BED99}"/>
                      </a:ext>
                    </a:extLst>
                  </p:cNvPr>
                  <p:cNvGrpSpPr/>
                  <p:nvPr/>
                </p:nvGrpSpPr>
                <p:grpSpPr>
                  <a:xfrm>
                    <a:off x="6110545" y="1851040"/>
                    <a:ext cx="1123061" cy="1266043"/>
                    <a:chOff x="6110545" y="1851040"/>
                    <a:chExt cx="1123061" cy="1266043"/>
                  </a:xfrm>
                  <a:grpFill/>
                </p:grpSpPr>
                <p:grpSp>
                  <p:nvGrpSpPr>
                    <p:cNvPr id="525" name="Grupo 524">
                      <a:extLst>
                        <a:ext uri="{FF2B5EF4-FFF2-40B4-BE49-F238E27FC236}">
                          <a16:creationId xmlns:a16="http://schemas.microsoft.com/office/drawing/2014/main" id="{8DB45D1E-D856-F455-5865-6762F84A5E4B}"/>
                        </a:ext>
                      </a:extLst>
                    </p:cNvPr>
                    <p:cNvGrpSpPr/>
                    <p:nvPr/>
                  </p:nvGrpSpPr>
                  <p:grpSpPr>
                    <a:xfrm rot="18104658">
                      <a:off x="6037386" y="1924199"/>
                      <a:ext cx="1266043" cy="1119726"/>
                      <a:chOff x="5723823" y="1865158"/>
                      <a:chExt cx="2299052" cy="2020668"/>
                    </a:xfrm>
                    <a:grpFill/>
                  </p:grpSpPr>
                  <p:grpSp>
                    <p:nvGrpSpPr>
                      <p:cNvPr id="527" name="Grupo 526">
                        <a:extLst>
                          <a:ext uri="{FF2B5EF4-FFF2-40B4-BE49-F238E27FC236}">
                            <a16:creationId xmlns:a16="http://schemas.microsoft.com/office/drawing/2014/main" id="{162668D4-F584-65E4-125B-203D3E0DDD6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3823" y="1865158"/>
                        <a:ext cx="2299052" cy="2020668"/>
                        <a:chOff x="5819210" y="2270542"/>
                        <a:chExt cx="2299052" cy="2020668"/>
                      </a:xfrm>
                      <a:grpFill/>
                    </p:grpSpPr>
                    <p:grpSp>
                      <p:nvGrpSpPr>
                        <p:cNvPr id="529" name="Grupo 528">
                          <a:extLst>
                            <a:ext uri="{FF2B5EF4-FFF2-40B4-BE49-F238E27FC236}">
                              <a16:creationId xmlns:a16="http://schemas.microsoft.com/office/drawing/2014/main" id="{36295C45-F934-DD63-16C4-92995B1673F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18647" y="2637133"/>
                          <a:ext cx="2199615" cy="1654077"/>
                          <a:chOff x="5708849" y="2141099"/>
                          <a:chExt cx="2199615" cy="1654077"/>
                        </a:xfrm>
                        <a:grpFill/>
                      </p:grpSpPr>
                      <p:sp>
                        <p:nvSpPr>
                          <p:cNvPr id="531" name="Elipse 530">
                            <a:extLst>
                              <a:ext uri="{FF2B5EF4-FFF2-40B4-BE49-F238E27FC236}">
                                <a16:creationId xmlns:a16="http://schemas.microsoft.com/office/drawing/2014/main" id="{E9C9315A-3552-DFF5-FC4B-2D5B7150E6B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32" name="Diagrama de flujo: operación manual 531">
                            <a:extLst>
                              <a:ext uri="{FF2B5EF4-FFF2-40B4-BE49-F238E27FC236}">
                                <a16:creationId xmlns:a16="http://schemas.microsoft.com/office/drawing/2014/main" id="{679DF3B6-1DDE-7DD7-89DA-A72BDAFD3F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530" name="Elipse 529">
                          <a:extLst>
                            <a:ext uri="{FF2B5EF4-FFF2-40B4-BE49-F238E27FC236}">
                              <a16:creationId xmlns:a16="http://schemas.microsoft.com/office/drawing/2014/main" id="{753DD361-8C95-FF1E-8816-DD89445748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528" name="Diagrama de flujo: operación manual 527">
                        <a:extLst>
                          <a:ext uri="{FF2B5EF4-FFF2-40B4-BE49-F238E27FC236}">
                            <a16:creationId xmlns:a16="http://schemas.microsoft.com/office/drawing/2014/main" id="{45135584-CF1F-FD78-E782-E9F12D1DF4B2}"/>
                          </a:ext>
                        </a:extLst>
                      </p:cNvPr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526" name="Elipse 525">
                      <a:extLst>
                        <a:ext uri="{FF2B5EF4-FFF2-40B4-BE49-F238E27FC236}">
                          <a16:creationId xmlns:a16="http://schemas.microsoft.com/office/drawing/2014/main" id="{7FDE7E10-460A-96DE-7179-E61A8A6AA9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524" name="Elipse 523">
                    <a:extLst>
                      <a:ext uri="{FF2B5EF4-FFF2-40B4-BE49-F238E27FC236}">
                        <a16:creationId xmlns:a16="http://schemas.microsoft.com/office/drawing/2014/main" id="{416BA5F2-49BD-0D42-6D8B-6C197CC339AF}"/>
                      </a:ext>
                    </a:extLst>
                  </p:cNvPr>
                  <p:cNvSpPr/>
                  <p:nvPr/>
                </p:nvSpPr>
                <p:spPr>
                  <a:xfrm>
                    <a:off x="6027038" y="2602851"/>
                    <a:ext cx="144000" cy="144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522" name="Elipse 521">
                  <a:extLst>
                    <a:ext uri="{FF2B5EF4-FFF2-40B4-BE49-F238E27FC236}">
                      <a16:creationId xmlns:a16="http://schemas.microsoft.com/office/drawing/2014/main" id="{C73BBE88-B506-9E2F-D323-3EE375460D2C}"/>
                    </a:ext>
                  </a:extLst>
                </p:cNvPr>
                <p:cNvSpPr/>
                <p:nvPr/>
              </p:nvSpPr>
              <p:spPr>
                <a:xfrm>
                  <a:off x="7413976" y="2713934"/>
                  <a:ext cx="108000" cy="108000"/>
                </a:xfrm>
                <a:prstGeom prst="ellipse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7912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6" dur="3000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9" dur="3000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10" y="82380"/>
            <a:ext cx="4011517" cy="777846"/>
          </a:xfrm>
        </p:spPr>
        <p:txBody>
          <a:bodyPr>
            <a:noAutofit/>
          </a:bodyPr>
          <a:lstStyle/>
          <a:p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C96F629-8372-E216-72D2-38C0A1BE6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330" y="860226"/>
            <a:ext cx="7675336" cy="57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69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rupo 700">
            <a:extLst>
              <a:ext uri="{FF2B5EF4-FFF2-40B4-BE49-F238E27FC236}">
                <a16:creationId xmlns:a16="http://schemas.microsoft.com/office/drawing/2014/main" id="{62F8B63C-1219-36A9-FA48-9C1E6FC78892}"/>
              </a:ext>
            </a:extLst>
          </p:cNvPr>
          <p:cNvGrpSpPr/>
          <p:nvPr/>
        </p:nvGrpSpPr>
        <p:grpSpPr>
          <a:xfrm rot="14996075">
            <a:off x="5007328" y="2445911"/>
            <a:ext cx="3664993" cy="1391383"/>
            <a:chOff x="4974681" y="1743616"/>
            <a:chExt cx="3664993" cy="1391383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BC1710D-87E2-A573-FD88-20A2E6AB7F8B}"/>
                </a:ext>
              </a:extLst>
            </p:cNvPr>
            <p:cNvGrpSpPr/>
            <p:nvPr/>
          </p:nvGrpSpPr>
          <p:grpSpPr>
            <a:xfrm>
              <a:off x="4974681" y="1743616"/>
              <a:ext cx="2126339" cy="929952"/>
              <a:chOff x="4478441" y="1980580"/>
              <a:chExt cx="2126339" cy="929952"/>
            </a:xfrm>
          </p:grpSpPr>
          <p:grpSp>
            <p:nvGrpSpPr>
              <p:cNvPr id="545" name="Grupo 544">
                <a:extLst>
                  <a:ext uri="{FF2B5EF4-FFF2-40B4-BE49-F238E27FC236}">
                    <a16:creationId xmlns:a16="http://schemas.microsoft.com/office/drawing/2014/main" id="{473A5C26-F08D-8C1A-C318-A7331B162030}"/>
                  </a:ext>
                </a:extLst>
              </p:cNvPr>
              <p:cNvGrpSpPr/>
              <p:nvPr/>
            </p:nvGrpSpPr>
            <p:grpSpPr>
              <a:xfrm rot="6713015">
                <a:off x="5152083" y="1306938"/>
                <a:ext cx="779056" cy="2126339"/>
                <a:chOff x="5775047" y="2428621"/>
                <a:chExt cx="779056" cy="2126339"/>
              </a:xfrm>
            </p:grpSpPr>
            <p:grpSp>
              <p:nvGrpSpPr>
                <p:cNvPr id="304" name="Grupo 303">
                  <a:extLst>
                    <a:ext uri="{FF2B5EF4-FFF2-40B4-BE49-F238E27FC236}">
                      <a16:creationId xmlns:a16="http://schemas.microsoft.com/office/drawing/2014/main" id="{FEB1CB6C-CFAD-0D36-8B64-B4BF8FA8C11F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709555" cy="832699"/>
                  <a:chOff x="5809042" y="3722261"/>
                  <a:chExt cx="709555" cy="832699"/>
                </a:xfrm>
              </p:grpSpPr>
              <p:grpSp>
                <p:nvGrpSpPr>
                  <p:cNvPr id="376" name="Grupo 375">
                    <a:extLst>
                      <a:ext uri="{FF2B5EF4-FFF2-40B4-BE49-F238E27FC236}">
                        <a16:creationId xmlns:a16="http://schemas.microsoft.com/office/drawing/2014/main" id="{B5882533-2718-3584-E8A5-7CC2ACB34C37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276111" cy="832437"/>
                    <a:chOff x="5809042" y="3722261"/>
                    <a:chExt cx="276111" cy="832437"/>
                  </a:xfrm>
                </p:grpSpPr>
                <p:grpSp>
                  <p:nvGrpSpPr>
                    <p:cNvPr id="579" name="Grupo 578">
                      <a:extLst>
                        <a:ext uri="{FF2B5EF4-FFF2-40B4-BE49-F238E27FC236}">
                          <a16:creationId xmlns:a16="http://schemas.microsoft.com/office/drawing/2014/main" id="{D92E2783-818E-A372-A681-17C633602E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</p:grpSpPr>
                  <p:sp>
                    <p:nvSpPr>
                      <p:cNvPr id="582" name="Rectángulo: esquinas redondeadas 581">
                        <a:extLst>
                          <a:ext uri="{FF2B5EF4-FFF2-40B4-BE49-F238E27FC236}">
                            <a16:creationId xmlns:a16="http://schemas.microsoft.com/office/drawing/2014/main" id="{89FBDCBC-F58E-3E08-8DA4-B1F6F727AE2E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83" name="Rectángulo: esquinas redondeadas 582">
                        <a:extLst>
                          <a:ext uri="{FF2B5EF4-FFF2-40B4-BE49-F238E27FC236}">
                            <a16:creationId xmlns:a16="http://schemas.microsoft.com/office/drawing/2014/main" id="{91ECF6DA-570D-2A2E-F62C-6E73D61C5133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580" name="Rectángulo 579">
                      <a:extLst>
                        <a:ext uri="{FF2B5EF4-FFF2-40B4-BE49-F238E27FC236}">
                          <a16:creationId xmlns:a16="http://schemas.microsoft.com/office/drawing/2014/main" id="{D8B9E3E9-F01E-7748-6739-363821254098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81" name="Rectángulo 580">
                      <a:extLst>
                        <a:ext uri="{FF2B5EF4-FFF2-40B4-BE49-F238E27FC236}">
                          <a16:creationId xmlns:a16="http://schemas.microsoft.com/office/drawing/2014/main" id="{53BA13D4-B75E-1B23-6D16-F1E183FAC8A0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377" name="Grupo 376">
                    <a:extLst>
                      <a:ext uri="{FF2B5EF4-FFF2-40B4-BE49-F238E27FC236}">
                        <a16:creationId xmlns:a16="http://schemas.microsoft.com/office/drawing/2014/main" id="{47E9474E-4180-BBB6-31BB-6D788325225B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6242486" y="3722523"/>
                    <a:ext cx="276111" cy="832437"/>
                    <a:chOff x="5809042" y="3722261"/>
                    <a:chExt cx="276111" cy="832437"/>
                  </a:xfrm>
                </p:grpSpPr>
                <p:grpSp>
                  <p:nvGrpSpPr>
                    <p:cNvPr id="378" name="Grupo 377">
                      <a:extLst>
                        <a:ext uri="{FF2B5EF4-FFF2-40B4-BE49-F238E27FC236}">
                          <a16:creationId xmlns:a16="http://schemas.microsoft.com/office/drawing/2014/main" id="{86A1C17C-FFA0-3C07-78DC-B649BE6F76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</p:grpSpPr>
                  <p:sp>
                    <p:nvSpPr>
                      <p:cNvPr id="577" name="Rectángulo: esquinas redondeadas 576">
                        <a:extLst>
                          <a:ext uri="{FF2B5EF4-FFF2-40B4-BE49-F238E27FC236}">
                            <a16:creationId xmlns:a16="http://schemas.microsoft.com/office/drawing/2014/main" id="{1CEA27EE-B200-CEE3-0791-55AE5C6F3FD5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78" name="Rectángulo: esquinas redondeadas 577">
                        <a:extLst>
                          <a:ext uri="{FF2B5EF4-FFF2-40B4-BE49-F238E27FC236}">
                            <a16:creationId xmlns:a16="http://schemas.microsoft.com/office/drawing/2014/main" id="{945F3A3B-FF27-BB1D-B02C-9BE206C2DBF6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407" name="Rectángulo 406">
                      <a:extLst>
                        <a:ext uri="{FF2B5EF4-FFF2-40B4-BE49-F238E27FC236}">
                          <a16:creationId xmlns:a16="http://schemas.microsoft.com/office/drawing/2014/main" id="{8A063DE5-1B8D-373C-04F1-1240276F6877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76" name="Rectángulo 575">
                      <a:extLst>
                        <a:ext uri="{FF2B5EF4-FFF2-40B4-BE49-F238E27FC236}">
                          <a16:creationId xmlns:a16="http://schemas.microsoft.com/office/drawing/2014/main" id="{319A9D20-E207-509C-2FC5-69D8E0D1C295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305" name="Grupo 304">
                  <a:extLst>
                    <a:ext uri="{FF2B5EF4-FFF2-40B4-BE49-F238E27FC236}">
                      <a16:creationId xmlns:a16="http://schemas.microsoft.com/office/drawing/2014/main" id="{B393EEAF-658C-1106-3D41-20C123F0FEA9}"/>
                    </a:ext>
                  </a:extLst>
                </p:cNvPr>
                <p:cNvGrpSpPr/>
                <p:nvPr/>
              </p:nvGrpSpPr>
              <p:grpSpPr>
                <a:xfrm>
                  <a:off x="5775047" y="2428621"/>
                  <a:ext cx="779056" cy="1666544"/>
                  <a:chOff x="5775047" y="2428621"/>
                  <a:chExt cx="779056" cy="1666544"/>
                </a:xfrm>
              </p:grpSpPr>
              <p:grpSp>
                <p:nvGrpSpPr>
                  <p:cNvPr id="306" name="Grupo 305">
                    <a:extLst>
                      <a:ext uri="{FF2B5EF4-FFF2-40B4-BE49-F238E27FC236}">
                        <a16:creationId xmlns:a16="http://schemas.microsoft.com/office/drawing/2014/main" id="{AA0A0259-217D-BCBD-748C-84DB7FE740F2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1"/>
                    <a:ext cx="778396" cy="1666544"/>
                    <a:chOff x="5775707" y="2428621"/>
                    <a:chExt cx="778396" cy="1666544"/>
                  </a:xfrm>
                </p:grpSpPr>
                <p:grpSp>
                  <p:nvGrpSpPr>
                    <p:cNvPr id="311" name="Grupo 310">
                      <a:extLst>
                        <a:ext uri="{FF2B5EF4-FFF2-40B4-BE49-F238E27FC236}">
                          <a16:creationId xmlns:a16="http://schemas.microsoft.com/office/drawing/2014/main" id="{D400CD05-1AD0-D9C3-C5B2-D3A4E5DBDE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1"/>
                      <a:ext cx="778396" cy="1321609"/>
                      <a:chOff x="5728098" y="3524077"/>
                      <a:chExt cx="778396" cy="1321609"/>
                    </a:xfrm>
                  </p:grpSpPr>
                  <p:grpSp>
                    <p:nvGrpSpPr>
                      <p:cNvPr id="313" name="Grupo 312">
                        <a:extLst>
                          <a:ext uri="{FF2B5EF4-FFF2-40B4-BE49-F238E27FC236}">
                            <a16:creationId xmlns:a16="http://schemas.microsoft.com/office/drawing/2014/main" id="{9D4B87DC-E31D-BD38-4085-730A3113B1C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6" y="3524077"/>
                        <a:ext cx="468000" cy="773096"/>
                        <a:chOff x="5755917" y="3285422"/>
                        <a:chExt cx="468000" cy="773096"/>
                      </a:xfr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p:grpSpPr>
                    <p:sp>
                      <p:nvSpPr>
                        <p:cNvPr id="372" name="Elipse 371">
                          <a:extLst>
                            <a:ext uri="{FF2B5EF4-FFF2-40B4-BE49-F238E27FC236}">
                              <a16:creationId xmlns:a16="http://schemas.microsoft.com/office/drawing/2014/main" id="{D1EE147A-0DEA-E584-58FA-F0FD9CA93E9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7" y="3285422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373" name="Grupo 372">
                          <a:extLst>
                            <a:ext uri="{FF2B5EF4-FFF2-40B4-BE49-F238E27FC236}">
                              <a16:creationId xmlns:a16="http://schemas.microsoft.com/office/drawing/2014/main" id="{0A0E0EC9-103F-939D-9A7E-CBC19805A84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374" name="Rectángulo 373">
                            <a:extLst>
                              <a:ext uri="{FF2B5EF4-FFF2-40B4-BE49-F238E27FC236}">
                                <a16:creationId xmlns:a16="http://schemas.microsoft.com/office/drawing/2014/main" id="{A87C63E6-0824-C625-3C6F-224282C37A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75" name="Rectángulo 374">
                            <a:extLst>
                              <a:ext uri="{FF2B5EF4-FFF2-40B4-BE49-F238E27FC236}">
                                <a16:creationId xmlns:a16="http://schemas.microsoft.com/office/drawing/2014/main" id="{EB5C684B-E0A6-3623-1C85-CD5B01030D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323" name="Grupo 322">
                        <a:extLst>
                          <a:ext uri="{FF2B5EF4-FFF2-40B4-BE49-F238E27FC236}">
                            <a16:creationId xmlns:a16="http://schemas.microsoft.com/office/drawing/2014/main" id="{6151A9A8-5EF6-9F11-75AD-B7231A9109A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338" name="Grupo 337">
                          <a:extLst>
                            <a:ext uri="{FF2B5EF4-FFF2-40B4-BE49-F238E27FC236}">
                              <a16:creationId xmlns:a16="http://schemas.microsoft.com/office/drawing/2014/main" id="{876E4833-8EB0-8AD0-4E84-22E6C89DA48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358" name="Grupo 357">
                            <a:extLst>
                              <a:ext uri="{FF2B5EF4-FFF2-40B4-BE49-F238E27FC236}">
                                <a16:creationId xmlns:a16="http://schemas.microsoft.com/office/drawing/2014/main" id="{160FC2BC-0C29-5018-94E2-95913BBFE03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364" name="Rectángulo 363">
                              <a:extLst>
                                <a:ext uri="{FF2B5EF4-FFF2-40B4-BE49-F238E27FC236}">
                                  <a16:creationId xmlns:a16="http://schemas.microsoft.com/office/drawing/2014/main" id="{5639722B-FF01-0380-C7DE-8FE361F63C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365" name="Rectángulo 364">
                              <a:extLst>
                                <a:ext uri="{FF2B5EF4-FFF2-40B4-BE49-F238E27FC236}">
                                  <a16:creationId xmlns:a16="http://schemas.microsoft.com/office/drawing/2014/main" id="{1B7355E9-DAB8-F803-4BD6-B69C1936D4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66" name="Marco 365">
                              <a:extLst>
                                <a:ext uri="{FF2B5EF4-FFF2-40B4-BE49-F238E27FC236}">
                                  <a16:creationId xmlns:a16="http://schemas.microsoft.com/office/drawing/2014/main" id="{C9B2D613-D637-E58E-6EF2-DD00A595E7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359" name="Grupo 358">
                            <a:extLst>
                              <a:ext uri="{FF2B5EF4-FFF2-40B4-BE49-F238E27FC236}">
                                <a16:creationId xmlns:a16="http://schemas.microsoft.com/office/drawing/2014/main" id="{76A7F8C4-02A9-B438-EAFD-87177AE3D7D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361" name="Rectángulo 360">
                              <a:extLst>
                                <a:ext uri="{FF2B5EF4-FFF2-40B4-BE49-F238E27FC236}">
                                  <a16:creationId xmlns:a16="http://schemas.microsoft.com/office/drawing/2014/main" id="{16FC8158-5F92-C140-1D85-2DD7BFF75A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62" name="Rectángulo 361">
                              <a:extLst>
                                <a:ext uri="{FF2B5EF4-FFF2-40B4-BE49-F238E27FC236}">
                                  <a16:creationId xmlns:a16="http://schemas.microsoft.com/office/drawing/2014/main" id="{FDAA0294-86A4-D489-E1FE-9F43C60401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63" name="Rectángulo 362">
                              <a:extLst>
                                <a:ext uri="{FF2B5EF4-FFF2-40B4-BE49-F238E27FC236}">
                                  <a16:creationId xmlns:a16="http://schemas.microsoft.com/office/drawing/2014/main" id="{C7341BE0-B3B3-FFB1-FC20-E107113A4C6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354" name="Grupo 353">
                          <a:extLst>
                            <a:ext uri="{FF2B5EF4-FFF2-40B4-BE49-F238E27FC236}">
                              <a16:creationId xmlns:a16="http://schemas.microsoft.com/office/drawing/2014/main" id="{0E84A7B7-EAF1-D13A-D1B0-5B79EB64776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355" name="Rectángulo 354">
                            <a:extLst>
                              <a:ext uri="{FF2B5EF4-FFF2-40B4-BE49-F238E27FC236}">
                                <a16:creationId xmlns:a16="http://schemas.microsoft.com/office/drawing/2014/main" id="{6129564E-CCDB-3130-A095-DC98A86309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356" name="Rectángulo 355">
                            <a:extLst>
                              <a:ext uri="{FF2B5EF4-FFF2-40B4-BE49-F238E27FC236}">
                                <a16:creationId xmlns:a16="http://schemas.microsoft.com/office/drawing/2014/main" id="{F9A2402A-57E9-54C9-2A6C-98FBCF9067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57" name="Rectángulo 356">
                            <a:extLst>
                              <a:ext uri="{FF2B5EF4-FFF2-40B4-BE49-F238E27FC236}">
                                <a16:creationId xmlns:a16="http://schemas.microsoft.com/office/drawing/2014/main" id="{F256285D-5A33-5FD7-B76C-F3575DAD62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312" name="Rectángulo 311">
                      <a:extLst>
                        <a:ext uri="{FF2B5EF4-FFF2-40B4-BE49-F238E27FC236}">
                          <a16:creationId xmlns:a16="http://schemas.microsoft.com/office/drawing/2014/main" id="{C78A5E41-1132-0BE1-6091-F765ED8A4C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pattFill prst="wdDnDiag">
                      <a:fgClr>
                        <a:schemeClr val="bg1"/>
                      </a:fgClr>
                      <a:bgClr>
                        <a:schemeClr val="bg1">
                          <a:lumMod val="65000"/>
                        </a:schemeClr>
                      </a:bgClr>
                    </a:patt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307" name="Grupo 306">
                    <a:extLst>
                      <a:ext uri="{FF2B5EF4-FFF2-40B4-BE49-F238E27FC236}">
                        <a16:creationId xmlns:a16="http://schemas.microsoft.com/office/drawing/2014/main" id="{654FD5A6-528C-915C-40DB-82424369A1FA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3892550"/>
                    <a:ext cx="778309" cy="59708"/>
                    <a:chOff x="5775047" y="3892550"/>
                    <a:chExt cx="778309" cy="59708"/>
                  </a:xfrm>
                </p:grpSpPr>
                <p:sp>
                  <p:nvSpPr>
                    <p:cNvPr id="308" name="Rectángulo 307">
                      <a:extLst>
                        <a:ext uri="{FF2B5EF4-FFF2-40B4-BE49-F238E27FC236}">
                          <a16:creationId xmlns:a16="http://schemas.microsoft.com/office/drawing/2014/main" id="{CE8A5FC9-4FAE-027D-4E88-06B77F8F0AE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09" name="Elipse 308">
                      <a:extLst>
                        <a:ext uri="{FF2B5EF4-FFF2-40B4-BE49-F238E27FC236}">
                          <a16:creationId xmlns:a16="http://schemas.microsoft.com/office/drawing/2014/main" id="{B71341A6-CFB7-1AF9-507B-4A0A624333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10" name="Elipse 309">
                      <a:extLst>
                        <a:ext uri="{FF2B5EF4-FFF2-40B4-BE49-F238E27FC236}">
                          <a16:creationId xmlns:a16="http://schemas.microsoft.com/office/drawing/2014/main" id="{F6132582-8801-F3FB-3450-C0C42EB3DD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CB4B4983-747C-8815-31A0-35231F7C002F}"/>
                  </a:ext>
                </a:extLst>
              </p:cNvPr>
              <p:cNvSpPr/>
              <p:nvPr/>
            </p:nvSpPr>
            <p:spPr>
              <a:xfrm rot="13525224">
                <a:off x="6394111" y="2512319"/>
                <a:ext cx="126153" cy="7441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4344919A-6CBF-864D-EE7A-79FBC0003840}"/>
                  </a:ext>
                </a:extLst>
              </p:cNvPr>
              <p:cNvSpPr/>
              <p:nvPr/>
            </p:nvSpPr>
            <p:spPr>
              <a:xfrm rot="21264464">
                <a:off x="6269129" y="2836116"/>
                <a:ext cx="126153" cy="7441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514" name="Grupo 513">
              <a:extLst>
                <a:ext uri="{FF2B5EF4-FFF2-40B4-BE49-F238E27FC236}">
                  <a16:creationId xmlns:a16="http://schemas.microsoft.com/office/drawing/2014/main" id="{E1C8EDC8-FC6E-B551-397B-DDBCEF351E9E}"/>
                </a:ext>
              </a:extLst>
            </p:cNvPr>
            <p:cNvGrpSpPr/>
            <p:nvPr/>
          </p:nvGrpSpPr>
          <p:grpSpPr>
            <a:xfrm flipH="1" flipV="1">
              <a:off x="6513337" y="2285365"/>
              <a:ext cx="2126337" cy="849634"/>
              <a:chOff x="4478442" y="1980580"/>
              <a:chExt cx="2126337" cy="849634"/>
            </a:xfrm>
            <a:noFill/>
          </p:grpSpPr>
          <p:grpSp>
            <p:nvGrpSpPr>
              <p:cNvPr id="515" name="Grupo 514">
                <a:extLst>
                  <a:ext uri="{FF2B5EF4-FFF2-40B4-BE49-F238E27FC236}">
                    <a16:creationId xmlns:a16="http://schemas.microsoft.com/office/drawing/2014/main" id="{70BCEE07-D751-4893-002C-EE491DFBD909}"/>
                  </a:ext>
                </a:extLst>
              </p:cNvPr>
              <p:cNvGrpSpPr/>
              <p:nvPr/>
            </p:nvGrpSpPr>
            <p:grpSpPr>
              <a:xfrm rot="6713015">
                <a:off x="5152083" y="1306939"/>
                <a:ext cx="779056" cy="2126337"/>
                <a:chOff x="5775047" y="2428623"/>
                <a:chExt cx="779056" cy="2126337"/>
              </a:xfrm>
              <a:grpFill/>
            </p:grpSpPr>
            <p:grpSp>
              <p:nvGrpSpPr>
                <p:cNvPr id="584" name="Grupo 583">
                  <a:extLst>
                    <a:ext uri="{FF2B5EF4-FFF2-40B4-BE49-F238E27FC236}">
                      <a16:creationId xmlns:a16="http://schemas.microsoft.com/office/drawing/2014/main" id="{C0C45ED9-81D5-4771-8243-4A372FA72881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709555" cy="832699"/>
                  <a:chOff x="5809042" y="3722261"/>
                  <a:chExt cx="709555" cy="832699"/>
                </a:xfrm>
                <a:grpFill/>
              </p:grpSpPr>
              <p:grpSp>
                <p:nvGrpSpPr>
                  <p:cNvPr id="679" name="Grupo 678">
                    <a:extLst>
                      <a:ext uri="{FF2B5EF4-FFF2-40B4-BE49-F238E27FC236}">
                        <a16:creationId xmlns:a16="http://schemas.microsoft.com/office/drawing/2014/main" id="{7A346287-E056-629C-8B95-D3EEC64BBA0A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276111" cy="832437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696" name="Grupo 695">
                      <a:extLst>
                        <a:ext uri="{FF2B5EF4-FFF2-40B4-BE49-F238E27FC236}">
                          <a16:creationId xmlns:a16="http://schemas.microsoft.com/office/drawing/2014/main" id="{DAAF4497-F533-0CEC-CF2B-FE265F3593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699" name="Rectángulo: esquinas redondeadas 698">
                        <a:extLst>
                          <a:ext uri="{FF2B5EF4-FFF2-40B4-BE49-F238E27FC236}">
                            <a16:creationId xmlns:a16="http://schemas.microsoft.com/office/drawing/2014/main" id="{4310C0C9-E803-6803-01B0-299A84092E58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700" name="Rectángulo: esquinas redondeadas 699">
                        <a:extLst>
                          <a:ext uri="{FF2B5EF4-FFF2-40B4-BE49-F238E27FC236}">
                            <a16:creationId xmlns:a16="http://schemas.microsoft.com/office/drawing/2014/main" id="{D6B8C5B7-C1D3-6F59-2A9E-0CCCD84FBE28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697" name="Rectángulo 696">
                      <a:extLst>
                        <a:ext uri="{FF2B5EF4-FFF2-40B4-BE49-F238E27FC236}">
                          <a16:creationId xmlns:a16="http://schemas.microsoft.com/office/drawing/2014/main" id="{788863DB-0771-997B-BEE6-1DFAAFAB31B2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98" name="Rectángulo 697">
                      <a:extLst>
                        <a:ext uri="{FF2B5EF4-FFF2-40B4-BE49-F238E27FC236}">
                          <a16:creationId xmlns:a16="http://schemas.microsoft.com/office/drawing/2014/main" id="{241990AD-82C7-DC11-208E-871283569832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680" name="Grupo 679">
                    <a:extLst>
                      <a:ext uri="{FF2B5EF4-FFF2-40B4-BE49-F238E27FC236}">
                        <a16:creationId xmlns:a16="http://schemas.microsoft.com/office/drawing/2014/main" id="{C957186C-EE7B-9EE4-426C-EB71B443BDAD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6242486" y="3722523"/>
                    <a:ext cx="276111" cy="832437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681" name="Grupo 680">
                      <a:extLst>
                        <a:ext uri="{FF2B5EF4-FFF2-40B4-BE49-F238E27FC236}">
                          <a16:creationId xmlns:a16="http://schemas.microsoft.com/office/drawing/2014/main" id="{891100D5-ABC4-5C5C-6402-7265AD34EB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694" name="Rectángulo: esquinas redondeadas 693">
                        <a:extLst>
                          <a:ext uri="{FF2B5EF4-FFF2-40B4-BE49-F238E27FC236}">
                            <a16:creationId xmlns:a16="http://schemas.microsoft.com/office/drawing/2014/main" id="{DF9A8F2F-F9DF-7B9B-ED46-B5959A73F56A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695" name="Rectángulo: esquinas redondeadas 694">
                        <a:extLst>
                          <a:ext uri="{FF2B5EF4-FFF2-40B4-BE49-F238E27FC236}">
                            <a16:creationId xmlns:a16="http://schemas.microsoft.com/office/drawing/2014/main" id="{C4A78207-7AC3-5668-3B4B-3762FB0B761C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692" name="Rectángulo 691">
                      <a:extLst>
                        <a:ext uri="{FF2B5EF4-FFF2-40B4-BE49-F238E27FC236}">
                          <a16:creationId xmlns:a16="http://schemas.microsoft.com/office/drawing/2014/main" id="{C17DE90A-0E86-D0CB-8856-B55D6FA29441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93" name="Rectángulo 692">
                      <a:extLst>
                        <a:ext uri="{FF2B5EF4-FFF2-40B4-BE49-F238E27FC236}">
                          <a16:creationId xmlns:a16="http://schemas.microsoft.com/office/drawing/2014/main" id="{B57BAC4B-D6CD-69F4-54DD-08044ED17579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586" name="Grupo 585">
                  <a:extLst>
                    <a:ext uri="{FF2B5EF4-FFF2-40B4-BE49-F238E27FC236}">
                      <a16:creationId xmlns:a16="http://schemas.microsoft.com/office/drawing/2014/main" id="{22125F82-1DEA-E439-2AB4-4D0B46C10CFD}"/>
                    </a:ext>
                  </a:extLst>
                </p:cNvPr>
                <p:cNvGrpSpPr/>
                <p:nvPr/>
              </p:nvGrpSpPr>
              <p:grpSpPr>
                <a:xfrm>
                  <a:off x="5775047" y="2428623"/>
                  <a:ext cx="779056" cy="1666542"/>
                  <a:chOff x="5775047" y="2428623"/>
                  <a:chExt cx="779056" cy="1666542"/>
                </a:xfrm>
                <a:grpFill/>
              </p:grpSpPr>
              <p:grpSp>
                <p:nvGrpSpPr>
                  <p:cNvPr id="587" name="Grupo 586">
                    <a:extLst>
                      <a:ext uri="{FF2B5EF4-FFF2-40B4-BE49-F238E27FC236}">
                        <a16:creationId xmlns:a16="http://schemas.microsoft.com/office/drawing/2014/main" id="{D305A31A-015B-B3C2-30EE-BCC75544413E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592" name="Grupo 591">
                      <a:extLst>
                        <a:ext uri="{FF2B5EF4-FFF2-40B4-BE49-F238E27FC236}">
                          <a16:creationId xmlns:a16="http://schemas.microsoft.com/office/drawing/2014/main" id="{A2546425-D7F2-A648-C302-0FF74CC546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626" name="Grupo 625">
                        <a:extLst>
                          <a:ext uri="{FF2B5EF4-FFF2-40B4-BE49-F238E27FC236}">
                            <a16:creationId xmlns:a16="http://schemas.microsoft.com/office/drawing/2014/main" id="{45F4203C-6836-FC60-B61B-9745F0BD28B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675" name="Elipse 674">
                          <a:extLst>
                            <a:ext uri="{FF2B5EF4-FFF2-40B4-BE49-F238E27FC236}">
                              <a16:creationId xmlns:a16="http://schemas.microsoft.com/office/drawing/2014/main" id="{E6AD1838-BEBC-D5CA-BAC3-146D4DE82D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676" name="Grupo 675">
                          <a:extLst>
                            <a:ext uri="{FF2B5EF4-FFF2-40B4-BE49-F238E27FC236}">
                              <a16:creationId xmlns:a16="http://schemas.microsoft.com/office/drawing/2014/main" id="{555D2044-8EFD-E431-63E3-2680D25E4C9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677" name="Rectángulo 676">
                            <a:extLst>
                              <a:ext uri="{FF2B5EF4-FFF2-40B4-BE49-F238E27FC236}">
                                <a16:creationId xmlns:a16="http://schemas.microsoft.com/office/drawing/2014/main" id="{978A12B9-1DE5-224F-CAE0-6CF34BB852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678" name="Rectángulo 677">
                            <a:extLst>
                              <a:ext uri="{FF2B5EF4-FFF2-40B4-BE49-F238E27FC236}">
                                <a16:creationId xmlns:a16="http://schemas.microsoft.com/office/drawing/2014/main" id="{1F6D1524-C6E3-1AE6-C611-4C0A87C7307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627" name="Grupo 626">
                        <a:extLst>
                          <a:ext uri="{FF2B5EF4-FFF2-40B4-BE49-F238E27FC236}">
                            <a16:creationId xmlns:a16="http://schemas.microsoft.com/office/drawing/2014/main" id="{26A6637A-C321-AF15-122E-80A125B27A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628" name="Grupo 627">
                          <a:extLst>
                            <a:ext uri="{FF2B5EF4-FFF2-40B4-BE49-F238E27FC236}">
                              <a16:creationId xmlns:a16="http://schemas.microsoft.com/office/drawing/2014/main" id="{7A691B5A-3D19-B426-5750-65D27F0E4E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634" name="Grupo 633">
                            <a:extLst>
                              <a:ext uri="{FF2B5EF4-FFF2-40B4-BE49-F238E27FC236}">
                                <a16:creationId xmlns:a16="http://schemas.microsoft.com/office/drawing/2014/main" id="{F44188C3-D829-5D06-1A99-6500A93DE61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672" name="Rectángulo 671">
                              <a:extLst>
                                <a:ext uri="{FF2B5EF4-FFF2-40B4-BE49-F238E27FC236}">
                                  <a16:creationId xmlns:a16="http://schemas.microsoft.com/office/drawing/2014/main" id="{89CC5086-5306-B6F2-271C-D0CB58CB49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673" name="Rectángulo 672">
                              <a:extLst>
                                <a:ext uri="{FF2B5EF4-FFF2-40B4-BE49-F238E27FC236}">
                                  <a16:creationId xmlns:a16="http://schemas.microsoft.com/office/drawing/2014/main" id="{3611111A-C5BA-34E9-DABF-8D66B373EF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674" name="Marco 673">
                              <a:extLst>
                                <a:ext uri="{FF2B5EF4-FFF2-40B4-BE49-F238E27FC236}">
                                  <a16:creationId xmlns:a16="http://schemas.microsoft.com/office/drawing/2014/main" id="{B39EDF36-25C3-B515-38E8-4A6C58B4A6E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35" name="Grupo 634">
                            <a:extLst>
                              <a:ext uri="{FF2B5EF4-FFF2-40B4-BE49-F238E27FC236}">
                                <a16:creationId xmlns:a16="http://schemas.microsoft.com/office/drawing/2014/main" id="{0FB1B1D6-9570-B2BD-B084-6DFA9B69C66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636" name="Rectángulo 635">
                              <a:extLst>
                                <a:ext uri="{FF2B5EF4-FFF2-40B4-BE49-F238E27FC236}">
                                  <a16:creationId xmlns:a16="http://schemas.microsoft.com/office/drawing/2014/main" id="{856C567B-CCC8-F022-F374-DC4B273D32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669" name="Rectángulo 668">
                              <a:extLst>
                                <a:ext uri="{FF2B5EF4-FFF2-40B4-BE49-F238E27FC236}">
                                  <a16:creationId xmlns:a16="http://schemas.microsoft.com/office/drawing/2014/main" id="{DA2514A5-48BE-F104-06A3-68B75144ABB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671" name="Rectángulo 670">
                              <a:extLst>
                                <a:ext uri="{FF2B5EF4-FFF2-40B4-BE49-F238E27FC236}">
                                  <a16:creationId xmlns:a16="http://schemas.microsoft.com/office/drawing/2014/main" id="{D94D11A7-A379-A441-1D70-1472E6DBAA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629" name="Grupo 628">
                          <a:extLst>
                            <a:ext uri="{FF2B5EF4-FFF2-40B4-BE49-F238E27FC236}">
                              <a16:creationId xmlns:a16="http://schemas.microsoft.com/office/drawing/2014/main" id="{77B76E20-77D9-CFC4-4611-DE0A0BED964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630" name="Rectángulo 629">
                            <a:extLst>
                              <a:ext uri="{FF2B5EF4-FFF2-40B4-BE49-F238E27FC236}">
                                <a16:creationId xmlns:a16="http://schemas.microsoft.com/office/drawing/2014/main" id="{0C234BF6-3DE2-4BB4-718B-0024F444415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631" name="Rectángulo 630">
                            <a:extLst>
                              <a:ext uri="{FF2B5EF4-FFF2-40B4-BE49-F238E27FC236}">
                                <a16:creationId xmlns:a16="http://schemas.microsoft.com/office/drawing/2014/main" id="{DA38DFC5-261F-ACD3-15DD-BF3682EA186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632" name="Rectángulo 631">
                            <a:extLst>
                              <a:ext uri="{FF2B5EF4-FFF2-40B4-BE49-F238E27FC236}">
                                <a16:creationId xmlns:a16="http://schemas.microsoft.com/office/drawing/2014/main" id="{F6A86D86-222E-DA8F-2CAD-960B698C88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599" name="Rectángulo 598">
                      <a:extLst>
                        <a:ext uri="{FF2B5EF4-FFF2-40B4-BE49-F238E27FC236}">
                          <a16:creationId xmlns:a16="http://schemas.microsoft.com/office/drawing/2014/main" id="{01CF3C02-E6B2-4C77-8F29-859951DA9D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588" name="Grupo 587">
                    <a:extLst>
                      <a:ext uri="{FF2B5EF4-FFF2-40B4-BE49-F238E27FC236}">
                        <a16:creationId xmlns:a16="http://schemas.microsoft.com/office/drawing/2014/main" id="{C96D4B8E-EA6C-CB08-F435-8F63636F66D6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3892550"/>
                    <a:ext cx="778309" cy="59708"/>
                    <a:chOff x="5775047" y="3892550"/>
                    <a:chExt cx="778309" cy="59708"/>
                  </a:xfrm>
                  <a:grpFill/>
                </p:grpSpPr>
                <p:sp>
                  <p:nvSpPr>
                    <p:cNvPr id="589" name="Rectángulo 588">
                      <a:extLst>
                        <a:ext uri="{FF2B5EF4-FFF2-40B4-BE49-F238E27FC236}">
                          <a16:creationId xmlns:a16="http://schemas.microsoft.com/office/drawing/2014/main" id="{19FC2BA9-CFC0-B4D6-34C4-56029D32008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90" name="Elipse 589">
                      <a:extLst>
                        <a:ext uri="{FF2B5EF4-FFF2-40B4-BE49-F238E27FC236}">
                          <a16:creationId xmlns:a16="http://schemas.microsoft.com/office/drawing/2014/main" id="{8937EA6D-2A55-0637-1D73-DDE4CED311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91" name="Elipse 590">
                      <a:extLst>
                        <a:ext uri="{FF2B5EF4-FFF2-40B4-BE49-F238E27FC236}">
                          <a16:creationId xmlns:a16="http://schemas.microsoft.com/office/drawing/2014/main" id="{A8A15129-5994-FAD3-291C-4F05538857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  <p:sp>
            <p:nvSpPr>
              <p:cNvPr id="516" name="Elipse 515">
                <a:extLst>
                  <a:ext uri="{FF2B5EF4-FFF2-40B4-BE49-F238E27FC236}">
                    <a16:creationId xmlns:a16="http://schemas.microsoft.com/office/drawing/2014/main" id="{D5EED75B-3B12-CD50-CDA2-0689139FAE5E}"/>
                  </a:ext>
                </a:extLst>
              </p:cNvPr>
              <p:cNvSpPr/>
              <p:nvPr/>
            </p:nvSpPr>
            <p:spPr>
              <a:xfrm rot="17560070">
                <a:off x="6435956" y="2729930"/>
                <a:ext cx="126153" cy="744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75" name="Elipse 574">
                <a:extLst>
                  <a:ext uri="{FF2B5EF4-FFF2-40B4-BE49-F238E27FC236}">
                    <a16:creationId xmlns:a16="http://schemas.microsoft.com/office/drawing/2014/main" id="{5991A744-030D-D3D1-52EE-09FF350DC76D}"/>
                  </a:ext>
                </a:extLst>
              </p:cNvPr>
              <p:cNvSpPr/>
              <p:nvPr/>
            </p:nvSpPr>
            <p:spPr>
              <a:xfrm rot="4347199">
                <a:off x="6064532" y="2702208"/>
                <a:ext cx="126153" cy="744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grpSp>
        <p:nvGrpSpPr>
          <p:cNvPr id="585" name="Grupo 584">
            <a:extLst>
              <a:ext uri="{FF2B5EF4-FFF2-40B4-BE49-F238E27FC236}">
                <a16:creationId xmlns:a16="http://schemas.microsoft.com/office/drawing/2014/main" id="{6726485A-359A-4A56-7ECC-4E192E38A4DC}"/>
              </a:ext>
            </a:extLst>
          </p:cNvPr>
          <p:cNvGrpSpPr/>
          <p:nvPr/>
        </p:nvGrpSpPr>
        <p:grpSpPr>
          <a:xfrm rot="20463094">
            <a:off x="7699320" y="2227977"/>
            <a:ext cx="2288079" cy="2013940"/>
            <a:chOff x="5734796" y="1871886"/>
            <a:chExt cx="2288079" cy="2013940"/>
          </a:xfrm>
        </p:grpSpPr>
        <p:grpSp>
          <p:nvGrpSpPr>
            <p:cNvPr id="593" name="Grupo 592">
              <a:extLst>
                <a:ext uri="{FF2B5EF4-FFF2-40B4-BE49-F238E27FC236}">
                  <a16:creationId xmlns:a16="http://schemas.microsoft.com/office/drawing/2014/main" id="{C13B3B88-970C-BDE4-1CA5-43104D425FAD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595" name="Grupo 594">
                <a:extLst>
                  <a:ext uri="{FF2B5EF4-FFF2-40B4-BE49-F238E27FC236}">
                    <a16:creationId xmlns:a16="http://schemas.microsoft.com/office/drawing/2014/main" id="{C0CEE0ED-2815-A170-C1B0-7B5469DB77DD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597" name="Elipse 596">
                  <a:extLst>
                    <a:ext uri="{FF2B5EF4-FFF2-40B4-BE49-F238E27FC236}">
                      <a16:creationId xmlns:a16="http://schemas.microsoft.com/office/drawing/2014/main" id="{CBBB1F3E-46C0-253B-039B-0D39D6F3666C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98" name="Diagrama de flujo: operación manual 597">
                  <a:extLst>
                    <a:ext uri="{FF2B5EF4-FFF2-40B4-BE49-F238E27FC236}">
                      <a16:creationId xmlns:a16="http://schemas.microsoft.com/office/drawing/2014/main" id="{77B71A94-0232-F8BD-3C59-6886337BF1EB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596" name="Elipse 595">
                <a:extLst>
                  <a:ext uri="{FF2B5EF4-FFF2-40B4-BE49-F238E27FC236}">
                    <a16:creationId xmlns:a16="http://schemas.microsoft.com/office/drawing/2014/main" id="{FD1CC797-B12F-AD1F-7BC1-489F39D5B3A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594" name="Diagrama de flujo: operación manual 593">
              <a:extLst>
                <a:ext uri="{FF2B5EF4-FFF2-40B4-BE49-F238E27FC236}">
                  <a16:creationId xmlns:a16="http://schemas.microsoft.com/office/drawing/2014/main" id="{F06F09DB-0109-D291-2C48-4C2B047FB839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cuarto Eslabón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07841018-B4FF-3A2E-8B3A-5162A1D7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678" y="1366390"/>
            <a:ext cx="5545721" cy="5493789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M7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horario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S4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inhabilitar botón M7 y habilitar botón M8.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1.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M8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antihorario.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X (</a:t>
            </a:r>
            <a:r>
              <a:rPr lang="es-ES" dirty="0">
                <a:highlight>
                  <a:srgbClr val="FFFF00"/>
                </a:highlight>
              </a:rPr>
              <a:t>analizamos sig. pulsador</a:t>
            </a:r>
            <a:r>
              <a:rPr lang="es-ES" dirty="0"/>
              <a:t>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S4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inhabilitar botón M8 y habilitar botón M1.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</a:t>
            </a:r>
          </a:p>
          <a:p>
            <a:pPr algn="l"/>
            <a:endParaRPr lang="es-ES" dirty="0"/>
          </a:p>
          <a:p>
            <a:pPr marL="457200" indent="-457200" algn="l">
              <a:buAutoNum type="arabicPeriod"/>
            </a:pPr>
            <a:endParaRPr lang="es-E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B839C0-C041-8248-4FAB-6363083B34B5}"/>
              </a:ext>
            </a:extLst>
          </p:cNvPr>
          <p:cNvSpPr/>
          <p:nvPr/>
        </p:nvSpPr>
        <p:spPr>
          <a:xfrm>
            <a:off x="7415680" y="1592404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6A1DE549-0820-44D5-DA01-A70152CB5598}"/>
              </a:ext>
            </a:extLst>
          </p:cNvPr>
          <p:cNvSpPr txBox="1">
            <a:spLocks/>
          </p:cNvSpPr>
          <p:nvPr/>
        </p:nvSpPr>
        <p:spPr>
          <a:xfrm>
            <a:off x="7509726" y="1486634"/>
            <a:ext cx="2039081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S4</a:t>
            </a:r>
          </a:p>
        </p:txBody>
      </p:sp>
      <p:grpSp>
        <p:nvGrpSpPr>
          <p:cNvPr id="600" name="Grupo 599">
            <a:extLst>
              <a:ext uri="{FF2B5EF4-FFF2-40B4-BE49-F238E27FC236}">
                <a16:creationId xmlns:a16="http://schemas.microsoft.com/office/drawing/2014/main" id="{C74C818A-BC7B-2BBF-F803-B9594E23404D}"/>
              </a:ext>
            </a:extLst>
          </p:cNvPr>
          <p:cNvGrpSpPr/>
          <p:nvPr/>
        </p:nvGrpSpPr>
        <p:grpSpPr>
          <a:xfrm>
            <a:off x="9055784" y="3120411"/>
            <a:ext cx="1192486" cy="1369240"/>
            <a:chOff x="7991273" y="3108960"/>
            <a:chExt cx="1192486" cy="1369240"/>
          </a:xfrm>
        </p:grpSpPr>
        <p:grpSp>
          <p:nvGrpSpPr>
            <p:cNvPr id="601" name="Grupo 600">
              <a:extLst>
                <a:ext uri="{FF2B5EF4-FFF2-40B4-BE49-F238E27FC236}">
                  <a16:creationId xmlns:a16="http://schemas.microsoft.com/office/drawing/2014/main" id="{83D63F76-8665-0F54-65BD-DCD4C6E24853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622" name="Rectángulo: esquinas redondeadas 621">
                <a:extLst>
                  <a:ext uri="{FF2B5EF4-FFF2-40B4-BE49-F238E27FC236}">
                    <a16:creationId xmlns:a16="http://schemas.microsoft.com/office/drawing/2014/main" id="{A8519146-C07C-C452-F452-5BF948AAAD3C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623" name="Grupo 622">
                <a:extLst>
                  <a:ext uri="{FF2B5EF4-FFF2-40B4-BE49-F238E27FC236}">
                    <a16:creationId xmlns:a16="http://schemas.microsoft.com/office/drawing/2014/main" id="{52461EFA-E70C-CA5B-083F-396014D30F8A}"/>
                  </a:ext>
                </a:extLst>
              </p:cNvPr>
              <p:cNvGrpSpPr/>
              <p:nvPr/>
            </p:nvGrpSpPr>
            <p:grpSpPr>
              <a:xfrm>
                <a:off x="7991273" y="2956064"/>
                <a:ext cx="1378938" cy="1522136"/>
                <a:chOff x="7991273" y="2943364"/>
                <a:chExt cx="1378938" cy="1522136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624" name="Diagrama de flujo: operación manual 623">
                  <a:extLst>
                    <a:ext uri="{FF2B5EF4-FFF2-40B4-BE49-F238E27FC236}">
                      <a16:creationId xmlns:a16="http://schemas.microsoft.com/office/drawing/2014/main" id="{EA3DA73A-A01F-20E2-9886-9460B638BA8B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25" name="Rectángulo: esquinas redondeadas 624">
                  <a:extLst>
                    <a:ext uri="{FF2B5EF4-FFF2-40B4-BE49-F238E27FC236}">
                      <a16:creationId xmlns:a16="http://schemas.microsoft.com/office/drawing/2014/main" id="{82043B02-236F-8D30-DE05-24D63E7BC019}"/>
                    </a:ext>
                  </a:extLst>
                </p:cNvPr>
                <p:cNvSpPr/>
                <p:nvPr/>
              </p:nvSpPr>
              <p:spPr>
                <a:xfrm>
                  <a:off x="8263838" y="2943364"/>
                  <a:ext cx="832576" cy="828533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602" name="Grupo 601">
              <a:extLst>
                <a:ext uri="{FF2B5EF4-FFF2-40B4-BE49-F238E27FC236}">
                  <a16:creationId xmlns:a16="http://schemas.microsoft.com/office/drawing/2014/main" id="{976DD796-0B67-14B1-F35D-2D590128A256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603" name="Grupo 602">
                <a:extLst>
                  <a:ext uri="{FF2B5EF4-FFF2-40B4-BE49-F238E27FC236}">
                    <a16:creationId xmlns:a16="http://schemas.microsoft.com/office/drawing/2014/main" id="{6E581D80-ECE2-5AD7-DC36-B2AFF636236D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620" name="Rectángulo 619">
                  <a:extLst>
                    <a:ext uri="{FF2B5EF4-FFF2-40B4-BE49-F238E27FC236}">
                      <a16:creationId xmlns:a16="http://schemas.microsoft.com/office/drawing/2014/main" id="{D74477CA-96D2-13B8-48B0-C4DE240CE4A2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21" name="Elipse 620">
                  <a:extLst>
                    <a:ext uri="{FF2B5EF4-FFF2-40B4-BE49-F238E27FC236}">
                      <a16:creationId xmlns:a16="http://schemas.microsoft.com/office/drawing/2014/main" id="{C3BAE6AC-EF67-E5D7-FC3A-D29CBC32DDD0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4" name="Grupo 603">
                <a:extLst>
                  <a:ext uri="{FF2B5EF4-FFF2-40B4-BE49-F238E27FC236}">
                    <a16:creationId xmlns:a16="http://schemas.microsoft.com/office/drawing/2014/main" id="{960B8FA1-9061-4D44-D4E7-035BEF10622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617" name="Elipse 616">
                  <a:extLst>
                    <a:ext uri="{FF2B5EF4-FFF2-40B4-BE49-F238E27FC236}">
                      <a16:creationId xmlns:a16="http://schemas.microsoft.com/office/drawing/2014/main" id="{E67502AD-9720-A0E9-52E8-F20443676D00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8" name="Rectángulo 617">
                  <a:extLst>
                    <a:ext uri="{FF2B5EF4-FFF2-40B4-BE49-F238E27FC236}">
                      <a16:creationId xmlns:a16="http://schemas.microsoft.com/office/drawing/2014/main" id="{B0F2614A-4089-4E78-3947-C7C5FFF90819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9" name="Rectángulo 618">
                  <a:extLst>
                    <a:ext uri="{FF2B5EF4-FFF2-40B4-BE49-F238E27FC236}">
                      <a16:creationId xmlns:a16="http://schemas.microsoft.com/office/drawing/2014/main" id="{A4D254A2-AAF3-FD8E-95D5-5F7F2370DC8D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5" name="Grupo 604">
                <a:extLst>
                  <a:ext uri="{FF2B5EF4-FFF2-40B4-BE49-F238E27FC236}">
                    <a16:creationId xmlns:a16="http://schemas.microsoft.com/office/drawing/2014/main" id="{48FBFBBC-B3ED-3F0C-63DE-5D7BC4626CB8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614" name="Elipse 613">
                  <a:extLst>
                    <a:ext uri="{FF2B5EF4-FFF2-40B4-BE49-F238E27FC236}">
                      <a16:creationId xmlns:a16="http://schemas.microsoft.com/office/drawing/2014/main" id="{1CCBFF76-E730-8051-64EE-3171E50155ED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5" name="Rectángulo 614">
                  <a:extLst>
                    <a:ext uri="{FF2B5EF4-FFF2-40B4-BE49-F238E27FC236}">
                      <a16:creationId xmlns:a16="http://schemas.microsoft.com/office/drawing/2014/main" id="{2FDFBD59-18E9-0386-4A6C-3EB5F08805BD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6" name="Rectángulo 615">
                  <a:extLst>
                    <a:ext uri="{FF2B5EF4-FFF2-40B4-BE49-F238E27FC236}">
                      <a16:creationId xmlns:a16="http://schemas.microsoft.com/office/drawing/2014/main" id="{7049BD36-F4D0-756B-D603-2B0EA9A83A75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6" name="Grupo 605">
                <a:extLst>
                  <a:ext uri="{FF2B5EF4-FFF2-40B4-BE49-F238E27FC236}">
                    <a16:creationId xmlns:a16="http://schemas.microsoft.com/office/drawing/2014/main" id="{27622D0C-911B-DCF1-75C6-FFE5000B6190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611" name="Elipse 610">
                  <a:extLst>
                    <a:ext uri="{FF2B5EF4-FFF2-40B4-BE49-F238E27FC236}">
                      <a16:creationId xmlns:a16="http://schemas.microsoft.com/office/drawing/2014/main" id="{D3F3A306-6C87-06EF-B2A1-79791EF40181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2" name="Rectángulo 611">
                  <a:extLst>
                    <a:ext uri="{FF2B5EF4-FFF2-40B4-BE49-F238E27FC236}">
                      <a16:creationId xmlns:a16="http://schemas.microsoft.com/office/drawing/2014/main" id="{5C6B3F27-2AA1-4D35-1A9E-501E2994791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3" name="Rectángulo 612">
                  <a:extLst>
                    <a:ext uri="{FF2B5EF4-FFF2-40B4-BE49-F238E27FC236}">
                      <a16:creationId xmlns:a16="http://schemas.microsoft.com/office/drawing/2014/main" id="{9CFD022F-87AB-7586-FF3C-7783B779F6A4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607" name="Grupo 606">
                <a:extLst>
                  <a:ext uri="{FF2B5EF4-FFF2-40B4-BE49-F238E27FC236}">
                    <a16:creationId xmlns:a16="http://schemas.microsoft.com/office/drawing/2014/main" id="{DE1753B9-E891-1218-C1A1-9E7EA01EB15F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608" name="Elipse 607">
                  <a:extLst>
                    <a:ext uri="{FF2B5EF4-FFF2-40B4-BE49-F238E27FC236}">
                      <a16:creationId xmlns:a16="http://schemas.microsoft.com/office/drawing/2014/main" id="{B517B06F-24A8-EB75-7550-74AD173CAE9D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09" name="Rectángulo 608">
                  <a:extLst>
                    <a:ext uri="{FF2B5EF4-FFF2-40B4-BE49-F238E27FC236}">
                      <a16:creationId xmlns:a16="http://schemas.microsoft.com/office/drawing/2014/main" id="{F71F825A-841C-838E-B02D-23FEB0B07E5A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0" name="Rectángulo 609">
                  <a:extLst>
                    <a:ext uri="{FF2B5EF4-FFF2-40B4-BE49-F238E27FC236}">
                      <a16:creationId xmlns:a16="http://schemas.microsoft.com/office/drawing/2014/main" id="{7F196BB1-6993-F1FB-1005-514FE009695E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637" name="Grupo 636">
            <a:extLst>
              <a:ext uri="{FF2B5EF4-FFF2-40B4-BE49-F238E27FC236}">
                <a16:creationId xmlns:a16="http://schemas.microsoft.com/office/drawing/2014/main" id="{209330FF-621D-4AAE-19AA-DA8DF5624709}"/>
              </a:ext>
            </a:extLst>
          </p:cNvPr>
          <p:cNvGrpSpPr/>
          <p:nvPr/>
        </p:nvGrpSpPr>
        <p:grpSpPr>
          <a:xfrm>
            <a:off x="8430133" y="4527000"/>
            <a:ext cx="3600000" cy="2124000"/>
            <a:chOff x="7379270" y="4515549"/>
            <a:chExt cx="3600000" cy="2124000"/>
          </a:xfrm>
        </p:grpSpPr>
        <p:sp>
          <p:nvSpPr>
            <p:cNvPr id="638" name="Marco 637">
              <a:extLst>
                <a:ext uri="{FF2B5EF4-FFF2-40B4-BE49-F238E27FC236}">
                  <a16:creationId xmlns:a16="http://schemas.microsoft.com/office/drawing/2014/main" id="{DD902955-56C8-FEBF-074E-53632D978FD6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639" name="Marco 638">
              <a:extLst>
                <a:ext uri="{FF2B5EF4-FFF2-40B4-BE49-F238E27FC236}">
                  <a16:creationId xmlns:a16="http://schemas.microsoft.com/office/drawing/2014/main" id="{EA8B13A9-70C7-992F-5DF3-4BBB05C2A326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640" name="Grupo 639">
              <a:extLst>
                <a:ext uri="{FF2B5EF4-FFF2-40B4-BE49-F238E27FC236}">
                  <a16:creationId xmlns:a16="http://schemas.microsoft.com/office/drawing/2014/main" id="{A70372CF-9FDD-EDD2-935E-8D838F385D64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655" name="Grupo 654">
                <a:extLst>
                  <a:ext uri="{FF2B5EF4-FFF2-40B4-BE49-F238E27FC236}">
                    <a16:creationId xmlns:a16="http://schemas.microsoft.com/office/drawing/2014/main" id="{745F6C58-357C-78D3-9726-8B436D24C5CF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659" name="Grupo 658">
                  <a:extLst>
                    <a:ext uri="{FF2B5EF4-FFF2-40B4-BE49-F238E27FC236}">
                      <a16:creationId xmlns:a16="http://schemas.microsoft.com/office/drawing/2014/main" id="{F16DFBCE-E483-A09C-638A-F950B43A9D5F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667" name="Rectángulo 666">
                    <a:extLst>
                      <a:ext uri="{FF2B5EF4-FFF2-40B4-BE49-F238E27FC236}">
                        <a16:creationId xmlns:a16="http://schemas.microsoft.com/office/drawing/2014/main" id="{B03D8D0A-33CF-004D-5C4A-9A45F8418D9B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68" name="Rectángulo 667">
                    <a:extLst>
                      <a:ext uri="{FF2B5EF4-FFF2-40B4-BE49-F238E27FC236}">
                        <a16:creationId xmlns:a16="http://schemas.microsoft.com/office/drawing/2014/main" id="{36653AD4-0D2D-8F5C-63CE-847737973E15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60" name="Grupo 659">
                  <a:extLst>
                    <a:ext uri="{FF2B5EF4-FFF2-40B4-BE49-F238E27FC236}">
                      <a16:creationId xmlns:a16="http://schemas.microsoft.com/office/drawing/2014/main" id="{B3DF7665-4168-E85D-F607-143928055CE5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661" name="Grupo 660">
                    <a:extLst>
                      <a:ext uri="{FF2B5EF4-FFF2-40B4-BE49-F238E27FC236}">
                        <a16:creationId xmlns:a16="http://schemas.microsoft.com/office/drawing/2014/main" id="{836DDC93-4582-4D31-F763-5ACCBB65B044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65" name="Rectángulo 664">
                      <a:extLst>
                        <a:ext uri="{FF2B5EF4-FFF2-40B4-BE49-F238E27FC236}">
                          <a16:creationId xmlns:a16="http://schemas.microsoft.com/office/drawing/2014/main" id="{AB82E14E-9582-501C-7C5D-856935DB3F7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66" name="Rectángulo 665">
                      <a:extLst>
                        <a:ext uri="{FF2B5EF4-FFF2-40B4-BE49-F238E27FC236}">
                          <a16:creationId xmlns:a16="http://schemas.microsoft.com/office/drawing/2014/main" id="{916B5F64-90DC-045E-54DC-75E9B5AE361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662" name="Grupo 661">
                    <a:extLst>
                      <a:ext uri="{FF2B5EF4-FFF2-40B4-BE49-F238E27FC236}">
                        <a16:creationId xmlns:a16="http://schemas.microsoft.com/office/drawing/2014/main" id="{1724B177-1929-1CB4-318B-A07E5CA929CD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63" name="Rectángulo 662">
                      <a:extLst>
                        <a:ext uri="{FF2B5EF4-FFF2-40B4-BE49-F238E27FC236}">
                          <a16:creationId xmlns:a16="http://schemas.microsoft.com/office/drawing/2014/main" id="{BEE50FC2-50BB-98E9-62A9-D768622D558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64" name="Rectángulo 663">
                      <a:extLst>
                        <a:ext uri="{FF2B5EF4-FFF2-40B4-BE49-F238E27FC236}">
                          <a16:creationId xmlns:a16="http://schemas.microsoft.com/office/drawing/2014/main" id="{4A77142E-5D17-C1A3-702E-CFF4F0A647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656" name="Grupo 655">
                <a:extLst>
                  <a:ext uri="{FF2B5EF4-FFF2-40B4-BE49-F238E27FC236}">
                    <a16:creationId xmlns:a16="http://schemas.microsoft.com/office/drawing/2014/main" id="{CA57AC81-C561-0CC3-FA38-C8C004353B28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657" name="Diagrama de flujo: operación manual 656">
                  <a:extLst>
                    <a:ext uri="{FF2B5EF4-FFF2-40B4-BE49-F238E27FC236}">
                      <a16:creationId xmlns:a16="http://schemas.microsoft.com/office/drawing/2014/main" id="{20896216-BA3B-6221-D076-573643BBCC83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58" name="Diagrama de flujo: operación manual 657">
                  <a:extLst>
                    <a:ext uri="{FF2B5EF4-FFF2-40B4-BE49-F238E27FC236}">
                      <a16:creationId xmlns:a16="http://schemas.microsoft.com/office/drawing/2014/main" id="{E2696683-F115-90CA-6E02-2CE72BA84DA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641" name="Grupo 640">
              <a:extLst>
                <a:ext uri="{FF2B5EF4-FFF2-40B4-BE49-F238E27FC236}">
                  <a16:creationId xmlns:a16="http://schemas.microsoft.com/office/drawing/2014/main" id="{826463DF-3D4D-33C0-D4D3-B25622D6ABF6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652" name="Rectángulo 651">
                <a:extLst>
                  <a:ext uri="{FF2B5EF4-FFF2-40B4-BE49-F238E27FC236}">
                    <a16:creationId xmlns:a16="http://schemas.microsoft.com/office/drawing/2014/main" id="{EE905CC5-6DE9-02E0-42ED-1A16AAEA7ADD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53" name="Rectángulo 652">
                <a:extLst>
                  <a:ext uri="{FF2B5EF4-FFF2-40B4-BE49-F238E27FC236}">
                    <a16:creationId xmlns:a16="http://schemas.microsoft.com/office/drawing/2014/main" id="{06F7B4EB-8D78-66AC-F29D-5FCF4DE21B80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54" name="Rectángulo 653">
                <a:extLst>
                  <a:ext uri="{FF2B5EF4-FFF2-40B4-BE49-F238E27FC236}">
                    <a16:creationId xmlns:a16="http://schemas.microsoft.com/office/drawing/2014/main" id="{B5FD7112-FBB0-52F3-D87F-8E291EA4361E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642" name="Rectángulo 641">
              <a:extLst>
                <a:ext uri="{FF2B5EF4-FFF2-40B4-BE49-F238E27FC236}">
                  <a16:creationId xmlns:a16="http://schemas.microsoft.com/office/drawing/2014/main" id="{8788D87A-0609-D218-F7F3-4E8EAB3C554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643" name="Grupo 642">
              <a:extLst>
                <a:ext uri="{FF2B5EF4-FFF2-40B4-BE49-F238E27FC236}">
                  <a16:creationId xmlns:a16="http://schemas.microsoft.com/office/drawing/2014/main" id="{30A6B034-64B7-7F20-E596-B7AB2B69286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648" name="Grupo 647">
                <a:extLst>
                  <a:ext uri="{FF2B5EF4-FFF2-40B4-BE49-F238E27FC236}">
                    <a16:creationId xmlns:a16="http://schemas.microsoft.com/office/drawing/2014/main" id="{EF542F33-E2C7-4D33-2BDC-658BD1673C53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650" name="Rectángulo 649">
                  <a:extLst>
                    <a:ext uri="{FF2B5EF4-FFF2-40B4-BE49-F238E27FC236}">
                      <a16:creationId xmlns:a16="http://schemas.microsoft.com/office/drawing/2014/main" id="{F1D93EE9-84A4-4BD9-EAB3-A499D89B7544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51" name="Rectángulo 650">
                  <a:extLst>
                    <a:ext uri="{FF2B5EF4-FFF2-40B4-BE49-F238E27FC236}">
                      <a16:creationId xmlns:a16="http://schemas.microsoft.com/office/drawing/2014/main" id="{C18A0E02-F8B7-7864-CB62-F6BD5CC7D1B6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649" name="Rectángulo 648">
                <a:extLst>
                  <a:ext uri="{FF2B5EF4-FFF2-40B4-BE49-F238E27FC236}">
                    <a16:creationId xmlns:a16="http://schemas.microsoft.com/office/drawing/2014/main" id="{CA196553-3BEB-8A2F-48D3-8EF1F89C335A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644" name="Grupo 643">
              <a:extLst>
                <a:ext uri="{FF2B5EF4-FFF2-40B4-BE49-F238E27FC236}">
                  <a16:creationId xmlns:a16="http://schemas.microsoft.com/office/drawing/2014/main" id="{0B0A5D05-C3FA-8FCF-F1B7-50D1BC0CFE20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645" name="Rectángulo 644">
                <a:extLst>
                  <a:ext uri="{FF2B5EF4-FFF2-40B4-BE49-F238E27FC236}">
                    <a16:creationId xmlns:a16="http://schemas.microsoft.com/office/drawing/2014/main" id="{4F093C80-7899-AA95-B9D1-A3E7918A603F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46" name="Rectángulo 645">
                <a:extLst>
                  <a:ext uri="{FF2B5EF4-FFF2-40B4-BE49-F238E27FC236}">
                    <a16:creationId xmlns:a16="http://schemas.microsoft.com/office/drawing/2014/main" id="{395EF421-9D05-33CB-C17E-8C305CDEB1C8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47" name="Rectángulo 646">
                <a:extLst>
                  <a:ext uri="{FF2B5EF4-FFF2-40B4-BE49-F238E27FC236}">
                    <a16:creationId xmlns:a16="http://schemas.microsoft.com/office/drawing/2014/main" id="{A4584660-C9A1-2312-1AA7-57137D5C3A5E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1BB3973A-764A-1D54-7A27-C0923D96E933}"/>
              </a:ext>
            </a:extLst>
          </p:cNvPr>
          <p:cNvGrpSpPr/>
          <p:nvPr/>
        </p:nvGrpSpPr>
        <p:grpSpPr>
          <a:xfrm flipH="1" flipV="1">
            <a:off x="6548727" y="1012851"/>
            <a:ext cx="2015226" cy="2228116"/>
            <a:chOff x="5506750" y="1881441"/>
            <a:chExt cx="2015226" cy="2228116"/>
          </a:xfrm>
          <a:noFill/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44DDA405-2FB5-14A8-B42D-8E7F0C758DBD}"/>
                </a:ext>
              </a:extLst>
            </p:cNvPr>
            <p:cNvGrpSpPr/>
            <p:nvPr/>
          </p:nvGrpSpPr>
          <p:grpSpPr>
            <a:xfrm rot="1767083">
              <a:off x="5506750" y="1983220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488B8E28-4AC8-4904-6100-AC035641ACAE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54" name="Grupo 53">
                  <a:extLst>
                    <a:ext uri="{FF2B5EF4-FFF2-40B4-BE49-F238E27FC236}">
                      <a16:creationId xmlns:a16="http://schemas.microsoft.com/office/drawing/2014/main" id="{7FE7EB65-D550-5EF9-71A0-68E4D22FD8C9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1" name="Grupo 60">
                    <a:extLst>
                      <a:ext uri="{FF2B5EF4-FFF2-40B4-BE49-F238E27FC236}">
                        <a16:creationId xmlns:a16="http://schemas.microsoft.com/office/drawing/2014/main" id="{21F828FA-3CBB-E027-250D-F219EEB9BDC4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512" name="Rectángulo: esquinas redondeadas 511">
                      <a:extLst>
                        <a:ext uri="{FF2B5EF4-FFF2-40B4-BE49-F238E27FC236}">
                          <a16:creationId xmlns:a16="http://schemas.microsoft.com/office/drawing/2014/main" id="{E667242B-79A8-7820-0000-306D1F6A108C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513" name="Rectángulo: esquinas redondeadas 512">
                      <a:extLst>
                        <a:ext uri="{FF2B5EF4-FFF2-40B4-BE49-F238E27FC236}">
                          <a16:creationId xmlns:a16="http://schemas.microsoft.com/office/drawing/2014/main" id="{F51140B8-8867-6FB4-DDAF-5E35B83DEF8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62" name="Rectángulo 61">
                    <a:extLst>
                      <a:ext uri="{FF2B5EF4-FFF2-40B4-BE49-F238E27FC236}">
                        <a16:creationId xmlns:a16="http://schemas.microsoft.com/office/drawing/2014/main" id="{D78AAC1D-F014-45BA-2637-C6D0F84F095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3" name="Rectángulo 62">
                    <a:extLst>
                      <a:ext uri="{FF2B5EF4-FFF2-40B4-BE49-F238E27FC236}">
                        <a16:creationId xmlns:a16="http://schemas.microsoft.com/office/drawing/2014/main" id="{307B4BF0-D7E5-6F16-5A9F-78F01D7D179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5" name="Grupo 54">
                  <a:extLst>
                    <a:ext uri="{FF2B5EF4-FFF2-40B4-BE49-F238E27FC236}">
                      <a16:creationId xmlns:a16="http://schemas.microsoft.com/office/drawing/2014/main" id="{5E0A4D20-E5D7-8FF3-3B45-1DBEC678E3CF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56" name="Grupo 55">
                    <a:extLst>
                      <a:ext uri="{FF2B5EF4-FFF2-40B4-BE49-F238E27FC236}">
                        <a16:creationId xmlns:a16="http://schemas.microsoft.com/office/drawing/2014/main" id="{A026CA3F-0E7B-6B26-5964-DD1A56D7483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59" name="Rectángulo: esquinas redondeadas 58">
                      <a:extLst>
                        <a:ext uri="{FF2B5EF4-FFF2-40B4-BE49-F238E27FC236}">
                          <a16:creationId xmlns:a16="http://schemas.microsoft.com/office/drawing/2014/main" id="{8D179190-F344-CDFF-0C93-231812C1431C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0" name="Rectángulo: esquinas redondeadas 59">
                      <a:extLst>
                        <a:ext uri="{FF2B5EF4-FFF2-40B4-BE49-F238E27FC236}">
                          <a16:creationId xmlns:a16="http://schemas.microsoft.com/office/drawing/2014/main" id="{1ADE4477-9359-449B-D99B-88CA6A279069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57" name="Rectángulo 56">
                    <a:extLst>
                      <a:ext uri="{FF2B5EF4-FFF2-40B4-BE49-F238E27FC236}">
                        <a16:creationId xmlns:a16="http://schemas.microsoft.com/office/drawing/2014/main" id="{721A6309-B7E9-3D49-A094-E082A4867ED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8" name="Rectángulo 57">
                    <a:extLst>
                      <a:ext uri="{FF2B5EF4-FFF2-40B4-BE49-F238E27FC236}">
                        <a16:creationId xmlns:a16="http://schemas.microsoft.com/office/drawing/2014/main" id="{23B2979F-DED2-C5F1-F2DF-C82A1A85464D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1526A60A-92E9-977E-3D3F-E5C607321E19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28" name="Grupo 27">
                  <a:extLst>
                    <a:ext uri="{FF2B5EF4-FFF2-40B4-BE49-F238E27FC236}">
                      <a16:creationId xmlns:a16="http://schemas.microsoft.com/office/drawing/2014/main" id="{9492DED9-E2C1-9954-05E6-A542E1F130EF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33" name="Grupo 32">
                    <a:extLst>
                      <a:ext uri="{FF2B5EF4-FFF2-40B4-BE49-F238E27FC236}">
                        <a16:creationId xmlns:a16="http://schemas.microsoft.com/office/drawing/2014/main" id="{7768ACB4-D9CF-F2D7-E645-27EE1B364894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35" name="Grupo 34">
                      <a:extLst>
                        <a:ext uri="{FF2B5EF4-FFF2-40B4-BE49-F238E27FC236}">
                          <a16:creationId xmlns:a16="http://schemas.microsoft.com/office/drawing/2014/main" id="{DA06EB9D-C388-DC6C-88E3-9705E60900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50" name="Elipse 49">
                        <a:extLst>
                          <a:ext uri="{FF2B5EF4-FFF2-40B4-BE49-F238E27FC236}">
                            <a16:creationId xmlns:a16="http://schemas.microsoft.com/office/drawing/2014/main" id="{1B2BAD7E-4E4A-5CBE-A903-BB6F567F38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51" name="Grupo 50">
                        <a:extLst>
                          <a:ext uri="{FF2B5EF4-FFF2-40B4-BE49-F238E27FC236}">
                            <a16:creationId xmlns:a16="http://schemas.microsoft.com/office/drawing/2014/main" id="{09D561BD-637D-E99A-A1D6-A5DEBF0ED7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52" name="Rectángulo 51">
                          <a:extLst>
                            <a:ext uri="{FF2B5EF4-FFF2-40B4-BE49-F238E27FC236}">
                              <a16:creationId xmlns:a16="http://schemas.microsoft.com/office/drawing/2014/main" id="{73372F81-29B6-1D08-EBCD-756E96EF2A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3" name="Rectángulo 52">
                          <a:extLst>
                            <a:ext uri="{FF2B5EF4-FFF2-40B4-BE49-F238E27FC236}">
                              <a16:creationId xmlns:a16="http://schemas.microsoft.com/office/drawing/2014/main" id="{DFF04C2A-07D2-EDCD-2626-78169CE0EEE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6" name="Grupo 35">
                      <a:extLst>
                        <a:ext uri="{FF2B5EF4-FFF2-40B4-BE49-F238E27FC236}">
                          <a16:creationId xmlns:a16="http://schemas.microsoft.com/office/drawing/2014/main" id="{42DB8871-6F05-5628-FE10-10633280C3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37" name="Grupo 36">
                        <a:extLst>
                          <a:ext uri="{FF2B5EF4-FFF2-40B4-BE49-F238E27FC236}">
                            <a16:creationId xmlns:a16="http://schemas.microsoft.com/office/drawing/2014/main" id="{47B21CFB-59B5-A456-F460-41F78250AB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42" name="Grupo 41">
                          <a:extLst>
                            <a:ext uri="{FF2B5EF4-FFF2-40B4-BE49-F238E27FC236}">
                              <a16:creationId xmlns:a16="http://schemas.microsoft.com/office/drawing/2014/main" id="{7D544ADA-B453-2889-601A-14F8EA7DB5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47" name="Rectángulo 46">
                            <a:extLst>
                              <a:ext uri="{FF2B5EF4-FFF2-40B4-BE49-F238E27FC236}">
                                <a16:creationId xmlns:a16="http://schemas.microsoft.com/office/drawing/2014/main" id="{A8B3D593-E1BE-BDBD-BCB3-665DE952FC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48" name="Rectángulo 47">
                            <a:extLst>
                              <a:ext uri="{FF2B5EF4-FFF2-40B4-BE49-F238E27FC236}">
                                <a16:creationId xmlns:a16="http://schemas.microsoft.com/office/drawing/2014/main" id="{7462A67F-BC81-2919-6D33-B5E87B5239D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9" name="Marco 48">
                            <a:extLst>
                              <a:ext uri="{FF2B5EF4-FFF2-40B4-BE49-F238E27FC236}">
                                <a16:creationId xmlns:a16="http://schemas.microsoft.com/office/drawing/2014/main" id="{298EBAFF-7063-76B8-4F1B-5345F717A5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3" name="Grupo 42">
                          <a:extLst>
                            <a:ext uri="{FF2B5EF4-FFF2-40B4-BE49-F238E27FC236}">
                              <a16:creationId xmlns:a16="http://schemas.microsoft.com/office/drawing/2014/main" id="{C762B4BB-5CDE-A1AB-B9D2-41628004DB5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44" name="Rectángulo 43">
                            <a:extLst>
                              <a:ext uri="{FF2B5EF4-FFF2-40B4-BE49-F238E27FC236}">
                                <a16:creationId xmlns:a16="http://schemas.microsoft.com/office/drawing/2014/main" id="{C8BAFC42-37CB-3B5A-67E7-05851F4C18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5" name="Rectángulo 44">
                            <a:extLst>
                              <a:ext uri="{FF2B5EF4-FFF2-40B4-BE49-F238E27FC236}">
                                <a16:creationId xmlns:a16="http://schemas.microsoft.com/office/drawing/2014/main" id="{0D42BE14-B657-5CB4-C82A-517EEE27AEF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6" name="Rectángulo 45">
                            <a:extLst>
                              <a:ext uri="{FF2B5EF4-FFF2-40B4-BE49-F238E27FC236}">
                                <a16:creationId xmlns:a16="http://schemas.microsoft.com/office/drawing/2014/main" id="{DAD02BE9-1C9C-19EB-445B-2B27DFD447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38" name="Grupo 37">
                        <a:extLst>
                          <a:ext uri="{FF2B5EF4-FFF2-40B4-BE49-F238E27FC236}">
                            <a16:creationId xmlns:a16="http://schemas.microsoft.com/office/drawing/2014/main" id="{F51E10BB-275D-B2F3-218D-E301AFF7227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39" name="Rectángulo 38">
                          <a:extLst>
                            <a:ext uri="{FF2B5EF4-FFF2-40B4-BE49-F238E27FC236}">
                              <a16:creationId xmlns:a16="http://schemas.microsoft.com/office/drawing/2014/main" id="{C0881CC9-2E42-E394-AD98-A7247ECDC6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0" name="Rectángulo 39">
                          <a:extLst>
                            <a:ext uri="{FF2B5EF4-FFF2-40B4-BE49-F238E27FC236}">
                              <a16:creationId xmlns:a16="http://schemas.microsoft.com/office/drawing/2014/main" id="{56E66FC2-05D2-0756-99E7-ADAEFA9CB2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1" name="Rectángulo 40">
                          <a:extLst>
                            <a:ext uri="{FF2B5EF4-FFF2-40B4-BE49-F238E27FC236}">
                              <a16:creationId xmlns:a16="http://schemas.microsoft.com/office/drawing/2014/main" id="{B3AD0013-CA4E-00D7-2F5F-E0EF282467C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FADA7867-83EE-700B-FD96-A5ECAC2D6999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D9DC9009-E292-36C3-4260-8C86B39C65D0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E766F4F-011A-A25E-AA69-32BDD58AE5E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1" name="Elipse 30">
                    <a:extLst>
                      <a:ext uri="{FF2B5EF4-FFF2-40B4-BE49-F238E27FC236}">
                        <a16:creationId xmlns:a16="http://schemas.microsoft.com/office/drawing/2014/main" id="{E2B46B91-0F10-1015-1135-714CF287D5D9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2" name="Elipse 31">
                    <a:extLst>
                      <a:ext uri="{FF2B5EF4-FFF2-40B4-BE49-F238E27FC236}">
                        <a16:creationId xmlns:a16="http://schemas.microsoft.com/office/drawing/2014/main" id="{26925613-15EB-565F-25C8-C9720553565F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7B5D8A0-215F-80A7-4F82-5D4F2206C4E1}"/>
                </a:ext>
              </a:extLst>
            </p:cNvPr>
            <p:cNvGrpSpPr/>
            <p:nvPr/>
          </p:nvGrpSpPr>
          <p:grpSpPr>
            <a:xfrm>
              <a:off x="6229374" y="1881441"/>
              <a:ext cx="1292602" cy="1266043"/>
              <a:chOff x="6229374" y="1881441"/>
              <a:chExt cx="1292602" cy="1266043"/>
            </a:xfrm>
            <a:grpFill/>
          </p:grpSpPr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CC6B5B1E-9C1C-4F4C-677B-4CFE7281BBE4}"/>
                  </a:ext>
                </a:extLst>
              </p:cNvPr>
              <p:cNvGrpSpPr/>
              <p:nvPr/>
            </p:nvGrpSpPr>
            <p:grpSpPr>
              <a:xfrm rot="2420597">
                <a:off x="6229374" y="1881441"/>
                <a:ext cx="1206568" cy="1266043"/>
                <a:chOff x="6027038" y="1851040"/>
                <a:chExt cx="1206568" cy="1266043"/>
              </a:xfrm>
              <a:grpFill/>
            </p:grpSpPr>
            <p:grpSp>
              <p:nvGrpSpPr>
                <p:cNvPr id="16" name="Grupo 15">
                  <a:extLst>
                    <a:ext uri="{FF2B5EF4-FFF2-40B4-BE49-F238E27FC236}">
                      <a16:creationId xmlns:a16="http://schemas.microsoft.com/office/drawing/2014/main" id="{1D3AD845-3EA7-4AD5-C494-27A4B03D844B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  <a:grpFill/>
              </p:grpSpPr>
              <p:grpSp>
                <p:nvGrpSpPr>
                  <p:cNvPr id="18" name="Grupo 17">
                    <a:extLst>
                      <a:ext uri="{FF2B5EF4-FFF2-40B4-BE49-F238E27FC236}">
                        <a16:creationId xmlns:a16="http://schemas.microsoft.com/office/drawing/2014/main" id="{FC2EFC90-09EC-7A2E-3560-ED003188EDE0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  <a:grpFill/>
                </p:grpSpPr>
                <p:grpSp>
                  <p:nvGrpSpPr>
                    <p:cNvPr id="20" name="Grupo 19">
                      <a:extLst>
                        <a:ext uri="{FF2B5EF4-FFF2-40B4-BE49-F238E27FC236}">
                          <a16:creationId xmlns:a16="http://schemas.microsoft.com/office/drawing/2014/main" id="{B0C30B6A-1239-CDE6-5C3D-53AE15E5D1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grpFill/>
                  </p:grpSpPr>
                  <p:grpSp>
                    <p:nvGrpSpPr>
                      <p:cNvPr id="22" name="Grupo 21">
                        <a:extLst>
                          <a:ext uri="{FF2B5EF4-FFF2-40B4-BE49-F238E27FC236}">
                            <a16:creationId xmlns:a16="http://schemas.microsoft.com/office/drawing/2014/main" id="{602855D1-46BE-8CDF-6594-7AD00B8A8BA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24" name="Elipse 23">
                          <a:extLst>
                            <a:ext uri="{FF2B5EF4-FFF2-40B4-BE49-F238E27FC236}">
                              <a16:creationId xmlns:a16="http://schemas.microsoft.com/office/drawing/2014/main" id="{4757343D-CE7E-E8C6-0689-8FFA3050BE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5" name="Diagrama de flujo: operación manual 24">
                          <a:extLst>
                            <a:ext uri="{FF2B5EF4-FFF2-40B4-BE49-F238E27FC236}">
                              <a16:creationId xmlns:a16="http://schemas.microsoft.com/office/drawing/2014/main" id="{D6FFCB98-8F5B-2F36-89AE-DDE24EB7B9B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23" name="Elipse 22">
                        <a:extLst>
                          <a:ext uri="{FF2B5EF4-FFF2-40B4-BE49-F238E27FC236}">
                            <a16:creationId xmlns:a16="http://schemas.microsoft.com/office/drawing/2014/main" id="{53FF0790-E39B-EED0-D267-AC8E1660EF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21" name="Diagrama de flujo: operación manual 20">
                      <a:extLst>
                        <a:ext uri="{FF2B5EF4-FFF2-40B4-BE49-F238E27FC236}">
                          <a16:creationId xmlns:a16="http://schemas.microsoft.com/office/drawing/2014/main" id="{19CA4BFF-0F2D-450C-4A79-C539AFA921BC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9" name="Elipse 18">
                    <a:extLst>
                      <a:ext uri="{FF2B5EF4-FFF2-40B4-BE49-F238E27FC236}">
                        <a16:creationId xmlns:a16="http://schemas.microsoft.com/office/drawing/2014/main" id="{37052597-EFD2-BDEC-BFCD-A1B653B5C0CA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480C4C75-5BF6-6D5A-254F-73D6110EC028}"/>
                    </a:ext>
                  </a:extLst>
                </p:cNvPr>
                <p:cNvSpPr/>
                <p:nvPr/>
              </p:nvSpPr>
              <p:spPr>
                <a:xfrm>
                  <a:off x="6027038" y="2602851"/>
                  <a:ext cx="144000" cy="144000"/>
                </a:xfrm>
                <a:prstGeom prst="ellipse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id="{D9C9E386-0FE3-CFF3-684E-6A8FF72D33B7}"/>
                  </a:ext>
                </a:extLst>
              </p:cNvPr>
              <p:cNvSpPr/>
              <p:nvPr/>
            </p:nvSpPr>
            <p:spPr>
              <a:xfrm>
                <a:off x="7413976" y="2713934"/>
                <a:ext cx="108000" cy="108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4A98F78E-5ECE-FF54-5918-E6B04DCD6570}"/>
              </a:ext>
            </a:extLst>
          </p:cNvPr>
          <p:cNvGrpSpPr/>
          <p:nvPr/>
        </p:nvGrpSpPr>
        <p:grpSpPr>
          <a:xfrm rot="19433136">
            <a:off x="6758433" y="2358960"/>
            <a:ext cx="1206568" cy="1266043"/>
            <a:chOff x="6229374" y="1881441"/>
            <a:chExt cx="1206568" cy="1266043"/>
          </a:xfrm>
        </p:grpSpPr>
        <p:grpSp>
          <p:nvGrpSpPr>
            <p:cNvPr id="670" name="Grupo 669">
              <a:extLst>
                <a:ext uri="{FF2B5EF4-FFF2-40B4-BE49-F238E27FC236}">
                  <a16:creationId xmlns:a16="http://schemas.microsoft.com/office/drawing/2014/main" id="{D668FE55-3A6F-B7F2-4DA0-B8250B57EF9F}"/>
                </a:ext>
              </a:extLst>
            </p:cNvPr>
            <p:cNvGrpSpPr/>
            <p:nvPr/>
          </p:nvGrpSpPr>
          <p:grpSpPr>
            <a:xfrm rot="2420597">
              <a:off x="6229374" y="1881441"/>
              <a:ext cx="1206568" cy="1266043"/>
              <a:chOff x="6027038" y="1851040"/>
              <a:chExt cx="1206568" cy="1266043"/>
            </a:xfrm>
          </p:grpSpPr>
          <p:grpSp>
            <p:nvGrpSpPr>
              <p:cNvPr id="682" name="Grupo 681">
                <a:extLst>
                  <a:ext uri="{FF2B5EF4-FFF2-40B4-BE49-F238E27FC236}">
                    <a16:creationId xmlns:a16="http://schemas.microsoft.com/office/drawing/2014/main" id="{B871F59E-2915-576F-E761-F59C7229BF5E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</p:grpSpPr>
            <p:grpSp>
              <p:nvGrpSpPr>
                <p:cNvPr id="684" name="Grupo 683">
                  <a:extLst>
                    <a:ext uri="{FF2B5EF4-FFF2-40B4-BE49-F238E27FC236}">
                      <a16:creationId xmlns:a16="http://schemas.microsoft.com/office/drawing/2014/main" id="{F33DD0DA-AD28-627D-D52C-904AA07AC01A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</p:grpSpPr>
              <p:grpSp>
                <p:nvGrpSpPr>
                  <p:cNvPr id="686" name="Grupo 685">
                    <a:extLst>
                      <a:ext uri="{FF2B5EF4-FFF2-40B4-BE49-F238E27FC236}">
                        <a16:creationId xmlns:a16="http://schemas.microsoft.com/office/drawing/2014/main" id="{925CB3BE-26EC-D6D0-7F45-54D5622A605B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solidFill>
                    <a:schemeClr val="bg1">
                      <a:lumMod val="65000"/>
                    </a:schemeClr>
                  </a:solidFill>
                </p:grpSpPr>
                <p:grpSp>
                  <p:nvGrpSpPr>
                    <p:cNvPr id="688" name="Grupo 687">
                      <a:extLst>
                        <a:ext uri="{FF2B5EF4-FFF2-40B4-BE49-F238E27FC236}">
                          <a16:creationId xmlns:a16="http://schemas.microsoft.com/office/drawing/2014/main" id="{EBF79619-D924-2604-0A08-6CCE33D5A7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690" name="Elipse 689">
                        <a:extLst>
                          <a:ext uri="{FF2B5EF4-FFF2-40B4-BE49-F238E27FC236}">
                            <a16:creationId xmlns:a16="http://schemas.microsoft.com/office/drawing/2014/main" id="{2ED7C8F3-C0F2-A518-7599-09A6566791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691" name="Diagrama de flujo: operación manual 690">
                        <a:extLst>
                          <a:ext uri="{FF2B5EF4-FFF2-40B4-BE49-F238E27FC236}">
                            <a16:creationId xmlns:a16="http://schemas.microsoft.com/office/drawing/2014/main" id="{6E787DC7-0969-A399-9037-672870B641A6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689" name="Elipse 688">
                      <a:extLst>
                        <a:ext uri="{FF2B5EF4-FFF2-40B4-BE49-F238E27FC236}">
                          <a16:creationId xmlns:a16="http://schemas.microsoft.com/office/drawing/2014/main" id="{14664593-0E4F-16F2-8357-93CE64C8A0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687" name="Diagrama de flujo: operación manual 686">
                    <a:extLst>
                      <a:ext uri="{FF2B5EF4-FFF2-40B4-BE49-F238E27FC236}">
                        <a16:creationId xmlns:a16="http://schemas.microsoft.com/office/drawing/2014/main" id="{5A0A6F9D-6191-6EF9-EFAA-1C670FC53615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190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685" name="Elipse 684">
                  <a:extLst>
                    <a:ext uri="{FF2B5EF4-FFF2-40B4-BE49-F238E27FC236}">
                      <a16:creationId xmlns:a16="http://schemas.microsoft.com/office/drawing/2014/main" id="{9FE0AF26-B54D-2EF1-5FD3-ACA1DC253A4E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683" name="Elipse 682">
                <a:extLst>
                  <a:ext uri="{FF2B5EF4-FFF2-40B4-BE49-F238E27FC236}">
                    <a16:creationId xmlns:a16="http://schemas.microsoft.com/office/drawing/2014/main" id="{5AE2934E-B225-5564-59D3-2499ED8C73B6}"/>
                  </a:ext>
                </a:extLst>
              </p:cNvPr>
              <p:cNvSpPr/>
              <p:nvPr/>
            </p:nvSpPr>
            <p:spPr>
              <a:xfrm>
                <a:off x="6027038" y="2602851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633" name="Elipse 632">
              <a:extLst>
                <a:ext uri="{FF2B5EF4-FFF2-40B4-BE49-F238E27FC236}">
                  <a16:creationId xmlns:a16="http://schemas.microsoft.com/office/drawing/2014/main" id="{DD4B5B1A-E316-AA02-4A70-DA725E12A797}"/>
                </a:ext>
              </a:extLst>
            </p:cNvPr>
            <p:cNvSpPr/>
            <p:nvPr/>
          </p:nvSpPr>
          <p:spPr>
            <a:xfrm>
              <a:off x="6371404" y="2294835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72254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8400000">
                                      <p:cBhvr>
                                        <p:cTn id="6" dur="300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8400000">
                                      <p:cBhvr>
                                        <p:cTn id="19" dur="300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10" y="82380"/>
            <a:ext cx="4011517" cy="777846"/>
          </a:xfrm>
        </p:spPr>
        <p:txBody>
          <a:bodyPr>
            <a:noAutofit/>
          </a:bodyPr>
          <a:lstStyle/>
          <a:p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62F9A3-06FA-0592-5B19-5FCD1E97C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848" y="860226"/>
            <a:ext cx="7727496" cy="583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41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Elipse 371">
            <a:extLst>
              <a:ext uri="{FF2B5EF4-FFF2-40B4-BE49-F238E27FC236}">
                <a16:creationId xmlns:a16="http://schemas.microsoft.com/office/drawing/2014/main" id="{D1EE147A-0DEA-E584-58FA-F0FD9CA93E96}"/>
              </a:ext>
            </a:extLst>
          </p:cNvPr>
          <p:cNvSpPr/>
          <p:nvPr/>
        </p:nvSpPr>
        <p:spPr>
          <a:xfrm rot="109090">
            <a:off x="6608540" y="2905146"/>
            <a:ext cx="468000" cy="468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514" name="Grupo 513">
            <a:extLst>
              <a:ext uri="{FF2B5EF4-FFF2-40B4-BE49-F238E27FC236}">
                <a16:creationId xmlns:a16="http://schemas.microsoft.com/office/drawing/2014/main" id="{E1C8EDC8-FC6E-B551-397B-DDBCEF351E9E}"/>
              </a:ext>
            </a:extLst>
          </p:cNvPr>
          <p:cNvGrpSpPr/>
          <p:nvPr/>
        </p:nvGrpSpPr>
        <p:grpSpPr>
          <a:xfrm rot="14996075" flipH="1" flipV="1">
            <a:off x="5767138" y="1901219"/>
            <a:ext cx="2126337" cy="849634"/>
            <a:chOff x="4478442" y="1980580"/>
            <a:chExt cx="2126337" cy="849634"/>
          </a:xfrm>
          <a:noFill/>
        </p:grpSpPr>
        <p:grpSp>
          <p:nvGrpSpPr>
            <p:cNvPr id="515" name="Grupo 514">
              <a:extLst>
                <a:ext uri="{FF2B5EF4-FFF2-40B4-BE49-F238E27FC236}">
                  <a16:creationId xmlns:a16="http://schemas.microsoft.com/office/drawing/2014/main" id="{70BCEE07-D751-4893-002C-EE491DFBD909}"/>
                </a:ext>
              </a:extLst>
            </p:cNvPr>
            <p:cNvGrpSpPr/>
            <p:nvPr/>
          </p:nvGrpSpPr>
          <p:grpSpPr>
            <a:xfrm rot="6713015">
              <a:off x="5152083" y="1306939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584" name="Grupo 583">
                <a:extLst>
                  <a:ext uri="{FF2B5EF4-FFF2-40B4-BE49-F238E27FC236}">
                    <a16:creationId xmlns:a16="http://schemas.microsoft.com/office/drawing/2014/main" id="{C0C45ED9-81D5-4771-8243-4A372FA72881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679" name="Grupo 678">
                  <a:extLst>
                    <a:ext uri="{FF2B5EF4-FFF2-40B4-BE49-F238E27FC236}">
                      <a16:creationId xmlns:a16="http://schemas.microsoft.com/office/drawing/2014/main" id="{7A346287-E056-629C-8B95-D3EEC64BBA0A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96" name="Grupo 695">
                    <a:extLst>
                      <a:ext uri="{FF2B5EF4-FFF2-40B4-BE49-F238E27FC236}">
                        <a16:creationId xmlns:a16="http://schemas.microsoft.com/office/drawing/2014/main" id="{DAAF4497-F533-0CEC-CF2B-FE265F359333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699" name="Rectángulo: esquinas redondeadas 698">
                      <a:extLst>
                        <a:ext uri="{FF2B5EF4-FFF2-40B4-BE49-F238E27FC236}">
                          <a16:creationId xmlns:a16="http://schemas.microsoft.com/office/drawing/2014/main" id="{4310C0C9-E803-6803-01B0-299A84092E58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00" name="Rectángulo: esquinas redondeadas 699">
                      <a:extLst>
                        <a:ext uri="{FF2B5EF4-FFF2-40B4-BE49-F238E27FC236}">
                          <a16:creationId xmlns:a16="http://schemas.microsoft.com/office/drawing/2014/main" id="{D6B8C5B7-C1D3-6F59-2A9E-0CCCD84FBE28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697" name="Rectángulo 696">
                    <a:extLst>
                      <a:ext uri="{FF2B5EF4-FFF2-40B4-BE49-F238E27FC236}">
                        <a16:creationId xmlns:a16="http://schemas.microsoft.com/office/drawing/2014/main" id="{788863DB-0771-997B-BEE6-1DFAAFAB31B2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98" name="Rectángulo 697">
                    <a:extLst>
                      <a:ext uri="{FF2B5EF4-FFF2-40B4-BE49-F238E27FC236}">
                        <a16:creationId xmlns:a16="http://schemas.microsoft.com/office/drawing/2014/main" id="{241990AD-82C7-DC11-208E-871283569832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80" name="Grupo 679">
                  <a:extLst>
                    <a:ext uri="{FF2B5EF4-FFF2-40B4-BE49-F238E27FC236}">
                      <a16:creationId xmlns:a16="http://schemas.microsoft.com/office/drawing/2014/main" id="{C957186C-EE7B-9EE4-426C-EB71B443BDAD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81" name="Grupo 680">
                    <a:extLst>
                      <a:ext uri="{FF2B5EF4-FFF2-40B4-BE49-F238E27FC236}">
                        <a16:creationId xmlns:a16="http://schemas.microsoft.com/office/drawing/2014/main" id="{891100D5-ABC4-5C5C-6402-7265AD34EBA1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694" name="Rectángulo: esquinas redondeadas 693">
                      <a:extLst>
                        <a:ext uri="{FF2B5EF4-FFF2-40B4-BE49-F238E27FC236}">
                          <a16:creationId xmlns:a16="http://schemas.microsoft.com/office/drawing/2014/main" id="{DF9A8F2F-F9DF-7B9B-ED46-B5959A73F56A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95" name="Rectángulo: esquinas redondeadas 694">
                      <a:extLst>
                        <a:ext uri="{FF2B5EF4-FFF2-40B4-BE49-F238E27FC236}">
                          <a16:creationId xmlns:a16="http://schemas.microsoft.com/office/drawing/2014/main" id="{C4A78207-7AC3-5668-3B4B-3762FB0B761C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692" name="Rectángulo 691">
                    <a:extLst>
                      <a:ext uri="{FF2B5EF4-FFF2-40B4-BE49-F238E27FC236}">
                        <a16:creationId xmlns:a16="http://schemas.microsoft.com/office/drawing/2014/main" id="{C17DE90A-0E86-D0CB-8856-B55D6FA2944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93" name="Rectángulo 692">
                    <a:extLst>
                      <a:ext uri="{FF2B5EF4-FFF2-40B4-BE49-F238E27FC236}">
                        <a16:creationId xmlns:a16="http://schemas.microsoft.com/office/drawing/2014/main" id="{B57BAC4B-D6CD-69F4-54DD-08044ED17579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586" name="Grupo 585">
                <a:extLst>
                  <a:ext uri="{FF2B5EF4-FFF2-40B4-BE49-F238E27FC236}">
                    <a16:creationId xmlns:a16="http://schemas.microsoft.com/office/drawing/2014/main" id="{22125F82-1DEA-E439-2AB4-4D0B46C10CFD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587" name="Grupo 586">
                  <a:extLst>
                    <a:ext uri="{FF2B5EF4-FFF2-40B4-BE49-F238E27FC236}">
                      <a16:creationId xmlns:a16="http://schemas.microsoft.com/office/drawing/2014/main" id="{D305A31A-015B-B3C2-30EE-BCC75544413E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592" name="Grupo 591">
                    <a:extLst>
                      <a:ext uri="{FF2B5EF4-FFF2-40B4-BE49-F238E27FC236}">
                        <a16:creationId xmlns:a16="http://schemas.microsoft.com/office/drawing/2014/main" id="{A2546425-D7F2-A648-C302-0FF74CC546C2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626" name="Grupo 625">
                      <a:extLst>
                        <a:ext uri="{FF2B5EF4-FFF2-40B4-BE49-F238E27FC236}">
                          <a16:creationId xmlns:a16="http://schemas.microsoft.com/office/drawing/2014/main" id="{45F4203C-6836-FC60-B61B-9745F0BD28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675" name="Elipse 674">
                        <a:extLst>
                          <a:ext uri="{FF2B5EF4-FFF2-40B4-BE49-F238E27FC236}">
                            <a16:creationId xmlns:a16="http://schemas.microsoft.com/office/drawing/2014/main" id="{E6AD1838-BEBC-D5CA-BAC3-146D4DE82D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676" name="Grupo 675">
                        <a:extLst>
                          <a:ext uri="{FF2B5EF4-FFF2-40B4-BE49-F238E27FC236}">
                            <a16:creationId xmlns:a16="http://schemas.microsoft.com/office/drawing/2014/main" id="{555D2044-8EFD-E431-63E3-2680D25E4C9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677" name="Rectángulo 676">
                          <a:extLst>
                            <a:ext uri="{FF2B5EF4-FFF2-40B4-BE49-F238E27FC236}">
                              <a16:creationId xmlns:a16="http://schemas.microsoft.com/office/drawing/2014/main" id="{978A12B9-1DE5-224F-CAE0-6CF34BB8527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678" name="Rectángulo 677">
                          <a:extLst>
                            <a:ext uri="{FF2B5EF4-FFF2-40B4-BE49-F238E27FC236}">
                              <a16:creationId xmlns:a16="http://schemas.microsoft.com/office/drawing/2014/main" id="{1F6D1524-C6E3-1AE6-C611-4C0A87C7307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627" name="Grupo 626">
                      <a:extLst>
                        <a:ext uri="{FF2B5EF4-FFF2-40B4-BE49-F238E27FC236}">
                          <a16:creationId xmlns:a16="http://schemas.microsoft.com/office/drawing/2014/main" id="{26A6637A-C321-AF15-122E-80A125B27A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628" name="Grupo 627">
                        <a:extLst>
                          <a:ext uri="{FF2B5EF4-FFF2-40B4-BE49-F238E27FC236}">
                            <a16:creationId xmlns:a16="http://schemas.microsoft.com/office/drawing/2014/main" id="{7A691B5A-3D19-B426-5750-65D27F0E4EC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634" name="Grupo 633">
                          <a:extLst>
                            <a:ext uri="{FF2B5EF4-FFF2-40B4-BE49-F238E27FC236}">
                              <a16:creationId xmlns:a16="http://schemas.microsoft.com/office/drawing/2014/main" id="{F44188C3-D829-5D06-1A99-6500A93DE61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672" name="Rectángulo 671">
                            <a:extLst>
                              <a:ext uri="{FF2B5EF4-FFF2-40B4-BE49-F238E27FC236}">
                                <a16:creationId xmlns:a16="http://schemas.microsoft.com/office/drawing/2014/main" id="{89CC5086-5306-B6F2-271C-D0CB58CB49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673" name="Rectángulo 672">
                            <a:extLst>
                              <a:ext uri="{FF2B5EF4-FFF2-40B4-BE49-F238E27FC236}">
                                <a16:creationId xmlns:a16="http://schemas.microsoft.com/office/drawing/2014/main" id="{3611111A-C5BA-34E9-DABF-8D66B373EF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674" name="Marco 673">
                            <a:extLst>
                              <a:ext uri="{FF2B5EF4-FFF2-40B4-BE49-F238E27FC236}">
                                <a16:creationId xmlns:a16="http://schemas.microsoft.com/office/drawing/2014/main" id="{B39EDF36-25C3-B515-38E8-4A6C58B4A6E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35" name="Grupo 634">
                          <a:extLst>
                            <a:ext uri="{FF2B5EF4-FFF2-40B4-BE49-F238E27FC236}">
                              <a16:creationId xmlns:a16="http://schemas.microsoft.com/office/drawing/2014/main" id="{0FB1B1D6-9570-B2BD-B084-6DFA9B69C66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636" name="Rectángulo 635">
                            <a:extLst>
                              <a:ext uri="{FF2B5EF4-FFF2-40B4-BE49-F238E27FC236}">
                                <a16:creationId xmlns:a16="http://schemas.microsoft.com/office/drawing/2014/main" id="{856C567B-CCC8-F022-F374-DC4B273D32E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669" name="Rectángulo 668">
                            <a:extLst>
                              <a:ext uri="{FF2B5EF4-FFF2-40B4-BE49-F238E27FC236}">
                                <a16:creationId xmlns:a16="http://schemas.microsoft.com/office/drawing/2014/main" id="{DA2514A5-48BE-F104-06A3-68B75144ABB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671" name="Rectángulo 670">
                            <a:extLst>
                              <a:ext uri="{FF2B5EF4-FFF2-40B4-BE49-F238E27FC236}">
                                <a16:creationId xmlns:a16="http://schemas.microsoft.com/office/drawing/2014/main" id="{D94D11A7-A379-A441-1D70-1472E6DBAA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629" name="Grupo 628">
                        <a:extLst>
                          <a:ext uri="{FF2B5EF4-FFF2-40B4-BE49-F238E27FC236}">
                            <a16:creationId xmlns:a16="http://schemas.microsoft.com/office/drawing/2014/main" id="{77B76E20-77D9-CFC4-4611-DE0A0BED964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630" name="Rectángulo 629">
                          <a:extLst>
                            <a:ext uri="{FF2B5EF4-FFF2-40B4-BE49-F238E27FC236}">
                              <a16:creationId xmlns:a16="http://schemas.microsoft.com/office/drawing/2014/main" id="{0C234BF6-3DE2-4BB4-718B-0024F444415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631" name="Rectángulo 630">
                          <a:extLst>
                            <a:ext uri="{FF2B5EF4-FFF2-40B4-BE49-F238E27FC236}">
                              <a16:creationId xmlns:a16="http://schemas.microsoft.com/office/drawing/2014/main" id="{DA38DFC5-261F-ACD3-15DD-BF3682EA18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632" name="Rectángulo 631">
                          <a:extLst>
                            <a:ext uri="{FF2B5EF4-FFF2-40B4-BE49-F238E27FC236}">
                              <a16:creationId xmlns:a16="http://schemas.microsoft.com/office/drawing/2014/main" id="{F6A86D86-222E-DA8F-2CAD-960B698C88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599" name="Rectángulo 598">
                    <a:extLst>
                      <a:ext uri="{FF2B5EF4-FFF2-40B4-BE49-F238E27FC236}">
                        <a16:creationId xmlns:a16="http://schemas.microsoft.com/office/drawing/2014/main" id="{01CF3C02-E6B2-4C77-8F29-859951DA9DA4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88" name="Grupo 587">
                  <a:extLst>
                    <a:ext uri="{FF2B5EF4-FFF2-40B4-BE49-F238E27FC236}">
                      <a16:creationId xmlns:a16="http://schemas.microsoft.com/office/drawing/2014/main" id="{C96D4B8E-EA6C-CB08-F435-8F63636F66D6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589" name="Rectángulo 588">
                    <a:extLst>
                      <a:ext uri="{FF2B5EF4-FFF2-40B4-BE49-F238E27FC236}">
                        <a16:creationId xmlns:a16="http://schemas.microsoft.com/office/drawing/2014/main" id="{19FC2BA9-CFC0-B4D6-34C4-56029D32008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90" name="Elipse 589">
                    <a:extLst>
                      <a:ext uri="{FF2B5EF4-FFF2-40B4-BE49-F238E27FC236}">
                        <a16:creationId xmlns:a16="http://schemas.microsoft.com/office/drawing/2014/main" id="{8937EA6D-2A55-0637-1D73-DDE4CED311A0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91" name="Elipse 590">
                    <a:extLst>
                      <a:ext uri="{FF2B5EF4-FFF2-40B4-BE49-F238E27FC236}">
                        <a16:creationId xmlns:a16="http://schemas.microsoft.com/office/drawing/2014/main" id="{A8A15129-5994-FAD3-291C-4F055388570F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sp>
          <p:nvSpPr>
            <p:cNvPr id="516" name="Elipse 515">
              <a:extLst>
                <a:ext uri="{FF2B5EF4-FFF2-40B4-BE49-F238E27FC236}">
                  <a16:creationId xmlns:a16="http://schemas.microsoft.com/office/drawing/2014/main" id="{D5EED75B-3B12-CD50-CDA2-0689139FAE5E}"/>
                </a:ext>
              </a:extLst>
            </p:cNvPr>
            <p:cNvSpPr/>
            <p:nvPr/>
          </p:nvSpPr>
          <p:spPr>
            <a:xfrm rot="17560070">
              <a:off x="6435956" y="2729930"/>
              <a:ext cx="126153" cy="744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5" name="Elipse 574">
              <a:extLst>
                <a:ext uri="{FF2B5EF4-FFF2-40B4-BE49-F238E27FC236}">
                  <a16:creationId xmlns:a16="http://schemas.microsoft.com/office/drawing/2014/main" id="{5991A744-030D-D3D1-52EE-09FF350DC76D}"/>
                </a:ext>
              </a:extLst>
            </p:cNvPr>
            <p:cNvSpPr/>
            <p:nvPr/>
          </p:nvSpPr>
          <p:spPr>
            <a:xfrm rot="4347199">
              <a:off x="6064532" y="2702208"/>
              <a:ext cx="126153" cy="744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585" name="Grupo 584">
            <a:extLst>
              <a:ext uri="{FF2B5EF4-FFF2-40B4-BE49-F238E27FC236}">
                <a16:creationId xmlns:a16="http://schemas.microsoft.com/office/drawing/2014/main" id="{6726485A-359A-4A56-7ECC-4E192E38A4DC}"/>
              </a:ext>
            </a:extLst>
          </p:cNvPr>
          <p:cNvGrpSpPr/>
          <p:nvPr/>
        </p:nvGrpSpPr>
        <p:grpSpPr>
          <a:xfrm rot="20463094">
            <a:off x="7699320" y="2227977"/>
            <a:ext cx="2288079" cy="2013940"/>
            <a:chOff x="5734796" y="1871886"/>
            <a:chExt cx="2288079" cy="2013940"/>
          </a:xfrm>
        </p:grpSpPr>
        <p:grpSp>
          <p:nvGrpSpPr>
            <p:cNvPr id="593" name="Grupo 592">
              <a:extLst>
                <a:ext uri="{FF2B5EF4-FFF2-40B4-BE49-F238E27FC236}">
                  <a16:creationId xmlns:a16="http://schemas.microsoft.com/office/drawing/2014/main" id="{C13B3B88-970C-BDE4-1CA5-43104D425FAD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595" name="Grupo 594">
                <a:extLst>
                  <a:ext uri="{FF2B5EF4-FFF2-40B4-BE49-F238E27FC236}">
                    <a16:creationId xmlns:a16="http://schemas.microsoft.com/office/drawing/2014/main" id="{C0CEE0ED-2815-A170-C1B0-7B5469DB77DD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597" name="Elipse 596">
                  <a:extLst>
                    <a:ext uri="{FF2B5EF4-FFF2-40B4-BE49-F238E27FC236}">
                      <a16:creationId xmlns:a16="http://schemas.microsoft.com/office/drawing/2014/main" id="{CBBB1F3E-46C0-253B-039B-0D39D6F3666C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98" name="Diagrama de flujo: operación manual 597">
                  <a:extLst>
                    <a:ext uri="{FF2B5EF4-FFF2-40B4-BE49-F238E27FC236}">
                      <a16:creationId xmlns:a16="http://schemas.microsoft.com/office/drawing/2014/main" id="{77B71A94-0232-F8BD-3C59-6886337BF1EB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596" name="Elipse 595">
                <a:extLst>
                  <a:ext uri="{FF2B5EF4-FFF2-40B4-BE49-F238E27FC236}">
                    <a16:creationId xmlns:a16="http://schemas.microsoft.com/office/drawing/2014/main" id="{FD1CC797-B12F-AD1F-7BC1-489F39D5B3A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594" name="Diagrama de flujo: operación manual 593">
              <a:extLst>
                <a:ext uri="{FF2B5EF4-FFF2-40B4-BE49-F238E27FC236}">
                  <a16:creationId xmlns:a16="http://schemas.microsoft.com/office/drawing/2014/main" id="{F06F09DB-0109-D291-2C48-4C2B047FB839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quinto Eslabón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07841018-B4FF-3A2E-8B3A-5162A1D7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679" y="1366390"/>
            <a:ext cx="5543904" cy="5493789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M9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horario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S5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inhabilitar botón M9 y habilitar botón M10.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1.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M10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antihorario.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X </a:t>
            </a:r>
            <a:r>
              <a:rPr lang="es-ES" dirty="0">
                <a:highlight>
                  <a:srgbClr val="FFFF00"/>
                </a:highlight>
              </a:rPr>
              <a:t>(analizar sig. pulsador)</a:t>
            </a:r>
            <a:r>
              <a:rPr lang="es-ES" dirty="0"/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S5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inhabilitar botón M10 y habilitar botón M9.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</a:t>
            </a:r>
          </a:p>
          <a:p>
            <a:pPr algn="l"/>
            <a:endParaRPr lang="es-ES" dirty="0"/>
          </a:p>
          <a:p>
            <a:pPr marL="457200" indent="-457200" algn="l">
              <a:buAutoNum type="arabicPeriod"/>
            </a:pPr>
            <a:endParaRPr lang="es-E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B839C0-C041-8248-4FAB-6363083B34B5}"/>
              </a:ext>
            </a:extLst>
          </p:cNvPr>
          <p:cNvSpPr/>
          <p:nvPr/>
        </p:nvSpPr>
        <p:spPr>
          <a:xfrm>
            <a:off x="7415680" y="1592404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6A1DE549-0820-44D5-DA01-A70152CB5598}"/>
              </a:ext>
            </a:extLst>
          </p:cNvPr>
          <p:cNvSpPr txBox="1">
            <a:spLocks/>
          </p:cNvSpPr>
          <p:nvPr/>
        </p:nvSpPr>
        <p:spPr>
          <a:xfrm>
            <a:off x="7509726" y="1486634"/>
            <a:ext cx="2039081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S5</a:t>
            </a:r>
          </a:p>
        </p:txBody>
      </p:sp>
      <p:grpSp>
        <p:nvGrpSpPr>
          <p:cNvPr id="600" name="Grupo 599">
            <a:extLst>
              <a:ext uri="{FF2B5EF4-FFF2-40B4-BE49-F238E27FC236}">
                <a16:creationId xmlns:a16="http://schemas.microsoft.com/office/drawing/2014/main" id="{C74C818A-BC7B-2BBF-F803-B9594E23404D}"/>
              </a:ext>
            </a:extLst>
          </p:cNvPr>
          <p:cNvGrpSpPr/>
          <p:nvPr/>
        </p:nvGrpSpPr>
        <p:grpSpPr>
          <a:xfrm>
            <a:off x="9055784" y="3120411"/>
            <a:ext cx="1192486" cy="1369240"/>
            <a:chOff x="7991273" y="3108960"/>
            <a:chExt cx="1192486" cy="1369240"/>
          </a:xfrm>
        </p:grpSpPr>
        <p:grpSp>
          <p:nvGrpSpPr>
            <p:cNvPr id="601" name="Grupo 600">
              <a:extLst>
                <a:ext uri="{FF2B5EF4-FFF2-40B4-BE49-F238E27FC236}">
                  <a16:creationId xmlns:a16="http://schemas.microsoft.com/office/drawing/2014/main" id="{83D63F76-8665-0F54-65BD-DCD4C6E24853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622" name="Rectángulo: esquinas redondeadas 621">
                <a:extLst>
                  <a:ext uri="{FF2B5EF4-FFF2-40B4-BE49-F238E27FC236}">
                    <a16:creationId xmlns:a16="http://schemas.microsoft.com/office/drawing/2014/main" id="{A8519146-C07C-C452-F452-5BF948AAAD3C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623" name="Grupo 622">
                <a:extLst>
                  <a:ext uri="{FF2B5EF4-FFF2-40B4-BE49-F238E27FC236}">
                    <a16:creationId xmlns:a16="http://schemas.microsoft.com/office/drawing/2014/main" id="{52461EFA-E70C-CA5B-083F-396014D30F8A}"/>
                  </a:ext>
                </a:extLst>
              </p:cNvPr>
              <p:cNvGrpSpPr/>
              <p:nvPr/>
            </p:nvGrpSpPr>
            <p:grpSpPr>
              <a:xfrm>
                <a:off x="7991273" y="2956064"/>
                <a:ext cx="1378938" cy="1522136"/>
                <a:chOff x="7991273" y="2943364"/>
                <a:chExt cx="1378938" cy="1522136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624" name="Diagrama de flujo: operación manual 623">
                  <a:extLst>
                    <a:ext uri="{FF2B5EF4-FFF2-40B4-BE49-F238E27FC236}">
                      <a16:creationId xmlns:a16="http://schemas.microsoft.com/office/drawing/2014/main" id="{EA3DA73A-A01F-20E2-9886-9460B638BA8B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25" name="Rectángulo: esquinas redondeadas 624">
                  <a:extLst>
                    <a:ext uri="{FF2B5EF4-FFF2-40B4-BE49-F238E27FC236}">
                      <a16:creationId xmlns:a16="http://schemas.microsoft.com/office/drawing/2014/main" id="{82043B02-236F-8D30-DE05-24D63E7BC019}"/>
                    </a:ext>
                  </a:extLst>
                </p:cNvPr>
                <p:cNvSpPr/>
                <p:nvPr/>
              </p:nvSpPr>
              <p:spPr>
                <a:xfrm>
                  <a:off x="8263838" y="2943364"/>
                  <a:ext cx="832576" cy="828533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602" name="Grupo 601">
              <a:extLst>
                <a:ext uri="{FF2B5EF4-FFF2-40B4-BE49-F238E27FC236}">
                  <a16:creationId xmlns:a16="http://schemas.microsoft.com/office/drawing/2014/main" id="{976DD796-0B67-14B1-F35D-2D590128A256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603" name="Grupo 602">
                <a:extLst>
                  <a:ext uri="{FF2B5EF4-FFF2-40B4-BE49-F238E27FC236}">
                    <a16:creationId xmlns:a16="http://schemas.microsoft.com/office/drawing/2014/main" id="{6E581D80-ECE2-5AD7-DC36-B2AFF636236D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620" name="Rectángulo 619">
                  <a:extLst>
                    <a:ext uri="{FF2B5EF4-FFF2-40B4-BE49-F238E27FC236}">
                      <a16:creationId xmlns:a16="http://schemas.microsoft.com/office/drawing/2014/main" id="{D74477CA-96D2-13B8-48B0-C4DE240CE4A2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21" name="Elipse 620">
                  <a:extLst>
                    <a:ext uri="{FF2B5EF4-FFF2-40B4-BE49-F238E27FC236}">
                      <a16:creationId xmlns:a16="http://schemas.microsoft.com/office/drawing/2014/main" id="{C3BAE6AC-EF67-E5D7-FC3A-D29CBC32DDD0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4" name="Grupo 603">
                <a:extLst>
                  <a:ext uri="{FF2B5EF4-FFF2-40B4-BE49-F238E27FC236}">
                    <a16:creationId xmlns:a16="http://schemas.microsoft.com/office/drawing/2014/main" id="{960B8FA1-9061-4D44-D4E7-035BEF10622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617" name="Elipse 616">
                  <a:extLst>
                    <a:ext uri="{FF2B5EF4-FFF2-40B4-BE49-F238E27FC236}">
                      <a16:creationId xmlns:a16="http://schemas.microsoft.com/office/drawing/2014/main" id="{E67502AD-9720-A0E9-52E8-F20443676D00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8" name="Rectángulo 617">
                  <a:extLst>
                    <a:ext uri="{FF2B5EF4-FFF2-40B4-BE49-F238E27FC236}">
                      <a16:creationId xmlns:a16="http://schemas.microsoft.com/office/drawing/2014/main" id="{B0F2614A-4089-4E78-3947-C7C5FFF90819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9" name="Rectángulo 618">
                  <a:extLst>
                    <a:ext uri="{FF2B5EF4-FFF2-40B4-BE49-F238E27FC236}">
                      <a16:creationId xmlns:a16="http://schemas.microsoft.com/office/drawing/2014/main" id="{A4D254A2-AAF3-FD8E-95D5-5F7F2370DC8D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5" name="Grupo 604">
                <a:extLst>
                  <a:ext uri="{FF2B5EF4-FFF2-40B4-BE49-F238E27FC236}">
                    <a16:creationId xmlns:a16="http://schemas.microsoft.com/office/drawing/2014/main" id="{48FBFBBC-B3ED-3F0C-63DE-5D7BC4626CB8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614" name="Elipse 613">
                  <a:extLst>
                    <a:ext uri="{FF2B5EF4-FFF2-40B4-BE49-F238E27FC236}">
                      <a16:creationId xmlns:a16="http://schemas.microsoft.com/office/drawing/2014/main" id="{1CCBFF76-E730-8051-64EE-3171E50155ED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5" name="Rectángulo 614">
                  <a:extLst>
                    <a:ext uri="{FF2B5EF4-FFF2-40B4-BE49-F238E27FC236}">
                      <a16:creationId xmlns:a16="http://schemas.microsoft.com/office/drawing/2014/main" id="{2FDFBD59-18E9-0386-4A6C-3EB5F08805BD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6" name="Rectángulo 615">
                  <a:extLst>
                    <a:ext uri="{FF2B5EF4-FFF2-40B4-BE49-F238E27FC236}">
                      <a16:creationId xmlns:a16="http://schemas.microsoft.com/office/drawing/2014/main" id="{7049BD36-F4D0-756B-D603-2B0EA9A83A75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6" name="Grupo 605">
                <a:extLst>
                  <a:ext uri="{FF2B5EF4-FFF2-40B4-BE49-F238E27FC236}">
                    <a16:creationId xmlns:a16="http://schemas.microsoft.com/office/drawing/2014/main" id="{27622D0C-911B-DCF1-75C6-FFE5000B6190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611" name="Elipse 610">
                  <a:extLst>
                    <a:ext uri="{FF2B5EF4-FFF2-40B4-BE49-F238E27FC236}">
                      <a16:creationId xmlns:a16="http://schemas.microsoft.com/office/drawing/2014/main" id="{D3F3A306-6C87-06EF-B2A1-79791EF40181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2" name="Rectángulo 611">
                  <a:extLst>
                    <a:ext uri="{FF2B5EF4-FFF2-40B4-BE49-F238E27FC236}">
                      <a16:creationId xmlns:a16="http://schemas.microsoft.com/office/drawing/2014/main" id="{5C6B3F27-2AA1-4D35-1A9E-501E2994791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3" name="Rectángulo 612">
                  <a:extLst>
                    <a:ext uri="{FF2B5EF4-FFF2-40B4-BE49-F238E27FC236}">
                      <a16:creationId xmlns:a16="http://schemas.microsoft.com/office/drawing/2014/main" id="{9CFD022F-87AB-7586-FF3C-7783B779F6A4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607" name="Grupo 606">
                <a:extLst>
                  <a:ext uri="{FF2B5EF4-FFF2-40B4-BE49-F238E27FC236}">
                    <a16:creationId xmlns:a16="http://schemas.microsoft.com/office/drawing/2014/main" id="{DE1753B9-E891-1218-C1A1-9E7EA01EB15F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608" name="Elipse 607">
                  <a:extLst>
                    <a:ext uri="{FF2B5EF4-FFF2-40B4-BE49-F238E27FC236}">
                      <a16:creationId xmlns:a16="http://schemas.microsoft.com/office/drawing/2014/main" id="{B517B06F-24A8-EB75-7550-74AD173CAE9D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09" name="Rectángulo 608">
                  <a:extLst>
                    <a:ext uri="{FF2B5EF4-FFF2-40B4-BE49-F238E27FC236}">
                      <a16:creationId xmlns:a16="http://schemas.microsoft.com/office/drawing/2014/main" id="{F71F825A-841C-838E-B02D-23FEB0B07E5A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0" name="Rectángulo 609">
                  <a:extLst>
                    <a:ext uri="{FF2B5EF4-FFF2-40B4-BE49-F238E27FC236}">
                      <a16:creationId xmlns:a16="http://schemas.microsoft.com/office/drawing/2014/main" id="{7F196BB1-6993-F1FB-1005-514FE009695E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637" name="Grupo 636">
            <a:extLst>
              <a:ext uri="{FF2B5EF4-FFF2-40B4-BE49-F238E27FC236}">
                <a16:creationId xmlns:a16="http://schemas.microsoft.com/office/drawing/2014/main" id="{209330FF-621D-4AAE-19AA-DA8DF5624709}"/>
              </a:ext>
            </a:extLst>
          </p:cNvPr>
          <p:cNvGrpSpPr/>
          <p:nvPr/>
        </p:nvGrpSpPr>
        <p:grpSpPr>
          <a:xfrm>
            <a:off x="8430133" y="4527000"/>
            <a:ext cx="3600000" cy="2124000"/>
            <a:chOff x="7379270" y="4515549"/>
            <a:chExt cx="3600000" cy="2124000"/>
          </a:xfrm>
        </p:grpSpPr>
        <p:sp>
          <p:nvSpPr>
            <p:cNvPr id="638" name="Marco 637">
              <a:extLst>
                <a:ext uri="{FF2B5EF4-FFF2-40B4-BE49-F238E27FC236}">
                  <a16:creationId xmlns:a16="http://schemas.microsoft.com/office/drawing/2014/main" id="{DD902955-56C8-FEBF-074E-53632D978FD6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639" name="Marco 638">
              <a:extLst>
                <a:ext uri="{FF2B5EF4-FFF2-40B4-BE49-F238E27FC236}">
                  <a16:creationId xmlns:a16="http://schemas.microsoft.com/office/drawing/2014/main" id="{EA8B13A9-70C7-992F-5DF3-4BBB05C2A326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640" name="Grupo 639">
              <a:extLst>
                <a:ext uri="{FF2B5EF4-FFF2-40B4-BE49-F238E27FC236}">
                  <a16:creationId xmlns:a16="http://schemas.microsoft.com/office/drawing/2014/main" id="{A70372CF-9FDD-EDD2-935E-8D838F385D64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655" name="Grupo 654">
                <a:extLst>
                  <a:ext uri="{FF2B5EF4-FFF2-40B4-BE49-F238E27FC236}">
                    <a16:creationId xmlns:a16="http://schemas.microsoft.com/office/drawing/2014/main" id="{745F6C58-357C-78D3-9726-8B436D24C5CF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659" name="Grupo 658">
                  <a:extLst>
                    <a:ext uri="{FF2B5EF4-FFF2-40B4-BE49-F238E27FC236}">
                      <a16:creationId xmlns:a16="http://schemas.microsoft.com/office/drawing/2014/main" id="{F16DFBCE-E483-A09C-638A-F950B43A9D5F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667" name="Rectángulo 666">
                    <a:extLst>
                      <a:ext uri="{FF2B5EF4-FFF2-40B4-BE49-F238E27FC236}">
                        <a16:creationId xmlns:a16="http://schemas.microsoft.com/office/drawing/2014/main" id="{B03D8D0A-33CF-004D-5C4A-9A45F8418D9B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68" name="Rectángulo 667">
                    <a:extLst>
                      <a:ext uri="{FF2B5EF4-FFF2-40B4-BE49-F238E27FC236}">
                        <a16:creationId xmlns:a16="http://schemas.microsoft.com/office/drawing/2014/main" id="{36653AD4-0D2D-8F5C-63CE-847737973E15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60" name="Grupo 659">
                  <a:extLst>
                    <a:ext uri="{FF2B5EF4-FFF2-40B4-BE49-F238E27FC236}">
                      <a16:creationId xmlns:a16="http://schemas.microsoft.com/office/drawing/2014/main" id="{B3DF7665-4168-E85D-F607-143928055CE5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661" name="Grupo 660">
                    <a:extLst>
                      <a:ext uri="{FF2B5EF4-FFF2-40B4-BE49-F238E27FC236}">
                        <a16:creationId xmlns:a16="http://schemas.microsoft.com/office/drawing/2014/main" id="{836DDC93-4582-4D31-F763-5ACCBB65B044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65" name="Rectángulo 664">
                      <a:extLst>
                        <a:ext uri="{FF2B5EF4-FFF2-40B4-BE49-F238E27FC236}">
                          <a16:creationId xmlns:a16="http://schemas.microsoft.com/office/drawing/2014/main" id="{AB82E14E-9582-501C-7C5D-856935DB3F7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66" name="Rectángulo 665">
                      <a:extLst>
                        <a:ext uri="{FF2B5EF4-FFF2-40B4-BE49-F238E27FC236}">
                          <a16:creationId xmlns:a16="http://schemas.microsoft.com/office/drawing/2014/main" id="{916B5F64-90DC-045E-54DC-75E9B5AE361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662" name="Grupo 661">
                    <a:extLst>
                      <a:ext uri="{FF2B5EF4-FFF2-40B4-BE49-F238E27FC236}">
                        <a16:creationId xmlns:a16="http://schemas.microsoft.com/office/drawing/2014/main" id="{1724B177-1929-1CB4-318B-A07E5CA929CD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63" name="Rectángulo 662">
                      <a:extLst>
                        <a:ext uri="{FF2B5EF4-FFF2-40B4-BE49-F238E27FC236}">
                          <a16:creationId xmlns:a16="http://schemas.microsoft.com/office/drawing/2014/main" id="{BEE50FC2-50BB-98E9-62A9-D768622D558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64" name="Rectángulo 663">
                      <a:extLst>
                        <a:ext uri="{FF2B5EF4-FFF2-40B4-BE49-F238E27FC236}">
                          <a16:creationId xmlns:a16="http://schemas.microsoft.com/office/drawing/2014/main" id="{4A77142E-5D17-C1A3-702E-CFF4F0A647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656" name="Grupo 655">
                <a:extLst>
                  <a:ext uri="{FF2B5EF4-FFF2-40B4-BE49-F238E27FC236}">
                    <a16:creationId xmlns:a16="http://schemas.microsoft.com/office/drawing/2014/main" id="{CA57AC81-C561-0CC3-FA38-C8C004353B28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657" name="Diagrama de flujo: operación manual 656">
                  <a:extLst>
                    <a:ext uri="{FF2B5EF4-FFF2-40B4-BE49-F238E27FC236}">
                      <a16:creationId xmlns:a16="http://schemas.microsoft.com/office/drawing/2014/main" id="{20896216-BA3B-6221-D076-573643BBCC83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58" name="Diagrama de flujo: operación manual 657">
                  <a:extLst>
                    <a:ext uri="{FF2B5EF4-FFF2-40B4-BE49-F238E27FC236}">
                      <a16:creationId xmlns:a16="http://schemas.microsoft.com/office/drawing/2014/main" id="{E2696683-F115-90CA-6E02-2CE72BA84DA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641" name="Grupo 640">
              <a:extLst>
                <a:ext uri="{FF2B5EF4-FFF2-40B4-BE49-F238E27FC236}">
                  <a16:creationId xmlns:a16="http://schemas.microsoft.com/office/drawing/2014/main" id="{826463DF-3D4D-33C0-D4D3-B25622D6ABF6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652" name="Rectángulo 651">
                <a:extLst>
                  <a:ext uri="{FF2B5EF4-FFF2-40B4-BE49-F238E27FC236}">
                    <a16:creationId xmlns:a16="http://schemas.microsoft.com/office/drawing/2014/main" id="{EE905CC5-6DE9-02E0-42ED-1A16AAEA7ADD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53" name="Rectángulo 652">
                <a:extLst>
                  <a:ext uri="{FF2B5EF4-FFF2-40B4-BE49-F238E27FC236}">
                    <a16:creationId xmlns:a16="http://schemas.microsoft.com/office/drawing/2014/main" id="{06F7B4EB-8D78-66AC-F29D-5FCF4DE21B80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54" name="Rectángulo 653">
                <a:extLst>
                  <a:ext uri="{FF2B5EF4-FFF2-40B4-BE49-F238E27FC236}">
                    <a16:creationId xmlns:a16="http://schemas.microsoft.com/office/drawing/2014/main" id="{B5FD7112-FBB0-52F3-D87F-8E291EA4361E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642" name="Rectángulo 641">
              <a:extLst>
                <a:ext uri="{FF2B5EF4-FFF2-40B4-BE49-F238E27FC236}">
                  <a16:creationId xmlns:a16="http://schemas.microsoft.com/office/drawing/2014/main" id="{8788D87A-0609-D218-F7F3-4E8EAB3C554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643" name="Grupo 642">
              <a:extLst>
                <a:ext uri="{FF2B5EF4-FFF2-40B4-BE49-F238E27FC236}">
                  <a16:creationId xmlns:a16="http://schemas.microsoft.com/office/drawing/2014/main" id="{30A6B034-64B7-7F20-E596-B7AB2B69286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648" name="Grupo 647">
                <a:extLst>
                  <a:ext uri="{FF2B5EF4-FFF2-40B4-BE49-F238E27FC236}">
                    <a16:creationId xmlns:a16="http://schemas.microsoft.com/office/drawing/2014/main" id="{EF542F33-E2C7-4D33-2BDC-658BD1673C53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650" name="Rectángulo 649">
                  <a:extLst>
                    <a:ext uri="{FF2B5EF4-FFF2-40B4-BE49-F238E27FC236}">
                      <a16:creationId xmlns:a16="http://schemas.microsoft.com/office/drawing/2014/main" id="{F1D93EE9-84A4-4BD9-EAB3-A499D89B7544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51" name="Rectángulo 650">
                  <a:extLst>
                    <a:ext uri="{FF2B5EF4-FFF2-40B4-BE49-F238E27FC236}">
                      <a16:creationId xmlns:a16="http://schemas.microsoft.com/office/drawing/2014/main" id="{C18A0E02-F8B7-7864-CB62-F6BD5CC7D1B6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649" name="Rectángulo 648">
                <a:extLst>
                  <a:ext uri="{FF2B5EF4-FFF2-40B4-BE49-F238E27FC236}">
                    <a16:creationId xmlns:a16="http://schemas.microsoft.com/office/drawing/2014/main" id="{CA196553-3BEB-8A2F-48D3-8EF1F89C335A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644" name="Grupo 643">
              <a:extLst>
                <a:ext uri="{FF2B5EF4-FFF2-40B4-BE49-F238E27FC236}">
                  <a16:creationId xmlns:a16="http://schemas.microsoft.com/office/drawing/2014/main" id="{0B0A5D05-C3FA-8FCF-F1B7-50D1BC0CFE20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645" name="Rectángulo 644">
                <a:extLst>
                  <a:ext uri="{FF2B5EF4-FFF2-40B4-BE49-F238E27FC236}">
                    <a16:creationId xmlns:a16="http://schemas.microsoft.com/office/drawing/2014/main" id="{4F093C80-7899-AA95-B9D1-A3E7918A603F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46" name="Rectángulo 645">
                <a:extLst>
                  <a:ext uri="{FF2B5EF4-FFF2-40B4-BE49-F238E27FC236}">
                    <a16:creationId xmlns:a16="http://schemas.microsoft.com/office/drawing/2014/main" id="{395EF421-9D05-33CB-C17E-8C305CDEB1C8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47" name="Rectángulo 646">
                <a:extLst>
                  <a:ext uri="{FF2B5EF4-FFF2-40B4-BE49-F238E27FC236}">
                    <a16:creationId xmlns:a16="http://schemas.microsoft.com/office/drawing/2014/main" id="{A4584660-C9A1-2312-1AA7-57137D5C3A5E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4A98F78E-5ECE-FF54-5918-E6B04DCD6570}"/>
              </a:ext>
            </a:extLst>
          </p:cNvPr>
          <p:cNvGrpSpPr/>
          <p:nvPr/>
        </p:nvGrpSpPr>
        <p:grpSpPr>
          <a:xfrm rot="19433136">
            <a:off x="6758432" y="2358961"/>
            <a:ext cx="1206568" cy="1266043"/>
            <a:chOff x="6229374" y="1881441"/>
            <a:chExt cx="1206568" cy="1266043"/>
          </a:xfrm>
        </p:grpSpPr>
        <p:grpSp>
          <p:nvGrpSpPr>
            <p:cNvPr id="670" name="Grupo 669">
              <a:extLst>
                <a:ext uri="{FF2B5EF4-FFF2-40B4-BE49-F238E27FC236}">
                  <a16:creationId xmlns:a16="http://schemas.microsoft.com/office/drawing/2014/main" id="{D668FE55-3A6F-B7F2-4DA0-B8250B57EF9F}"/>
                </a:ext>
              </a:extLst>
            </p:cNvPr>
            <p:cNvGrpSpPr/>
            <p:nvPr/>
          </p:nvGrpSpPr>
          <p:grpSpPr>
            <a:xfrm rot="2420597">
              <a:off x="6229374" y="1881441"/>
              <a:ext cx="1206568" cy="1266043"/>
              <a:chOff x="6027038" y="1851040"/>
              <a:chExt cx="1206568" cy="1266043"/>
            </a:xfrm>
          </p:grpSpPr>
          <p:grpSp>
            <p:nvGrpSpPr>
              <p:cNvPr id="682" name="Grupo 681">
                <a:extLst>
                  <a:ext uri="{FF2B5EF4-FFF2-40B4-BE49-F238E27FC236}">
                    <a16:creationId xmlns:a16="http://schemas.microsoft.com/office/drawing/2014/main" id="{B871F59E-2915-576F-E761-F59C7229BF5E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</p:grpSpPr>
            <p:grpSp>
              <p:nvGrpSpPr>
                <p:cNvPr id="684" name="Grupo 683">
                  <a:extLst>
                    <a:ext uri="{FF2B5EF4-FFF2-40B4-BE49-F238E27FC236}">
                      <a16:creationId xmlns:a16="http://schemas.microsoft.com/office/drawing/2014/main" id="{F33DD0DA-AD28-627D-D52C-904AA07AC01A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</p:grpSpPr>
              <p:grpSp>
                <p:nvGrpSpPr>
                  <p:cNvPr id="686" name="Grupo 685">
                    <a:extLst>
                      <a:ext uri="{FF2B5EF4-FFF2-40B4-BE49-F238E27FC236}">
                        <a16:creationId xmlns:a16="http://schemas.microsoft.com/office/drawing/2014/main" id="{925CB3BE-26EC-D6D0-7F45-54D5622A605B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solidFill>
                    <a:schemeClr val="bg1">
                      <a:lumMod val="65000"/>
                    </a:schemeClr>
                  </a:solidFill>
                </p:grpSpPr>
                <p:grpSp>
                  <p:nvGrpSpPr>
                    <p:cNvPr id="688" name="Grupo 687">
                      <a:extLst>
                        <a:ext uri="{FF2B5EF4-FFF2-40B4-BE49-F238E27FC236}">
                          <a16:creationId xmlns:a16="http://schemas.microsoft.com/office/drawing/2014/main" id="{EBF79619-D924-2604-0A08-6CCE33D5A7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690" name="Elipse 689">
                        <a:extLst>
                          <a:ext uri="{FF2B5EF4-FFF2-40B4-BE49-F238E27FC236}">
                            <a16:creationId xmlns:a16="http://schemas.microsoft.com/office/drawing/2014/main" id="{2ED7C8F3-C0F2-A518-7599-09A6566791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691" name="Diagrama de flujo: operación manual 690">
                        <a:extLst>
                          <a:ext uri="{FF2B5EF4-FFF2-40B4-BE49-F238E27FC236}">
                            <a16:creationId xmlns:a16="http://schemas.microsoft.com/office/drawing/2014/main" id="{6E787DC7-0969-A399-9037-672870B641A6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689" name="Elipse 688">
                      <a:extLst>
                        <a:ext uri="{FF2B5EF4-FFF2-40B4-BE49-F238E27FC236}">
                          <a16:creationId xmlns:a16="http://schemas.microsoft.com/office/drawing/2014/main" id="{14664593-0E4F-16F2-8357-93CE64C8A0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687" name="Diagrama de flujo: operación manual 686">
                    <a:extLst>
                      <a:ext uri="{FF2B5EF4-FFF2-40B4-BE49-F238E27FC236}">
                        <a16:creationId xmlns:a16="http://schemas.microsoft.com/office/drawing/2014/main" id="{5A0A6F9D-6191-6EF9-EFAA-1C670FC53615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190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685" name="Elipse 684">
                  <a:extLst>
                    <a:ext uri="{FF2B5EF4-FFF2-40B4-BE49-F238E27FC236}">
                      <a16:creationId xmlns:a16="http://schemas.microsoft.com/office/drawing/2014/main" id="{9FE0AF26-B54D-2EF1-5FD3-ACA1DC253A4E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683" name="Elipse 682">
                <a:extLst>
                  <a:ext uri="{FF2B5EF4-FFF2-40B4-BE49-F238E27FC236}">
                    <a16:creationId xmlns:a16="http://schemas.microsoft.com/office/drawing/2014/main" id="{5AE2934E-B225-5564-59D3-2499ED8C73B6}"/>
                  </a:ext>
                </a:extLst>
              </p:cNvPr>
              <p:cNvSpPr/>
              <p:nvPr/>
            </p:nvSpPr>
            <p:spPr>
              <a:xfrm>
                <a:off x="6027038" y="2602851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633" name="Elipse 632">
              <a:extLst>
                <a:ext uri="{FF2B5EF4-FFF2-40B4-BE49-F238E27FC236}">
                  <a16:creationId xmlns:a16="http://schemas.microsoft.com/office/drawing/2014/main" id="{DD4B5B1A-E316-AA02-4A70-DA725E12A797}"/>
                </a:ext>
              </a:extLst>
            </p:cNvPr>
            <p:cNvSpPr/>
            <p:nvPr/>
          </p:nvSpPr>
          <p:spPr>
            <a:xfrm>
              <a:off x="6371404" y="2294835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267" name="Grupo 266">
            <a:extLst>
              <a:ext uri="{FF2B5EF4-FFF2-40B4-BE49-F238E27FC236}">
                <a16:creationId xmlns:a16="http://schemas.microsoft.com/office/drawing/2014/main" id="{FD41422A-4283-796E-FEA1-BA752A022762}"/>
              </a:ext>
            </a:extLst>
          </p:cNvPr>
          <p:cNvGrpSpPr/>
          <p:nvPr/>
        </p:nvGrpSpPr>
        <p:grpSpPr>
          <a:xfrm>
            <a:off x="6410012" y="3332397"/>
            <a:ext cx="669342" cy="1717743"/>
            <a:chOff x="6410012" y="3332397"/>
            <a:chExt cx="669342" cy="1717743"/>
          </a:xfrm>
        </p:grpSpPr>
        <p:grpSp>
          <p:nvGrpSpPr>
            <p:cNvPr id="531" name="Grupo 530">
              <a:extLst>
                <a:ext uri="{FF2B5EF4-FFF2-40B4-BE49-F238E27FC236}">
                  <a16:creationId xmlns:a16="http://schemas.microsoft.com/office/drawing/2014/main" id="{C0A907A9-2749-DF64-ADD9-B256E96FCC15}"/>
                </a:ext>
              </a:extLst>
            </p:cNvPr>
            <p:cNvGrpSpPr/>
            <p:nvPr/>
          </p:nvGrpSpPr>
          <p:grpSpPr>
            <a:xfrm>
              <a:off x="6410012" y="3372558"/>
              <a:ext cx="669342" cy="1677582"/>
              <a:chOff x="6674216" y="4246663"/>
              <a:chExt cx="669342" cy="1677582"/>
            </a:xfrm>
          </p:grpSpPr>
          <p:grpSp>
            <p:nvGrpSpPr>
              <p:cNvPr id="527" name="Grupo 526">
                <a:extLst>
                  <a:ext uri="{FF2B5EF4-FFF2-40B4-BE49-F238E27FC236}">
                    <a16:creationId xmlns:a16="http://schemas.microsoft.com/office/drawing/2014/main" id="{EAD1E156-C67B-8827-E8CF-BDE06C44DA68}"/>
                  </a:ext>
                </a:extLst>
              </p:cNvPr>
              <p:cNvGrpSpPr/>
              <p:nvPr/>
            </p:nvGrpSpPr>
            <p:grpSpPr>
              <a:xfrm>
                <a:off x="6799903" y="4246663"/>
                <a:ext cx="543655" cy="1677582"/>
                <a:chOff x="6910727" y="4194598"/>
                <a:chExt cx="543655" cy="1677582"/>
              </a:xfrm>
            </p:grpSpPr>
            <p:grpSp>
              <p:nvGrpSpPr>
                <p:cNvPr id="526" name="Grupo 525">
                  <a:extLst>
                    <a:ext uri="{FF2B5EF4-FFF2-40B4-BE49-F238E27FC236}">
                      <a16:creationId xmlns:a16="http://schemas.microsoft.com/office/drawing/2014/main" id="{B8B4D783-C4B1-B247-9F1D-5DDF478CD328}"/>
                    </a:ext>
                  </a:extLst>
                </p:cNvPr>
                <p:cNvGrpSpPr/>
                <p:nvPr/>
              </p:nvGrpSpPr>
              <p:grpSpPr>
                <a:xfrm>
                  <a:off x="6910727" y="4194598"/>
                  <a:ext cx="543655" cy="1677582"/>
                  <a:chOff x="6910727" y="4194598"/>
                  <a:chExt cx="543655" cy="1677582"/>
                </a:xfrm>
              </p:grpSpPr>
              <p:sp>
                <p:nvSpPr>
                  <p:cNvPr id="4" name="Rectángulo 3">
                    <a:extLst>
                      <a:ext uri="{FF2B5EF4-FFF2-40B4-BE49-F238E27FC236}">
                        <a16:creationId xmlns:a16="http://schemas.microsoft.com/office/drawing/2014/main" id="{EB5D804F-6279-E84B-2FFE-FF97D158F32E}"/>
                      </a:ext>
                    </a:extLst>
                  </p:cNvPr>
                  <p:cNvSpPr/>
                  <p:nvPr/>
                </p:nvSpPr>
                <p:spPr>
                  <a:xfrm rot="109090">
                    <a:off x="7107585" y="4194598"/>
                    <a:ext cx="180000" cy="180000"/>
                  </a:xfrm>
                  <a:prstGeom prst="rect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17" name="Rectángulo 516">
                    <a:extLst>
                      <a:ext uri="{FF2B5EF4-FFF2-40B4-BE49-F238E27FC236}">
                        <a16:creationId xmlns:a16="http://schemas.microsoft.com/office/drawing/2014/main" id="{4EB8943E-7C7B-D2AC-5AF2-C20147A81ABA}"/>
                      </a:ext>
                    </a:extLst>
                  </p:cNvPr>
                  <p:cNvSpPr/>
                  <p:nvPr/>
                </p:nvSpPr>
                <p:spPr>
                  <a:xfrm rot="109090">
                    <a:off x="6920037" y="4490588"/>
                    <a:ext cx="534345" cy="43393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18" name="Rectángulo 517">
                    <a:extLst>
                      <a:ext uri="{FF2B5EF4-FFF2-40B4-BE49-F238E27FC236}">
                        <a16:creationId xmlns:a16="http://schemas.microsoft.com/office/drawing/2014/main" id="{5444F204-444A-798E-A60E-E63231FD71C6}"/>
                      </a:ext>
                    </a:extLst>
                  </p:cNvPr>
                  <p:cNvSpPr/>
                  <p:nvPr/>
                </p:nvSpPr>
                <p:spPr>
                  <a:xfrm rot="109090">
                    <a:off x="7013582" y="4374522"/>
                    <a:ext cx="360000" cy="114534"/>
                  </a:xfrm>
                  <a:prstGeom prst="rect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20" name="Rectángulo 519">
                    <a:extLst>
                      <a:ext uri="{FF2B5EF4-FFF2-40B4-BE49-F238E27FC236}">
                        <a16:creationId xmlns:a16="http://schemas.microsoft.com/office/drawing/2014/main" id="{56417CF6-339E-128B-A4BE-17A4E70B25CB}"/>
                      </a:ext>
                    </a:extLst>
                  </p:cNvPr>
                  <p:cNvSpPr/>
                  <p:nvPr/>
                </p:nvSpPr>
                <p:spPr>
                  <a:xfrm rot="109090">
                    <a:off x="6913920" y="4887225"/>
                    <a:ext cx="540000" cy="36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21" name="Rectángulo 520">
                    <a:extLst>
                      <a:ext uri="{FF2B5EF4-FFF2-40B4-BE49-F238E27FC236}">
                        <a16:creationId xmlns:a16="http://schemas.microsoft.com/office/drawing/2014/main" id="{EB1C3A18-06D7-CD02-960C-95B24D04F345}"/>
                      </a:ext>
                    </a:extLst>
                  </p:cNvPr>
                  <p:cNvSpPr/>
                  <p:nvPr/>
                </p:nvSpPr>
                <p:spPr>
                  <a:xfrm rot="109090">
                    <a:off x="6910727" y="4928705"/>
                    <a:ext cx="539464" cy="147542"/>
                  </a:xfrm>
                  <a:prstGeom prst="rect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22" name="Rectángulo: esquinas redondeadas 521">
                    <a:extLst>
                      <a:ext uri="{FF2B5EF4-FFF2-40B4-BE49-F238E27FC236}">
                        <a16:creationId xmlns:a16="http://schemas.microsoft.com/office/drawing/2014/main" id="{600D2C6B-6B0E-2B1A-0F17-04CE6A7563B2}"/>
                      </a:ext>
                    </a:extLst>
                  </p:cNvPr>
                  <p:cNvSpPr/>
                  <p:nvPr/>
                </p:nvSpPr>
                <p:spPr>
                  <a:xfrm rot="160422">
                    <a:off x="7105790" y="4954673"/>
                    <a:ext cx="143554" cy="568645"/>
                  </a:xfrm>
                  <a:prstGeom prst="roundRect">
                    <a:avLst>
                      <a:gd name="adj" fmla="val 26362"/>
                    </a:avLst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24" name="Rectángulo: esquinas redondeadas 523">
                    <a:extLst>
                      <a:ext uri="{FF2B5EF4-FFF2-40B4-BE49-F238E27FC236}">
                        <a16:creationId xmlns:a16="http://schemas.microsoft.com/office/drawing/2014/main" id="{0E90081A-4C6F-90E4-E5AA-6CF39518A68A}"/>
                      </a:ext>
                    </a:extLst>
                  </p:cNvPr>
                  <p:cNvSpPr/>
                  <p:nvPr/>
                </p:nvSpPr>
                <p:spPr>
                  <a:xfrm rot="160422">
                    <a:off x="7101707" y="5552458"/>
                    <a:ext cx="100679" cy="319722"/>
                  </a:xfrm>
                  <a:prstGeom prst="roundRect">
                    <a:avLst>
                      <a:gd name="adj" fmla="val 26362"/>
                    </a:avLst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25" name="Rectángulo: esquinas redondeadas 524">
                    <a:extLst>
                      <a:ext uri="{FF2B5EF4-FFF2-40B4-BE49-F238E27FC236}">
                        <a16:creationId xmlns:a16="http://schemas.microsoft.com/office/drawing/2014/main" id="{AFA31B6D-40CF-53BF-18E2-8A1AF85302D5}"/>
                      </a:ext>
                    </a:extLst>
                  </p:cNvPr>
                  <p:cNvSpPr/>
                  <p:nvPr/>
                </p:nvSpPr>
                <p:spPr>
                  <a:xfrm rot="160422">
                    <a:off x="7017660" y="5225243"/>
                    <a:ext cx="88085" cy="88461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523" name="Rectángulo: esquinas redondeadas 522">
                  <a:extLst>
                    <a:ext uri="{FF2B5EF4-FFF2-40B4-BE49-F238E27FC236}">
                      <a16:creationId xmlns:a16="http://schemas.microsoft.com/office/drawing/2014/main" id="{93EDA797-810B-A66F-AE3A-E041610909AF}"/>
                    </a:ext>
                  </a:extLst>
                </p:cNvPr>
                <p:cNvSpPr/>
                <p:nvPr/>
              </p:nvSpPr>
              <p:spPr>
                <a:xfrm rot="160422">
                  <a:off x="7050754" y="5498491"/>
                  <a:ext cx="218125" cy="72459"/>
                </a:xfrm>
                <a:prstGeom prst="roundRect">
                  <a:avLst>
                    <a:gd name="adj" fmla="val 26362"/>
                  </a:avLst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528" name="Rectángulo: esquinas redondeadas 527">
                <a:extLst>
                  <a:ext uri="{FF2B5EF4-FFF2-40B4-BE49-F238E27FC236}">
                    <a16:creationId xmlns:a16="http://schemas.microsoft.com/office/drawing/2014/main" id="{E186E64C-1831-39CA-9716-E4A7B19DB99D}"/>
                  </a:ext>
                </a:extLst>
              </p:cNvPr>
              <p:cNvSpPr/>
              <p:nvPr/>
            </p:nvSpPr>
            <p:spPr>
              <a:xfrm rot="161502">
                <a:off x="6674216" y="4462582"/>
                <a:ext cx="225348" cy="36000"/>
              </a:xfrm>
              <a:prstGeom prst="roundRect">
                <a:avLst>
                  <a:gd name="adj" fmla="val 6733"/>
                </a:avLst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30" name="Elipse 529">
                <a:extLst>
                  <a:ext uri="{FF2B5EF4-FFF2-40B4-BE49-F238E27FC236}">
                    <a16:creationId xmlns:a16="http://schemas.microsoft.com/office/drawing/2014/main" id="{263B567D-3D70-0FDB-058A-31306BCCC798}"/>
                  </a:ext>
                </a:extLst>
              </p:cNvPr>
              <p:cNvSpPr/>
              <p:nvPr/>
            </p:nvSpPr>
            <p:spPr>
              <a:xfrm rot="267912">
                <a:off x="6705744" y="4455711"/>
                <a:ext cx="64099" cy="45719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266" name="Grupo 265">
              <a:extLst>
                <a:ext uri="{FF2B5EF4-FFF2-40B4-BE49-F238E27FC236}">
                  <a16:creationId xmlns:a16="http://schemas.microsoft.com/office/drawing/2014/main" id="{604BDED4-8A12-BDB2-ED1C-A1BC63422372}"/>
                </a:ext>
              </a:extLst>
            </p:cNvPr>
            <p:cNvGrpSpPr/>
            <p:nvPr/>
          </p:nvGrpSpPr>
          <p:grpSpPr>
            <a:xfrm>
              <a:off x="6417458" y="3332397"/>
              <a:ext cx="508852" cy="210732"/>
              <a:chOff x="6420340" y="3312774"/>
              <a:chExt cx="508852" cy="210732"/>
            </a:xfrm>
          </p:grpSpPr>
          <p:grpSp>
            <p:nvGrpSpPr>
              <p:cNvPr id="534" name="Grupo 533">
                <a:extLst>
                  <a:ext uri="{FF2B5EF4-FFF2-40B4-BE49-F238E27FC236}">
                    <a16:creationId xmlns:a16="http://schemas.microsoft.com/office/drawing/2014/main" id="{E00142BB-F0C0-AF37-FF4C-A826FCF37492}"/>
                  </a:ext>
                </a:extLst>
              </p:cNvPr>
              <p:cNvGrpSpPr/>
              <p:nvPr/>
            </p:nvGrpSpPr>
            <p:grpSpPr>
              <a:xfrm>
                <a:off x="6440233" y="3312774"/>
                <a:ext cx="101653" cy="210732"/>
                <a:chOff x="6440233" y="3312774"/>
                <a:chExt cx="101653" cy="210732"/>
              </a:xfrm>
            </p:grpSpPr>
            <p:sp>
              <p:nvSpPr>
                <p:cNvPr id="532" name="Rectángulo 531">
                  <a:extLst>
                    <a:ext uri="{FF2B5EF4-FFF2-40B4-BE49-F238E27FC236}">
                      <a16:creationId xmlns:a16="http://schemas.microsoft.com/office/drawing/2014/main" id="{DE36161D-6F45-EC97-2607-A756AAEF8A89}"/>
                    </a:ext>
                  </a:extLst>
                </p:cNvPr>
                <p:cNvSpPr/>
                <p:nvPr/>
              </p:nvSpPr>
              <p:spPr>
                <a:xfrm rot="16392909">
                  <a:off x="6474929" y="3278078"/>
                  <a:ext cx="32261" cy="101653"/>
                </a:xfrm>
                <a:prstGeom prst="rect">
                  <a:avLst/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33" name="Rectángulo 532">
                  <a:extLst>
                    <a:ext uri="{FF2B5EF4-FFF2-40B4-BE49-F238E27FC236}">
                      <a16:creationId xmlns:a16="http://schemas.microsoft.com/office/drawing/2014/main" id="{BDEDD877-47EE-2652-E6C9-B3B1701C87C3}"/>
                    </a:ext>
                  </a:extLst>
                </p:cNvPr>
                <p:cNvSpPr/>
                <p:nvPr/>
              </p:nvSpPr>
              <p:spPr>
                <a:xfrm rot="16433138">
                  <a:off x="6394778" y="3390086"/>
                  <a:ext cx="183425" cy="83415"/>
                </a:xfrm>
                <a:prstGeom prst="rect">
                  <a:avLst/>
                </a:prstGeom>
                <a:pattFill prst="dkHorz">
                  <a:fgClr>
                    <a:schemeClr val="bg1">
                      <a:lumMod val="50000"/>
                    </a:schemeClr>
                  </a:fgClr>
                  <a:bgClr>
                    <a:schemeClr val="bg1">
                      <a:lumMod val="85000"/>
                    </a:schemeClr>
                  </a:bgClr>
                </a:patt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538" name="Rectángulo: esquinas redondeadas 537">
                <a:extLst>
                  <a:ext uri="{FF2B5EF4-FFF2-40B4-BE49-F238E27FC236}">
                    <a16:creationId xmlns:a16="http://schemas.microsoft.com/office/drawing/2014/main" id="{AEE37B24-0D49-139A-DCC7-A5D66E420FCC}"/>
                  </a:ext>
                </a:extLst>
              </p:cNvPr>
              <p:cNvSpPr/>
              <p:nvPr/>
            </p:nvSpPr>
            <p:spPr>
              <a:xfrm rot="160422">
                <a:off x="6420340" y="3368077"/>
                <a:ext cx="508852" cy="36000"/>
              </a:xfrm>
              <a:prstGeom prst="roundRect">
                <a:avLst>
                  <a:gd name="adj" fmla="val 6733"/>
                </a:avLst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grpSp>
        <p:nvGrpSpPr>
          <p:cNvPr id="289" name="Grupo 288">
            <a:extLst>
              <a:ext uri="{FF2B5EF4-FFF2-40B4-BE49-F238E27FC236}">
                <a16:creationId xmlns:a16="http://schemas.microsoft.com/office/drawing/2014/main" id="{87F76D0F-8502-B002-74EB-82A0EE3879A0}"/>
              </a:ext>
            </a:extLst>
          </p:cNvPr>
          <p:cNvGrpSpPr/>
          <p:nvPr/>
        </p:nvGrpSpPr>
        <p:grpSpPr>
          <a:xfrm rot="249994" flipH="1">
            <a:off x="6523829" y="3346674"/>
            <a:ext cx="669342" cy="1717743"/>
            <a:chOff x="6410012" y="3332397"/>
            <a:chExt cx="669342" cy="1717743"/>
          </a:xfrm>
        </p:grpSpPr>
        <p:grpSp>
          <p:nvGrpSpPr>
            <p:cNvPr id="290" name="Grupo 289">
              <a:extLst>
                <a:ext uri="{FF2B5EF4-FFF2-40B4-BE49-F238E27FC236}">
                  <a16:creationId xmlns:a16="http://schemas.microsoft.com/office/drawing/2014/main" id="{26BFD8A2-BD69-026E-6411-0DF73C80D7F0}"/>
                </a:ext>
              </a:extLst>
            </p:cNvPr>
            <p:cNvGrpSpPr/>
            <p:nvPr/>
          </p:nvGrpSpPr>
          <p:grpSpPr>
            <a:xfrm>
              <a:off x="6410012" y="3372558"/>
              <a:ext cx="669342" cy="1677582"/>
              <a:chOff x="6674216" y="4246663"/>
              <a:chExt cx="669342" cy="1677582"/>
            </a:xfrm>
          </p:grpSpPr>
          <p:grpSp>
            <p:nvGrpSpPr>
              <p:cNvPr id="296" name="Grupo 295">
                <a:extLst>
                  <a:ext uri="{FF2B5EF4-FFF2-40B4-BE49-F238E27FC236}">
                    <a16:creationId xmlns:a16="http://schemas.microsoft.com/office/drawing/2014/main" id="{66B43742-61C3-8932-EA31-55A0B63B74CC}"/>
                  </a:ext>
                </a:extLst>
              </p:cNvPr>
              <p:cNvGrpSpPr/>
              <p:nvPr/>
            </p:nvGrpSpPr>
            <p:grpSpPr>
              <a:xfrm>
                <a:off x="6799903" y="4246663"/>
                <a:ext cx="543655" cy="1677582"/>
                <a:chOff x="6910727" y="4194598"/>
                <a:chExt cx="543655" cy="1677582"/>
              </a:xfrm>
            </p:grpSpPr>
            <p:grpSp>
              <p:nvGrpSpPr>
                <p:cNvPr id="299" name="Grupo 298">
                  <a:extLst>
                    <a:ext uri="{FF2B5EF4-FFF2-40B4-BE49-F238E27FC236}">
                      <a16:creationId xmlns:a16="http://schemas.microsoft.com/office/drawing/2014/main" id="{D074812A-529A-149F-EAF9-C9E63C51D4CA}"/>
                    </a:ext>
                  </a:extLst>
                </p:cNvPr>
                <p:cNvGrpSpPr/>
                <p:nvPr/>
              </p:nvGrpSpPr>
              <p:grpSpPr>
                <a:xfrm>
                  <a:off x="6910727" y="4194598"/>
                  <a:ext cx="543655" cy="1677582"/>
                  <a:chOff x="6910727" y="4194598"/>
                  <a:chExt cx="543655" cy="1677582"/>
                </a:xfrm>
              </p:grpSpPr>
              <p:sp>
                <p:nvSpPr>
                  <p:cNvPr id="301" name="Rectángulo 300">
                    <a:extLst>
                      <a:ext uri="{FF2B5EF4-FFF2-40B4-BE49-F238E27FC236}">
                        <a16:creationId xmlns:a16="http://schemas.microsoft.com/office/drawing/2014/main" id="{4B1E58EA-2D26-4689-1AEB-1CC06B8FE32C}"/>
                      </a:ext>
                    </a:extLst>
                  </p:cNvPr>
                  <p:cNvSpPr/>
                  <p:nvPr/>
                </p:nvSpPr>
                <p:spPr>
                  <a:xfrm rot="109090">
                    <a:off x="7107585" y="4194598"/>
                    <a:ext cx="180000" cy="180000"/>
                  </a:xfrm>
                  <a:prstGeom prst="rect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02" name="Rectángulo 301">
                    <a:extLst>
                      <a:ext uri="{FF2B5EF4-FFF2-40B4-BE49-F238E27FC236}">
                        <a16:creationId xmlns:a16="http://schemas.microsoft.com/office/drawing/2014/main" id="{CFC0396D-0C9C-30A7-C622-C9E31F807776}"/>
                      </a:ext>
                    </a:extLst>
                  </p:cNvPr>
                  <p:cNvSpPr/>
                  <p:nvPr/>
                </p:nvSpPr>
                <p:spPr>
                  <a:xfrm rot="109090">
                    <a:off x="6920037" y="4490588"/>
                    <a:ext cx="534345" cy="43393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03" name="Rectángulo 302">
                    <a:extLst>
                      <a:ext uri="{FF2B5EF4-FFF2-40B4-BE49-F238E27FC236}">
                        <a16:creationId xmlns:a16="http://schemas.microsoft.com/office/drawing/2014/main" id="{03B8C832-8899-D892-C303-57A9ECFA8B69}"/>
                      </a:ext>
                    </a:extLst>
                  </p:cNvPr>
                  <p:cNvSpPr/>
                  <p:nvPr/>
                </p:nvSpPr>
                <p:spPr>
                  <a:xfrm rot="109090">
                    <a:off x="7013582" y="4374522"/>
                    <a:ext cx="360000" cy="114534"/>
                  </a:xfrm>
                  <a:prstGeom prst="rect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14" name="Rectángulo 313">
                    <a:extLst>
                      <a:ext uri="{FF2B5EF4-FFF2-40B4-BE49-F238E27FC236}">
                        <a16:creationId xmlns:a16="http://schemas.microsoft.com/office/drawing/2014/main" id="{52854FEF-2787-352E-D59E-E24FB6B42C96}"/>
                      </a:ext>
                    </a:extLst>
                  </p:cNvPr>
                  <p:cNvSpPr/>
                  <p:nvPr/>
                </p:nvSpPr>
                <p:spPr>
                  <a:xfrm rot="109090">
                    <a:off x="6913920" y="4887225"/>
                    <a:ext cx="540000" cy="36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15" name="Rectángulo 314">
                    <a:extLst>
                      <a:ext uri="{FF2B5EF4-FFF2-40B4-BE49-F238E27FC236}">
                        <a16:creationId xmlns:a16="http://schemas.microsoft.com/office/drawing/2014/main" id="{B02DD79C-7324-93A4-AD02-B69945660EE1}"/>
                      </a:ext>
                    </a:extLst>
                  </p:cNvPr>
                  <p:cNvSpPr/>
                  <p:nvPr/>
                </p:nvSpPr>
                <p:spPr>
                  <a:xfrm rot="109090">
                    <a:off x="6910727" y="4928705"/>
                    <a:ext cx="539464" cy="147542"/>
                  </a:xfrm>
                  <a:prstGeom prst="rect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16" name="Rectángulo: esquinas redondeadas 315">
                    <a:extLst>
                      <a:ext uri="{FF2B5EF4-FFF2-40B4-BE49-F238E27FC236}">
                        <a16:creationId xmlns:a16="http://schemas.microsoft.com/office/drawing/2014/main" id="{C5706034-40DB-E063-E374-4BAFBC064319}"/>
                      </a:ext>
                    </a:extLst>
                  </p:cNvPr>
                  <p:cNvSpPr/>
                  <p:nvPr/>
                </p:nvSpPr>
                <p:spPr>
                  <a:xfrm rot="160422">
                    <a:off x="7105790" y="4954673"/>
                    <a:ext cx="143554" cy="568645"/>
                  </a:xfrm>
                  <a:prstGeom prst="roundRect">
                    <a:avLst>
                      <a:gd name="adj" fmla="val 26362"/>
                    </a:avLst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17" name="Rectángulo: esquinas redondeadas 316">
                    <a:extLst>
                      <a:ext uri="{FF2B5EF4-FFF2-40B4-BE49-F238E27FC236}">
                        <a16:creationId xmlns:a16="http://schemas.microsoft.com/office/drawing/2014/main" id="{7570F834-07CA-1754-BE25-7357F65A86E9}"/>
                      </a:ext>
                    </a:extLst>
                  </p:cNvPr>
                  <p:cNvSpPr/>
                  <p:nvPr/>
                </p:nvSpPr>
                <p:spPr>
                  <a:xfrm rot="160422">
                    <a:off x="7101707" y="5552458"/>
                    <a:ext cx="100679" cy="319722"/>
                  </a:xfrm>
                  <a:prstGeom prst="roundRect">
                    <a:avLst>
                      <a:gd name="adj" fmla="val 26362"/>
                    </a:avLst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18" name="Rectángulo: esquinas redondeadas 317">
                    <a:extLst>
                      <a:ext uri="{FF2B5EF4-FFF2-40B4-BE49-F238E27FC236}">
                        <a16:creationId xmlns:a16="http://schemas.microsoft.com/office/drawing/2014/main" id="{7662CD81-DA25-3C4C-D10D-DDD5D26C8FC7}"/>
                      </a:ext>
                    </a:extLst>
                  </p:cNvPr>
                  <p:cNvSpPr/>
                  <p:nvPr/>
                </p:nvSpPr>
                <p:spPr>
                  <a:xfrm rot="160422">
                    <a:off x="7017660" y="5225243"/>
                    <a:ext cx="88085" cy="88461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300" name="Rectángulo: esquinas redondeadas 299">
                  <a:extLst>
                    <a:ext uri="{FF2B5EF4-FFF2-40B4-BE49-F238E27FC236}">
                      <a16:creationId xmlns:a16="http://schemas.microsoft.com/office/drawing/2014/main" id="{BD6F9271-FAA6-5111-3B32-08D7FF0E8599}"/>
                    </a:ext>
                  </a:extLst>
                </p:cNvPr>
                <p:cNvSpPr/>
                <p:nvPr/>
              </p:nvSpPr>
              <p:spPr>
                <a:xfrm rot="160422">
                  <a:off x="7050754" y="5498491"/>
                  <a:ext cx="218125" cy="72459"/>
                </a:xfrm>
                <a:prstGeom prst="roundRect">
                  <a:avLst>
                    <a:gd name="adj" fmla="val 26362"/>
                  </a:avLst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97" name="Rectángulo: esquinas redondeadas 296">
                <a:extLst>
                  <a:ext uri="{FF2B5EF4-FFF2-40B4-BE49-F238E27FC236}">
                    <a16:creationId xmlns:a16="http://schemas.microsoft.com/office/drawing/2014/main" id="{4288960F-32C4-CE59-AFC5-A64B4CF2616C}"/>
                  </a:ext>
                </a:extLst>
              </p:cNvPr>
              <p:cNvSpPr/>
              <p:nvPr/>
            </p:nvSpPr>
            <p:spPr>
              <a:xfrm rot="161502">
                <a:off x="6674216" y="4462582"/>
                <a:ext cx="225348" cy="36000"/>
              </a:xfrm>
              <a:prstGeom prst="roundRect">
                <a:avLst>
                  <a:gd name="adj" fmla="val 6733"/>
                </a:avLst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98" name="Elipse 297">
                <a:extLst>
                  <a:ext uri="{FF2B5EF4-FFF2-40B4-BE49-F238E27FC236}">
                    <a16:creationId xmlns:a16="http://schemas.microsoft.com/office/drawing/2014/main" id="{05F3600A-48CD-F70C-A3D0-42D4CFADB4CE}"/>
                  </a:ext>
                </a:extLst>
              </p:cNvPr>
              <p:cNvSpPr/>
              <p:nvPr/>
            </p:nvSpPr>
            <p:spPr>
              <a:xfrm rot="267912">
                <a:off x="6705744" y="4455711"/>
                <a:ext cx="64099" cy="45719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291" name="Grupo 290">
              <a:extLst>
                <a:ext uri="{FF2B5EF4-FFF2-40B4-BE49-F238E27FC236}">
                  <a16:creationId xmlns:a16="http://schemas.microsoft.com/office/drawing/2014/main" id="{2C38C03A-669B-68F4-51FE-C0AF387B9556}"/>
                </a:ext>
              </a:extLst>
            </p:cNvPr>
            <p:cNvGrpSpPr/>
            <p:nvPr/>
          </p:nvGrpSpPr>
          <p:grpSpPr>
            <a:xfrm>
              <a:off x="6417458" y="3332397"/>
              <a:ext cx="508852" cy="210732"/>
              <a:chOff x="6420340" y="3312774"/>
              <a:chExt cx="508852" cy="210732"/>
            </a:xfrm>
          </p:grpSpPr>
          <p:grpSp>
            <p:nvGrpSpPr>
              <p:cNvPr id="292" name="Grupo 291">
                <a:extLst>
                  <a:ext uri="{FF2B5EF4-FFF2-40B4-BE49-F238E27FC236}">
                    <a16:creationId xmlns:a16="http://schemas.microsoft.com/office/drawing/2014/main" id="{2274C3E5-33F1-4FFE-768D-381B442C1BA5}"/>
                  </a:ext>
                </a:extLst>
              </p:cNvPr>
              <p:cNvGrpSpPr/>
              <p:nvPr/>
            </p:nvGrpSpPr>
            <p:grpSpPr>
              <a:xfrm>
                <a:off x="6440233" y="3312774"/>
                <a:ext cx="101653" cy="210732"/>
                <a:chOff x="6440233" y="3312774"/>
                <a:chExt cx="101653" cy="210732"/>
              </a:xfrm>
            </p:grpSpPr>
            <p:sp>
              <p:nvSpPr>
                <p:cNvPr id="294" name="Rectángulo 293">
                  <a:extLst>
                    <a:ext uri="{FF2B5EF4-FFF2-40B4-BE49-F238E27FC236}">
                      <a16:creationId xmlns:a16="http://schemas.microsoft.com/office/drawing/2014/main" id="{03CBADC1-6459-82FB-B8C6-A8F70AEBA39F}"/>
                    </a:ext>
                  </a:extLst>
                </p:cNvPr>
                <p:cNvSpPr/>
                <p:nvPr/>
              </p:nvSpPr>
              <p:spPr>
                <a:xfrm rot="16392909">
                  <a:off x="6474929" y="3278078"/>
                  <a:ext cx="32261" cy="101653"/>
                </a:xfrm>
                <a:prstGeom prst="rect">
                  <a:avLst/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5" name="Rectángulo 294">
                  <a:extLst>
                    <a:ext uri="{FF2B5EF4-FFF2-40B4-BE49-F238E27FC236}">
                      <a16:creationId xmlns:a16="http://schemas.microsoft.com/office/drawing/2014/main" id="{CCBFE9DE-8E5C-FCE7-25CF-9C617D0FB34C}"/>
                    </a:ext>
                  </a:extLst>
                </p:cNvPr>
                <p:cNvSpPr/>
                <p:nvPr/>
              </p:nvSpPr>
              <p:spPr>
                <a:xfrm rot="16433138">
                  <a:off x="6394778" y="3390086"/>
                  <a:ext cx="183425" cy="83415"/>
                </a:xfrm>
                <a:prstGeom prst="rect">
                  <a:avLst/>
                </a:prstGeom>
                <a:pattFill prst="dkHorz">
                  <a:fgClr>
                    <a:schemeClr val="bg1">
                      <a:lumMod val="50000"/>
                    </a:schemeClr>
                  </a:fgClr>
                  <a:bgClr>
                    <a:schemeClr val="bg1">
                      <a:lumMod val="85000"/>
                    </a:schemeClr>
                  </a:bgClr>
                </a:patt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93" name="Rectángulo: esquinas redondeadas 292">
                <a:extLst>
                  <a:ext uri="{FF2B5EF4-FFF2-40B4-BE49-F238E27FC236}">
                    <a16:creationId xmlns:a16="http://schemas.microsoft.com/office/drawing/2014/main" id="{28C65B23-AC27-2FD5-3C44-6C3CBA607615}"/>
                  </a:ext>
                </a:extLst>
              </p:cNvPr>
              <p:cNvSpPr/>
              <p:nvPr/>
            </p:nvSpPr>
            <p:spPr>
              <a:xfrm rot="160422">
                <a:off x="6420340" y="3368077"/>
                <a:ext cx="508852" cy="36000"/>
              </a:xfrm>
              <a:prstGeom prst="roundRect">
                <a:avLst>
                  <a:gd name="adj" fmla="val 6733"/>
                </a:avLst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grpSp>
        <p:nvGrpSpPr>
          <p:cNvPr id="704" name="Grupo 703">
            <a:extLst>
              <a:ext uri="{FF2B5EF4-FFF2-40B4-BE49-F238E27FC236}">
                <a16:creationId xmlns:a16="http://schemas.microsoft.com/office/drawing/2014/main" id="{CA0CD3C8-F123-EB36-8668-7959D78E79EA}"/>
              </a:ext>
            </a:extLst>
          </p:cNvPr>
          <p:cNvGrpSpPr/>
          <p:nvPr/>
        </p:nvGrpSpPr>
        <p:grpSpPr>
          <a:xfrm>
            <a:off x="6414772" y="3374543"/>
            <a:ext cx="779056" cy="1677243"/>
            <a:chOff x="5300026" y="3407097"/>
            <a:chExt cx="779056" cy="1677243"/>
          </a:xfrm>
        </p:grpSpPr>
        <p:grpSp>
          <p:nvGrpSpPr>
            <p:cNvPr id="540" name="Grupo 539">
              <a:extLst>
                <a:ext uri="{FF2B5EF4-FFF2-40B4-BE49-F238E27FC236}">
                  <a16:creationId xmlns:a16="http://schemas.microsoft.com/office/drawing/2014/main" id="{2F16CA0B-564C-85FC-49D8-5A7B7AD752F2}"/>
                </a:ext>
              </a:extLst>
            </p:cNvPr>
            <p:cNvGrpSpPr/>
            <p:nvPr/>
          </p:nvGrpSpPr>
          <p:grpSpPr>
            <a:xfrm rot="109090">
              <a:off x="5300026" y="3407097"/>
              <a:ext cx="779056" cy="1677243"/>
              <a:chOff x="5775047" y="2877717"/>
              <a:chExt cx="779056" cy="1677243"/>
            </a:xfrm>
          </p:grpSpPr>
          <p:grpSp>
            <p:nvGrpSpPr>
              <p:cNvPr id="544" name="Grupo 543">
                <a:extLst>
                  <a:ext uri="{FF2B5EF4-FFF2-40B4-BE49-F238E27FC236}">
                    <a16:creationId xmlns:a16="http://schemas.microsoft.com/office/drawing/2014/main" id="{24BC93CF-F19C-31E8-96F2-774BC337955A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</p:grpSpPr>
            <p:grpSp>
              <p:nvGrpSpPr>
                <p:cNvPr id="573" name="Grupo 572">
                  <a:extLst>
                    <a:ext uri="{FF2B5EF4-FFF2-40B4-BE49-F238E27FC236}">
                      <a16:creationId xmlns:a16="http://schemas.microsoft.com/office/drawing/2014/main" id="{AEB140CD-A843-C7AD-778D-A578A8B2F2C2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</p:grpSpPr>
              <p:grpSp>
                <p:nvGrpSpPr>
                  <p:cNvPr id="259" name="Grupo 258">
                    <a:extLst>
                      <a:ext uri="{FF2B5EF4-FFF2-40B4-BE49-F238E27FC236}">
                        <a16:creationId xmlns:a16="http://schemas.microsoft.com/office/drawing/2014/main" id="{F5521911-FF57-CBA7-EDC7-2806DE07E232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</p:grpSpPr>
                <p:sp>
                  <p:nvSpPr>
                    <p:cNvPr id="262" name="Rectángulo: esquinas redondeadas 261">
                      <a:extLst>
                        <a:ext uri="{FF2B5EF4-FFF2-40B4-BE49-F238E27FC236}">
                          <a16:creationId xmlns:a16="http://schemas.microsoft.com/office/drawing/2014/main" id="{F2875D15-9DBC-B1B5-30DC-4EB8F82C37D7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263" name="Rectángulo: esquinas redondeadas 262">
                      <a:extLst>
                        <a:ext uri="{FF2B5EF4-FFF2-40B4-BE49-F238E27FC236}">
                          <a16:creationId xmlns:a16="http://schemas.microsoft.com/office/drawing/2014/main" id="{9EE20882-99AD-5B7F-B111-8B6C49E215FB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260" name="Rectángulo 259">
                    <a:extLst>
                      <a:ext uri="{FF2B5EF4-FFF2-40B4-BE49-F238E27FC236}">
                        <a16:creationId xmlns:a16="http://schemas.microsoft.com/office/drawing/2014/main" id="{84844838-C515-7C37-B909-7CF6953DC9DD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261" name="Rectángulo 260">
                    <a:extLst>
                      <a:ext uri="{FF2B5EF4-FFF2-40B4-BE49-F238E27FC236}">
                        <a16:creationId xmlns:a16="http://schemas.microsoft.com/office/drawing/2014/main" id="{308DAB3B-339C-E30B-F711-0FECE23E1FA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74" name="Grupo 573">
                  <a:extLst>
                    <a:ext uri="{FF2B5EF4-FFF2-40B4-BE49-F238E27FC236}">
                      <a16:creationId xmlns:a16="http://schemas.microsoft.com/office/drawing/2014/main" id="{6A845AD9-8625-EBEC-2842-3EF7518FD6E1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</p:grpSpPr>
              <p:grpSp>
                <p:nvGrpSpPr>
                  <p:cNvPr id="702" name="Grupo 701">
                    <a:extLst>
                      <a:ext uri="{FF2B5EF4-FFF2-40B4-BE49-F238E27FC236}">
                        <a16:creationId xmlns:a16="http://schemas.microsoft.com/office/drawing/2014/main" id="{0E11FE25-BD2B-A59F-046A-56F52F360E7A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</p:grpSpPr>
                <p:sp>
                  <p:nvSpPr>
                    <p:cNvPr id="257" name="Rectángulo: esquinas redondeadas 256">
                      <a:extLst>
                        <a:ext uri="{FF2B5EF4-FFF2-40B4-BE49-F238E27FC236}">
                          <a16:creationId xmlns:a16="http://schemas.microsoft.com/office/drawing/2014/main" id="{ED53989C-E296-956C-846F-610631AE1707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258" name="Rectángulo: esquinas redondeadas 257">
                      <a:extLst>
                        <a:ext uri="{FF2B5EF4-FFF2-40B4-BE49-F238E27FC236}">
                          <a16:creationId xmlns:a16="http://schemas.microsoft.com/office/drawing/2014/main" id="{93B82A16-D40E-ECB1-790C-B688A1171A5A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703" name="Rectángulo 702">
                    <a:extLst>
                      <a:ext uri="{FF2B5EF4-FFF2-40B4-BE49-F238E27FC236}">
                        <a16:creationId xmlns:a16="http://schemas.microsoft.com/office/drawing/2014/main" id="{6EAE0CBF-2024-BCD8-4D3C-ABA52C0A485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256" name="Rectángulo 255">
                    <a:extLst>
                      <a:ext uri="{FF2B5EF4-FFF2-40B4-BE49-F238E27FC236}">
                        <a16:creationId xmlns:a16="http://schemas.microsoft.com/office/drawing/2014/main" id="{CAC68675-40E2-8177-58FB-CBDAD501D827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546" name="Grupo 545">
                <a:extLst>
                  <a:ext uri="{FF2B5EF4-FFF2-40B4-BE49-F238E27FC236}">
                    <a16:creationId xmlns:a16="http://schemas.microsoft.com/office/drawing/2014/main" id="{E25B7E76-16A5-A045-B2EC-85C7A35E1F30}"/>
                  </a:ext>
                </a:extLst>
              </p:cNvPr>
              <p:cNvGrpSpPr/>
              <p:nvPr/>
            </p:nvGrpSpPr>
            <p:grpSpPr>
              <a:xfrm>
                <a:off x="5775047" y="2877717"/>
                <a:ext cx="779056" cy="1217448"/>
                <a:chOff x="5775047" y="2877717"/>
                <a:chExt cx="779056" cy="1217448"/>
              </a:xfrm>
            </p:grpSpPr>
            <p:grpSp>
              <p:nvGrpSpPr>
                <p:cNvPr id="547" name="Grupo 546">
                  <a:extLst>
                    <a:ext uri="{FF2B5EF4-FFF2-40B4-BE49-F238E27FC236}">
                      <a16:creationId xmlns:a16="http://schemas.microsoft.com/office/drawing/2014/main" id="{90DF1596-7EAA-BBB2-C7F5-ECEAE214C5BF}"/>
                    </a:ext>
                  </a:extLst>
                </p:cNvPr>
                <p:cNvGrpSpPr/>
                <p:nvPr/>
              </p:nvGrpSpPr>
              <p:grpSpPr>
                <a:xfrm>
                  <a:off x="5775707" y="2877717"/>
                  <a:ext cx="778396" cy="1217448"/>
                  <a:chOff x="5775707" y="2877717"/>
                  <a:chExt cx="778396" cy="1217448"/>
                </a:xfrm>
              </p:grpSpPr>
              <p:grpSp>
                <p:nvGrpSpPr>
                  <p:cNvPr id="552" name="Grupo 551">
                    <a:extLst>
                      <a:ext uri="{FF2B5EF4-FFF2-40B4-BE49-F238E27FC236}">
                        <a16:creationId xmlns:a16="http://schemas.microsoft.com/office/drawing/2014/main" id="{168122BE-D1FA-1435-C1E7-B90015A28EA7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877717"/>
                    <a:ext cx="778396" cy="872513"/>
                    <a:chOff x="5728098" y="3973173"/>
                    <a:chExt cx="778396" cy="872513"/>
                  </a:xfrm>
                </p:grpSpPr>
                <p:grpSp>
                  <p:nvGrpSpPr>
                    <p:cNvPr id="570" name="Grupo 569">
                      <a:extLst>
                        <a:ext uri="{FF2B5EF4-FFF2-40B4-BE49-F238E27FC236}">
                          <a16:creationId xmlns:a16="http://schemas.microsoft.com/office/drawing/2014/main" id="{452DAB05-F686-FE12-0B07-CA4788A812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35062" y="3973173"/>
                      <a:ext cx="360000" cy="322907"/>
                      <a:chOff x="5826650" y="3885379"/>
                      <a:chExt cx="360000" cy="322907"/>
                    </a:xfrm>
                    <a:solidFill>
                      <a:schemeClr val="tx1">
                        <a:lumMod val="75000"/>
                        <a:lumOff val="25000"/>
                      </a:schemeClr>
                    </a:solidFill>
                  </p:grpSpPr>
                  <p:sp>
                    <p:nvSpPr>
                      <p:cNvPr id="571" name="Rectángulo 570">
                        <a:extLst>
                          <a:ext uri="{FF2B5EF4-FFF2-40B4-BE49-F238E27FC236}">
                            <a16:creationId xmlns:a16="http://schemas.microsoft.com/office/drawing/2014/main" id="{E15C029E-0AD8-EEE7-5629-CAC3964757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72" name="Rectángulo 571">
                        <a:extLst>
                          <a:ext uri="{FF2B5EF4-FFF2-40B4-BE49-F238E27FC236}">
                            <a16:creationId xmlns:a16="http://schemas.microsoft.com/office/drawing/2014/main" id="{35AFD531-9356-392D-914C-1DED3513F3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6650" y="4064286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grpSp>
                  <p:nvGrpSpPr>
                    <p:cNvPr id="555" name="Grupo 554">
                      <a:extLst>
                        <a:ext uri="{FF2B5EF4-FFF2-40B4-BE49-F238E27FC236}">
                          <a16:creationId xmlns:a16="http://schemas.microsoft.com/office/drawing/2014/main" id="{B23C3820-4961-FB70-61F3-A7B8B6FC67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556" name="Grupo 555">
                        <a:extLst>
                          <a:ext uri="{FF2B5EF4-FFF2-40B4-BE49-F238E27FC236}">
                            <a16:creationId xmlns:a16="http://schemas.microsoft.com/office/drawing/2014/main" id="{7D1542C2-E329-C55A-CE70-5168B9C12EF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561" name="Grupo 560">
                          <a:extLst>
                            <a:ext uri="{FF2B5EF4-FFF2-40B4-BE49-F238E27FC236}">
                              <a16:creationId xmlns:a16="http://schemas.microsoft.com/office/drawing/2014/main" id="{B174296E-F7EC-292D-DCF1-87A2B95DCBF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566" name="Rectángulo 565">
                            <a:extLst>
                              <a:ext uri="{FF2B5EF4-FFF2-40B4-BE49-F238E27FC236}">
                                <a16:creationId xmlns:a16="http://schemas.microsoft.com/office/drawing/2014/main" id="{2FCB8AE7-B528-82DF-37B9-4E1AB864456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567" name="Rectángulo 566">
                            <a:extLst>
                              <a:ext uri="{FF2B5EF4-FFF2-40B4-BE49-F238E27FC236}">
                                <a16:creationId xmlns:a16="http://schemas.microsoft.com/office/drawing/2014/main" id="{F6DC087F-86C3-87CB-B4C9-086044F15F4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68" name="Marco 567">
                            <a:extLst>
                              <a:ext uri="{FF2B5EF4-FFF2-40B4-BE49-F238E27FC236}">
                                <a16:creationId xmlns:a16="http://schemas.microsoft.com/office/drawing/2014/main" id="{C224B90F-C1D6-332A-4F03-F4EE150C869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62" name="Grupo 561">
                          <a:extLst>
                            <a:ext uri="{FF2B5EF4-FFF2-40B4-BE49-F238E27FC236}">
                              <a16:creationId xmlns:a16="http://schemas.microsoft.com/office/drawing/2014/main" id="{F727812D-CDFD-4EC1-A7B8-69F44620C46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563" name="Rectángulo 562">
                            <a:extLst>
                              <a:ext uri="{FF2B5EF4-FFF2-40B4-BE49-F238E27FC236}">
                                <a16:creationId xmlns:a16="http://schemas.microsoft.com/office/drawing/2014/main" id="{28561D26-475B-A6BE-603A-9184DADC64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64" name="Rectángulo 563">
                            <a:extLst>
                              <a:ext uri="{FF2B5EF4-FFF2-40B4-BE49-F238E27FC236}">
                                <a16:creationId xmlns:a16="http://schemas.microsoft.com/office/drawing/2014/main" id="{EDF7FC18-F55A-928E-FC80-0F28CDD009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65" name="Rectángulo 564">
                            <a:extLst>
                              <a:ext uri="{FF2B5EF4-FFF2-40B4-BE49-F238E27FC236}">
                                <a16:creationId xmlns:a16="http://schemas.microsoft.com/office/drawing/2014/main" id="{E1ECC651-EA0B-F806-0F42-6A909978FC3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557" name="Grupo 556">
                        <a:extLst>
                          <a:ext uri="{FF2B5EF4-FFF2-40B4-BE49-F238E27FC236}">
                            <a16:creationId xmlns:a16="http://schemas.microsoft.com/office/drawing/2014/main" id="{EE830D15-E8EA-7A2C-7070-FE27582F72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558" name="Rectángulo 557">
                          <a:extLst>
                            <a:ext uri="{FF2B5EF4-FFF2-40B4-BE49-F238E27FC236}">
                              <a16:creationId xmlns:a16="http://schemas.microsoft.com/office/drawing/2014/main" id="{4B2127FC-87A5-7AC1-CA3C-22FAFB6145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559" name="Rectángulo 558">
                          <a:extLst>
                            <a:ext uri="{FF2B5EF4-FFF2-40B4-BE49-F238E27FC236}">
                              <a16:creationId xmlns:a16="http://schemas.microsoft.com/office/drawing/2014/main" id="{BBA0E787-D589-0B02-91F6-603A21B1489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60" name="Rectángulo 559">
                          <a:extLst>
                            <a:ext uri="{FF2B5EF4-FFF2-40B4-BE49-F238E27FC236}">
                              <a16:creationId xmlns:a16="http://schemas.microsoft.com/office/drawing/2014/main" id="{35913B32-2C1B-224C-DED9-4FDEF4BC08E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553" name="Rectángulo 552">
                    <a:extLst>
                      <a:ext uri="{FF2B5EF4-FFF2-40B4-BE49-F238E27FC236}">
                        <a16:creationId xmlns:a16="http://schemas.microsoft.com/office/drawing/2014/main" id="{4461F54F-54BE-6190-13D5-669BABFCB38A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pattFill prst="wdDnDiag">
                    <a:fgClr>
                      <a:schemeClr val="bg1"/>
                    </a:fgClr>
                    <a:bgClr>
                      <a:schemeClr val="bg1">
                        <a:lumMod val="65000"/>
                      </a:schemeClr>
                    </a:bgClr>
                  </a:patt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48" name="Grupo 547">
                  <a:extLst>
                    <a:ext uri="{FF2B5EF4-FFF2-40B4-BE49-F238E27FC236}">
                      <a16:creationId xmlns:a16="http://schemas.microsoft.com/office/drawing/2014/main" id="{263F22AC-7688-F822-126B-8834C836B7AE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</p:grpSpPr>
              <p:sp>
                <p:nvSpPr>
                  <p:cNvPr id="549" name="Rectángulo 548">
                    <a:extLst>
                      <a:ext uri="{FF2B5EF4-FFF2-40B4-BE49-F238E27FC236}">
                        <a16:creationId xmlns:a16="http://schemas.microsoft.com/office/drawing/2014/main" id="{1EF4B296-BC52-FFD0-5BF2-3818C70FC43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50" name="Elipse 549">
                    <a:extLst>
                      <a:ext uri="{FF2B5EF4-FFF2-40B4-BE49-F238E27FC236}">
                        <a16:creationId xmlns:a16="http://schemas.microsoft.com/office/drawing/2014/main" id="{F665FAAE-236B-4BC4-D814-9BBE32241938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51" name="Elipse 550">
                    <a:extLst>
                      <a:ext uri="{FF2B5EF4-FFF2-40B4-BE49-F238E27FC236}">
                        <a16:creationId xmlns:a16="http://schemas.microsoft.com/office/drawing/2014/main" id="{0A395B6C-CA47-10CF-5792-9A7D8A1A47A7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sp>
          <p:nvSpPr>
            <p:cNvPr id="319" name="Elipse 318">
              <a:extLst>
                <a:ext uri="{FF2B5EF4-FFF2-40B4-BE49-F238E27FC236}">
                  <a16:creationId xmlns:a16="http://schemas.microsoft.com/office/drawing/2014/main" id="{A735143B-D737-FDB1-5012-62D1DF58AA4E}"/>
                </a:ext>
              </a:extLst>
            </p:cNvPr>
            <p:cNvSpPr/>
            <p:nvPr/>
          </p:nvSpPr>
          <p:spPr>
            <a:xfrm rot="267912">
              <a:off x="5679398" y="3695116"/>
              <a:ext cx="64099" cy="45719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706" name="Grupo 705">
            <a:extLst>
              <a:ext uri="{FF2B5EF4-FFF2-40B4-BE49-F238E27FC236}">
                <a16:creationId xmlns:a16="http://schemas.microsoft.com/office/drawing/2014/main" id="{39A07210-386B-1D7A-45A2-32A8AE8180B4}"/>
              </a:ext>
            </a:extLst>
          </p:cNvPr>
          <p:cNvGrpSpPr/>
          <p:nvPr/>
        </p:nvGrpSpPr>
        <p:grpSpPr>
          <a:xfrm rot="109090">
            <a:off x="6416342" y="3373991"/>
            <a:ext cx="779204" cy="1677243"/>
            <a:chOff x="5774899" y="2877717"/>
            <a:chExt cx="779204" cy="1677243"/>
          </a:xfrm>
        </p:grpSpPr>
        <p:grpSp>
          <p:nvGrpSpPr>
            <p:cNvPr id="708" name="Grupo 707">
              <a:extLst>
                <a:ext uri="{FF2B5EF4-FFF2-40B4-BE49-F238E27FC236}">
                  <a16:creationId xmlns:a16="http://schemas.microsoft.com/office/drawing/2014/main" id="{6CEE602D-5180-30A1-6B96-EA2CD14CA876}"/>
                </a:ext>
              </a:extLst>
            </p:cNvPr>
            <p:cNvGrpSpPr/>
            <p:nvPr/>
          </p:nvGrpSpPr>
          <p:grpSpPr>
            <a:xfrm>
              <a:off x="5809042" y="3722261"/>
              <a:ext cx="709555" cy="832699"/>
              <a:chOff x="5809042" y="3722261"/>
              <a:chExt cx="709555" cy="832699"/>
            </a:xfrm>
          </p:grpSpPr>
          <p:grpSp>
            <p:nvGrpSpPr>
              <p:cNvPr id="734" name="Grupo 733">
                <a:extLst>
                  <a:ext uri="{FF2B5EF4-FFF2-40B4-BE49-F238E27FC236}">
                    <a16:creationId xmlns:a16="http://schemas.microsoft.com/office/drawing/2014/main" id="{3B038CBE-CFA3-10AC-16B2-38FBD6E8ACEC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276111" cy="832437"/>
                <a:chOff x="5809042" y="3722261"/>
                <a:chExt cx="276111" cy="832437"/>
              </a:xfrm>
            </p:grpSpPr>
            <p:grpSp>
              <p:nvGrpSpPr>
                <p:cNvPr id="741" name="Grupo 740">
                  <a:extLst>
                    <a:ext uri="{FF2B5EF4-FFF2-40B4-BE49-F238E27FC236}">
                      <a16:creationId xmlns:a16="http://schemas.microsoft.com/office/drawing/2014/main" id="{7065EB9F-29BB-5AFD-37A5-3A31E1630E15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158346" cy="473941"/>
                  <a:chOff x="6166492" y="3721247"/>
                  <a:chExt cx="158346" cy="473941"/>
                </a:xfrm>
              </p:grpSpPr>
              <p:sp>
                <p:nvSpPr>
                  <p:cNvPr id="744" name="Rectángulo: esquinas redondeadas 743">
                    <a:extLst>
                      <a:ext uri="{FF2B5EF4-FFF2-40B4-BE49-F238E27FC236}">
                        <a16:creationId xmlns:a16="http://schemas.microsoft.com/office/drawing/2014/main" id="{C764CBFD-B281-1118-3A1F-EDE5EE7FCB11}"/>
                      </a:ext>
                    </a:extLst>
                  </p:cNvPr>
                  <p:cNvSpPr/>
                  <p:nvPr/>
                </p:nvSpPr>
                <p:spPr>
                  <a:xfrm rot="20522031">
                    <a:off x="6166492" y="3721247"/>
                    <a:ext cx="158346" cy="473941"/>
                  </a:xfrm>
                  <a:prstGeom prst="round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745" name="Rectángulo: esquinas redondeadas 744">
                    <a:extLst>
                      <a:ext uri="{FF2B5EF4-FFF2-40B4-BE49-F238E27FC236}">
                        <a16:creationId xmlns:a16="http://schemas.microsoft.com/office/drawing/2014/main" id="{EB6E8BDE-62A3-5F6E-E847-F8E25594B28B}"/>
                      </a:ext>
                    </a:extLst>
                  </p:cNvPr>
                  <p:cNvSpPr/>
                  <p:nvPr/>
                </p:nvSpPr>
                <p:spPr>
                  <a:xfrm rot="231950" flipH="1">
                    <a:off x="6202247" y="3774966"/>
                    <a:ext cx="45719" cy="216078"/>
                  </a:xfrm>
                  <a:prstGeom prst="roundRect">
                    <a:avLst>
                      <a:gd name="adj" fmla="val 40457"/>
                    </a:avLst>
                  </a:prstGeom>
                  <a:solidFill>
                    <a:schemeClr val="bg1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742" name="Rectángulo 741">
                  <a:extLst>
                    <a:ext uri="{FF2B5EF4-FFF2-40B4-BE49-F238E27FC236}">
                      <a16:creationId xmlns:a16="http://schemas.microsoft.com/office/drawing/2014/main" id="{97F3DF74-7EF6-1D37-5B53-8BEFEFF249AD}"/>
                    </a:ext>
                  </a:extLst>
                </p:cNvPr>
                <p:cNvSpPr/>
                <p:nvPr/>
              </p:nvSpPr>
              <p:spPr>
                <a:xfrm rot="20446603">
                  <a:off x="5872725" y="4154646"/>
                  <a:ext cx="212428" cy="6040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743" name="Rectángulo 742">
                  <a:extLst>
                    <a:ext uri="{FF2B5EF4-FFF2-40B4-BE49-F238E27FC236}">
                      <a16:creationId xmlns:a16="http://schemas.microsoft.com/office/drawing/2014/main" id="{FFA3408F-D7E3-2653-0047-93BC8CC6EFF1}"/>
                    </a:ext>
                  </a:extLst>
                </p:cNvPr>
                <p:cNvSpPr/>
                <p:nvPr/>
              </p:nvSpPr>
              <p:spPr>
                <a:xfrm rot="20446603">
                  <a:off x="5969456" y="4217860"/>
                  <a:ext cx="68932" cy="33683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35" name="Grupo 734">
                <a:extLst>
                  <a:ext uri="{FF2B5EF4-FFF2-40B4-BE49-F238E27FC236}">
                    <a16:creationId xmlns:a16="http://schemas.microsoft.com/office/drawing/2014/main" id="{8766AC56-C904-9CCB-FEC9-24215DEFBCF5}"/>
                  </a:ext>
                </a:extLst>
              </p:cNvPr>
              <p:cNvGrpSpPr/>
              <p:nvPr/>
            </p:nvGrpSpPr>
            <p:grpSpPr>
              <a:xfrm flipH="1">
                <a:off x="6242486" y="3722523"/>
                <a:ext cx="276111" cy="832437"/>
                <a:chOff x="5809042" y="3722261"/>
                <a:chExt cx="276111" cy="832437"/>
              </a:xfrm>
            </p:grpSpPr>
            <p:grpSp>
              <p:nvGrpSpPr>
                <p:cNvPr id="736" name="Grupo 735">
                  <a:extLst>
                    <a:ext uri="{FF2B5EF4-FFF2-40B4-BE49-F238E27FC236}">
                      <a16:creationId xmlns:a16="http://schemas.microsoft.com/office/drawing/2014/main" id="{D3B14792-0DC7-0BEE-9D8F-52551CAB16B3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158346" cy="473941"/>
                  <a:chOff x="6166492" y="3721247"/>
                  <a:chExt cx="158346" cy="473941"/>
                </a:xfrm>
              </p:grpSpPr>
              <p:sp>
                <p:nvSpPr>
                  <p:cNvPr id="739" name="Rectángulo: esquinas redondeadas 738">
                    <a:extLst>
                      <a:ext uri="{FF2B5EF4-FFF2-40B4-BE49-F238E27FC236}">
                        <a16:creationId xmlns:a16="http://schemas.microsoft.com/office/drawing/2014/main" id="{CB7F4ACE-F285-D9E1-970E-3E21FC8BB80E}"/>
                      </a:ext>
                    </a:extLst>
                  </p:cNvPr>
                  <p:cNvSpPr/>
                  <p:nvPr/>
                </p:nvSpPr>
                <p:spPr>
                  <a:xfrm rot="20522031">
                    <a:off x="6166492" y="3721247"/>
                    <a:ext cx="158346" cy="473941"/>
                  </a:xfrm>
                  <a:prstGeom prst="round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740" name="Rectángulo: esquinas redondeadas 739">
                    <a:extLst>
                      <a:ext uri="{FF2B5EF4-FFF2-40B4-BE49-F238E27FC236}">
                        <a16:creationId xmlns:a16="http://schemas.microsoft.com/office/drawing/2014/main" id="{030302B5-961D-BF30-432F-ABDA4BFDB90D}"/>
                      </a:ext>
                    </a:extLst>
                  </p:cNvPr>
                  <p:cNvSpPr/>
                  <p:nvPr/>
                </p:nvSpPr>
                <p:spPr>
                  <a:xfrm rot="231950" flipH="1">
                    <a:off x="6202247" y="3774966"/>
                    <a:ext cx="45719" cy="216078"/>
                  </a:xfrm>
                  <a:prstGeom prst="roundRect">
                    <a:avLst>
                      <a:gd name="adj" fmla="val 40457"/>
                    </a:avLst>
                  </a:prstGeom>
                  <a:solidFill>
                    <a:schemeClr val="bg1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37" name="Rectángulo 736">
                  <a:extLst>
                    <a:ext uri="{FF2B5EF4-FFF2-40B4-BE49-F238E27FC236}">
                      <a16:creationId xmlns:a16="http://schemas.microsoft.com/office/drawing/2014/main" id="{08D21BBB-7AA3-B0A9-A408-EBDC99AC00DB}"/>
                    </a:ext>
                  </a:extLst>
                </p:cNvPr>
                <p:cNvSpPr/>
                <p:nvPr/>
              </p:nvSpPr>
              <p:spPr>
                <a:xfrm rot="20446603">
                  <a:off x="5872725" y="4154646"/>
                  <a:ext cx="212428" cy="6040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738" name="Rectángulo 737">
                  <a:extLst>
                    <a:ext uri="{FF2B5EF4-FFF2-40B4-BE49-F238E27FC236}">
                      <a16:creationId xmlns:a16="http://schemas.microsoft.com/office/drawing/2014/main" id="{513CC70A-829B-3284-1BFE-1D5BD19BC2DB}"/>
                    </a:ext>
                  </a:extLst>
                </p:cNvPr>
                <p:cNvSpPr/>
                <p:nvPr/>
              </p:nvSpPr>
              <p:spPr>
                <a:xfrm rot="20446603">
                  <a:off x="5969456" y="4217860"/>
                  <a:ext cx="68932" cy="33683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709" name="Grupo 708">
              <a:extLst>
                <a:ext uri="{FF2B5EF4-FFF2-40B4-BE49-F238E27FC236}">
                  <a16:creationId xmlns:a16="http://schemas.microsoft.com/office/drawing/2014/main" id="{F091C3F2-1605-D82F-1860-889244387045}"/>
                </a:ext>
              </a:extLst>
            </p:cNvPr>
            <p:cNvGrpSpPr/>
            <p:nvPr/>
          </p:nvGrpSpPr>
          <p:grpSpPr>
            <a:xfrm>
              <a:off x="5774899" y="2877717"/>
              <a:ext cx="779204" cy="1217448"/>
              <a:chOff x="5774899" y="2877717"/>
              <a:chExt cx="779204" cy="1217448"/>
            </a:xfrm>
          </p:grpSpPr>
          <p:grpSp>
            <p:nvGrpSpPr>
              <p:cNvPr id="710" name="Grupo 709">
                <a:extLst>
                  <a:ext uri="{FF2B5EF4-FFF2-40B4-BE49-F238E27FC236}">
                    <a16:creationId xmlns:a16="http://schemas.microsoft.com/office/drawing/2014/main" id="{99C40ECD-A22E-F4EA-9478-181C552FD6CE}"/>
                  </a:ext>
                </a:extLst>
              </p:cNvPr>
              <p:cNvGrpSpPr/>
              <p:nvPr/>
            </p:nvGrpSpPr>
            <p:grpSpPr>
              <a:xfrm>
                <a:off x="5775707" y="2877717"/>
                <a:ext cx="778396" cy="1217448"/>
                <a:chOff x="5775707" y="2877717"/>
                <a:chExt cx="778396" cy="1217448"/>
              </a:xfrm>
            </p:grpSpPr>
            <p:grpSp>
              <p:nvGrpSpPr>
                <p:cNvPr id="715" name="Grupo 714">
                  <a:extLst>
                    <a:ext uri="{FF2B5EF4-FFF2-40B4-BE49-F238E27FC236}">
                      <a16:creationId xmlns:a16="http://schemas.microsoft.com/office/drawing/2014/main" id="{C9123E5D-A23F-ADBC-C99F-5364199A1B44}"/>
                    </a:ext>
                  </a:extLst>
                </p:cNvPr>
                <p:cNvGrpSpPr/>
                <p:nvPr/>
              </p:nvGrpSpPr>
              <p:grpSpPr>
                <a:xfrm>
                  <a:off x="5775707" y="2877717"/>
                  <a:ext cx="778396" cy="872513"/>
                  <a:chOff x="5728098" y="3973173"/>
                  <a:chExt cx="778396" cy="872513"/>
                </a:xfrm>
              </p:grpSpPr>
              <p:grpSp>
                <p:nvGrpSpPr>
                  <p:cNvPr id="717" name="Grupo 716">
                    <a:extLst>
                      <a:ext uri="{FF2B5EF4-FFF2-40B4-BE49-F238E27FC236}">
                        <a16:creationId xmlns:a16="http://schemas.microsoft.com/office/drawing/2014/main" id="{5ADD0B64-109B-752F-0EDE-AA06C413F743}"/>
                      </a:ext>
                    </a:extLst>
                  </p:cNvPr>
                  <p:cNvGrpSpPr/>
                  <p:nvPr/>
                </p:nvGrpSpPr>
                <p:grpSpPr>
                  <a:xfrm>
                    <a:off x="5935062" y="3973173"/>
                    <a:ext cx="360000" cy="322907"/>
                    <a:chOff x="5826650" y="3885379"/>
                    <a:chExt cx="360000" cy="322907"/>
                  </a:xfrm>
                  <a:solidFill>
                    <a:schemeClr val="tx1">
                      <a:lumMod val="75000"/>
                      <a:lumOff val="25000"/>
                    </a:schemeClr>
                  </a:solidFill>
                </p:grpSpPr>
                <p:sp>
                  <p:nvSpPr>
                    <p:cNvPr id="732" name="Rectángulo 731">
                      <a:extLst>
                        <a:ext uri="{FF2B5EF4-FFF2-40B4-BE49-F238E27FC236}">
                          <a16:creationId xmlns:a16="http://schemas.microsoft.com/office/drawing/2014/main" id="{0B6EF5B1-1E94-E2D7-D7C0-F221F5E48E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652" y="3885379"/>
                      <a:ext cx="180000" cy="1800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33" name="Rectángulo 732">
                      <a:extLst>
                        <a:ext uri="{FF2B5EF4-FFF2-40B4-BE49-F238E27FC236}">
                          <a16:creationId xmlns:a16="http://schemas.microsoft.com/office/drawing/2014/main" id="{83DC129E-0326-A075-96B7-24EE987199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26650" y="4064286"/>
                      <a:ext cx="360000" cy="1440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grpSp>
                <p:nvGrpSpPr>
                  <p:cNvPr id="718" name="Grupo 717">
                    <a:extLst>
                      <a:ext uri="{FF2B5EF4-FFF2-40B4-BE49-F238E27FC236}">
                        <a16:creationId xmlns:a16="http://schemas.microsoft.com/office/drawing/2014/main" id="{66592530-2A95-B449-8E1C-0EF710E68ABF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719" name="Grupo 718">
                      <a:extLst>
                        <a:ext uri="{FF2B5EF4-FFF2-40B4-BE49-F238E27FC236}">
                          <a16:creationId xmlns:a16="http://schemas.microsoft.com/office/drawing/2014/main" id="{3853397C-DA52-E402-793E-AAB35D0872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724" name="Grupo 723">
                        <a:extLst>
                          <a:ext uri="{FF2B5EF4-FFF2-40B4-BE49-F238E27FC236}">
                            <a16:creationId xmlns:a16="http://schemas.microsoft.com/office/drawing/2014/main" id="{DC74B26B-2C02-3BCA-3DDD-AC92C1C8BC7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729" name="Rectángulo 728">
                          <a:extLst>
                            <a:ext uri="{FF2B5EF4-FFF2-40B4-BE49-F238E27FC236}">
                              <a16:creationId xmlns:a16="http://schemas.microsoft.com/office/drawing/2014/main" id="{D91B820E-C24E-0ACE-8FE5-B5E1A55F40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730" name="Rectángulo 729">
                          <a:extLst>
                            <a:ext uri="{FF2B5EF4-FFF2-40B4-BE49-F238E27FC236}">
                              <a16:creationId xmlns:a16="http://schemas.microsoft.com/office/drawing/2014/main" id="{064F46A2-CA02-AC80-CD9B-671A9A85A4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731" name="Marco 730">
                          <a:extLst>
                            <a:ext uri="{FF2B5EF4-FFF2-40B4-BE49-F238E27FC236}">
                              <a16:creationId xmlns:a16="http://schemas.microsoft.com/office/drawing/2014/main" id="{4846A184-5319-3594-37BC-D28D7FA13A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725" name="Grupo 724">
                        <a:extLst>
                          <a:ext uri="{FF2B5EF4-FFF2-40B4-BE49-F238E27FC236}">
                            <a16:creationId xmlns:a16="http://schemas.microsoft.com/office/drawing/2014/main" id="{0C46708C-6F9F-35EA-A636-A32DA56D2E4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726" name="Rectángulo 725">
                          <a:extLst>
                            <a:ext uri="{FF2B5EF4-FFF2-40B4-BE49-F238E27FC236}">
                              <a16:creationId xmlns:a16="http://schemas.microsoft.com/office/drawing/2014/main" id="{90B559A8-1DB9-C9F4-C22A-19E7B8DADD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727" name="Rectángulo 726">
                          <a:extLst>
                            <a:ext uri="{FF2B5EF4-FFF2-40B4-BE49-F238E27FC236}">
                              <a16:creationId xmlns:a16="http://schemas.microsoft.com/office/drawing/2014/main" id="{3FC90FB1-FC5A-0889-1209-EDBD96591B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728" name="Rectángulo 727">
                          <a:extLst>
                            <a:ext uri="{FF2B5EF4-FFF2-40B4-BE49-F238E27FC236}">
                              <a16:creationId xmlns:a16="http://schemas.microsoft.com/office/drawing/2014/main" id="{735A31CF-CF64-DF89-E785-F81B2F1C839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720" name="Grupo 719">
                      <a:extLst>
                        <a:ext uri="{FF2B5EF4-FFF2-40B4-BE49-F238E27FC236}">
                          <a16:creationId xmlns:a16="http://schemas.microsoft.com/office/drawing/2014/main" id="{7C399623-1B0A-2AB0-9EE7-9D5D826ED1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721" name="Rectángulo 720">
                        <a:extLst>
                          <a:ext uri="{FF2B5EF4-FFF2-40B4-BE49-F238E27FC236}">
                            <a16:creationId xmlns:a16="http://schemas.microsoft.com/office/drawing/2014/main" id="{20ACF4E1-7A36-DF49-CD7E-F940B1261F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22" name="Rectángulo 721">
                        <a:extLst>
                          <a:ext uri="{FF2B5EF4-FFF2-40B4-BE49-F238E27FC236}">
                            <a16:creationId xmlns:a16="http://schemas.microsoft.com/office/drawing/2014/main" id="{B059981E-8AF8-A12A-773C-FAA766F54A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723" name="Rectángulo 722">
                        <a:extLst>
                          <a:ext uri="{FF2B5EF4-FFF2-40B4-BE49-F238E27FC236}">
                            <a16:creationId xmlns:a16="http://schemas.microsoft.com/office/drawing/2014/main" id="{3D342545-1756-6198-D12D-1A1EF23C99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716" name="Rectángulo 715">
                  <a:extLst>
                    <a:ext uri="{FF2B5EF4-FFF2-40B4-BE49-F238E27FC236}">
                      <a16:creationId xmlns:a16="http://schemas.microsoft.com/office/drawing/2014/main" id="{617C2DC7-6078-8F8B-3F3A-2DB95B2083B5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pattFill prst="wdDnDiag">
                  <a:fgClr>
                    <a:schemeClr val="bg1"/>
                  </a:fgClr>
                  <a:bgClr>
                    <a:schemeClr val="bg1">
                      <a:lumMod val="65000"/>
                    </a:schemeClr>
                  </a:bgClr>
                </a:patt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11" name="Grupo 710">
                <a:extLst>
                  <a:ext uri="{FF2B5EF4-FFF2-40B4-BE49-F238E27FC236}">
                    <a16:creationId xmlns:a16="http://schemas.microsoft.com/office/drawing/2014/main" id="{C62E2CFB-FB13-F6CD-BA0D-E92CEB344D23}"/>
                  </a:ext>
                </a:extLst>
              </p:cNvPr>
              <p:cNvGrpSpPr/>
              <p:nvPr/>
            </p:nvGrpSpPr>
            <p:grpSpPr>
              <a:xfrm>
                <a:off x="5774899" y="3893172"/>
                <a:ext cx="778309" cy="59708"/>
                <a:chOff x="5774899" y="3893172"/>
                <a:chExt cx="778309" cy="59708"/>
              </a:xfrm>
            </p:grpSpPr>
            <p:sp>
              <p:nvSpPr>
                <p:cNvPr id="712" name="Rectángulo 711">
                  <a:extLst>
                    <a:ext uri="{FF2B5EF4-FFF2-40B4-BE49-F238E27FC236}">
                      <a16:creationId xmlns:a16="http://schemas.microsoft.com/office/drawing/2014/main" id="{2A1DF5CF-8D11-2684-62CC-F2115CC9B779}"/>
                    </a:ext>
                  </a:extLst>
                </p:cNvPr>
                <p:cNvSpPr/>
                <p:nvPr/>
              </p:nvSpPr>
              <p:spPr>
                <a:xfrm rot="16200000">
                  <a:off x="6134200" y="3533871"/>
                  <a:ext cx="59708" cy="77830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3" name="Elipse 712">
                  <a:extLst>
                    <a:ext uri="{FF2B5EF4-FFF2-40B4-BE49-F238E27FC236}">
                      <a16:creationId xmlns:a16="http://schemas.microsoft.com/office/drawing/2014/main" id="{A718C1B3-0C06-8719-3A34-95BC588D579C}"/>
                    </a:ext>
                  </a:extLst>
                </p:cNvPr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714" name="Elipse 713">
                  <a:extLst>
                    <a:ext uri="{FF2B5EF4-FFF2-40B4-BE49-F238E27FC236}">
                      <a16:creationId xmlns:a16="http://schemas.microsoft.com/office/drawing/2014/main" id="{336F9A87-1132-E8C1-B575-BA8561F6AF05}"/>
                    </a:ext>
                  </a:extLst>
                </p:cNvPr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76230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10" y="82380"/>
            <a:ext cx="4011517" cy="777846"/>
          </a:xfrm>
        </p:spPr>
        <p:txBody>
          <a:bodyPr>
            <a:noAutofit/>
          </a:bodyPr>
          <a:lstStyle/>
          <a:p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87850E-B332-C696-F6BF-58618EA80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836" y="860226"/>
            <a:ext cx="7646327" cy="577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08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rupo 411">
            <a:extLst>
              <a:ext uri="{FF2B5EF4-FFF2-40B4-BE49-F238E27FC236}">
                <a16:creationId xmlns:a16="http://schemas.microsoft.com/office/drawing/2014/main" id="{41715F2F-3AC9-96BD-7D23-981D70CBEA6B}"/>
              </a:ext>
            </a:extLst>
          </p:cNvPr>
          <p:cNvGrpSpPr/>
          <p:nvPr/>
        </p:nvGrpSpPr>
        <p:grpSpPr>
          <a:xfrm>
            <a:off x="6061011" y="2189572"/>
            <a:ext cx="678900" cy="2068116"/>
            <a:chOff x="3254442" y="2847789"/>
            <a:chExt cx="678900" cy="2068116"/>
          </a:xfrm>
        </p:grpSpPr>
        <p:grpSp>
          <p:nvGrpSpPr>
            <p:cNvPr id="348" name="Grupo 347">
              <a:extLst>
                <a:ext uri="{FF2B5EF4-FFF2-40B4-BE49-F238E27FC236}">
                  <a16:creationId xmlns:a16="http://schemas.microsoft.com/office/drawing/2014/main" id="{14AD1336-F045-9880-1649-E3320C1A6CF6}"/>
                </a:ext>
              </a:extLst>
            </p:cNvPr>
            <p:cNvGrpSpPr/>
            <p:nvPr/>
          </p:nvGrpSpPr>
          <p:grpSpPr>
            <a:xfrm flipH="1">
              <a:off x="3254442" y="3860029"/>
              <a:ext cx="342598" cy="1055876"/>
              <a:chOff x="5808469" y="3718708"/>
              <a:chExt cx="276684" cy="835990"/>
            </a:xfrm>
          </p:grpSpPr>
          <p:grpSp>
            <p:nvGrpSpPr>
              <p:cNvPr id="349" name="Grupo 348">
                <a:extLst>
                  <a:ext uri="{FF2B5EF4-FFF2-40B4-BE49-F238E27FC236}">
                    <a16:creationId xmlns:a16="http://schemas.microsoft.com/office/drawing/2014/main" id="{E9286ABF-D1D1-F587-7700-1FED2301DA06}"/>
                  </a:ext>
                </a:extLst>
              </p:cNvPr>
              <p:cNvGrpSpPr/>
              <p:nvPr/>
            </p:nvGrpSpPr>
            <p:grpSpPr>
              <a:xfrm>
                <a:off x="5808469" y="3718708"/>
                <a:ext cx="181848" cy="473941"/>
                <a:chOff x="6165919" y="3717694"/>
                <a:chExt cx="181848" cy="473941"/>
              </a:xfrm>
            </p:grpSpPr>
            <p:sp>
              <p:nvSpPr>
                <p:cNvPr id="352" name="Rectángulo: esquinas redondeadas 351">
                  <a:extLst>
                    <a:ext uri="{FF2B5EF4-FFF2-40B4-BE49-F238E27FC236}">
                      <a16:creationId xmlns:a16="http://schemas.microsoft.com/office/drawing/2014/main" id="{412C28B9-4EAA-7F83-41EF-2F45F532F854}"/>
                    </a:ext>
                  </a:extLst>
                </p:cNvPr>
                <p:cNvSpPr/>
                <p:nvPr/>
              </p:nvSpPr>
              <p:spPr>
                <a:xfrm rot="20522031">
                  <a:off x="6165919" y="3717694"/>
                  <a:ext cx="181848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53" name="Rectángulo: esquinas redondeadas 352">
                  <a:extLst>
                    <a:ext uri="{FF2B5EF4-FFF2-40B4-BE49-F238E27FC236}">
                      <a16:creationId xmlns:a16="http://schemas.microsoft.com/office/drawing/2014/main" id="{597AFAB1-8895-8163-E79C-5F8D8DEA8CD1}"/>
                    </a:ext>
                  </a:extLst>
                </p:cNvPr>
                <p:cNvSpPr/>
                <p:nvPr/>
              </p:nvSpPr>
              <p:spPr>
                <a:xfrm rot="655801" flipH="1">
                  <a:off x="6207416" y="3774548"/>
                  <a:ext cx="49476" cy="223589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350" name="Rectángulo 349">
                <a:extLst>
                  <a:ext uri="{FF2B5EF4-FFF2-40B4-BE49-F238E27FC236}">
                    <a16:creationId xmlns:a16="http://schemas.microsoft.com/office/drawing/2014/main" id="{571B1334-5919-ED46-7DB2-D9CDFFE81CF1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51" name="Rectángulo 350">
                <a:extLst>
                  <a:ext uri="{FF2B5EF4-FFF2-40B4-BE49-F238E27FC236}">
                    <a16:creationId xmlns:a16="http://schemas.microsoft.com/office/drawing/2014/main" id="{A00DD6D6-C279-1DD5-B0D3-58655CDCA0CD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404" name="Grupo 403">
              <a:extLst>
                <a:ext uri="{FF2B5EF4-FFF2-40B4-BE49-F238E27FC236}">
                  <a16:creationId xmlns:a16="http://schemas.microsoft.com/office/drawing/2014/main" id="{9C3615FF-3176-5020-33C1-67677BD73696}"/>
                </a:ext>
              </a:extLst>
            </p:cNvPr>
            <p:cNvGrpSpPr/>
            <p:nvPr/>
          </p:nvGrpSpPr>
          <p:grpSpPr>
            <a:xfrm flipV="1">
              <a:off x="3591454" y="2847789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405" name="Grupo 404">
                <a:extLst>
                  <a:ext uri="{FF2B5EF4-FFF2-40B4-BE49-F238E27FC236}">
                    <a16:creationId xmlns:a16="http://schemas.microsoft.com/office/drawing/2014/main" id="{BECC842D-E844-1A9E-3FE1-6426E3985C8C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409" name="Rectángulo: esquinas redondeadas 408">
                  <a:extLst>
                    <a:ext uri="{FF2B5EF4-FFF2-40B4-BE49-F238E27FC236}">
                      <a16:creationId xmlns:a16="http://schemas.microsoft.com/office/drawing/2014/main" id="{33E9AEB0-718E-84D7-9FF3-9D3032B5F704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10" name="Rectángulo: esquinas redondeadas 409">
                  <a:extLst>
                    <a:ext uri="{FF2B5EF4-FFF2-40B4-BE49-F238E27FC236}">
                      <a16:creationId xmlns:a16="http://schemas.microsoft.com/office/drawing/2014/main" id="{5CC18CF7-83E6-2F3E-C5EC-5A3F0FC9FDD5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406" name="Rectángulo 405">
                <a:extLst>
                  <a:ext uri="{FF2B5EF4-FFF2-40B4-BE49-F238E27FC236}">
                    <a16:creationId xmlns:a16="http://schemas.microsoft.com/office/drawing/2014/main" id="{9D5A51DD-0388-5CE4-5A9D-8453D3B4B6BA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408" name="Rectángulo 407">
                <a:extLst>
                  <a:ext uri="{FF2B5EF4-FFF2-40B4-BE49-F238E27FC236}">
                    <a16:creationId xmlns:a16="http://schemas.microsoft.com/office/drawing/2014/main" id="{927E4ABB-64BE-36DE-97E7-FF7ADE74037D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403" name="Grupo 402">
            <a:extLst>
              <a:ext uri="{FF2B5EF4-FFF2-40B4-BE49-F238E27FC236}">
                <a16:creationId xmlns:a16="http://schemas.microsoft.com/office/drawing/2014/main" id="{7C001BE4-281E-07FC-4F18-043BC0AD22E9}"/>
              </a:ext>
            </a:extLst>
          </p:cNvPr>
          <p:cNvGrpSpPr/>
          <p:nvPr/>
        </p:nvGrpSpPr>
        <p:grpSpPr>
          <a:xfrm>
            <a:off x="5180763" y="2190124"/>
            <a:ext cx="685443" cy="2067229"/>
            <a:chOff x="2374194" y="2848341"/>
            <a:chExt cx="685443" cy="2067229"/>
          </a:xfrm>
        </p:grpSpPr>
        <p:grpSp>
          <p:nvGrpSpPr>
            <p:cNvPr id="347" name="Grupo 346">
              <a:extLst>
                <a:ext uri="{FF2B5EF4-FFF2-40B4-BE49-F238E27FC236}">
                  <a16:creationId xmlns:a16="http://schemas.microsoft.com/office/drawing/2014/main" id="{67EB30B2-FAF3-A18A-8BA5-9035B5695B44}"/>
                </a:ext>
              </a:extLst>
            </p:cNvPr>
            <p:cNvGrpSpPr/>
            <p:nvPr/>
          </p:nvGrpSpPr>
          <p:grpSpPr>
            <a:xfrm>
              <a:off x="2716948" y="3859120"/>
              <a:ext cx="342689" cy="1056450"/>
              <a:chOff x="5808395" y="3718253"/>
              <a:chExt cx="276758" cy="836445"/>
            </a:xfrm>
          </p:grpSpPr>
          <p:grpSp>
            <p:nvGrpSpPr>
              <p:cNvPr id="360" name="Grupo 359">
                <a:extLst>
                  <a:ext uri="{FF2B5EF4-FFF2-40B4-BE49-F238E27FC236}">
                    <a16:creationId xmlns:a16="http://schemas.microsoft.com/office/drawing/2014/main" id="{4EBA4A2F-60A1-ABCC-B1F1-CDDE38D27C3F}"/>
                  </a:ext>
                </a:extLst>
              </p:cNvPr>
              <p:cNvGrpSpPr/>
              <p:nvPr/>
            </p:nvGrpSpPr>
            <p:grpSpPr>
              <a:xfrm>
                <a:off x="5808395" y="3718253"/>
                <a:ext cx="184852" cy="473941"/>
                <a:chOff x="6165845" y="3717239"/>
                <a:chExt cx="184852" cy="473941"/>
              </a:xfrm>
            </p:grpSpPr>
            <p:sp>
              <p:nvSpPr>
                <p:cNvPr id="369" name="Rectángulo: esquinas redondeadas 368">
                  <a:extLst>
                    <a:ext uri="{FF2B5EF4-FFF2-40B4-BE49-F238E27FC236}">
                      <a16:creationId xmlns:a16="http://schemas.microsoft.com/office/drawing/2014/main" id="{AB738F98-FAED-69E4-119C-DE586090D8B6}"/>
                    </a:ext>
                  </a:extLst>
                </p:cNvPr>
                <p:cNvSpPr/>
                <p:nvPr/>
              </p:nvSpPr>
              <p:spPr>
                <a:xfrm rot="20522031">
                  <a:off x="6165845" y="3717239"/>
                  <a:ext cx="184852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70" name="Rectángulo: esquinas redondeadas 369">
                  <a:extLst>
                    <a:ext uri="{FF2B5EF4-FFF2-40B4-BE49-F238E27FC236}">
                      <a16:creationId xmlns:a16="http://schemas.microsoft.com/office/drawing/2014/main" id="{3F1BE0C8-C09D-4004-4C0B-254607FCFF60}"/>
                    </a:ext>
                  </a:extLst>
                </p:cNvPr>
                <p:cNvSpPr/>
                <p:nvPr/>
              </p:nvSpPr>
              <p:spPr>
                <a:xfrm rot="622646" flipH="1">
                  <a:off x="6207873" y="3795106"/>
                  <a:ext cx="46037" cy="203887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367" name="Rectángulo 366">
                <a:extLst>
                  <a:ext uri="{FF2B5EF4-FFF2-40B4-BE49-F238E27FC236}">
                    <a16:creationId xmlns:a16="http://schemas.microsoft.com/office/drawing/2014/main" id="{CCD8E9F7-656A-4628-8F40-6A607D818CFC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68" name="Rectángulo 367">
                <a:extLst>
                  <a:ext uri="{FF2B5EF4-FFF2-40B4-BE49-F238E27FC236}">
                    <a16:creationId xmlns:a16="http://schemas.microsoft.com/office/drawing/2014/main" id="{22B4DC3A-7C20-DB50-93CB-453979AD362B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397" name="Grupo 396">
              <a:extLst>
                <a:ext uri="{FF2B5EF4-FFF2-40B4-BE49-F238E27FC236}">
                  <a16:creationId xmlns:a16="http://schemas.microsoft.com/office/drawing/2014/main" id="{B5E09060-1F6F-7698-44BD-17AE8164C3F5}"/>
                </a:ext>
              </a:extLst>
            </p:cNvPr>
            <p:cNvGrpSpPr/>
            <p:nvPr/>
          </p:nvGrpSpPr>
          <p:grpSpPr>
            <a:xfrm flipH="1" flipV="1">
              <a:off x="2374194" y="2848341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398" name="Grupo 397">
                <a:extLst>
                  <a:ext uri="{FF2B5EF4-FFF2-40B4-BE49-F238E27FC236}">
                    <a16:creationId xmlns:a16="http://schemas.microsoft.com/office/drawing/2014/main" id="{5F6835E3-8F3D-64C7-CA7A-82259E87F013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401" name="Rectángulo: esquinas redondeadas 400">
                  <a:extLst>
                    <a:ext uri="{FF2B5EF4-FFF2-40B4-BE49-F238E27FC236}">
                      <a16:creationId xmlns:a16="http://schemas.microsoft.com/office/drawing/2014/main" id="{D7ABDA3A-81F4-5210-7202-C47E8EA8D917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02" name="Rectángulo: esquinas redondeadas 401">
                  <a:extLst>
                    <a:ext uri="{FF2B5EF4-FFF2-40B4-BE49-F238E27FC236}">
                      <a16:creationId xmlns:a16="http://schemas.microsoft.com/office/drawing/2014/main" id="{68D590DE-D90C-BAB5-4FA5-1E64288050E3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399" name="Rectángulo 398">
                <a:extLst>
                  <a:ext uri="{FF2B5EF4-FFF2-40B4-BE49-F238E27FC236}">
                    <a16:creationId xmlns:a16="http://schemas.microsoft.com/office/drawing/2014/main" id="{411289A7-E010-71C1-B1D1-8B43A06D1C25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00" name="Rectángulo 399">
                <a:extLst>
                  <a:ext uri="{FF2B5EF4-FFF2-40B4-BE49-F238E27FC236}">
                    <a16:creationId xmlns:a16="http://schemas.microsoft.com/office/drawing/2014/main" id="{7987662B-52D1-6820-C9AD-6921F548EFE3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767" name="Grupo 766">
            <a:extLst>
              <a:ext uri="{FF2B5EF4-FFF2-40B4-BE49-F238E27FC236}">
                <a16:creationId xmlns:a16="http://schemas.microsoft.com/office/drawing/2014/main" id="{C83B9DA9-7D58-6DDB-2351-CF66525E140A}"/>
              </a:ext>
            </a:extLst>
          </p:cNvPr>
          <p:cNvGrpSpPr/>
          <p:nvPr/>
        </p:nvGrpSpPr>
        <p:grpSpPr>
          <a:xfrm>
            <a:off x="5483447" y="1571739"/>
            <a:ext cx="963830" cy="2104882"/>
            <a:chOff x="5775707" y="2428623"/>
            <a:chExt cx="778396" cy="1666542"/>
          </a:xfrm>
        </p:grpSpPr>
        <p:grpSp>
          <p:nvGrpSpPr>
            <p:cNvPr id="325" name="Grupo 324">
              <a:extLst>
                <a:ext uri="{FF2B5EF4-FFF2-40B4-BE49-F238E27FC236}">
                  <a16:creationId xmlns:a16="http://schemas.microsoft.com/office/drawing/2014/main" id="{D2D6074A-245A-50D9-B870-844D48A2F837}"/>
                </a:ext>
              </a:extLst>
            </p:cNvPr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327" name="Grupo 326">
                <a:extLst>
                  <a:ext uri="{FF2B5EF4-FFF2-40B4-BE49-F238E27FC236}">
                    <a16:creationId xmlns:a16="http://schemas.microsoft.com/office/drawing/2014/main" id="{A951C85C-0431-12B9-E65C-2E60B17F7626}"/>
                  </a:ext>
                </a:extLst>
              </p:cNvPr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343" name="Elipse 342">
                  <a:extLst>
                    <a:ext uri="{FF2B5EF4-FFF2-40B4-BE49-F238E27FC236}">
                      <a16:creationId xmlns:a16="http://schemas.microsoft.com/office/drawing/2014/main" id="{678A6941-EA1F-5A0D-BE1F-B2B9D3631413}"/>
                    </a:ext>
                  </a:extLst>
                </p:cNvPr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grpSp>
              <p:nvGrpSpPr>
                <p:cNvPr id="344" name="Grupo 343">
                  <a:extLst>
                    <a:ext uri="{FF2B5EF4-FFF2-40B4-BE49-F238E27FC236}">
                      <a16:creationId xmlns:a16="http://schemas.microsoft.com/office/drawing/2014/main" id="{295EA881-DC14-2518-838B-23765AE2B7F2}"/>
                    </a:ext>
                  </a:extLst>
                </p:cNvPr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  <a:grpFill/>
              </p:grpSpPr>
              <p:sp>
                <p:nvSpPr>
                  <p:cNvPr id="345" name="Rectángulo 344">
                    <a:extLst>
                      <a:ext uri="{FF2B5EF4-FFF2-40B4-BE49-F238E27FC236}">
                        <a16:creationId xmlns:a16="http://schemas.microsoft.com/office/drawing/2014/main" id="{CFB51E2E-4D99-BA1C-2FD1-DC87555B6458}"/>
                      </a:ext>
                    </a:extLst>
                  </p:cNvPr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46" name="Rectángulo 345">
                    <a:extLst>
                      <a:ext uri="{FF2B5EF4-FFF2-40B4-BE49-F238E27FC236}">
                        <a16:creationId xmlns:a16="http://schemas.microsoft.com/office/drawing/2014/main" id="{E9D4EEF0-0A64-2E24-DC7B-B2A3DC676459}"/>
                      </a:ext>
                    </a:extLst>
                  </p:cNvPr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  <p:grpSp>
            <p:nvGrpSpPr>
              <p:cNvPr id="328" name="Grupo 327">
                <a:extLst>
                  <a:ext uri="{FF2B5EF4-FFF2-40B4-BE49-F238E27FC236}">
                    <a16:creationId xmlns:a16="http://schemas.microsoft.com/office/drawing/2014/main" id="{09F45656-6E88-9D12-0871-42E63D300616}"/>
                  </a:ext>
                </a:extLst>
              </p:cNvPr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329" name="Grupo 328">
                  <a:extLst>
                    <a:ext uri="{FF2B5EF4-FFF2-40B4-BE49-F238E27FC236}">
                      <a16:creationId xmlns:a16="http://schemas.microsoft.com/office/drawing/2014/main" id="{02B4493C-35EE-0891-F31B-FF865CCDADBB}"/>
                    </a:ext>
                  </a:extLst>
                </p:cNvPr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334" name="Grupo 333">
                    <a:extLst>
                      <a:ext uri="{FF2B5EF4-FFF2-40B4-BE49-F238E27FC236}">
                        <a16:creationId xmlns:a16="http://schemas.microsoft.com/office/drawing/2014/main" id="{EFF8D2A1-80CD-ECE0-4CC4-73C9D434CDB8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340" name="Rectángulo 339">
                      <a:extLst>
                        <a:ext uri="{FF2B5EF4-FFF2-40B4-BE49-F238E27FC236}">
                          <a16:creationId xmlns:a16="http://schemas.microsoft.com/office/drawing/2014/main" id="{4FD96796-1F9C-E11A-2134-74A1B02E2B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41" name="Rectángulo 340">
                      <a:extLst>
                        <a:ext uri="{FF2B5EF4-FFF2-40B4-BE49-F238E27FC236}">
                          <a16:creationId xmlns:a16="http://schemas.microsoft.com/office/drawing/2014/main" id="{45688238-126C-2067-F301-FC968D8387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342" name="Marco 341">
                      <a:extLst>
                        <a:ext uri="{FF2B5EF4-FFF2-40B4-BE49-F238E27FC236}">
                          <a16:creationId xmlns:a16="http://schemas.microsoft.com/office/drawing/2014/main" id="{69E294FA-3AF8-F71C-68D0-B3EBCC5EAD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name="adj1" fmla="val 7853"/>
                      </a:avLst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335" name="Grupo 334">
                    <a:extLst>
                      <a:ext uri="{FF2B5EF4-FFF2-40B4-BE49-F238E27FC236}">
                        <a16:creationId xmlns:a16="http://schemas.microsoft.com/office/drawing/2014/main" id="{C4A9151F-F0CB-A428-9DC0-3E6CD0436FB5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336" name="Rectángulo 335">
                      <a:extLst>
                        <a:ext uri="{FF2B5EF4-FFF2-40B4-BE49-F238E27FC236}">
                          <a16:creationId xmlns:a16="http://schemas.microsoft.com/office/drawing/2014/main" id="{43CB499F-8AAA-342A-6746-D212E1C591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337" name="Rectángulo 336">
                      <a:extLst>
                        <a:ext uri="{FF2B5EF4-FFF2-40B4-BE49-F238E27FC236}">
                          <a16:creationId xmlns:a16="http://schemas.microsoft.com/office/drawing/2014/main" id="{7FE68E41-6AEB-4901-32FC-5210796C47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339" name="Rectángulo 338">
                      <a:extLst>
                        <a:ext uri="{FF2B5EF4-FFF2-40B4-BE49-F238E27FC236}">
                          <a16:creationId xmlns:a16="http://schemas.microsoft.com/office/drawing/2014/main" id="{463E763E-5895-FA2A-1C31-D5A36E29BB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330" name="Grupo 329">
                  <a:extLst>
                    <a:ext uri="{FF2B5EF4-FFF2-40B4-BE49-F238E27FC236}">
                      <a16:creationId xmlns:a16="http://schemas.microsoft.com/office/drawing/2014/main" id="{22CAB4FF-EE08-96B1-2E86-C1232AEFE98F}"/>
                    </a:ext>
                  </a:extLst>
                </p:cNvPr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331" name="Rectángulo 330">
                    <a:extLst>
                      <a:ext uri="{FF2B5EF4-FFF2-40B4-BE49-F238E27FC236}">
                        <a16:creationId xmlns:a16="http://schemas.microsoft.com/office/drawing/2014/main" id="{040022C7-6CC4-746B-3739-29A1564FDE54}"/>
                      </a:ext>
                    </a:extLst>
                  </p:cNvPr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32" name="Rectángulo 331">
                    <a:extLst>
                      <a:ext uri="{FF2B5EF4-FFF2-40B4-BE49-F238E27FC236}">
                        <a16:creationId xmlns:a16="http://schemas.microsoft.com/office/drawing/2014/main" id="{40B440D3-65A6-32E7-485F-F3CC67DF6152}"/>
                      </a:ext>
                    </a:extLst>
                  </p:cNvPr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33" name="Rectángulo 332">
                    <a:extLst>
                      <a:ext uri="{FF2B5EF4-FFF2-40B4-BE49-F238E27FC236}">
                        <a16:creationId xmlns:a16="http://schemas.microsoft.com/office/drawing/2014/main" id="{AA0529C2-0C37-47B8-56B8-B097233F4BF1}"/>
                      </a:ext>
                    </a:extLst>
                  </p:cNvPr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sp>
          <p:nvSpPr>
            <p:cNvPr id="326" name="Rectángulo 325">
              <a:extLst>
                <a:ext uri="{FF2B5EF4-FFF2-40B4-BE49-F238E27FC236}">
                  <a16:creationId xmlns:a16="http://schemas.microsoft.com/office/drawing/2014/main" id="{ED2ADBEC-6ABC-65C2-E748-7062C0A37CF3}"/>
                </a:ext>
              </a:extLst>
            </p:cNvPr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bg1">
                  <a:lumMod val="65000"/>
                </a:schemeClr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16" name="Grupo 415">
            <a:extLst>
              <a:ext uri="{FF2B5EF4-FFF2-40B4-BE49-F238E27FC236}">
                <a16:creationId xmlns:a16="http://schemas.microsoft.com/office/drawing/2014/main" id="{3040679D-5891-F420-F359-1D8420ECDC3A}"/>
              </a:ext>
            </a:extLst>
          </p:cNvPr>
          <p:cNvGrpSpPr/>
          <p:nvPr/>
        </p:nvGrpSpPr>
        <p:grpSpPr>
          <a:xfrm>
            <a:off x="5482629" y="3435091"/>
            <a:ext cx="963722" cy="137200"/>
            <a:chOff x="2676060" y="4093308"/>
            <a:chExt cx="963722" cy="137200"/>
          </a:xfrm>
        </p:grpSpPr>
        <p:sp>
          <p:nvSpPr>
            <p:cNvPr id="413" name="Rectángulo 412">
              <a:extLst>
                <a:ext uri="{FF2B5EF4-FFF2-40B4-BE49-F238E27FC236}">
                  <a16:creationId xmlns:a16="http://schemas.microsoft.com/office/drawing/2014/main" id="{C67E67E8-A275-7A49-58F5-33B9F8002946}"/>
                </a:ext>
              </a:extLst>
            </p:cNvPr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15" name="Grupo 414">
              <a:extLst>
                <a:ext uri="{FF2B5EF4-FFF2-40B4-BE49-F238E27FC236}">
                  <a16:creationId xmlns:a16="http://schemas.microsoft.com/office/drawing/2014/main" id="{CF85C5B5-14EC-483F-C916-719AC62985D6}"/>
                </a:ext>
              </a:extLst>
            </p:cNvPr>
            <p:cNvGrpSpPr/>
            <p:nvPr/>
          </p:nvGrpSpPr>
          <p:grpSpPr>
            <a:xfrm>
              <a:off x="2676060" y="4130453"/>
              <a:ext cx="963722" cy="100055"/>
              <a:chOff x="2676060" y="4130453"/>
              <a:chExt cx="963722" cy="100055"/>
            </a:xfrm>
          </p:grpSpPr>
          <p:grpSp>
            <p:nvGrpSpPr>
              <p:cNvPr id="320" name="Grupo 319">
                <a:extLst>
                  <a:ext uri="{FF2B5EF4-FFF2-40B4-BE49-F238E27FC236}">
                    <a16:creationId xmlns:a16="http://schemas.microsoft.com/office/drawing/2014/main" id="{0CA206F7-0950-9391-EA15-4914F4816B1B}"/>
                  </a:ext>
                </a:extLst>
              </p:cNvPr>
              <p:cNvGrpSpPr/>
              <p:nvPr/>
            </p:nvGrpSpPr>
            <p:grpSpPr>
              <a:xfrm>
                <a:off x="2676060" y="4130453"/>
                <a:ext cx="963722" cy="75413"/>
                <a:chOff x="5775047" y="3892550"/>
                <a:chExt cx="778309" cy="59708"/>
              </a:xfrm>
            </p:grpSpPr>
            <p:sp>
              <p:nvSpPr>
                <p:cNvPr id="321" name="Rectángulo 320">
                  <a:extLst>
                    <a:ext uri="{FF2B5EF4-FFF2-40B4-BE49-F238E27FC236}">
                      <a16:creationId xmlns:a16="http://schemas.microsoft.com/office/drawing/2014/main" id="{757530A0-8BDA-E9DB-5FC7-991AA18CC68D}"/>
                    </a:ext>
                  </a:extLst>
                </p:cNvPr>
                <p:cNvSpPr/>
                <p:nvPr/>
              </p:nvSpPr>
              <p:spPr>
                <a:xfrm rot="162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322" name="Elipse 321">
                  <a:extLst>
                    <a:ext uri="{FF2B5EF4-FFF2-40B4-BE49-F238E27FC236}">
                      <a16:creationId xmlns:a16="http://schemas.microsoft.com/office/drawing/2014/main" id="{20DFBB25-C463-0FDB-7F96-244D8B15B0A1}"/>
                    </a:ext>
                  </a:extLst>
                </p:cNvPr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324" name="Elipse 323">
                  <a:extLst>
                    <a:ext uri="{FF2B5EF4-FFF2-40B4-BE49-F238E27FC236}">
                      <a16:creationId xmlns:a16="http://schemas.microsoft.com/office/drawing/2014/main" id="{24ABA2D6-BB78-E1D1-817D-C3B410393FC8}"/>
                    </a:ext>
                  </a:extLst>
                </p:cNvPr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414" name="Rectángulo 413">
                <a:extLst>
                  <a:ext uri="{FF2B5EF4-FFF2-40B4-BE49-F238E27FC236}">
                    <a16:creationId xmlns:a16="http://schemas.microsoft.com/office/drawing/2014/main" id="{8704D19B-B325-C077-3B19-102106DEC7D7}"/>
                  </a:ext>
                </a:extLst>
              </p:cNvPr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0891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36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3600" dirty="0">
                <a:latin typeface="Aharoni" panose="02010803020104030203" pitchFamily="2" charset="-79"/>
                <a:cs typeface="Aharoni" panose="02010803020104030203" pitchFamily="2" charset="-79"/>
              </a:rPr>
              <a:t>Garra 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07841018-B4FF-3A2E-8B3A-5162A1D7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873" y="1589003"/>
            <a:ext cx="4949452" cy="4593839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M11 presionado y sensor S7 </a:t>
            </a:r>
            <a:r>
              <a:rPr lang="es-ES" dirty="0">
                <a:highlight>
                  <a:srgbClr val="FFFF00"/>
                </a:highlight>
              </a:rPr>
              <a:t>NO</a:t>
            </a:r>
            <a:r>
              <a:rPr lang="es-ES" dirty="0">
                <a:solidFill>
                  <a:srgbClr val="0070C0"/>
                </a:solidFill>
              </a:rPr>
              <a:t>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Cerrar garra (desplazamiento, abajo)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2.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M12 presionado y sensor S6 </a:t>
            </a:r>
            <a:r>
              <a:rPr lang="es-ES" dirty="0">
                <a:highlight>
                  <a:srgbClr val="FFFF00"/>
                </a:highlight>
              </a:rPr>
              <a:t>NO</a:t>
            </a:r>
            <a:r>
              <a:rPr lang="es-ES" dirty="0">
                <a:solidFill>
                  <a:srgbClr val="0070C0"/>
                </a:solidFill>
              </a:rPr>
              <a:t>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antihorario.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Limpiar registros E y F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b="1" dirty="0">
                <a:solidFill>
                  <a:srgbClr val="FF0000"/>
                </a:solidFill>
              </a:rPr>
              <a:t>retornar</a:t>
            </a:r>
          </a:p>
          <a:p>
            <a:pPr marL="457200" indent="-457200" algn="l">
              <a:buAutoNum type="arabicPeriod"/>
            </a:pPr>
            <a:endParaRPr lang="es-E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B839C0-C041-8248-4FAB-6363083B34B5}"/>
              </a:ext>
            </a:extLst>
          </p:cNvPr>
          <p:cNvSpPr/>
          <p:nvPr/>
        </p:nvSpPr>
        <p:spPr>
          <a:xfrm>
            <a:off x="7415680" y="1592404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6A1DE549-0820-44D5-DA01-A70152CB5598}"/>
              </a:ext>
            </a:extLst>
          </p:cNvPr>
          <p:cNvSpPr txBox="1">
            <a:spLocks/>
          </p:cNvSpPr>
          <p:nvPr/>
        </p:nvSpPr>
        <p:spPr>
          <a:xfrm>
            <a:off x="10256892" y="1874827"/>
            <a:ext cx="1843588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S6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1BB3973A-764A-1D54-7A27-C0923D96E933}"/>
              </a:ext>
            </a:extLst>
          </p:cNvPr>
          <p:cNvGrpSpPr/>
          <p:nvPr/>
        </p:nvGrpSpPr>
        <p:grpSpPr>
          <a:xfrm flipH="1" flipV="1">
            <a:off x="6548727" y="1012851"/>
            <a:ext cx="2015226" cy="2228116"/>
            <a:chOff x="5506750" y="1881441"/>
            <a:chExt cx="2015226" cy="2228116"/>
          </a:xfrm>
          <a:noFill/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44DDA405-2FB5-14A8-B42D-8E7F0C758DBD}"/>
                </a:ext>
              </a:extLst>
            </p:cNvPr>
            <p:cNvGrpSpPr/>
            <p:nvPr/>
          </p:nvGrpSpPr>
          <p:grpSpPr>
            <a:xfrm rot="1767083">
              <a:off x="5506750" y="1983220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488B8E28-4AC8-4904-6100-AC035641ACAE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54" name="Grupo 53">
                  <a:extLst>
                    <a:ext uri="{FF2B5EF4-FFF2-40B4-BE49-F238E27FC236}">
                      <a16:creationId xmlns:a16="http://schemas.microsoft.com/office/drawing/2014/main" id="{7FE7EB65-D550-5EF9-71A0-68E4D22FD8C9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1" name="Grupo 60">
                    <a:extLst>
                      <a:ext uri="{FF2B5EF4-FFF2-40B4-BE49-F238E27FC236}">
                        <a16:creationId xmlns:a16="http://schemas.microsoft.com/office/drawing/2014/main" id="{21F828FA-3CBB-E027-250D-F219EEB9BDC4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512" name="Rectángulo: esquinas redondeadas 511">
                      <a:extLst>
                        <a:ext uri="{FF2B5EF4-FFF2-40B4-BE49-F238E27FC236}">
                          <a16:creationId xmlns:a16="http://schemas.microsoft.com/office/drawing/2014/main" id="{E667242B-79A8-7820-0000-306D1F6A108C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513" name="Rectángulo: esquinas redondeadas 512">
                      <a:extLst>
                        <a:ext uri="{FF2B5EF4-FFF2-40B4-BE49-F238E27FC236}">
                          <a16:creationId xmlns:a16="http://schemas.microsoft.com/office/drawing/2014/main" id="{F51140B8-8867-6FB4-DDAF-5E35B83DEF8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62" name="Rectángulo 61">
                    <a:extLst>
                      <a:ext uri="{FF2B5EF4-FFF2-40B4-BE49-F238E27FC236}">
                        <a16:creationId xmlns:a16="http://schemas.microsoft.com/office/drawing/2014/main" id="{D78AAC1D-F014-45BA-2637-C6D0F84F095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3" name="Rectángulo 62">
                    <a:extLst>
                      <a:ext uri="{FF2B5EF4-FFF2-40B4-BE49-F238E27FC236}">
                        <a16:creationId xmlns:a16="http://schemas.microsoft.com/office/drawing/2014/main" id="{307B4BF0-D7E5-6F16-5A9F-78F01D7D179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5" name="Grupo 54">
                  <a:extLst>
                    <a:ext uri="{FF2B5EF4-FFF2-40B4-BE49-F238E27FC236}">
                      <a16:creationId xmlns:a16="http://schemas.microsoft.com/office/drawing/2014/main" id="{5E0A4D20-E5D7-8FF3-3B45-1DBEC678E3CF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56" name="Grupo 55">
                    <a:extLst>
                      <a:ext uri="{FF2B5EF4-FFF2-40B4-BE49-F238E27FC236}">
                        <a16:creationId xmlns:a16="http://schemas.microsoft.com/office/drawing/2014/main" id="{A026CA3F-0E7B-6B26-5964-DD1A56D7483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59" name="Rectángulo: esquinas redondeadas 58">
                      <a:extLst>
                        <a:ext uri="{FF2B5EF4-FFF2-40B4-BE49-F238E27FC236}">
                          <a16:creationId xmlns:a16="http://schemas.microsoft.com/office/drawing/2014/main" id="{8D179190-F344-CDFF-0C93-231812C1431C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0" name="Rectángulo: esquinas redondeadas 59">
                      <a:extLst>
                        <a:ext uri="{FF2B5EF4-FFF2-40B4-BE49-F238E27FC236}">
                          <a16:creationId xmlns:a16="http://schemas.microsoft.com/office/drawing/2014/main" id="{1ADE4477-9359-449B-D99B-88CA6A279069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57" name="Rectángulo 56">
                    <a:extLst>
                      <a:ext uri="{FF2B5EF4-FFF2-40B4-BE49-F238E27FC236}">
                        <a16:creationId xmlns:a16="http://schemas.microsoft.com/office/drawing/2014/main" id="{721A6309-B7E9-3D49-A094-E082A4867ED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8" name="Rectángulo 57">
                    <a:extLst>
                      <a:ext uri="{FF2B5EF4-FFF2-40B4-BE49-F238E27FC236}">
                        <a16:creationId xmlns:a16="http://schemas.microsoft.com/office/drawing/2014/main" id="{23B2979F-DED2-C5F1-F2DF-C82A1A85464D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1526A60A-92E9-977E-3D3F-E5C607321E19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28" name="Grupo 27">
                  <a:extLst>
                    <a:ext uri="{FF2B5EF4-FFF2-40B4-BE49-F238E27FC236}">
                      <a16:creationId xmlns:a16="http://schemas.microsoft.com/office/drawing/2014/main" id="{9492DED9-E2C1-9954-05E6-A542E1F130EF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33" name="Grupo 32">
                    <a:extLst>
                      <a:ext uri="{FF2B5EF4-FFF2-40B4-BE49-F238E27FC236}">
                        <a16:creationId xmlns:a16="http://schemas.microsoft.com/office/drawing/2014/main" id="{7768ACB4-D9CF-F2D7-E645-27EE1B364894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35" name="Grupo 34">
                      <a:extLst>
                        <a:ext uri="{FF2B5EF4-FFF2-40B4-BE49-F238E27FC236}">
                          <a16:creationId xmlns:a16="http://schemas.microsoft.com/office/drawing/2014/main" id="{DA06EB9D-C388-DC6C-88E3-9705E60900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50" name="Elipse 49">
                        <a:extLst>
                          <a:ext uri="{FF2B5EF4-FFF2-40B4-BE49-F238E27FC236}">
                            <a16:creationId xmlns:a16="http://schemas.microsoft.com/office/drawing/2014/main" id="{1B2BAD7E-4E4A-5CBE-A903-BB6F567F38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51" name="Grupo 50">
                        <a:extLst>
                          <a:ext uri="{FF2B5EF4-FFF2-40B4-BE49-F238E27FC236}">
                            <a16:creationId xmlns:a16="http://schemas.microsoft.com/office/drawing/2014/main" id="{09D561BD-637D-E99A-A1D6-A5DEBF0ED7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52" name="Rectángulo 51">
                          <a:extLst>
                            <a:ext uri="{FF2B5EF4-FFF2-40B4-BE49-F238E27FC236}">
                              <a16:creationId xmlns:a16="http://schemas.microsoft.com/office/drawing/2014/main" id="{73372F81-29B6-1D08-EBCD-756E96EF2A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3" name="Rectángulo 52">
                          <a:extLst>
                            <a:ext uri="{FF2B5EF4-FFF2-40B4-BE49-F238E27FC236}">
                              <a16:creationId xmlns:a16="http://schemas.microsoft.com/office/drawing/2014/main" id="{DFF04C2A-07D2-EDCD-2626-78169CE0EEE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6" name="Grupo 35">
                      <a:extLst>
                        <a:ext uri="{FF2B5EF4-FFF2-40B4-BE49-F238E27FC236}">
                          <a16:creationId xmlns:a16="http://schemas.microsoft.com/office/drawing/2014/main" id="{42DB8871-6F05-5628-FE10-10633280C3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37" name="Grupo 36">
                        <a:extLst>
                          <a:ext uri="{FF2B5EF4-FFF2-40B4-BE49-F238E27FC236}">
                            <a16:creationId xmlns:a16="http://schemas.microsoft.com/office/drawing/2014/main" id="{47B21CFB-59B5-A456-F460-41F78250AB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42" name="Grupo 41">
                          <a:extLst>
                            <a:ext uri="{FF2B5EF4-FFF2-40B4-BE49-F238E27FC236}">
                              <a16:creationId xmlns:a16="http://schemas.microsoft.com/office/drawing/2014/main" id="{7D544ADA-B453-2889-601A-14F8EA7DB5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47" name="Rectángulo 46">
                            <a:extLst>
                              <a:ext uri="{FF2B5EF4-FFF2-40B4-BE49-F238E27FC236}">
                                <a16:creationId xmlns:a16="http://schemas.microsoft.com/office/drawing/2014/main" id="{A8B3D593-E1BE-BDBD-BCB3-665DE952FC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48" name="Rectángulo 47">
                            <a:extLst>
                              <a:ext uri="{FF2B5EF4-FFF2-40B4-BE49-F238E27FC236}">
                                <a16:creationId xmlns:a16="http://schemas.microsoft.com/office/drawing/2014/main" id="{7462A67F-BC81-2919-6D33-B5E87B5239D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9" name="Marco 48">
                            <a:extLst>
                              <a:ext uri="{FF2B5EF4-FFF2-40B4-BE49-F238E27FC236}">
                                <a16:creationId xmlns:a16="http://schemas.microsoft.com/office/drawing/2014/main" id="{298EBAFF-7063-76B8-4F1B-5345F717A5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3" name="Grupo 42">
                          <a:extLst>
                            <a:ext uri="{FF2B5EF4-FFF2-40B4-BE49-F238E27FC236}">
                              <a16:creationId xmlns:a16="http://schemas.microsoft.com/office/drawing/2014/main" id="{C762B4BB-5CDE-A1AB-B9D2-41628004DB5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44" name="Rectángulo 43">
                            <a:extLst>
                              <a:ext uri="{FF2B5EF4-FFF2-40B4-BE49-F238E27FC236}">
                                <a16:creationId xmlns:a16="http://schemas.microsoft.com/office/drawing/2014/main" id="{C8BAFC42-37CB-3B5A-67E7-05851F4C18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5" name="Rectángulo 44">
                            <a:extLst>
                              <a:ext uri="{FF2B5EF4-FFF2-40B4-BE49-F238E27FC236}">
                                <a16:creationId xmlns:a16="http://schemas.microsoft.com/office/drawing/2014/main" id="{0D42BE14-B657-5CB4-C82A-517EEE27AEF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6" name="Rectángulo 45">
                            <a:extLst>
                              <a:ext uri="{FF2B5EF4-FFF2-40B4-BE49-F238E27FC236}">
                                <a16:creationId xmlns:a16="http://schemas.microsoft.com/office/drawing/2014/main" id="{DAD02BE9-1C9C-19EB-445B-2B27DFD447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38" name="Grupo 37">
                        <a:extLst>
                          <a:ext uri="{FF2B5EF4-FFF2-40B4-BE49-F238E27FC236}">
                            <a16:creationId xmlns:a16="http://schemas.microsoft.com/office/drawing/2014/main" id="{F51E10BB-275D-B2F3-218D-E301AFF7227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39" name="Rectángulo 38">
                          <a:extLst>
                            <a:ext uri="{FF2B5EF4-FFF2-40B4-BE49-F238E27FC236}">
                              <a16:creationId xmlns:a16="http://schemas.microsoft.com/office/drawing/2014/main" id="{C0881CC9-2E42-E394-AD98-A7247ECDC6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0" name="Rectángulo 39">
                          <a:extLst>
                            <a:ext uri="{FF2B5EF4-FFF2-40B4-BE49-F238E27FC236}">
                              <a16:creationId xmlns:a16="http://schemas.microsoft.com/office/drawing/2014/main" id="{56E66FC2-05D2-0756-99E7-ADAEFA9CB2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1" name="Rectángulo 40">
                          <a:extLst>
                            <a:ext uri="{FF2B5EF4-FFF2-40B4-BE49-F238E27FC236}">
                              <a16:creationId xmlns:a16="http://schemas.microsoft.com/office/drawing/2014/main" id="{B3AD0013-CA4E-00D7-2F5F-E0EF282467C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FADA7867-83EE-700B-FD96-A5ECAC2D6999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D9DC9009-E292-36C3-4260-8C86B39C65D0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E766F4F-011A-A25E-AA69-32BDD58AE5E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1" name="Elipse 30">
                    <a:extLst>
                      <a:ext uri="{FF2B5EF4-FFF2-40B4-BE49-F238E27FC236}">
                        <a16:creationId xmlns:a16="http://schemas.microsoft.com/office/drawing/2014/main" id="{E2B46B91-0F10-1015-1135-714CF287D5D9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2" name="Elipse 31">
                    <a:extLst>
                      <a:ext uri="{FF2B5EF4-FFF2-40B4-BE49-F238E27FC236}">
                        <a16:creationId xmlns:a16="http://schemas.microsoft.com/office/drawing/2014/main" id="{26925613-15EB-565F-25C8-C9720553565F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7B5D8A0-215F-80A7-4F82-5D4F2206C4E1}"/>
                </a:ext>
              </a:extLst>
            </p:cNvPr>
            <p:cNvGrpSpPr/>
            <p:nvPr/>
          </p:nvGrpSpPr>
          <p:grpSpPr>
            <a:xfrm>
              <a:off x="6229374" y="1881441"/>
              <a:ext cx="1292602" cy="1266043"/>
              <a:chOff x="6229374" y="1881441"/>
              <a:chExt cx="1292602" cy="1266043"/>
            </a:xfrm>
            <a:grpFill/>
          </p:grpSpPr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CC6B5B1E-9C1C-4F4C-677B-4CFE7281BBE4}"/>
                  </a:ext>
                </a:extLst>
              </p:cNvPr>
              <p:cNvGrpSpPr/>
              <p:nvPr/>
            </p:nvGrpSpPr>
            <p:grpSpPr>
              <a:xfrm rot="2420597">
                <a:off x="6229374" y="1881441"/>
                <a:ext cx="1206568" cy="1266043"/>
                <a:chOff x="6027038" y="1851040"/>
                <a:chExt cx="1206568" cy="1266043"/>
              </a:xfrm>
              <a:grpFill/>
            </p:grpSpPr>
            <p:grpSp>
              <p:nvGrpSpPr>
                <p:cNvPr id="16" name="Grupo 15">
                  <a:extLst>
                    <a:ext uri="{FF2B5EF4-FFF2-40B4-BE49-F238E27FC236}">
                      <a16:creationId xmlns:a16="http://schemas.microsoft.com/office/drawing/2014/main" id="{1D3AD845-3EA7-4AD5-C494-27A4B03D844B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  <a:grpFill/>
              </p:grpSpPr>
              <p:grpSp>
                <p:nvGrpSpPr>
                  <p:cNvPr id="18" name="Grupo 17">
                    <a:extLst>
                      <a:ext uri="{FF2B5EF4-FFF2-40B4-BE49-F238E27FC236}">
                        <a16:creationId xmlns:a16="http://schemas.microsoft.com/office/drawing/2014/main" id="{FC2EFC90-09EC-7A2E-3560-ED003188EDE0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  <a:grpFill/>
                </p:grpSpPr>
                <p:grpSp>
                  <p:nvGrpSpPr>
                    <p:cNvPr id="20" name="Grupo 19">
                      <a:extLst>
                        <a:ext uri="{FF2B5EF4-FFF2-40B4-BE49-F238E27FC236}">
                          <a16:creationId xmlns:a16="http://schemas.microsoft.com/office/drawing/2014/main" id="{B0C30B6A-1239-CDE6-5C3D-53AE15E5D1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grpFill/>
                  </p:grpSpPr>
                  <p:grpSp>
                    <p:nvGrpSpPr>
                      <p:cNvPr id="22" name="Grupo 21">
                        <a:extLst>
                          <a:ext uri="{FF2B5EF4-FFF2-40B4-BE49-F238E27FC236}">
                            <a16:creationId xmlns:a16="http://schemas.microsoft.com/office/drawing/2014/main" id="{602855D1-46BE-8CDF-6594-7AD00B8A8BA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24" name="Elipse 23">
                          <a:extLst>
                            <a:ext uri="{FF2B5EF4-FFF2-40B4-BE49-F238E27FC236}">
                              <a16:creationId xmlns:a16="http://schemas.microsoft.com/office/drawing/2014/main" id="{4757343D-CE7E-E8C6-0689-8FFA3050BE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5" name="Diagrama de flujo: operación manual 24">
                          <a:extLst>
                            <a:ext uri="{FF2B5EF4-FFF2-40B4-BE49-F238E27FC236}">
                              <a16:creationId xmlns:a16="http://schemas.microsoft.com/office/drawing/2014/main" id="{D6FFCB98-8F5B-2F36-89AE-DDE24EB7B9B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23" name="Elipse 22">
                        <a:extLst>
                          <a:ext uri="{FF2B5EF4-FFF2-40B4-BE49-F238E27FC236}">
                            <a16:creationId xmlns:a16="http://schemas.microsoft.com/office/drawing/2014/main" id="{53FF0790-E39B-EED0-D267-AC8E1660EF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21" name="Diagrama de flujo: operación manual 20">
                      <a:extLst>
                        <a:ext uri="{FF2B5EF4-FFF2-40B4-BE49-F238E27FC236}">
                          <a16:creationId xmlns:a16="http://schemas.microsoft.com/office/drawing/2014/main" id="{19CA4BFF-0F2D-450C-4A79-C539AFA921BC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9" name="Elipse 18">
                    <a:extLst>
                      <a:ext uri="{FF2B5EF4-FFF2-40B4-BE49-F238E27FC236}">
                        <a16:creationId xmlns:a16="http://schemas.microsoft.com/office/drawing/2014/main" id="{37052597-EFD2-BDEC-BFCD-A1B653B5C0CA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480C4C75-5BF6-6D5A-254F-73D6110EC028}"/>
                    </a:ext>
                  </a:extLst>
                </p:cNvPr>
                <p:cNvSpPr/>
                <p:nvPr/>
              </p:nvSpPr>
              <p:spPr>
                <a:xfrm>
                  <a:off x="6027038" y="2602851"/>
                  <a:ext cx="144000" cy="144000"/>
                </a:xfrm>
                <a:prstGeom prst="ellipse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id="{D9C9E386-0FE3-CFF3-684E-6A8FF72D33B7}"/>
                  </a:ext>
                </a:extLst>
              </p:cNvPr>
              <p:cNvSpPr/>
              <p:nvPr/>
            </p:nvSpPr>
            <p:spPr>
              <a:xfrm>
                <a:off x="7413976" y="2713934"/>
                <a:ext cx="108000" cy="108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grpSp>
        <p:nvGrpSpPr>
          <p:cNvPr id="567" name="Grupo 566">
            <a:extLst>
              <a:ext uri="{FF2B5EF4-FFF2-40B4-BE49-F238E27FC236}">
                <a16:creationId xmlns:a16="http://schemas.microsoft.com/office/drawing/2014/main" id="{110EB7D4-232C-EB16-5648-42D67A3DA69A}"/>
              </a:ext>
            </a:extLst>
          </p:cNvPr>
          <p:cNvGrpSpPr/>
          <p:nvPr/>
        </p:nvGrpSpPr>
        <p:grpSpPr>
          <a:xfrm>
            <a:off x="6766844" y="994872"/>
            <a:ext cx="2833157" cy="2543654"/>
            <a:chOff x="5734796" y="1871886"/>
            <a:chExt cx="2288079" cy="2013940"/>
          </a:xfrm>
        </p:grpSpPr>
        <p:grpSp>
          <p:nvGrpSpPr>
            <p:cNvPr id="717" name="Grupo 716">
              <a:extLst>
                <a:ext uri="{FF2B5EF4-FFF2-40B4-BE49-F238E27FC236}">
                  <a16:creationId xmlns:a16="http://schemas.microsoft.com/office/drawing/2014/main" id="{1EDBB7B3-7859-1218-1F70-52E630BDE072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19" name="Grupo 718">
                <a:extLst>
                  <a:ext uri="{FF2B5EF4-FFF2-40B4-BE49-F238E27FC236}">
                    <a16:creationId xmlns:a16="http://schemas.microsoft.com/office/drawing/2014/main" id="{BDF7A251-3217-14F2-7D9A-EC5FBB32064F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21" name="Elipse 720">
                  <a:extLst>
                    <a:ext uri="{FF2B5EF4-FFF2-40B4-BE49-F238E27FC236}">
                      <a16:creationId xmlns:a16="http://schemas.microsoft.com/office/drawing/2014/main" id="{97214429-0D0E-8D80-AD1D-2EA6D5D21C0B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22" name="Diagrama de flujo: operación manual 721">
                  <a:extLst>
                    <a:ext uri="{FF2B5EF4-FFF2-40B4-BE49-F238E27FC236}">
                      <a16:creationId xmlns:a16="http://schemas.microsoft.com/office/drawing/2014/main" id="{7530C486-B9FE-8D00-AC4C-FA3E6D0449A6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20" name="Elipse 719">
                <a:extLst>
                  <a:ext uri="{FF2B5EF4-FFF2-40B4-BE49-F238E27FC236}">
                    <a16:creationId xmlns:a16="http://schemas.microsoft.com/office/drawing/2014/main" id="{E94CB397-D4D1-9F1C-1C92-F8C9B475DA75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18" name="Diagrama de flujo: operación manual 717">
              <a:extLst>
                <a:ext uri="{FF2B5EF4-FFF2-40B4-BE49-F238E27FC236}">
                  <a16:creationId xmlns:a16="http://schemas.microsoft.com/office/drawing/2014/main" id="{33D314D1-D6CE-4753-DDB2-8C40953248B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568" name="Grupo 567">
            <a:extLst>
              <a:ext uri="{FF2B5EF4-FFF2-40B4-BE49-F238E27FC236}">
                <a16:creationId xmlns:a16="http://schemas.microsoft.com/office/drawing/2014/main" id="{7BC83319-F285-58CE-D1EE-22BB93DAF83B}"/>
              </a:ext>
            </a:extLst>
          </p:cNvPr>
          <p:cNvGrpSpPr/>
          <p:nvPr/>
        </p:nvGrpSpPr>
        <p:grpSpPr>
          <a:xfrm>
            <a:off x="8262208" y="2414488"/>
            <a:ext cx="1476566" cy="1729382"/>
            <a:chOff x="7991273" y="3108960"/>
            <a:chExt cx="1192486" cy="1369240"/>
          </a:xfrm>
        </p:grpSpPr>
        <p:grpSp>
          <p:nvGrpSpPr>
            <p:cNvPr id="298" name="Grupo 297">
              <a:extLst>
                <a:ext uri="{FF2B5EF4-FFF2-40B4-BE49-F238E27FC236}">
                  <a16:creationId xmlns:a16="http://schemas.microsoft.com/office/drawing/2014/main" id="{C686D7B3-6454-8F3E-9659-7FA7EE6F4C4D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13" name="Rectángulo: esquinas redondeadas 712">
                <a:extLst>
                  <a:ext uri="{FF2B5EF4-FFF2-40B4-BE49-F238E27FC236}">
                    <a16:creationId xmlns:a16="http://schemas.microsoft.com/office/drawing/2014/main" id="{BF7D86AE-D38C-D6FB-D546-2A1FF55158BC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14" name="Grupo 713">
                <a:extLst>
                  <a:ext uri="{FF2B5EF4-FFF2-40B4-BE49-F238E27FC236}">
                    <a16:creationId xmlns:a16="http://schemas.microsoft.com/office/drawing/2014/main" id="{09C325B2-2F34-6BE7-AEDF-4CC7C96201B7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15" name="Diagrama de flujo: operación manual 714">
                  <a:extLst>
                    <a:ext uri="{FF2B5EF4-FFF2-40B4-BE49-F238E27FC236}">
                      <a16:creationId xmlns:a16="http://schemas.microsoft.com/office/drawing/2014/main" id="{67497A35-0E83-775F-BED2-DA966BCA08AB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6" name="Rectángulo: esquinas redondeadas 715">
                  <a:extLst>
                    <a:ext uri="{FF2B5EF4-FFF2-40B4-BE49-F238E27FC236}">
                      <a16:creationId xmlns:a16="http://schemas.microsoft.com/office/drawing/2014/main" id="{4BA543EB-DDC4-B735-09D9-92884CD5F8D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299" name="Grupo 298">
              <a:extLst>
                <a:ext uri="{FF2B5EF4-FFF2-40B4-BE49-F238E27FC236}">
                  <a16:creationId xmlns:a16="http://schemas.microsoft.com/office/drawing/2014/main" id="{CC1A1D40-1BBE-FC21-C6DA-CA5BC37300C4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300" name="Grupo 299">
                <a:extLst>
                  <a:ext uri="{FF2B5EF4-FFF2-40B4-BE49-F238E27FC236}">
                    <a16:creationId xmlns:a16="http://schemas.microsoft.com/office/drawing/2014/main" id="{CAA936BB-D8C3-2C98-7C65-269C34842379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11" name="Rectángulo 710">
                  <a:extLst>
                    <a:ext uri="{FF2B5EF4-FFF2-40B4-BE49-F238E27FC236}">
                      <a16:creationId xmlns:a16="http://schemas.microsoft.com/office/drawing/2014/main" id="{392842EE-6263-1ACD-3920-10C4DCB79885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2" name="Elipse 711">
                  <a:extLst>
                    <a:ext uri="{FF2B5EF4-FFF2-40B4-BE49-F238E27FC236}">
                      <a16:creationId xmlns:a16="http://schemas.microsoft.com/office/drawing/2014/main" id="{DDF35612-4C1A-2EAD-AE71-38B677BD0848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301" name="Grupo 300">
                <a:extLst>
                  <a:ext uri="{FF2B5EF4-FFF2-40B4-BE49-F238E27FC236}">
                    <a16:creationId xmlns:a16="http://schemas.microsoft.com/office/drawing/2014/main" id="{EBC78BE8-8879-290F-4CED-58D9B676922C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08" name="Elipse 707">
                  <a:extLst>
                    <a:ext uri="{FF2B5EF4-FFF2-40B4-BE49-F238E27FC236}">
                      <a16:creationId xmlns:a16="http://schemas.microsoft.com/office/drawing/2014/main" id="{54C150FF-0947-65AD-8147-A26C79F9D4CA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09" name="Rectángulo 708">
                  <a:extLst>
                    <a:ext uri="{FF2B5EF4-FFF2-40B4-BE49-F238E27FC236}">
                      <a16:creationId xmlns:a16="http://schemas.microsoft.com/office/drawing/2014/main" id="{60949035-9AB4-D550-0D3A-753925FECE77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0" name="Rectángulo 709">
                  <a:extLst>
                    <a:ext uri="{FF2B5EF4-FFF2-40B4-BE49-F238E27FC236}">
                      <a16:creationId xmlns:a16="http://schemas.microsoft.com/office/drawing/2014/main" id="{8F93A113-6505-5472-C2ED-AF7840D5D820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302" name="Grupo 301">
                <a:extLst>
                  <a:ext uri="{FF2B5EF4-FFF2-40B4-BE49-F238E27FC236}">
                    <a16:creationId xmlns:a16="http://schemas.microsoft.com/office/drawing/2014/main" id="{24DA976A-E3CB-C698-FE2A-5E18CD8FF588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05" name="Elipse 704">
                  <a:extLst>
                    <a:ext uri="{FF2B5EF4-FFF2-40B4-BE49-F238E27FC236}">
                      <a16:creationId xmlns:a16="http://schemas.microsoft.com/office/drawing/2014/main" id="{B10D62ED-48E4-E536-D615-8A16FC0C20BC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06" name="Rectángulo 705">
                  <a:extLst>
                    <a:ext uri="{FF2B5EF4-FFF2-40B4-BE49-F238E27FC236}">
                      <a16:creationId xmlns:a16="http://schemas.microsoft.com/office/drawing/2014/main" id="{70F9B6A4-74B9-887B-2780-9983E64F1F71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07" name="Rectángulo 706">
                  <a:extLst>
                    <a:ext uri="{FF2B5EF4-FFF2-40B4-BE49-F238E27FC236}">
                      <a16:creationId xmlns:a16="http://schemas.microsoft.com/office/drawing/2014/main" id="{D5D76D52-CFD1-162F-8714-F9DFEDB811A8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303" name="Grupo 302">
                <a:extLst>
                  <a:ext uri="{FF2B5EF4-FFF2-40B4-BE49-F238E27FC236}">
                    <a16:creationId xmlns:a16="http://schemas.microsoft.com/office/drawing/2014/main" id="{878DD9D2-B1CB-8E85-A527-D55F5A6107D1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318" name="Elipse 317">
                  <a:extLst>
                    <a:ext uri="{FF2B5EF4-FFF2-40B4-BE49-F238E27FC236}">
                      <a16:creationId xmlns:a16="http://schemas.microsoft.com/office/drawing/2014/main" id="{1E635E4B-5144-04E6-F7E4-5058247595AD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19" name="Rectángulo 318">
                  <a:extLst>
                    <a:ext uri="{FF2B5EF4-FFF2-40B4-BE49-F238E27FC236}">
                      <a16:creationId xmlns:a16="http://schemas.microsoft.com/office/drawing/2014/main" id="{08036A70-FDCD-C6C2-AE74-A481A373E384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04" name="Rectángulo 703">
                  <a:extLst>
                    <a:ext uri="{FF2B5EF4-FFF2-40B4-BE49-F238E27FC236}">
                      <a16:creationId xmlns:a16="http://schemas.microsoft.com/office/drawing/2014/main" id="{40B07AC9-3E19-4853-F120-2947CE0DA6DE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314" name="Grupo 313">
                <a:extLst>
                  <a:ext uri="{FF2B5EF4-FFF2-40B4-BE49-F238E27FC236}">
                    <a16:creationId xmlns:a16="http://schemas.microsoft.com/office/drawing/2014/main" id="{CA72DA2F-E31F-813C-AABA-EEA032A71E19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315" name="Elipse 314">
                  <a:extLst>
                    <a:ext uri="{FF2B5EF4-FFF2-40B4-BE49-F238E27FC236}">
                      <a16:creationId xmlns:a16="http://schemas.microsoft.com/office/drawing/2014/main" id="{B440E3B1-75AB-6F8B-F37B-63E47C7877DD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16" name="Rectángulo 315">
                  <a:extLst>
                    <a:ext uri="{FF2B5EF4-FFF2-40B4-BE49-F238E27FC236}">
                      <a16:creationId xmlns:a16="http://schemas.microsoft.com/office/drawing/2014/main" id="{BE5B49AF-329E-7CAD-AA87-C8160D502CDA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17" name="Rectángulo 316">
                  <a:extLst>
                    <a:ext uri="{FF2B5EF4-FFF2-40B4-BE49-F238E27FC236}">
                      <a16:creationId xmlns:a16="http://schemas.microsoft.com/office/drawing/2014/main" id="{75BA689A-F107-7337-7848-F0A8D794C360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569" name="Grupo 568">
            <a:extLst>
              <a:ext uri="{FF2B5EF4-FFF2-40B4-BE49-F238E27FC236}">
                <a16:creationId xmlns:a16="http://schemas.microsoft.com/office/drawing/2014/main" id="{7ECB75D3-6A17-F3F9-3FD9-DECC6074F20F}"/>
              </a:ext>
            </a:extLst>
          </p:cNvPr>
          <p:cNvGrpSpPr/>
          <p:nvPr/>
        </p:nvGrpSpPr>
        <p:grpSpPr>
          <a:xfrm>
            <a:off x="5906982" y="825705"/>
            <a:ext cx="1417063" cy="1599042"/>
            <a:chOff x="6089175" y="1851040"/>
            <a:chExt cx="1144431" cy="1266043"/>
          </a:xfrm>
        </p:grpSpPr>
        <p:grpSp>
          <p:nvGrpSpPr>
            <p:cNvPr id="288" name="Grupo 287">
              <a:extLst>
                <a:ext uri="{FF2B5EF4-FFF2-40B4-BE49-F238E27FC236}">
                  <a16:creationId xmlns:a16="http://schemas.microsoft.com/office/drawing/2014/main" id="{FA779645-5F1A-3E70-0326-F4D01F2CDE93}"/>
                </a:ext>
              </a:extLst>
            </p:cNvPr>
            <p:cNvGrpSpPr/>
            <p:nvPr/>
          </p:nvGrpSpPr>
          <p:grpSpPr>
            <a:xfrm>
              <a:off x="6110545" y="1851040"/>
              <a:ext cx="1123061" cy="1266043"/>
              <a:chOff x="6110545" y="1851040"/>
              <a:chExt cx="1123061" cy="1266043"/>
            </a:xfrm>
          </p:grpSpPr>
          <p:grpSp>
            <p:nvGrpSpPr>
              <p:cNvPr id="290" name="Grupo 289">
                <a:extLst>
                  <a:ext uri="{FF2B5EF4-FFF2-40B4-BE49-F238E27FC236}">
                    <a16:creationId xmlns:a16="http://schemas.microsoft.com/office/drawing/2014/main" id="{A1A83401-69ED-0DB2-2CEB-FB7BE2DB2159}"/>
                  </a:ext>
                </a:extLst>
              </p:cNvPr>
              <p:cNvGrpSpPr/>
              <p:nvPr/>
            </p:nvGrpSpPr>
            <p:grpSpPr>
              <a:xfrm rot="18104658">
                <a:off x="6037386" y="1924199"/>
                <a:ext cx="1266043" cy="1119726"/>
                <a:chOff x="5723823" y="1865158"/>
                <a:chExt cx="2299052" cy="2020668"/>
              </a:xfrm>
            </p:grpSpPr>
            <p:grpSp>
              <p:nvGrpSpPr>
                <p:cNvPr id="292" name="Grupo 291">
                  <a:extLst>
                    <a:ext uri="{FF2B5EF4-FFF2-40B4-BE49-F238E27FC236}">
                      <a16:creationId xmlns:a16="http://schemas.microsoft.com/office/drawing/2014/main" id="{02ABDC81-4B0E-F70D-AB7D-E2AA2FE7FAB6}"/>
                    </a:ext>
                  </a:extLst>
                </p:cNvPr>
                <p:cNvGrpSpPr/>
                <p:nvPr/>
              </p:nvGrpSpPr>
              <p:grpSpPr>
                <a:xfrm>
                  <a:off x="5723823" y="1865158"/>
                  <a:ext cx="2299052" cy="2020668"/>
                  <a:chOff x="5819210" y="2270542"/>
                  <a:chExt cx="2299052" cy="2020668"/>
                </a:xfrm>
                <a:solidFill>
                  <a:schemeClr val="bg1">
                    <a:lumMod val="65000"/>
                  </a:schemeClr>
                </a:solidFill>
              </p:grpSpPr>
              <p:grpSp>
                <p:nvGrpSpPr>
                  <p:cNvPr id="294" name="Grupo 293">
                    <a:extLst>
                      <a:ext uri="{FF2B5EF4-FFF2-40B4-BE49-F238E27FC236}">
                        <a16:creationId xmlns:a16="http://schemas.microsoft.com/office/drawing/2014/main" id="{4F17E5FC-14FF-E6F7-6803-5FA01A16E3CC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296" name="Elipse 295">
                      <a:extLst>
                        <a:ext uri="{FF2B5EF4-FFF2-40B4-BE49-F238E27FC236}">
                          <a16:creationId xmlns:a16="http://schemas.microsoft.com/office/drawing/2014/main" id="{E68CDBCD-B493-6838-24E1-3CD15B8EF4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297" name="Diagrama de flujo: operación manual 296">
                      <a:extLst>
                        <a:ext uri="{FF2B5EF4-FFF2-40B4-BE49-F238E27FC236}">
                          <a16:creationId xmlns:a16="http://schemas.microsoft.com/office/drawing/2014/main" id="{233980D7-36B8-E6C8-755F-F01F8D322857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295" name="Elipse 294">
                    <a:extLst>
                      <a:ext uri="{FF2B5EF4-FFF2-40B4-BE49-F238E27FC236}">
                        <a16:creationId xmlns:a16="http://schemas.microsoft.com/office/drawing/2014/main" id="{C7598453-02F8-D616-39A1-4B1AF013A1AE}"/>
                      </a:ext>
                    </a:extLst>
                  </p:cNvPr>
                  <p:cNvSpPr/>
                  <p:nvPr/>
                </p:nvSpPr>
                <p:spPr>
                  <a:xfrm>
                    <a:off x="5819210" y="2270542"/>
                    <a:ext cx="611999" cy="612001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293" name="Diagrama de flujo: operación manual 292">
                  <a:extLst>
                    <a:ext uri="{FF2B5EF4-FFF2-40B4-BE49-F238E27FC236}">
                      <a16:creationId xmlns:a16="http://schemas.microsoft.com/office/drawing/2014/main" id="{77BD2999-C45E-3D6A-EC83-8C416994F501}"/>
                    </a:ext>
                  </a:extLst>
                </p:cNvPr>
                <p:cNvSpPr/>
                <p:nvPr/>
              </p:nvSpPr>
              <p:spPr>
                <a:xfrm rot="7723891">
                  <a:off x="6283368" y="1841295"/>
                  <a:ext cx="919947" cy="1825612"/>
                </a:xfrm>
                <a:prstGeom prst="flowChartManualOperation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91" name="Elipse 290">
                <a:extLst>
                  <a:ext uri="{FF2B5EF4-FFF2-40B4-BE49-F238E27FC236}">
                    <a16:creationId xmlns:a16="http://schemas.microsoft.com/office/drawing/2014/main" id="{DABE9492-7A43-ECD3-EF92-2A93E1A175FB}"/>
                  </a:ext>
                </a:extLst>
              </p:cNvPr>
              <p:cNvSpPr/>
              <p:nvPr/>
            </p:nvSpPr>
            <p:spPr>
              <a:xfrm>
                <a:off x="6945606" y="2185786"/>
                <a:ext cx="288000" cy="288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289" name="Elipse 288">
              <a:extLst>
                <a:ext uri="{FF2B5EF4-FFF2-40B4-BE49-F238E27FC236}">
                  <a16:creationId xmlns:a16="http://schemas.microsoft.com/office/drawing/2014/main" id="{429ABD69-6760-4DB1-4F18-07266C8EFF9F}"/>
                </a:ext>
              </a:extLst>
            </p:cNvPr>
            <p:cNvSpPr/>
            <p:nvPr/>
          </p:nvSpPr>
          <p:spPr>
            <a:xfrm>
              <a:off x="6089175" y="2570070"/>
              <a:ext cx="144000" cy="144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70" name="Elipse 569">
            <a:extLst>
              <a:ext uri="{FF2B5EF4-FFF2-40B4-BE49-F238E27FC236}">
                <a16:creationId xmlns:a16="http://schemas.microsoft.com/office/drawing/2014/main" id="{88DEEB1D-0A5A-E062-BD82-DD8AB9861B89}"/>
              </a:ext>
            </a:extLst>
          </p:cNvPr>
          <p:cNvSpPr/>
          <p:nvPr/>
        </p:nvSpPr>
        <p:spPr>
          <a:xfrm>
            <a:off x="6157474" y="1683607"/>
            <a:ext cx="133728" cy="136407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1" name="Elipse 570">
            <a:extLst>
              <a:ext uri="{FF2B5EF4-FFF2-40B4-BE49-F238E27FC236}">
                <a16:creationId xmlns:a16="http://schemas.microsoft.com/office/drawing/2014/main" id="{4290E0D9-CA48-1759-8635-1AEC9DC6F22B}"/>
              </a:ext>
            </a:extLst>
          </p:cNvPr>
          <p:cNvSpPr/>
          <p:nvPr/>
        </p:nvSpPr>
        <p:spPr>
          <a:xfrm>
            <a:off x="5924362" y="2321643"/>
            <a:ext cx="133728" cy="136407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2" name="Elipse 571">
            <a:extLst>
              <a:ext uri="{FF2B5EF4-FFF2-40B4-BE49-F238E27FC236}">
                <a16:creationId xmlns:a16="http://schemas.microsoft.com/office/drawing/2014/main" id="{285FCBD7-9D32-3241-41E4-0BE40B18356C}"/>
              </a:ext>
            </a:extLst>
          </p:cNvPr>
          <p:cNvSpPr/>
          <p:nvPr/>
        </p:nvSpPr>
        <p:spPr>
          <a:xfrm>
            <a:off x="8070008" y="4007147"/>
            <a:ext cx="133728" cy="136407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3" name="Elipse 572">
            <a:extLst>
              <a:ext uri="{FF2B5EF4-FFF2-40B4-BE49-F238E27FC236}">
                <a16:creationId xmlns:a16="http://schemas.microsoft.com/office/drawing/2014/main" id="{E464984E-708E-F7F5-8921-A246F530191A}"/>
              </a:ext>
            </a:extLst>
          </p:cNvPr>
          <p:cNvSpPr/>
          <p:nvPr/>
        </p:nvSpPr>
        <p:spPr>
          <a:xfrm>
            <a:off x="8931386" y="2517243"/>
            <a:ext cx="133728" cy="136407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4" name="Elipse 573">
            <a:extLst>
              <a:ext uri="{FF2B5EF4-FFF2-40B4-BE49-F238E27FC236}">
                <a16:creationId xmlns:a16="http://schemas.microsoft.com/office/drawing/2014/main" id="{3B3CB814-F76A-D8DF-D362-6F98D34EAC77}"/>
              </a:ext>
            </a:extLst>
          </p:cNvPr>
          <p:cNvSpPr/>
          <p:nvPr/>
        </p:nvSpPr>
        <p:spPr>
          <a:xfrm>
            <a:off x="6950051" y="1134921"/>
            <a:ext cx="133728" cy="136407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2" name="Elipse 701">
            <a:extLst>
              <a:ext uri="{FF2B5EF4-FFF2-40B4-BE49-F238E27FC236}">
                <a16:creationId xmlns:a16="http://schemas.microsoft.com/office/drawing/2014/main" id="{163C36DC-9403-F8F0-B0E5-FD085BE28E96}"/>
              </a:ext>
            </a:extLst>
          </p:cNvPr>
          <p:cNvSpPr/>
          <p:nvPr/>
        </p:nvSpPr>
        <p:spPr>
          <a:xfrm>
            <a:off x="10152303" y="2709503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3" name="Elipse 702">
            <a:extLst>
              <a:ext uri="{FF2B5EF4-FFF2-40B4-BE49-F238E27FC236}">
                <a16:creationId xmlns:a16="http://schemas.microsoft.com/office/drawing/2014/main" id="{5A17CC6D-540A-5A01-72AB-30D6A2F9A922}"/>
              </a:ext>
            </a:extLst>
          </p:cNvPr>
          <p:cNvSpPr/>
          <p:nvPr/>
        </p:nvSpPr>
        <p:spPr>
          <a:xfrm>
            <a:off x="10150846" y="2014866"/>
            <a:ext cx="216000" cy="21600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56" name="Grupo 255">
            <a:extLst>
              <a:ext uri="{FF2B5EF4-FFF2-40B4-BE49-F238E27FC236}">
                <a16:creationId xmlns:a16="http://schemas.microsoft.com/office/drawing/2014/main" id="{5F640FA2-5CC6-3C4F-EBAD-206582105214}"/>
              </a:ext>
            </a:extLst>
          </p:cNvPr>
          <p:cNvGrpSpPr/>
          <p:nvPr/>
        </p:nvGrpSpPr>
        <p:grpSpPr>
          <a:xfrm>
            <a:off x="7504410" y="4191043"/>
            <a:ext cx="4457611" cy="2682662"/>
            <a:chOff x="7379270" y="4515549"/>
            <a:chExt cx="3600000" cy="2124000"/>
          </a:xfrm>
        </p:grpSpPr>
        <p:sp>
          <p:nvSpPr>
            <p:cNvPr id="257" name="Marco 256">
              <a:extLst>
                <a:ext uri="{FF2B5EF4-FFF2-40B4-BE49-F238E27FC236}">
                  <a16:creationId xmlns:a16="http://schemas.microsoft.com/office/drawing/2014/main" id="{E5DF054C-6FC9-46D6-383E-683589ED5FC8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58" name="Marco 257">
              <a:extLst>
                <a:ext uri="{FF2B5EF4-FFF2-40B4-BE49-F238E27FC236}">
                  <a16:creationId xmlns:a16="http://schemas.microsoft.com/office/drawing/2014/main" id="{4E09B260-863E-A774-3CBE-8B7958964F43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259" name="Grupo 258">
              <a:extLst>
                <a:ext uri="{FF2B5EF4-FFF2-40B4-BE49-F238E27FC236}">
                  <a16:creationId xmlns:a16="http://schemas.microsoft.com/office/drawing/2014/main" id="{F875CBE7-24D2-CC6D-EB51-183D1A89B86C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274" name="Grupo 273">
                <a:extLst>
                  <a:ext uri="{FF2B5EF4-FFF2-40B4-BE49-F238E27FC236}">
                    <a16:creationId xmlns:a16="http://schemas.microsoft.com/office/drawing/2014/main" id="{68C3AD3B-1640-2EA5-D02D-F7BE709F4BFF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278" name="Grupo 277">
                  <a:extLst>
                    <a:ext uri="{FF2B5EF4-FFF2-40B4-BE49-F238E27FC236}">
                      <a16:creationId xmlns:a16="http://schemas.microsoft.com/office/drawing/2014/main" id="{2FA7344B-479F-6383-4A9C-74696085E35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286" name="Rectángulo 285">
                    <a:extLst>
                      <a:ext uri="{FF2B5EF4-FFF2-40B4-BE49-F238E27FC236}">
                        <a16:creationId xmlns:a16="http://schemas.microsoft.com/office/drawing/2014/main" id="{E76DD2AB-6456-9C58-1260-A6FC898102A4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287" name="Rectángulo 286">
                    <a:extLst>
                      <a:ext uri="{FF2B5EF4-FFF2-40B4-BE49-F238E27FC236}">
                        <a16:creationId xmlns:a16="http://schemas.microsoft.com/office/drawing/2014/main" id="{018EDA61-F346-17A8-ECBB-EF9A53F2FFE9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279" name="Grupo 278">
                  <a:extLst>
                    <a:ext uri="{FF2B5EF4-FFF2-40B4-BE49-F238E27FC236}">
                      <a16:creationId xmlns:a16="http://schemas.microsoft.com/office/drawing/2014/main" id="{C9E2CC54-2500-4A51-0BC9-D09938FD33E8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280" name="Grupo 279">
                    <a:extLst>
                      <a:ext uri="{FF2B5EF4-FFF2-40B4-BE49-F238E27FC236}">
                        <a16:creationId xmlns:a16="http://schemas.microsoft.com/office/drawing/2014/main" id="{2D1A33A5-31BB-A969-DB90-4970A45730E4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84" name="Rectángulo 283">
                      <a:extLst>
                        <a:ext uri="{FF2B5EF4-FFF2-40B4-BE49-F238E27FC236}">
                          <a16:creationId xmlns:a16="http://schemas.microsoft.com/office/drawing/2014/main" id="{F3003799-3E65-1EEE-9CAF-06BAE742A68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285" name="Rectángulo 284">
                      <a:extLst>
                        <a:ext uri="{FF2B5EF4-FFF2-40B4-BE49-F238E27FC236}">
                          <a16:creationId xmlns:a16="http://schemas.microsoft.com/office/drawing/2014/main" id="{84844CA7-194E-A468-A37E-5A604A40841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281" name="Grupo 280">
                    <a:extLst>
                      <a:ext uri="{FF2B5EF4-FFF2-40B4-BE49-F238E27FC236}">
                        <a16:creationId xmlns:a16="http://schemas.microsoft.com/office/drawing/2014/main" id="{A8E7551B-0957-BEEC-C68A-3714DDF53D22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82" name="Rectángulo 281">
                      <a:extLst>
                        <a:ext uri="{FF2B5EF4-FFF2-40B4-BE49-F238E27FC236}">
                          <a16:creationId xmlns:a16="http://schemas.microsoft.com/office/drawing/2014/main" id="{B494A2CA-7DAC-35FD-D97D-D017CD4992A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283" name="Rectángulo 282">
                      <a:extLst>
                        <a:ext uri="{FF2B5EF4-FFF2-40B4-BE49-F238E27FC236}">
                          <a16:creationId xmlns:a16="http://schemas.microsoft.com/office/drawing/2014/main" id="{33EA9B5A-C6E9-BE9E-635C-30A0C526C0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275" name="Grupo 274">
                <a:extLst>
                  <a:ext uri="{FF2B5EF4-FFF2-40B4-BE49-F238E27FC236}">
                    <a16:creationId xmlns:a16="http://schemas.microsoft.com/office/drawing/2014/main" id="{481C5612-5AD9-166D-1D12-EC6F722695BE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276" name="Diagrama de flujo: operación manual 275">
                  <a:extLst>
                    <a:ext uri="{FF2B5EF4-FFF2-40B4-BE49-F238E27FC236}">
                      <a16:creationId xmlns:a16="http://schemas.microsoft.com/office/drawing/2014/main" id="{C2C56800-302E-E1FB-6D86-3607DFF259BE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77" name="Diagrama de flujo: operación manual 276">
                  <a:extLst>
                    <a:ext uri="{FF2B5EF4-FFF2-40B4-BE49-F238E27FC236}">
                      <a16:creationId xmlns:a16="http://schemas.microsoft.com/office/drawing/2014/main" id="{41DFD018-0F96-9BD6-CB01-B7F7CA971B1B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260" name="Grupo 259">
              <a:extLst>
                <a:ext uri="{FF2B5EF4-FFF2-40B4-BE49-F238E27FC236}">
                  <a16:creationId xmlns:a16="http://schemas.microsoft.com/office/drawing/2014/main" id="{5691E047-55EE-B152-AC17-386EF394A436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271" name="Rectángulo 270">
                <a:extLst>
                  <a:ext uri="{FF2B5EF4-FFF2-40B4-BE49-F238E27FC236}">
                    <a16:creationId xmlns:a16="http://schemas.microsoft.com/office/drawing/2014/main" id="{479CF4B9-C94E-BFE3-535D-61974EA85F15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72" name="Rectángulo 271">
                <a:extLst>
                  <a:ext uri="{FF2B5EF4-FFF2-40B4-BE49-F238E27FC236}">
                    <a16:creationId xmlns:a16="http://schemas.microsoft.com/office/drawing/2014/main" id="{47AD6B77-59D4-BD80-8B5C-F8565D7F272E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73" name="Rectángulo 272">
                <a:extLst>
                  <a:ext uri="{FF2B5EF4-FFF2-40B4-BE49-F238E27FC236}">
                    <a16:creationId xmlns:a16="http://schemas.microsoft.com/office/drawing/2014/main" id="{A4663512-A1C1-B88B-A3F7-42C01C84F335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261" name="Rectángulo 260">
              <a:extLst>
                <a:ext uri="{FF2B5EF4-FFF2-40B4-BE49-F238E27FC236}">
                  <a16:creationId xmlns:a16="http://schemas.microsoft.com/office/drawing/2014/main" id="{C357700C-3DB3-D54C-2EE1-CCFB8B8CF1FA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262" name="Grupo 261">
              <a:extLst>
                <a:ext uri="{FF2B5EF4-FFF2-40B4-BE49-F238E27FC236}">
                  <a16:creationId xmlns:a16="http://schemas.microsoft.com/office/drawing/2014/main" id="{458D7223-D01F-CFA0-30B5-54A51288EE0D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267" name="Grupo 266">
                <a:extLst>
                  <a:ext uri="{FF2B5EF4-FFF2-40B4-BE49-F238E27FC236}">
                    <a16:creationId xmlns:a16="http://schemas.microsoft.com/office/drawing/2014/main" id="{CBDBA89E-B212-5EB9-944B-8AA5CEC6348C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269" name="Rectángulo 268">
                  <a:extLst>
                    <a:ext uri="{FF2B5EF4-FFF2-40B4-BE49-F238E27FC236}">
                      <a16:creationId xmlns:a16="http://schemas.microsoft.com/office/drawing/2014/main" id="{D0B0CD10-CBF4-5118-319E-15A8949A563A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70" name="Rectángulo 269">
                  <a:extLst>
                    <a:ext uri="{FF2B5EF4-FFF2-40B4-BE49-F238E27FC236}">
                      <a16:creationId xmlns:a16="http://schemas.microsoft.com/office/drawing/2014/main" id="{0061CF1B-9F26-EB96-CA8A-34C2B9C71DAD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68" name="Rectángulo 267">
                <a:extLst>
                  <a:ext uri="{FF2B5EF4-FFF2-40B4-BE49-F238E27FC236}">
                    <a16:creationId xmlns:a16="http://schemas.microsoft.com/office/drawing/2014/main" id="{1B0803D6-7FCE-4C5A-81BE-CC39850CC580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263" name="Grupo 262">
              <a:extLst>
                <a:ext uri="{FF2B5EF4-FFF2-40B4-BE49-F238E27FC236}">
                  <a16:creationId xmlns:a16="http://schemas.microsoft.com/office/drawing/2014/main" id="{5A242A41-8BC3-ADB8-1D01-9518DFB89E2D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264" name="Rectángulo 263">
                <a:extLst>
                  <a:ext uri="{FF2B5EF4-FFF2-40B4-BE49-F238E27FC236}">
                    <a16:creationId xmlns:a16="http://schemas.microsoft.com/office/drawing/2014/main" id="{94CD77FA-2E75-5F9B-BAF8-46772A22BEBE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65" name="Rectángulo 264">
                <a:extLst>
                  <a:ext uri="{FF2B5EF4-FFF2-40B4-BE49-F238E27FC236}">
                    <a16:creationId xmlns:a16="http://schemas.microsoft.com/office/drawing/2014/main" id="{2C7E6768-F904-F5FF-9AD0-03DECC2199D9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66" name="Rectángulo 265">
                <a:extLst>
                  <a:ext uri="{FF2B5EF4-FFF2-40B4-BE49-F238E27FC236}">
                    <a16:creationId xmlns:a16="http://schemas.microsoft.com/office/drawing/2014/main" id="{E952DD03-005B-FE02-9667-5AB7645784A9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417" name="Subtítulo 2">
            <a:extLst>
              <a:ext uri="{FF2B5EF4-FFF2-40B4-BE49-F238E27FC236}">
                <a16:creationId xmlns:a16="http://schemas.microsoft.com/office/drawing/2014/main" id="{B4DA241E-AFF1-CC9B-AFC6-71566BA28022}"/>
              </a:ext>
            </a:extLst>
          </p:cNvPr>
          <p:cNvSpPr txBox="1">
            <a:spLocks/>
          </p:cNvSpPr>
          <p:nvPr/>
        </p:nvSpPr>
        <p:spPr>
          <a:xfrm>
            <a:off x="10272828" y="2558949"/>
            <a:ext cx="1843588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S7</a:t>
            </a:r>
          </a:p>
        </p:txBody>
      </p:sp>
    </p:spTree>
    <p:extLst>
      <p:ext uri="{BB962C8B-B14F-4D97-AF65-F5344CB8AC3E}">
        <p14:creationId xmlns:p14="http://schemas.microsoft.com/office/powerpoint/2010/main" val="392353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6" dur="20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12" dur="20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00023 L -0.00026 -0.0289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2894 L 0.00026 0.00023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458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25" dur="20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8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31" dur="20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10" y="82380"/>
            <a:ext cx="4011517" cy="777846"/>
          </a:xfrm>
        </p:spPr>
        <p:txBody>
          <a:bodyPr>
            <a:noAutofit/>
          </a:bodyPr>
          <a:lstStyle/>
          <a:p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98360F-A72E-3944-4993-3346B5A98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276" y="1316861"/>
            <a:ext cx="5781675" cy="4276725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CF319FB5-241F-03E3-97C9-F7DB17958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935" y="1298718"/>
            <a:ext cx="4949452" cy="4593839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M11 presionado y sensor S7 </a:t>
            </a:r>
            <a:r>
              <a:rPr lang="es-ES" dirty="0">
                <a:highlight>
                  <a:srgbClr val="FFFF00"/>
                </a:highlight>
              </a:rPr>
              <a:t>NO</a:t>
            </a:r>
            <a:r>
              <a:rPr lang="es-ES" dirty="0">
                <a:solidFill>
                  <a:srgbClr val="0070C0"/>
                </a:solidFill>
              </a:rPr>
              <a:t>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Cerrar garra (desplazamiento, abajo)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2.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M12 presionado y sensor S6 </a:t>
            </a:r>
            <a:r>
              <a:rPr lang="es-ES" dirty="0">
                <a:highlight>
                  <a:srgbClr val="FFFF00"/>
                </a:highlight>
              </a:rPr>
              <a:t>NO</a:t>
            </a:r>
            <a:r>
              <a:rPr lang="es-ES" dirty="0">
                <a:solidFill>
                  <a:srgbClr val="0070C0"/>
                </a:solidFill>
              </a:rPr>
              <a:t>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antihorario.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Limpiar registros E y F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b="1" dirty="0">
                <a:solidFill>
                  <a:srgbClr val="FF0000"/>
                </a:solidFill>
              </a:rPr>
              <a:t>retornar</a:t>
            </a:r>
          </a:p>
          <a:p>
            <a:pPr marL="457200" indent="-457200" algn="l"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3607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339" y="182216"/>
            <a:ext cx="11105322" cy="864015"/>
          </a:xfrm>
        </p:spPr>
        <p:txBody>
          <a:bodyPr>
            <a:normAutofit/>
          </a:bodyPr>
          <a:lstStyle/>
          <a:p>
            <a:r>
              <a:rPr lang="es-ES" sz="4800" dirty="0">
                <a:latin typeface="Aharoni" panose="02010803020104030203" pitchFamily="2" charset="-79"/>
                <a:cs typeface="Aharoni" panose="02010803020104030203" pitchFamily="2" charset="-79"/>
              </a:rPr>
              <a:t>Configuración inicial del PIC 16f1946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22AAB1-E2A4-C197-6343-3C1C101E1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5635" y="992246"/>
            <a:ext cx="7659756" cy="994703"/>
          </a:xfrm>
        </p:spPr>
        <p:txBody>
          <a:bodyPr>
            <a:normAutofit/>
          </a:bodyPr>
          <a:lstStyle/>
          <a:p>
            <a:r>
              <a:rPr lang="es-ES" sz="4400" b="1" dirty="0">
                <a:solidFill>
                  <a:srgbClr val="FF0000"/>
                </a:solidFill>
                <a:effectLst/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Puertos de I/</a:t>
            </a:r>
            <a:r>
              <a:rPr lang="es-ES" sz="4400" b="1" dirty="0">
                <a:solidFill>
                  <a:srgbClr val="FF0000"/>
                </a:solidFill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O</a:t>
            </a:r>
            <a:endParaRPr lang="es-ES" sz="6000" b="1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47E932-1CBC-37FE-297A-0BA1B0F16CFE}"/>
              </a:ext>
            </a:extLst>
          </p:cNvPr>
          <p:cNvSpPr txBox="1"/>
          <p:nvPr/>
        </p:nvSpPr>
        <p:spPr>
          <a:xfrm>
            <a:off x="331304" y="1751949"/>
            <a:ext cx="11317357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puerto cuenta con tres registros estándar para su funcionamiento.</a:t>
            </a:r>
            <a:endParaRPr lang="es-E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E1880FB-183C-17DB-AFB7-F0D7E14EB1FA}"/>
              </a:ext>
            </a:extLst>
          </p:cNvPr>
          <p:cNvSpPr txBox="1"/>
          <p:nvPr/>
        </p:nvSpPr>
        <p:spPr>
          <a:xfrm>
            <a:off x="331304" y="2221949"/>
            <a:ext cx="6096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Estos registros son: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99A0F2-5B91-F980-1944-0577E207D458}"/>
              </a:ext>
            </a:extLst>
          </p:cNvPr>
          <p:cNvSpPr txBox="1"/>
          <p:nvPr/>
        </p:nvSpPr>
        <p:spPr>
          <a:xfrm>
            <a:off x="2491408" y="2796979"/>
            <a:ext cx="7871792" cy="126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Registros </a:t>
            </a:r>
            <a:r>
              <a:rPr lang="es-ES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TRIS</a:t>
            </a:r>
            <a:r>
              <a:rPr lang="es-ES" sz="2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(dirección de datos)</a:t>
            </a:r>
            <a:endParaRPr lang="es-E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Registros</a:t>
            </a:r>
            <a:r>
              <a:rPr lang="es-E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b="1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</a:t>
            </a:r>
            <a:r>
              <a:rPr lang="es-ES" sz="2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(lee los niveles en los pines del dispositivo)</a:t>
            </a:r>
            <a:endParaRPr lang="es-E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Registros </a:t>
            </a:r>
            <a:r>
              <a:rPr lang="es-ES" sz="2400" b="1" kern="100" dirty="0" err="1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</a:t>
            </a:r>
            <a:r>
              <a:rPr lang="es-ES" sz="24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s-ES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latch</a:t>
            </a: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salida) </a:t>
            </a:r>
            <a:endParaRPr lang="es-E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1FCB872-7343-1A91-0E9C-B5CEA5826CC4}"/>
              </a:ext>
            </a:extLst>
          </p:cNvPr>
          <p:cNvSpPr txBox="1"/>
          <p:nvPr/>
        </p:nvSpPr>
        <p:spPr>
          <a:xfrm>
            <a:off x="437322" y="4405219"/>
            <a:ext cx="11317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Algunos puertos pueden tener uno o más de los siguientes registros adicionales: </a:t>
            </a:r>
            <a:endParaRPr lang="es-ES" sz="24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356A6CC-1744-E8CB-14B3-64B192BFDE46}"/>
              </a:ext>
            </a:extLst>
          </p:cNvPr>
          <p:cNvSpPr txBox="1"/>
          <p:nvPr/>
        </p:nvSpPr>
        <p:spPr>
          <a:xfrm>
            <a:off x="2491408" y="5433167"/>
            <a:ext cx="6096000" cy="86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Registros </a:t>
            </a:r>
            <a:r>
              <a:rPr lang="es-ES" sz="2400" b="1" kern="100" dirty="0">
                <a:solidFill>
                  <a:srgbClr val="FF33C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ANSEL</a:t>
            </a:r>
            <a:r>
              <a:rPr lang="es-ES" sz="2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(selección analógica)</a:t>
            </a:r>
            <a:endParaRPr lang="es-E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s-E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Registros</a:t>
            </a:r>
            <a:r>
              <a:rPr lang="es-E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b="1" kern="100" dirty="0" err="1">
                <a:solidFill>
                  <a:srgbClr val="FF66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WPU</a:t>
            </a:r>
            <a:r>
              <a:rPr lang="es-ES" sz="24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s-E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(tracción débil)</a:t>
            </a:r>
            <a:endParaRPr lang="es-E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5D62F88-B0DD-7BED-B9C7-64FACD964555}"/>
              </a:ext>
            </a:extLst>
          </p:cNvPr>
          <p:cNvSpPr txBox="1"/>
          <p:nvPr/>
        </p:nvSpPr>
        <p:spPr>
          <a:xfrm>
            <a:off x="437322" y="4910118"/>
            <a:ext cx="6096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Estos registros son:</a:t>
            </a:r>
          </a:p>
        </p:txBody>
      </p:sp>
    </p:spTree>
    <p:extLst>
      <p:ext uri="{BB962C8B-B14F-4D97-AF65-F5344CB8AC3E}">
        <p14:creationId xmlns:p14="http://schemas.microsoft.com/office/powerpoint/2010/main" val="563716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339" y="182216"/>
            <a:ext cx="11105322" cy="864015"/>
          </a:xfrm>
        </p:spPr>
        <p:txBody>
          <a:bodyPr>
            <a:normAutofit/>
          </a:bodyPr>
          <a:lstStyle/>
          <a:p>
            <a:r>
              <a:rPr lang="es-ES" sz="4800" dirty="0">
                <a:latin typeface="Aharoni" panose="02010803020104030203" pitchFamily="2" charset="-79"/>
                <a:cs typeface="Aharoni" panose="02010803020104030203" pitchFamily="2" charset="-79"/>
              </a:rPr>
              <a:t>Configuración inicial del PIC 16f1946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22AAB1-E2A4-C197-6343-3C1C101E1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5635" y="992246"/>
            <a:ext cx="7659756" cy="650593"/>
          </a:xfrm>
        </p:spPr>
        <p:txBody>
          <a:bodyPr>
            <a:norm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Configuración de puertos de entrada/salida I/O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13C7D181-CEE4-E0FC-5E46-9629AD76FD7C}"/>
              </a:ext>
            </a:extLst>
          </p:cNvPr>
          <p:cNvSpPr txBox="1">
            <a:spLocks/>
          </p:cNvSpPr>
          <p:nvPr/>
        </p:nvSpPr>
        <p:spPr>
          <a:xfrm>
            <a:off x="198783" y="1456427"/>
            <a:ext cx="11449878" cy="864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/>
              <a:t>Para configurar los puertos de I/O del microcontrolador, este asocia tres registros que se describen a continuación: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7F0A00F-45FE-34B7-FC03-37221EE04BB2}"/>
              </a:ext>
            </a:extLst>
          </p:cNvPr>
          <p:cNvSpPr txBox="1"/>
          <p:nvPr/>
        </p:nvSpPr>
        <p:spPr>
          <a:xfrm>
            <a:off x="2736572" y="3937394"/>
            <a:ext cx="69573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dirty="0"/>
              <a:t>TRIS</a:t>
            </a:r>
            <a:r>
              <a:rPr lang="es-ES" sz="2400" b="1" dirty="0">
                <a:solidFill>
                  <a:srgbClr val="FF0000"/>
                </a:solidFill>
              </a:rPr>
              <a:t>x</a:t>
            </a:r>
            <a:r>
              <a:rPr lang="es-ES" sz="2400" dirty="0"/>
              <a:t> = Registro de dirección de datos de PORT</a:t>
            </a:r>
            <a:r>
              <a:rPr lang="es-ES" sz="2400" b="1" dirty="0">
                <a:solidFill>
                  <a:srgbClr val="FF0000"/>
                </a:solidFill>
              </a:rPr>
              <a:t>x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400" dirty="0"/>
              <a:t>TRISx = 0:  Pin </a:t>
            </a:r>
            <a:r>
              <a:rPr lang="es-ES" sz="2400" b="1" dirty="0"/>
              <a:t>PORTx</a:t>
            </a:r>
            <a:r>
              <a:rPr lang="es-ES" sz="2400" dirty="0"/>
              <a:t> configurado como </a:t>
            </a:r>
            <a:r>
              <a:rPr lang="es-ES" sz="2400" b="1" dirty="0">
                <a:solidFill>
                  <a:srgbClr val="FF0000"/>
                </a:solidFill>
              </a:rPr>
              <a:t>salida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400" dirty="0"/>
              <a:t>TRISx = 1: Pin </a:t>
            </a:r>
            <a:r>
              <a:rPr lang="es-ES" sz="2400" b="1" dirty="0"/>
              <a:t>PORTx</a:t>
            </a:r>
            <a:r>
              <a:rPr lang="es-ES" sz="2400" dirty="0"/>
              <a:t> configurado como </a:t>
            </a:r>
            <a:r>
              <a:rPr lang="es-ES" sz="2400" b="1" dirty="0">
                <a:solidFill>
                  <a:srgbClr val="00B050"/>
                </a:solidFill>
              </a:rPr>
              <a:t>entrada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C4077F9-AD33-4A5D-7827-7C6148B314FE}"/>
              </a:ext>
            </a:extLst>
          </p:cNvPr>
          <p:cNvSpPr txBox="1"/>
          <p:nvPr/>
        </p:nvSpPr>
        <p:spPr>
          <a:xfrm>
            <a:off x="768627" y="2196336"/>
            <a:ext cx="1895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400" b="1" dirty="0">
                <a:solidFill>
                  <a:srgbClr val="0070C0"/>
                </a:solidFill>
              </a:rPr>
              <a:t>TRIS</a:t>
            </a:r>
            <a:r>
              <a:rPr lang="es-ES" sz="5400" b="1" dirty="0">
                <a:solidFill>
                  <a:srgbClr val="FF0000"/>
                </a:solidFill>
              </a:rPr>
              <a:t>x</a:t>
            </a:r>
          </a:p>
        </p:txBody>
      </p:sp>
      <p:graphicFrame>
        <p:nvGraphicFramePr>
          <p:cNvPr id="13" name="Tabla 13">
            <a:extLst>
              <a:ext uri="{FF2B5EF4-FFF2-40B4-BE49-F238E27FC236}">
                <a16:creationId xmlns:a16="http://schemas.microsoft.com/office/drawing/2014/main" id="{3AB1CA29-5139-C6B7-6298-52C48746F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909573"/>
              </p:ext>
            </p:extLst>
          </p:nvPr>
        </p:nvGraphicFramePr>
        <p:xfrm>
          <a:off x="3123097" y="2196336"/>
          <a:ext cx="8141248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7656">
                  <a:extLst>
                    <a:ext uri="{9D8B030D-6E8A-4147-A177-3AD203B41FA5}">
                      <a16:colId xmlns:a16="http://schemas.microsoft.com/office/drawing/2014/main" val="1820880189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673980363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4042273914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3267930601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1000049871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1089873621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3509514743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68164150"/>
                    </a:ext>
                  </a:extLst>
                </a:gridCol>
              </a:tblGrid>
              <a:tr h="461206">
                <a:tc gridSpan="8">
                  <a:txBody>
                    <a:bodyPr/>
                    <a:lstStyle/>
                    <a:p>
                      <a:pPr algn="ctr"/>
                      <a:r>
                        <a:rPr lang="es-ES" sz="3200" b="1" dirty="0">
                          <a:solidFill>
                            <a:schemeClr val="tx1"/>
                          </a:solidFill>
                        </a:rPr>
                        <a:t>TRIS</a:t>
                      </a:r>
                      <a:r>
                        <a:rPr lang="es-ES" sz="32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137629"/>
                  </a:ext>
                </a:extLst>
              </a:tr>
              <a:tr h="374089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005631"/>
                  </a:ext>
                </a:extLst>
              </a:tr>
              <a:tr h="374089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744625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DE88BE8E-9FFB-72E6-9FDB-95A02F43FF90}"/>
              </a:ext>
            </a:extLst>
          </p:cNvPr>
          <p:cNvSpPr txBox="1"/>
          <p:nvPr/>
        </p:nvSpPr>
        <p:spPr>
          <a:xfrm>
            <a:off x="309218" y="3001753"/>
            <a:ext cx="25974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dirty="0">
                <a:solidFill>
                  <a:srgbClr val="FF0000"/>
                </a:solidFill>
              </a:rPr>
              <a:t>x</a:t>
            </a:r>
            <a:r>
              <a:rPr lang="es-ES" sz="2400" dirty="0"/>
              <a:t> = A,B,C,D,E,F y G</a:t>
            </a:r>
            <a:endParaRPr lang="es-ES" sz="2400" b="1" dirty="0">
              <a:solidFill>
                <a:srgbClr val="00B050"/>
              </a:solidFill>
            </a:endParaRP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24D173B9-8235-6F1A-0B22-262A774468EE}"/>
              </a:ext>
            </a:extLst>
          </p:cNvPr>
          <p:cNvSpPr txBox="1">
            <a:spLocks/>
          </p:cNvSpPr>
          <p:nvPr/>
        </p:nvSpPr>
        <p:spPr>
          <a:xfrm>
            <a:off x="309218" y="4878112"/>
            <a:ext cx="11688417" cy="1797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>
                <a:highlight>
                  <a:srgbClr val="FFFF00"/>
                </a:highlight>
              </a:rPr>
              <a:t>Ejemplo: </a:t>
            </a:r>
          </a:p>
          <a:p>
            <a:pPr algn="l"/>
            <a:r>
              <a:rPr lang="es-ES" b="1" dirty="0"/>
              <a:t>TRIS</a:t>
            </a:r>
            <a:r>
              <a:rPr lang="es-ES" b="1" dirty="0">
                <a:solidFill>
                  <a:srgbClr val="FF0000"/>
                </a:solidFill>
              </a:rPr>
              <a:t>A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/>
              <a:t>= 1 : Pin de </a:t>
            </a:r>
            <a:r>
              <a:rPr lang="es-ES" b="1" dirty="0"/>
              <a:t>PORT</a:t>
            </a:r>
            <a:r>
              <a:rPr lang="es-ES" b="1" dirty="0">
                <a:solidFill>
                  <a:srgbClr val="FF0000"/>
                </a:solidFill>
              </a:rPr>
              <a:t>A</a:t>
            </a:r>
            <a:r>
              <a:rPr lang="es-ES" dirty="0"/>
              <a:t> configurado como entrada</a:t>
            </a:r>
          </a:p>
          <a:p>
            <a:pPr algn="l"/>
            <a:r>
              <a:rPr lang="es-ES" b="1" dirty="0"/>
              <a:t>TRIS</a:t>
            </a:r>
            <a:r>
              <a:rPr lang="es-ES" b="1" dirty="0">
                <a:solidFill>
                  <a:srgbClr val="FF0000"/>
                </a:solidFill>
              </a:rPr>
              <a:t>A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/>
              <a:t>= 00001111b o 0x0fh : Pin de </a:t>
            </a:r>
            <a:r>
              <a:rPr lang="es-ES" b="1" dirty="0"/>
              <a:t>PORT</a:t>
            </a:r>
            <a:r>
              <a:rPr lang="es-ES" b="1" dirty="0">
                <a:solidFill>
                  <a:srgbClr val="FF0000"/>
                </a:solidFill>
              </a:rPr>
              <a:t>A</a:t>
            </a:r>
            <a:r>
              <a:rPr lang="es-ES" dirty="0"/>
              <a:t> configurado como entrada en los 4 LSB y configurado como salida en los 4 MSB </a:t>
            </a:r>
          </a:p>
          <a:p>
            <a:pPr algn="l"/>
            <a:endParaRPr lang="es-ES" dirty="0"/>
          </a:p>
          <a:p>
            <a:pPr algn="l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0369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339" y="182217"/>
            <a:ext cx="11105322" cy="825864"/>
          </a:xfrm>
        </p:spPr>
        <p:txBody>
          <a:bodyPr>
            <a:normAutofit/>
          </a:bodyPr>
          <a:lstStyle/>
          <a:p>
            <a:r>
              <a:rPr lang="es-ES" sz="4800" dirty="0">
                <a:latin typeface="Aharoni" panose="02010803020104030203" pitchFamily="2" charset="-79"/>
                <a:cs typeface="Aharoni" panose="02010803020104030203" pitchFamily="2" charset="-79"/>
              </a:rPr>
              <a:t>Configuración inicial del PIC 16f1946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22AAB1-E2A4-C197-6343-3C1C101E1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3547" y="938714"/>
            <a:ext cx="7659756" cy="650593"/>
          </a:xfrm>
        </p:spPr>
        <p:txBody>
          <a:bodyPr>
            <a:norm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Configuración de puertos de entrada/salida I/O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C4077F9-AD33-4A5D-7827-7C6148B314FE}"/>
              </a:ext>
            </a:extLst>
          </p:cNvPr>
          <p:cNvSpPr txBox="1"/>
          <p:nvPr/>
        </p:nvSpPr>
        <p:spPr>
          <a:xfrm>
            <a:off x="432901" y="2302130"/>
            <a:ext cx="27343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5400" b="1" dirty="0">
                <a:solidFill>
                  <a:srgbClr val="0070C0"/>
                </a:solidFill>
              </a:rPr>
              <a:t>PORT</a:t>
            </a:r>
            <a:r>
              <a:rPr lang="es-ES" sz="5400" b="1" dirty="0">
                <a:solidFill>
                  <a:srgbClr val="FF0000"/>
                </a:solidFill>
              </a:rPr>
              <a:t>x</a:t>
            </a:r>
          </a:p>
        </p:txBody>
      </p:sp>
      <p:graphicFrame>
        <p:nvGraphicFramePr>
          <p:cNvPr id="13" name="Tabla 13">
            <a:extLst>
              <a:ext uri="{FF2B5EF4-FFF2-40B4-BE49-F238E27FC236}">
                <a16:creationId xmlns:a16="http://schemas.microsoft.com/office/drawing/2014/main" id="{3AB1CA29-5139-C6B7-6298-52C48746F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409188"/>
              </p:ext>
            </p:extLst>
          </p:nvPr>
        </p:nvGraphicFramePr>
        <p:xfrm>
          <a:off x="3507413" y="2170534"/>
          <a:ext cx="8141248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7656">
                  <a:extLst>
                    <a:ext uri="{9D8B030D-6E8A-4147-A177-3AD203B41FA5}">
                      <a16:colId xmlns:a16="http://schemas.microsoft.com/office/drawing/2014/main" val="1820880189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673980363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4042273914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3267930601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1000049871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1089873621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3509514743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68164150"/>
                    </a:ext>
                  </a:extLst>
                </a:gridCol>
              </a:tblGrid>
              <a:tr h="461206">
                <a:tc gridSpan="8">
                  <a:txBody>
                    <a:bodyPr/>
                    <a:lstStyle/>
                    <a:p>
                      <a:pPr algn="ctr"/>
                      <a:r>
                        <a:rPr lang="es-ES" sz="3200" b="1" dirty="0">
                          <a:solidFill>
                            <a:schemeClr val="tx1"/>
                          </a:solidFill>
                        </a:rPr>
                        <a:t>PORT</a:t>
                      </a:r>
                      <a:r>
                        <a:rPr lang="es-ES" sz="32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137629"/>
                  </a:ext>
                </a:extLst>
              </a:tr>
              <a:tr h="374089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005631"/>
                  </a:ext>
                </a:extLst>
              </a:tr>
              <a:tr h="374089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744625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DE88BE8E-9FFB-72E6-9FDB-95A02F43FF90}"/>
              </a:ext>
            </a:extLst>
          </p:cNvPr>
          <p:cNvSpPr txBox="1"/>
          <p:nvPr/>
        </p:nvSpPr>
        <p:spPr>
          <a:xfrm>
            <a:off x="481495" y="3067647"/>
            <a:ext cx="25974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rgbClr val="FF0000"/>
                </a:solidFill>
              </a:rPr>
              <a:t>x</a:t>
            </a:r>
            <a:r>
              <a:rPr lang="es-ES" sz="2400" dirty="0"/>
              <a:t> = A,B,C,D,E,F y G</a:t>
            </a:r>
            <a:endParaRPr lang="es-ES" sz="2400" b="1" dirty="0">
              <a:solidFill>
                <a:srgbClr val="00B05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FE8541-1462-FAAC-9FA4-EBCC4EE3A8FA}"/>
              </a:ext>
            </a:extLst>
          </p:cNvPr>
          <p:cNvSpPr txBox="1"/>
          <p:nvPr/>
        </p:nvSpPr>
        <p:spPr>
          <a:xfrm>
            <a:off x="309217" y="1448948"/>
            <a:ext cx="11339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dirty="0"/>
              <a:t>Registro PORT</a:t>
            </a:r>
            <a:r>
              <a:rPr lang="es-ES" sz="2400" b="1" dirty="0">
                <a:solidFill>
                  <a:srgbClr val="FF0000"/>
                </a:solidFill>
              </a:rPr>
              <a:t>x </a:t>
            </a:r>
            <a:r>
              <a:rPr lang="es-ES" sz="2400" dirty="0"/>
              <a:t>.- Puerto bidireccional de 8 bits, sirve para leer niveles en los pines del dispositivo.</a:t>
            </a:r>
            <a:r>
              <a:rPr lang="es-ES" sz="2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B3A515-9DF5-C3D0-A9A5-129FE1A151B5}"/>
              </a:ext>
            </a:extLst>
          </p:cNvPr>
          <p:cNvSpPr txBox="1"/>
          <p:nvPr/>
        </p:nvSpPr>
        <p:spPr>
          <a:xfrm>
            <a:off x="432901" y="5457304"/>
            <a:ext cx="11688417" cy="86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Nota 1:</a:t>
            </a:r>
            <a:r>
              <a:rPr lang="es-ES" sz="24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 escrituras en </a:t>
            </a:r>
            <a:r>
              <a:rPr lang="es-E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</a:t>
            </a:r>
            <a:r>
              <a:rPr lang="es-ES" sz="2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realidad se escriben en el registro</a:t>
            </a:r>
            <a:r>
              <a:rPr lang="es-E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</a:t>
            </a:r>
            <a:r>
              <a:rPr lang="es-ES" sz="24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correspondiente. Las lecturas del registro PORTA son el retorno de los valores reales de los pines de E/S.</a:t>
            </a:r>
            <a:endParaRPr lang="es-E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CC5905-ACAC-7A1B-F3A1-89BBB3C28BF3}"/>
              </a:ext>
            </a:extLst>
          </p:cNvPr>
          <p:cNvSpPr txBox="1"/>
          <p:nvPr/>
        </p:nvSpPr>
        <p:spPr>
          <a:xfrm>
            <a:off x="2361094" y="4058187"/>
            <a:ext cx="72356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bit 7-0 		</a:t>
            </a:r>
            <a:r>
              <a:rPr lang="es-ES" sz="2400" b="1" dirty="0" err="1"/>
              <a:t>R</a:t>
            </a:r>
            <a:r>
              <a:rPr lang="es-ES" sz="2400" b="1" dirty="0" err="1">
                <a:solidFill>
                  <a:srgbClr val="FF0000"/>
                </a:solidFill>
              </a:rPr>
              <a:t>x</a:t>
            </a:r>
            <a:r>
              <a:rPr lang="es-ES" sz="2400" dirty="0"/>
              <a:t>&lt;7:0&gt;: Bits de valor de </a:t>
            </a:r>
            <a:r>
              <a:rPr lang="es-ES" sz="2400" b="1" dirty="0"/>
              <a:t>PORT</a:t>
            </a:r>
            <a:r>
              <a:rPr lang="es-ES" sz="2400" b="1" dirty="0">
                <a:solidFill>
                  <a:srgbClr val="FF0000"/>
                </a:solidFill>
              </a:rPr>
              <a:t>x</a:t>
            </a:r>
            <a:r>
              <a:rPr lang="es-ES" sz="2400" dirty="0"/>
              <a:t> I/O </a:t>
            </a:r>
          </a:p>
          <a:p>
            <a:r>
              <a:rPr lang="es-ES" sz="2400" dirty="0"/>
              <a:t>			    </a:t>
            </a:r>
            <a:r>
              <a:rPr lang="es-ES" sz="2400" b="1" dirty="0"/>
              <a:t>1</a:t>
            </a:r>
            <a:r>
              <a:rPr lang="es-ES" sz="2400" dirty="0"/>
              <a:t> = El pin del puerto es &gt; VIH</a:t>
            </a:r>
          </a:p>
          <a:p>
            <a:r>
              <a:rPr lang="es-ES" sz="2400" dirty="0"/>
              <a:t>			    </a:t>
            </a:r>
            <a:r>
              <a:rPr lang="es-ES" sz="2400" b="1" dirty="0"/>
              <a:t>0 </a:t>
            </a:r>
            <a:r>
              <a:rPr lang="es-ES" sz="2400" dirty="0"/>
              <a:t>= El pin del puerto es &lt;VIL</a:t>
            </a:r>
          </a:p>
        </p:txBody>
      </p:sp>
    </p:spTree>
    <p:extLst>
      <p:ext uri="{BB962C8B-B14F-4D97-AF65-F5344CB8AC3E}">
        <p14:creationId xmlns:p14="http://schemas.microsoft.com/office/powerpoint/2010/main" val="3729684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339" y="182216"/>
            <a:ext cx="11105322" cy="864015"/>
          </a:xfrm>
        </p:spPr>
        <p:txBody>
          <a:bodyPr>
            <a:normAutofit/>
          </a:bodyPr>
          <a:lstStyle/>
          <a:p>
            <a:r>
              <a:rPr lang="es-ES" sz="4800" dirty="0">
                <a:latin typeface="Aharoni" panose="02010803020104030203" pitchFamily="2" charset="-79"/>
                <a:cs typeface="Aharoni" panose="02010803020104030203" pitchFamily="2" charset="-79"/>
              </a:rPr>
              <a:t>Configuración inicial del PIC 16f1946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22AAB1-E2A4-C197-6343-3C1C101E1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5635" y="992246"/>
            <a:ext cx="7659756" cy="650593"/>
          </a:xfrm>
        </p:spPr>
        <p:txBody>
          <a:bodyPr>
            <a:norm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Configuración de puertos de entrada/salida I/O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13C7D181-CEE4-E0FC-5E46-9629AD76FD7C}"/>
              </a:ext>
            </a:extLst>
          </p:cNvPr>
          <p:cNvSpPr txBox="1">
            <a:spLocks/>
          </p:cNvSpPr>
          <p:nvPr/>
        </p:nvSpPr>
        <p:spPr>
          <a:xfrm>
            <a:off x="198783" y="1456427"/>
            <a:ext cx="11449878" cy="864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registro </a:t>
            </a:r>
            <a:r>
              <a:rPr lang="es-E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ANSEL</a:t>
            </a:r>
            <a:r>
              <a:rPr lang="es-ES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s-E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utiliza para configurar el modo de entrada de un pin de </a:t>
            </a:r>
            <a:r>
              <a:rPr lang="es-E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E/S </a:t>
            </a:r>
            <a:r>
              <a:rPr lang="es-E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s-E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analógico.</a:t>
            </a:r>
            <a:endParaRPr lang="es-ES" sz="3200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C4077F9-AD33-4A5D-7827-7C6148B314FE}"/>
              </a:ext>
            </a:extLst>
          </p:cNvPr>
          <p:cNvSpPr txBox="1"/>
          <p:nvPr/>
        </p:nvSpPr>
        <p:spPr>
          <a:xfrm>
            <a:off x="430696" y="2196336"/>
            <a:ext cx="23544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400" b="1" dirty="0">
                <a:solidFill>
                  <a:srgbClr val="0070C0"/>
                </a:solidFill>
              </a:rPr>
              <a:t>ANSEL</a:t>
            </a:r>
            <a:r>
              <a:rPr lang="es-ES" sz="5400" b="1" dirty="0">
                <a:solidFill>
                  <a:srgbClr val="FF0000"/>
                </a:solidFill>
              </a:rPr>
              <a:t>x</a:t>
            </a:r>
          </a:p>
        </p:txBody>
      </p:sp>
      <p:graphicFrame>
        <p:nvGraphicFramePr>
          <p:cNvPr id="13" name="Tabla 13">
            <a:extLst>
              <a:ext uri="{FF2B5EF4-FFF2-40B4-BE49-F238E27FC236}">
                <a16:creationId xmlns:a16="http://schemas.microsoft.com/office/drawing/2014/main" id="{3AB1CA29-5139-C6B7-6298-52C48746F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332407"/>
              </p:ext>
            </p:extLst>
          </p:nvPr>
        </p:nvGraphicFramePr>
        <p:xfrm>
          <a:off x="3123097" y="2196336"/>
          <a:ext cx="8141248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7656">
                  <a:extLst>
                    <a:ext uri="{9D8B030D-6E8A-4147-A177-3AD203B41FA5}">
                      <a16:colId xmlns:a16="http://schemas.microsoft.com/office/drawing/2014/main" val="1820880189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673980363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4042273914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3267930601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1000049871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1089873621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3509514743"/>
                    </a:ext>
                  </a:extLst>
                </a:gridCol>
                <a:gridCol w="1017656">
                  <a:extLst>
                    <a:ext uri="{9D8B030D-6E8A-4147-A177-3AD203B41FA5}">
                      <a16:colId xmlns:a16="http://schemas.microsoft.com/office/drawing/2014/main" val="68164150"/>
                    </a:ext>
                  </a:extLst>
                </a:gridCol>
              </a:tblGrid>
              <a:tr h="461206">
                <a:tc gridSpan="8">
                  <a:txBody>
                    <a:bodyPr/>
                    <a:lstStyle/>
                    <a:p>
                      <a:pPr algn="ctr"/>
                      <a:r>
                        <a:rPr lang="es-ES" sz="3200" b="1" dirty="0">
                          <a:solidFill>
                            <a:schemeClr val="tx1"/>
                          </a:solidFill>
                        </a:rPr>
                        <a:t>ANSEL</a:t>
                      </a:r>
                      <a:r>
                        <a:rPr lang="es-ES" sz="32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137629"/>
                  </a:ext>
                </a:extLst>
              </a:tr>
              <a:tr h="374089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Bit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005631"/>
                  </a:ext>
                </a:extLst>
              </a:tr>
              <a:tr h="374089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744625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DE88BE8E-9FFB-72E6-9FDB-95A02F43FF90}"/>
              </a:ext>
            </a:extLst>
          </p:cNvPr>
          <p:cNvSpPr txBox="1"/>
          <p:nvPr/>
        </p:nvSpPr>
        <p:spPr>
          <a:xfrm>
            <a:off x="218659" y="3005370"/>
            <a:ext cx="25974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rgbClr val="FF0000"/>
                </a:solidFill>
              </a:rPr>
              <a:t>x</a:t>
            </a:r>
            <a:r>
              <a:rPr lang="es-ES" sz="2400" dirty="0"/>
              <a:t> = A,E,F y G</a:t>
            </a:r>
            <a:endParaRPr lang="es-ES" sz="2400" b="1" dirty="0">
              <a:solidFill>
                <a:srgbClr val="00B05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1D45F3-19B8-3DAE-082F-A2E5CD92174A}"/>
              </a:ext>
            </a:extLst>
          </p:cNvPr>
          <p:cNvSpPr txBox="1"/>
          <p:nvPr/>
        </p:nvSpPr>
        <p:spPr>
          <a:xfrm>
            <a:off x="198783" y="4074329"/>
            <a:ext cx="116751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bit n-m ANSG&lt;</a:t>
            </a:r>
            <a:r>
              <a:rPr lang="es-ES" sz="2400" b="1" dirty="0" err="1"/>
              <a:t>n:m</a:t>
            </a:r>
            <a:r>
              <a:rPr lang="es-ES" sz="2400" b="1" dirty="0"/>
              <a:t>&gt;: </a:t>
            </a:r>
            <a:r>
              <a:rPr lang="es-ES" sz="2400" dirty="0"/>
              <a:t>Selección analógica entre función analógica o digital en los pines RG&lt;</a:t>
            </a:r>
            <a:r>
              <a:rPr lang="es-ES" sz="2400" dirty="0" err="1"/>
              <a:t>n:m</a:t>
            </a:r>
            <a:r>
              <a:rPr lang="es-ES" sz="2400" dirty="0"/>
              <a:t>&gt;, respectivamente: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373A13-3A24-4CB0-A497-765E8CF961F7}"/>
              </a:ext>
            </a:extLst>
          </p:cNvPr>
          <p:cNvSpPr txBox="1"/>
          <p:nvPr/>
        </p:nvSpPr>
        <p:spPr>
          <a:xfrm>
            <a:off x="1537250" y="5097121"/>
            <a:ext cx="9727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00B050"/>
                </a:solidFill>
              </a:rPr>
              <a:t>0 </a:t>
            </a:r>
            <a:r>
              <a:rPr lang="es-ES" sz="2400" b="1" dirty="0"/>
              <a:t>= E/S digitales</a:t>
            </a:r>
            <a:r>
              <a:rPr lang="es-ES" sz="2400" dirty="0"/>
              <a:t>. El pin se asigna al puerto o función especial digital.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00B050"/>
                </a:solidFill>
              </a:rPr>
              <a:t>1 </a:t>
            </a:r>
            <a:r>
              <a:rPr lang="es-ES" sz="2400" b="1" dirty="0"/>
              <a:t>= Entrada/salida analógica</a:t>
            </a:r>
            <a:r>
              <a:rPr lang="es-ES" sz="2400" dirty="0"/>
              <a:t>. El pin se asigna como entrada analógica.</a:t>
            </a:r>
          </a:p>
        </p:txBody>
      </p:sp>
    </p:spTree>
    <p:extLst>
      <p:ext uri="{BB962C8B-B14F-4D97-AF65-F5344CB8AC3E}">
        <p14:creationId xmlns:p14="http://schemas.microsoft.com/office/powerpoint/2010/main" val="1291810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31DF5-E5B1-A1C9-872D-8254CC00F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300" y="39543"/>
            <a:ext cx="11529393" cy="766763"/>
          </a:xfrm>
        </p:spPr>
        <p:txBody>
          <a:bodyPr>
            <a:normAutofit/>
          </a:bodyPr>
          <a:lstStyle/>
          <a:p>
            <a:r>
              <a:rPr lang="es-ES" sz="4400" dirty="0">
                <a:latin typeface="Aharoni" panose="02010803020104030203" pitchFamily="2" charset="-79"/>
                <a:cs typeface="Aharoni" panose="02010803020104030203" pitchFamily="2" charset="-79"/>
              </a:rPr>
              <a:t>Elementos de entrada/salida del sistema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E5DC75-E7EC-593B-6991-9DB1C33F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300" y="1245940"/>
            <a:ext cx="11529392" cy="896949"/>
          </a:xfrm>
        </p:spPr>
        <p:txBody>
          <a:bodyPr/>
          <a:lstStyle/>
          <a:p>
            <a:pPr algn="l"/>
            <a:r>
              <a:rPr lang="es-ES" dirty="0"/>
              <a:t>Los sensores del brazo de 6 grados de libertad proporcionan señales digitales 1 cuando se detecta la posición y 0 cuando no esta en posición.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713D44-3074-CF77-AF1E-18234EFD47DF}"/>
              </a:ext>
            </a:extLst>
          </p:cNvPr>
          <p:cNvSpPr txBox="1"/>
          <p:nvPr/>
        </p:nvSpPr>
        <p:spPr>
          <a:xfrm>
            <a:off x="318052" y="615875"/>
            <a:ext cx="115426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Sensores: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76E200B2-76B7-B148-5278-BB426F202D94}"/>
              </a:ext>
            </a:extLst>
          </p:cNvPr>
          <p:cNvSpPr txBox="1">
            <a:spLocks/>
          </p:cNvSpPr>
          <p:nvPr/>
        </p:nvSpPr>
        <p:spPr>
          <a:xfrm>
            <a:off x="172274" y="2356312"/>
            <a:ext cx="4764156" cy="553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dirty="0">
                <a:solidFill>
                  <a:srgbClr val="00B050"/>
                </a:solidFill>
              </a:rPr>
              <a:t>El sistema cuenta con: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AF21CE3-81B1-C41D-6D53-4065CD00B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52591" y="1836679"/>
            <a:ext cx="5208102" cy="4634182"/>
          </a:xfrm>
          <a:prstGeom prst="rect">
            <a:avLst/>
          </a:prstGeom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252872AF-2299-17B7-769F-F3AD14E8A4AA}"/>
              </a:ext>
            </a:extLst>
          </p:cNvPr>
          <p:cNvSpPr txBox="1">
            <a:spLocks/>
          </p:cNvSpPr>
          <p:nvPr/>
        </p:nvSpPr>
        <p:spPr>
          <a:xfrm>
            <a:off x="172274" y="3126038"/>
            <a:ext cx="6347795" cy="2731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dirty="0">
                <a:solidFill>
                  <a:srgbClr val="FF6600"/>
                </a:solidFill>
              </a:rPr>
              <a:t>Garra: </a:t>
            </a:r>
            <a:r>
              <a:rPr lang="es-ES" dirty="0"/>
              <a:t>2 finales de carrera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Articulacion1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sensor de proximidad magnética 1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Articulacion2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sensor de proximidad magnética 2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Articulacion3</a:t>
            </a:r>
            <a:r>
              <a:rPr lang="es-ES" dirty="0">
                <a:solidFill>
                  <a:srgbClr val="0070C0"/>
                </a:solidFill>
              </a:rPr>
              <a:t> : </a:t>
            </a:r>
            <a:r>
              <a:rPr lang="es-ES" dirty="0"/>
              <a:t>sensor de proximidad magnética 3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Articulacion4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sensor de proximidad magnética 4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Articulacion5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sensor de proximidad magnética 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C4C77A-C492-5FC7-F446-DFE6AB541DD2}"/>
              </a:ext>
            </a:extLst>
          </p:cNvPr>
          <p:cNvSpPr txBox="1"/>
          <p:nvPr/>
        </p:nvSpPr>
        <p:spPr>
          <a:xfrm>
            <a:off x="172273" y="5928060"/>
            <a:ext cx="7248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Cantidad de entradas digitales necesarias = </a:t>
            </a:r>
            <a:r>
              <a:rPr lang="es-ES" sz="2400" b="1" dirty="0">
                <a:highlight>
                  <a:srgbClr val="FFFF00"/>
                </a:highlight>
              </a:rPr>
              <a:t>7 input</a:t>
            </a:r>
          </a:p>
        </p:txBody>
      </p:sp>
    </p:spTree>
    <p:extLst>
      <p:ext uri="{BB962C8B-B14F-4D97-AF65-F5344CB8AC3E}">
        <p14:creationId xmlns:p14="http://schemas.microsoft.com/office/powerpoint/2010/main" val="3602024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31DF5-E5B1-A1C9-872D-8254CC00F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300" y="39543"/>
            <a:ext cx="11529393" cy="766763"/>
          </a:xfrm>
        </p:spPr>
        <p:txBody>
          <a:bodyPr>
            <a:normAutofit/>
          </a:bodyPr>
          <a:lstStyle/>
          <a:p>
            <a:r>
              <a:rPr lang="es-ES" sz="4400" dirty="0">
                <a:latin typeface="Aharoni" panose="02010803020104030203" pitchFamily="2" charset="-79"/>
                <a:cs typeface="Aharoni" panose="02010803020104030203" pitchFamily="2" charset="-79"/>
              </a:rPr>
              <a:t>Elementos de entrada/salida del sistema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E5DC75-E7EC-593B-6991-9DB1C33F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300" y="1245940"/>
            <a:ext cx="11529392" cy="896949"/>
          </a:xfrm>
        </p:spPr>
        <p:txBody>
          <a:bodyPr/>
          <a:lstStyle/>
          <a:p>
            <a:pPr algn="l"/>
            <a:r>
              <a:rPr lang="es-ES" dirty="0"/>
              <a:t>El panel de control es el que proporciona una cantidad mayor de entradas digitales, a continuación se describe dicho panel.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713D44-3074-CF77-AF1E-18234EFD47DF}"/>
              </a:ext>
            </a:extLst>
          </p:cNvPr>
          <p:cNvSpPr txBox="1"/>
          <p:nvPr/>
        </p:nvSpPr>
        <p:spPr>
          <a:xfrm>
            <a:off x="331302" y="615875"/>
            <a:ext cx="11529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Panel de control: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76E200B2-76B7-B148-5278-BB426F202D94}"/>
              </a:ext>
            </a:extLst>
          </p:cNvPr>
          <p:cNvSpPr txBox="1">
            <a:spLocks/>
          </p:cNvSpPr>
          <p:nvPr/>
        </p:nvSpPr>
        <p:spPr>
          <a:xfrm>
            <a:off x="172274" y="2048452"/>
            <a:ext cx="4764156" cy="553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dirty="0">
                <a:solidFill>
                  <a:srgbClr val="00B050"/>
                </a:solidFill>
              </a:rPr>
              <a:t>El sistema cuenta con: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252872AF-2299-17B7-769F-F3AD14E8A4AA}"/>
              </a:ext>
            </a:extLst>
          </p:cNvPr>
          <p:cNvSpPr txBox="1">
            <a:spLocks/>
          </p:cNvSpPr>
          <p:nvPr/>
        </p:nvSpPr>
        <p:spPr>
          <a:xfrm>
            <a:off x="195459" y="2582523"/>
            <a:ext cx="6347795" cy="3344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dirty="0">
                <a:solidFill>
                  <a:srgbClr val="0070C0"/>
                </a:solidFill>
              </a:rPr>
              <a:t>Articulacion1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2 pulsadores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Articulacion2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2 pulsadores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Articulacion3</a:t>
            </a:r>
            <a:r>
              <a:rPr lang="es-ES" dirty="0">
                <a:solidFill>
                  <a:srgbClr val="0070C0"/>
                </a:solidFill>
              </a:rPr>
              <a:t> : </a:t>
            </a:r>
            <a:r>
              <a:rPr lang="es-ES" dirty="0"/>
              <a:t>2 pulsadores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Articulacion4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2 pulsadores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Articulacion5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2 pulsadores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Garra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2 pulsadores</a:t>
            </a:r>
          </a:p>
          <a:p>
            <a:pPr algn="l"/>
            <a:endParaRPr lang="es-ES" dirty="0"/>
          </a:p>
          <a:p>
            <a:pPr algn="l"/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0774D2-37CE-8C28-90F5-FC67FF0F1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6" y="2242953"/>
            <a:ext cx="6082750" cy="411577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BE1D093-1EC9-B2EA-4A4D-7489383562E4}"/>
              </a:ext>
            </a:extLst>
          </p:cNvPr>
          <p:cNvSpPr txBox="1"/>
          <p:nvPr/>
        </p:nvSpPr>
        <p:spPr>
          <a:xfrm>
            <a:off x="172274" y="5612060"/>
            <a:ext cx="6347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Cantidad de entradas digitales necesarias para las articulaciones en el panel de control = </a:t>
            </a:r>
            <a:r>
              <a:rPr lang="es-ES" sz="2400" b="1" dirty="0">
                <a:highlight>
                  <a:srgbClr val="FFFF00"/>
                </a:highlight>
              </a:rPr>
              <a:t>12 input</a:t>
            </a:r>
          </a:p>
        </p:txBody>
      </p:sp>
    </p:spTree>
    <p:extLst>
      <p:ext uri="{BB962C8B-B14F-4D97-AF65-F5344CB8AC3E}">
        <p14:creationId xmlns:p14="http://schemas.microsoft.com/office/powerpoint/2010/main" val="863985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31DF5-E5B1-A1C9-872D-8254CC00F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300" y="39543"/>
            <a:ext cx="11529393" cy="766763"/>
          </a:xfrm>
        </p:spPr>
        <p:txBody>
          <a:bodyPr>
            <a:normAutofit/>
          </a:bodyPr>
          <a:lstStyle/>
          <a:p>
            <a:r>
              <a:rPr lang="es-ES" sz="4400" dirty="0">
                <a:latin typeface="Aharoni" panose="02010803020104030203" pitchFamily="2" charset="-79"/>
                <a:cs typeface="Aharoni" panose="02010803020104030203" pitchFamily="2" charset="-79"/>
              </a:rPr>
              <a:t>Elementos de entrada/salida del sistema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E5DC75-E7EC-593B-6991-9DB1C33F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300" y="1245940"/>
            <a:ext cx="11529392" cy="896949"/>
          </a:xfrm>
        </p:spPr>
        <p:txBody>
          <a:bodyPr/>
          <a:lstStyle/>
          <a:p>
            <a:pPr algn="l"/>
            <a:r>
              <a:rPr lang="es-ES" dirty="0"/>
              <a:t>El panel de control es el que proporciona una cantidad mayor de entradas digitales, a continuación se describe dicho panel.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713D44-3074-CF77-AF1E-18234EFD47DF}"/>
              </a:ext>
            </a:extLst>
          </p:cNvPr>
          <p:cNvSpPr txBox="1"/>
          <p:nvPr/>
        </p:nvSpPr>
        <p:spPr>
          <a:xfrm>
            <a:off x="331302" y="615875"/>
            <a:ext cx="11529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Panel de control: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76E200B2-76B7-B148-5278-BB426F202D94}"/>
              </a:ext>
            </a:extLst>
          </p:cNvPr>
          <p:cNvSpPr txBox="1">
            <a:spLocks/>
          </p:cNvSpPr>
          <p:nvPr/>
        </p:nvSpPr>
        <p:spPr>
          <a:xfrm>
            <a:off x="172274" y="2048452"/>
            <a:ext cx="4764156" cy="553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dirty="0">
                <a:solidFill>
                  <a:srgbClr val="00B050"/>
                </a:solidFill>
              </a:rPr>
              <a:t>El sistema cuenta con: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252872AF-2299-17B7-769F-F3AD14E8A4AA}"/>
              </a:ext>
            </a:extLst>
          </p:cNvPr>
          <p:cNvSpPr txBox="1">
            <a:spLocks/>
          </p:cNvSpPr>
          <p:nvPr/>
        </p:nvSpPr>
        <p:spPr>
          <a:xfrm>
            <a:off x="195459" y="2582523"/>
            <a:ext cx="6347795" cy="2890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dirty="0">
                <a:solidFill>
                  <a:srgbClr val="0070C0"/>
                </a:solidFill>
              </a:rPr>
              <a:t>Seta de emergencia </a:t>
            </a:r>
            <a:r>
              <a:rPr lang="es-ES" dirty="0">
                <a:solidFill>
                  <a:srgbClr val="0070C0"/>
                </a:solidFill>
              </a:rPr>
              <a:t>:</a:t>
            </a:r>
            <a:r>
              <a:rPr lang="es-ES" dirty="0"/>
              <a:t> Corta suministro de energía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Selector MCU/PLC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dirty="0"/>
              <a:t>Deriva la conexión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Automático / Manual</a:t>
            </a:r>
            <a:r>
              <a:rPr lang="es-ES" dirty="0">
                <a:solidFill>
                  <a:srgbClr val="0070C0"/>
                </a:solidFill>
              </a:rPr>
              <a:t> : </a:t>
            </a:r>
            <a:r>
              <a:rPr lang="es-ES" b="1" dirty="0"/>
              <a:t>1</a:t>
            </a:r>
            <a:r>
              <a:rPr lang="es-ES" dirty="0"/>
              <a:t> pulsadores</a:t>
            </a:r>
          </a:p>
          <a:p>
            <a:pPr algn="l"/>
            <a:r>
              <a:rPr lang="es-ES" b="1" dirty="0" err="1">
                <a:solidFill>
                  <a:srgbClr val="0070C0"/>
                </a:solidFill>
              </a:rPr>
              <a:t>Reset</a:t>
            </a:r>
            <a:r>
              <a:rPr lang="es-ES" b="1" dirty="0">
                <a:solidFill>
                  <a:srgbClr val="0070C0"/>
                </a:solidFill>
              </a:rPr>
              <a:t>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b="1" dirty="0"/>
              <a:t>1</a:t>
            </a:r>
            <a:r>
              <a:rPr lang="es-ES" dirty="0"/>
              <a:t> pulsadores</a:t>
            </a:r>
          </a:p>
          <a:p>
            <a:pPr algn="l"/>
            <a:r>
              <a:rPr lang="es-ES" b="1" dirty="0" err="1">
                <a:solidFill>
                  <a:srgbClr val="0070C0"/>
                </a:solidFill>
              </a:rPr>
              <a:t>Start</a:t>
            </a:r>
            <a:r>
              <a:rPr lang="es-ES" b="1" dirty="0">
                <a:solidFill>
                  <a:srgbClr val="0070C0"/>
                </a:solidFill>
              </a:rPr>
              <a:t> </a:t>
            </a:r>
            <a:r>
              <a:rPr lang="es-ES" dirty="0">
                <a:solidFill>
                  <a:srgbClr val="0070C0"/>
                </a:solidFill>
              </a:rPr>
              <a:t>: </a:t>
            </a:r>
            <a:r>
              <a:rPr lang="es-ES" b="1" dirty="0"/>
              <a:t>1</a:t>
            </a:r>
            <a:r>
              <a:rPr lang="es-ES" dirty="0"/>
              <a:t> pulsadores</a:t>
            </a:r>
          </a:p>
          <a:p>
            <a:pPr algn="l"/>
            <a:r>
              <a:rPr lang="es-ES" b="1" dirty="0">
                <a:solidFill>
                  <a:srgbClr val="0070C0"/>
                </a:solidFill>
              </a:rPr>
              <a:t>Stop </a:t>
            </a:r>
            <a:r>
              <a:rPr lang="es-ES" dirty="0">
                <a:solidFill>
                  <a:srgbClr val="0070C0"/>
                </a:solidFill>
              </a:rPr>
              <a:t>:</a:t>
            </a:r>
            <a:r>
              <a:rPr lang="es-ES" dirty="0"/>
              <a:t> </a:t>
            </a:r>
            <a:r>
              <a:rPr lang="es-ES" b="1" dirty="0"/>
              <a:t>1</a:t>
            </a:r>
            <a:r>
              <a:rPr lang="es-ES" dirty="0"/>
              <a:t> pulsadores</a:t>
            </a:r>
          </a:p>
          <a:p>
            <a:pPr algn="l"/>
            <a:endParaRPr lang="es-ES" dirty="0"/>
          </a:p>
          <a:p>
            <a:pPr algn="l"/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0774D2-37CE-8C28-90F5-FC67FF0F12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147" t="43093" r="8715" b="35114"/>
          <a:stretch/>
        </p:blipFill>
        <p:spPr>
          <a:xfrm>
            <a:off x="6567046" y="4432575"/>
            <a:ext cx="5293646" cy="18095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BE1D093-1EC9-B2EA-4A4D-7489383562E4}"/>
              </a:ext>
            </a:extLst>
          </p:cNvPr>
          <p:cNvSpPr txBox="1"/>
          <p:nvPr/>
        </p:nvSpPr>
        <p:spPr>
          <a:xfrm>
            <a:off x="172274" y="5612060"/>
            <a:ext cx="6347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Cantidad de entradas digitales necesarias para las articulaciones en el panel de control = </a:t>
            </a:r>
            <a:r>
              <a:rPr lang="es-ES" sz="2400" b="1" dirty="0">
                <a:highlight>
                  <a:srgbClr val="FFFF00"/>
                </a:highlight>
              </a:rPr>
              <a:t>4 input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401BFC-B3D3-A1BF-3F02-5EEB59484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167" y="1730045"/>
            <a:ext cx="3097403" cy="2095797"/>
          </a:xfrm>
          <a:prstGeom prst="rect">
            <a:avLst/>
          </a:prstGeom>
        </p:spPr>
      </p:pic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00791BE9-1881-2461-E911-55DD0BF7F60B}"/>
              </a:ext>
            </a:extLst>
          </p:cNvPr>
          <p:cNvSpPr/>
          <p:nvPr/>
        </p:nvSpPr>
        <p:spPr>
          <a:xfrm>
            <a:off x="9057107" y="3812590"/>
            <a:ext cx="313521" cy="60673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3993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31DF5-E5B1-A1C9-872D-8254CC00F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300" y="39543"/>
            <a:ext cx="11529393" cy="766763"/>
          </a:xfrm>
        </p:spPr>
        <p:txBody>
          <a:bodyPr>
            <a:normAutofit/>
          </a:bodyPr>
          <a:lstStyle/>
          <a:p>
            <a:r>
              <a:rPr lang="es-ES" sz="4400" dirty="0">
                <a:latin typeface="Aharoni" panose="02010803020104030203" pitchFamily="2" charset="-79"/>
                <a:cs typeface="Aharoni" panose="02010803020104030203" pitchFamily="2" charset="-79"/>
              </a:rPr>
              <a:t>Elementos de entrada/salida del sistema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713D44-3074-CF77-AF1E-18234EFD47DF}"/>
              </a:ext>
            </a:extLst>
          </p:cNvPr>
          <p:cNvSpPr txBox="1"/>
          <p:nvPr/>
        </p:nvSpPr>
        <p:spPr>
          <a:xfrm>
            <a:off x="331302" y="615875"/>
            <a:ext cx="11529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Puertos de entrada requeridos: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D6AACDB-0FCC-94DE-1B29-73D13ECF20FE}"/>
              </a:ext>
            </a:extLst>
          </p:cNvPr>
          <p:cNvSpPr txBox="1"/>
          <p:nvPr/>
        </p:nvSpPr>
        <p:spPr>
          <a:xfrm>
            <a:off x="212026" y="2015673"/>
            <a:ext cx="58839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Como se requiere 16 entradas digitales se hace uso de los puertos  A,B y C configurando las mismas como entradas. </a:t>
            </a:r>
            <a:endParaRPr lang="es-ES" sz="2000" b="1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218E8F1-DDA5-2F48-27AB-F649D6792854}"/>
              </a:ext>
            </a:extLst>
          </p:cNvPr>
          <p:cNvSpPr txBox="1"/>
          <p:nvPr/>
        </p:nvSpPr>
        <p:spPr>
          <a:xfrm>
            <a:off x="212026" y="1224266"/>
            <a:ext cx="63080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Cantidad de entradas digitales necesarias para los sensores de las  articulaciones y el panel de control son = </a:t>
            </a:r>
            <a:r>
              <a:rPr lang="es-ES" sz="2000" b="1" dirty="0">
                <a:highlight>
                  <a:srgbClr val="FFFF00"/>
                </a:highlight>
              </a:rPr>
              <a:t>16 input.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69108EF-54DC-4BDD-6B84-41E7A00B855E}"/>
              </a:ext>
            </a:extLst>
          </p:cNvPr>
          <p:cNvSpPr txBox="1"/>
          <p:nvPr/>
        </p:nvSpPr>
        <p:spPr>
          <a:xfrm>
            <a:off x="503580" y="2968993"/>
            <a:ext cx="4359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Sensores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6C2581B-D8DF-4FA0-A2F9-B8B848B393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193"/>
          <a:stretch/>
        </p:blipFill>
        <p:spPr>
          <a:xfrm>
            <a:off x="331300" y="3826664"/>
            <a:ext cx="5075580" cy="241546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76622CFB-17A1-3F69-9F3B-F829EAFC9EF2}"/>
              </a:ext>
            </a:extLst>
          </p:cNvPr>
          <p:cNvSpPr txBox="1"/>
          <p:nvPr/>
        </p:nvSpPr>
        <p:spPr>
          <a:xfrm>
            <a:off x="7142919" y="1285821"/>
            <a:ext cx="4359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Panel de control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4161F590-1A54-8068-A64F-588BD8EECF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48"/>
          <a:stretch/>
        </p:blipFill>
        <p:spPr>
          <a:xfrm>
            <a:off x="6241781" y="2015673"/>
            <a:ext cx="5075580" cy="4320176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A38CFED6-23B2-F4CA-139A-6B87F69338E1}"/>
              </a:ext>
            </a:extLst>
          </p:cNvPr>
          <p:cNvSpPr/>
          <p:nvPr/>
        </p:nvSpPr>
        <p:spPr>
          <a:xfrm>
            <a:off x="3677476" y="4231954"/>
            <a:ext cx="2014330" cy="193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b="1" dirty="0">
                <a:solidFill>
                  <a:srgbClr val="7030A0"/>
                </a:solidFill>
              </a:rPr>
              <a:t>PUERTO D[0:6]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91388B8-F6B1-055F-D0C5-2C9163C1691D}"/>
              </a:ext>
            </a:extLst>
          </p:cNvPr>
          <p:cNvSpPr/>
          <p:nvPr/>
        </p:nvSpPr>
        <p:spPr>
          <a:xfrm>
            <a:off x="10270447" y="2523504"/>
            <a:ext cx="1616765" cy="854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CC00CC"/>
                </a:solidFill>
              </a:rPr>
              <a:t>PUERTO R[0:5]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E7C6AB6-0009-2568-6C78-6A715AF5BAC8}"/>
              </a:ext>
            </a:extLst>
          </p:cNvPr>
          <p:cNvSpPr/>
          <p:nvPr/>
        </p:nvSpPr>
        <p:spPr>
          <a:xfrm>
            <a:off x="9909307" y="3969169"/>
            <a:ext cx="2282693" cy="1231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CC00CC"/>
                </a:solidFill>
              </a:rPr>
              <a:t>PUERTO B[1:5]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FADD138-30DE-5AA2-9CA2-305460EC6507}"/>
              </a:ext>
            </a:extLst>
          </p:cNvPr>
          <p:cNvSpPr/>
          <p:nvPr/>
        </p:nvSpPr>
        <p:spPr>
          <a:xfrm>
            <a:off x="10103125" y="5374322"/>
            <a:ext cx="2102666" cy="597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CC00CC"/>
                </a:solidFill>
              </a:rPr>
              <a:t>PUERTO C[0,1,3:5]</a:t>
            </a:r>
          </a:p>
        </p:txBody>
      </p:sp>
      <p:sp>
        <p:nvSpPr>
          <p:cNvPr id="26" name="Cerrar llave 25">
            <a:extLst>
              <a:ext uri="{FF2B5EF4-FFF2-40B4-BE49-F238E27FC236}">
                <a16:creationId xmlns:a16="http://schemas.microsoft.com/office/drawing/2014/main" id="{28222456-A7CA-BC3D-7618-53DAC52D9FC0}"/>
              </a:ext>
            </a:extLst>
          </p:cNvPr>
          <p:cNvSpPr/>
          <p:nvPr/>
        </p:nvSpPr>
        <p:spPr>
          <a:xfrm>
            <a:off x="3677475" y="3922643"/>
            <a:ext cx="430709" cy="2247637"/>
          </a:xfrm>
          <a:prstGeom prst="rightBrace">
            <a:avLst>
              <a:gd name="adj1" fmla="val 4525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errar llave 26">
            <a:extLst>
              <a:ext uri="{FF2B5EF4-FFF2-40B4-BE49-F238E27FC236}">
                <a16:creationId xmlns:a16="http://schemas.microsoft.com/office/drawing/2014/main" id="{7479B925-C529-CD45-E749-8BE609CD465B}"/>
              </a:ext>
            </a:extLst>
          </p:cNvPr>
          <p:cNvSpPr/>
          <p:nvPr/>
        </p:nvSpPr>
        <p:spPr>
          <a:xfrm>
            <a:off x="9909307" y="2222670"/>
            <a:ext cx="430709" cy="1496843"/>
          </a:xfrm>
          <a:prstGeom prst="rightBrace">
            <a:avLst>
              <a:gd name="adj1" fmla="val 4525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errar llave 27">
            <a:extLst>
              <a:ext uri="{FF2B5EF4-FFF2-40B4-BE49-F238E27FC236}">
                <a16:creationId xmlns:a16="http://schemas.microsoft.com/office/drawing/2014/main" id="{83798B78-5A85-77EE-A5F2-DD8FB3494DD0}"/>
              </a:ext>
            </a:extLst>
          </p:cNvPr>
          <p:cNvSpPr/>
          <p:nvPr/>
        </p:nvSpPr>
        <p:spPr>
          <a:xfrm>
            <a:off x="9922589" y="3822509"/>
            <a:ext cx="430709" cy="1231948"/>
          </a:xfrm>
          <a:prstGeom prst="rightBrace">
            <a:avLst>
              <a:gd name="adj1" fmla="val 4525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Cerrar llave 28">
            <a:extLst>
              <a:ext uri="{FF2B5EF4-FFF2-40B4-BE49-F238E27FC236}">
                <a16:creationId xmlns:a16="http://schemas.microsoft.com/office/drawing/2014/main" id="{E7A515C5-4001-6EB6-EC61-E73F01B13E44}"/>
              </a:ext>
            </a:extLst>
          </p:cNvPr>
          <p:cNvSpPr/>
          <p:nvPr/>
        </p:nvSpPr>
        <p:spPr>
          <a:xfrm>
            <a:off x="9808289" y="5103901"/>
            <a:ext cx="430709" cy="1138224"/>
          </a:xfrm>
          <a:prstGeom prst="rightBrace">
            <a:avLst>
              <a:gd name="adj1" fmla="val 4525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1562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254558"/>
            <a:ext cx="11068575" cy="11894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Subrutina </a:t>
            </a:r>
            <a:r>
              <a:rPr lang="es-ES" sz="4000" dirty="0" err="1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Keycan</a:t>
            </a:r>
            <a:b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Subrutina </a:t>
            </a:r>
            <a:r>
              <a:rPr lang="es-ES" sz="4000" dirty="0" err="1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ModoAuto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19" name="Imagen 518">
            <a:extLst>
              <a:ext uri="{FF2B5EF4-FFF2-40B4-BE49-F238E27FC236}">
                <a16:creationId xmlns:a16="http://schemas.microsoft.com/office/drawing/2014/main" id="{7F9A5F31-5009-ECF9-4F7A-FC293AA5F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447" y="1045367"/>
            <a:ext cx="4172708" cy="4767265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3BAD109E-3557-4894-C365-E526B0235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705" y="1995557"/>
            <a:ext cx="5242151" cy="3418425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</a:t>
            </a:r>
            <a:r>
              <a:rPr lang="es-ES" dirty="0" err="1">
                <a:solidFill>
                  <a:srgbClr val="0070C0"/>
                </a:solidFill>
              </a:rPr>
              <a:t>Start</a:t>
            </a:r>
            <a:r>
              <a:rPr lang="es-ES" dirty="0">
                <a:solidFill>
                  <a:srgbClr val="0070C0"/>
                </a:solidFill>
              </a:rPr>
              <a:t>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Run = 1 </a:t>
            </a:r>
            <a:r>
              <a:rPr lang="es-ES" dirty="0"/>
              <a:t>(inicia secuencia automática)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2.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Stop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Run = 0 </a:t>
            </a:r>
            <a:r>
              <a:rPr lang="es-ES" dirty="0"/>
              <a:t>(detiene secuencia automática).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retornar</a:t>
            </a:r>
          </a:p>
        </p:txBody>
      </p:sp>
    </p:spTree>
    <p:extLst>
      <p:ext uri="{BB962C8B-B14F-4D97-AF65-F5344CB8AC3E}">
        <p14:creationId xmlns:p14="http://schemas.microsoft.com/office/powerpoint/2010/main" val="3941845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6115"/>
            <a:ext cx="8283568" cy="114683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Subrutina </a:t>
            </a:r>
            <a:r>
              <a:rPr lang="es-ES" sz="4000" dirty="0" err="1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Check</a:t>
            </a:r>
            <a:b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comprobación de estado inicial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9B4206-24D1-3E41-0202-601A6F94C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705" y="1278704"/>
            <a:ext cx="5822724" cy="54285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S1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Zero1 = 0 </a:t>
            </a:r>
            <a:r>
              <a:rPr lang="es-ES" dirty="0"/>
              <a:t>(esta en posición inicial)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Zero1 = 1</a:t>
            </a:r>
            <a:r>
              <a:rPr lang="es-ES" dirty="0"/>
              <a:t> (no esta en posición inicial).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S2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Zero2 = 0 </a:t>
            </a:r>
            <a:r>
              <a:rPr lang="es-ES" dirty="0"/>
              <a:t>(esta en posición inicial)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Zero2 = 1</a:t>
            </a:r>
            <a:r>
              <a:rPr lang="es-ES" dirty="0"/>
              <a:t> (no esta en posición inicial).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S3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Zero3 = 0 </a:t>
            </a:r>
            <a:r>
              <a:rPr lang="es-ES" dirty="0"/>
              <a:t>(esta en posición inicial)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Zero3 = 1</a:t>
            </a:r>
            <a:r>
              <a:rPr lang="es-ES" dirty="0"/>
              <a:t> (no esta en posición inicial).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S4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Zero4 = 0 </a:t>
            </a:r>
            <a:r>
              <a:rPr lang="es-ES" dirty="0"/>
              <a:t>(esta en posición inicial)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Zero4 = 1</a:t>
            </a:r>
            <a:r>
              <a:rPr lang="es-ES" dirty="0"/>
              <a:t> (no esta en posición inicial).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S5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Zero5 = 0 </a:t>
            </a:r>
            <a:r>
              <a:rPr lang="es-ES" dirty="0"/>
              <a:t>(esta en posición inicial)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Zero5 = 1</a:t>
            </a:r>
            <a:r>
              <a:rPr lang="es-ES" dirty="0"/>
              <a:t> (no esta en posición inicial).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retornar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209A78-64AA-FA2E-E1F0-8E586ACDF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705" y="128814"/>
            <a:ext cx="3733384" cy="660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88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4216" y="150796"/>
            <a:ext cx="8283568" cy="60981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Programa principal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9B4206-24D1-3E41-0202-601A6F94C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914" y="1133561"/>
            <a:ext cx="6056540" cy="5428500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Iniciar puertos de entrada/salida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Iniciar el modo PWM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¿Pulsador </a:t>
            </a:r>
            <a:r>
              <a:rPr lang="es-ES" b="1" dirty="0">
                <a:solidFill>
                  <a:srgbClr val="0070C0"/>
                </a:solidFill>
              </a:rPr>
              <a:t>auto</a:t>
            </a:r>
            <a:r>
              <a:rPr lang="es-ES" dirty="0">
                <a:solidFill>
                  <a:srgbClr val="0070C0"/>
                </a:solidFill>
              </a:rPr>
              <a:t>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 </a:t>
            </a:r>
            <a:r>
              <a:rPr lang="es-ES" dirty="0"/>
              <a:t>(saltar al paso 4)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</a:t>
            </a:r>
            <a:r>
              <a:rPr lang="es-ES" dirty="0"/>
              <a:t> (saltar al paso </a:t>
            </a:r>
            <a:r>
              <a:rPr lang="es-ES" b="1" dirty="0"/>
              <a:t>AUTOMATICO</a:t>
            </a:r>
            <a:r>
              <a:rPr lang="es-ES" dirty="0"/>
              <a:t> 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Subrutina</a:t>
            </a:r>
            <a:r>
              <a:rPr lang="es-ES" b="1" dirty="0">
                <a:solidFill>
                  <a:srgbClr val="0070C0"/>
                </a:solidFill>
              </a:rPr>
              <a:t> </a:t>
            </a:r>
            <a:r>
              <a:rPr lang="es-ES" b="1" dirty="0" err="1">
                <a:solidFill>
                  <a:srgbClr val="0070C0"/>
                </a:solidFill>
              </a:rPr>
              <a:t>ModoAuto</a:t>
            </a:r>
            <a:r>
              <a:rPr lang="es-ES" b="1" dirty="0">
                <a:solidFill>
                  <a:srgbClr val="0070C0"/>
                </a:solidFill>
              </a:rPr>
              <a:t> </a:t>
            </a:r>
            <a:r>
              <a:rPr lang="es-ES" dirty="0"/>
              <a:t>(verifica si se presiona </a:t>
            </a:r>
            <a:r>
              <a:rPr lang="es-ES" dirty="0" err="1"/>
              <a:t>start</a:t>
            </a:r>
            <a:r>
              <a:rPr lang="es-ES" dirty="0"/>
              <a:t> o stop)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Subrutina </a:t>
            </a:r>
            <a:r>
              <a:rPr lang="es-ES" b="1" dirty="0">
                <a:solidFill>
                  <a:srgbClr val="0070C0"/>
                </a:solidFill>
              </a:rPr>
              <a:t>Chequeo</a:t>
            </a:r>
            <a:r>
              <a:rPr lang="es-ES" dirty="0">
                <a:solidFill>
                  <a:srgbClr val="0070C0"/>
                </a:solidFill>
              </a:rPr>
              <a:t> </a:t>
            </a:r>
            <a:r>
              <a:rPr lang="es-ES" dirty="0"/>
              <a:t>(verifica si algún eslabón esta en su limite)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Subrutina </a:t>
            </a:r>
            <a:r>
              <a:rPr lang="es-ES" b="1" dirty="0">
                <a:solidFill>
                  <a:srgbClr val="0070C0"/>
                </a:solidFill>
              </a:rPr>
              <a:t>Manual</a:t>
            </a:r>
            <a:r>
              <a:rPr lang="es-ES" dirty="0">
                <a:solidFill>
                  <a:srgbClr val="0070C0"/>
                </a:solidFill>
              </a:rPr>
              <a:t> </a:t>
            </a:r>
            <a:r>
              <a:rPr lang="es-ES" dirty="0"/>
              <a:t>(ejecuta movimientos en función de los pulsadores dedicados)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Volver al paso 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C481BF-FE98-D375-C265-EC0E79A7C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816" y="1000351"/>
            <a:ext cx="4933270" cy="539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29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7" name="Grupo 856">
            <a:extLst>
              <a:ext uri="{FF2B5EF4-FFF2-40B4-BE49-F238E27FC236}">
                <a16:creationId xmlns:a16="http://schemas.microsoft.com/office/drawing/2014/main" id="{0D08B5D8-B0D6-4766-F2D9-DFF484EA1934}"/>
              </a:ext>
            </a:extLst>
          </p:cNvPr>
          <p:cNvGrpSpPr/>
          <p:nvPr/>
        </p:nvGrpSpPr>
        <p:grpSpPr>
          <a:xfrm>
            <a:off x="6360897" y="640561"/>
            <a:ext cx="5616418" cy="5308843"/>
            <a:chOff x="3253505" y="1000662"/>
            <a:chExt cx="5616418" cy="5308843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4821DD13-17E8-487B-DE7A-B0340CB8E191}"/>
                </a:ext>
              </a:extLst>
            </p:cNvPr>
            <p:cNvGrpSpPr/>
            <p:nvPr/>
          </p:nvGrpSpPr>
          <p:grpSpPr>
            <a:xfrm rot="5400000">
              <a:off x="3407292" y="846875"/>
              <a:ext cx="5308843" cy="5616418"/>
              <a:chOff x="6441712" y="603523"/>
              <a:chExt cx="5308843" cy="5616418"/>
            </a:xfrm>
          </p:grpSpPr>
          <p:grpSp>
            <p:nvGrpSpPr>
              <p:cNvPr id="7" name="Grupo 6">
                <a:extLst>
                  <a:ext uri="{FF2B5EF4-FFF2-40B4-BE49-F238E27FC236}">
                    <a16:creationId xmlns:a16="http://schemas.microsoft.com/office/drawing/2014/main" id="{561F87E3-FBC8-E45F-FF9A-47E5052B6319}"/>
                  </a:ext>
                </a:extLst>
              </p:cNvPr>
              <p:cNvGrpSpPr/>
              <p:nvPr/>
            </p:nvGrpSpPr>
            <p:grpSpPr>
              <a:xfrm>
                <a:off x="6441712" y="2428073"/>
                <a:ext cx="3013152" cy="3791868"/>
                <a:chOff x="6441712" y="2428073"/>
                <a:chExt cx="3013152" cy="3791868"/>
              </a:xfrm>
            </p:grpSpPr>
            <p:grpSp>
              <p:nvGrpSpPr>
                <p:cNvPr id="708" name="Grupo 707">
                  <a:extLst>
                    <a:ext uri="{FF2B5EF4-FFF2-40B4-BE49-F238E27FC236}">
                      <a16:creationId xmlns:a16="http://schemas.microsoft.com/office/drawing/2014/main" id="{915A9E12-A2FD-BB92-80A9-855843AD6942}"/>
                    </a:ext>
                  </a:extLst>
                </p:cNvPr>
                <p:cNvGrpSpPr/>
                <p:nvPr/>
              </p:nvGrpSpPr>
              <p:grpSpPr>
                <a:xfrm rot="20800040">
                  <a:off x="6522971" y="4093604"/>
                  <a:ext cx="779056" cy="2126337"/>
                  <a:chOff x="5775047" y="2428623"/>
                  <a:chExt cx="779056" cy="2126337"/>
                </a:xfrm>
              </p:grpSpPr>
              <p:grpSp>
                <p:nvGrpSpPr>
                  <p:cNvPr id="727" name="Grupo 726">
                    <a:extLst>
                      <a:ext uri="{FF2B5EF4-FFF2-40B4-BE49-F238E27FC236}">
                        <a16:creationId xmlns:a16="http://schemas.microsoft.com/office/drawing/2014/main" id="{49F01173-F1D3-2644-1B5C-8CD93548A970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709555" cy="832699"/>
                    <a:chOff x="5809042" y="3722261"/>
                    <a:chExt cx="709555" cy="832699"/>
                  </a:xfrm>
                </p:grpSpPr>
                <p:grpSp>
                  <p:nvGrpSpPr>
                    <p:cNvPr id="755" name="Grupo 754">
                      <a:extLst>
                        <a:ext uri="{FF2B5EF4-FFF2-40B4-BE49-F238E27FC236}">
                          <a16:creationId xmlns:a16="http://schemas.microsoft.com/office/drawing/2014/main" id="{15AA4B6A-3661-3C89-6D89-23C57530A0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276111" cy="832437"/>
                      <a:chOff x="5809042" y="3722261"/>
                      <a:chExt cx="276111" cy="832437"/>
                    </a:xfrm>
                  </p:grpSpPr>
                  <p:grpSp>
                    <p:nvGrpSpPr>
                      <p:cNvPr id="763" name="Grupo 762">
                        <a:extLst>
                          <a:ext uri="{FF2B5EF4-FFF2-40B4-BE49-F238E27FC236}">
                            <a16:creationId xmlns:a16="http://schemas.microsoft.com/office/drawing/2014/main" id="{F953FEBC-8031-240D-C7E1-A80211D1FE0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</p:grpSpPr>
                    <p:sp>
                      <p:nvSpPr>
                        <p:cNvPr id="766" name="Rectángulo: esquinas redondeadas 765">
                          <a:extLst>
                            <a:ext uri="{FF2B5EF4-FFF2-40B4-BE49-F238E27FC236}">
                              <a16:creationId xmlns:a16="http://schemas.microsoft.com/office/drawing/2014/main" id="{3DF35693-8C0B-9E2C-ADE0-E276A278F1F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767" name="Rectángulo: esquinas redondeadas 766">
                          <a:extLst>
                            <a:ext uri="{FF2B5EF4-FFF2-40B4-BE49-F238E27FC236}">
                              <a16:creationId xmlns:a16="http://schemas.microsoft.com/office/drawing/2014/main" id="{61A244E8-DCC7-190B-7C8F-CB5633115A7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764" name="Rectángulo 763">
                        <a:extLst>
                          <a:ext uri="{FF2B5EF4-FFF2-40B4-BE49-F238E27FC236}">
                            <a16:creationId xmlns:a16="http://schemas.microsoft.com/office/drawing/2014/main" id="{E3D0A90A-5EF8-7D2B-3F57-71AA7440CFF9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65" name="Rectángulo 764">
                        <a:extLst>
                          <a:ext uri="{FF2B5EF4-FFF2-40B4-BE49-F238E27FC236}">
                            <a16:creationId xmlns:a16="http://schemas.microsoft.com/office/drawing/2014/main" id="{F150532F-ADB0-48E8-5D2B-DBB427064E13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757" name="Grupo 756">
                      <a:extLst>
                        <a:ext uri="{FF2B5EF4-FFF2-40B4-BE49-F238E27FC236}">
                          <a16:creationId xmlns:a16="http://schemas.microsoft.com/office/drawing/2014/main" id="{6022CAC4-D872-2CBC-FBC8-1D980047EAD3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6242486" y="3722523"/>
                      <a:ext cx="276111" cy="832437"/>
                      <a:chOff x="5809042" y="3722261"/>
                      <a:chExt cx="276111" cy="832437"/>
                    </a:xfrm>
                  </p:grpSpPr>
                  <p:grpSp>
                    <p:nvGrpSpPr>
                      <p:cNvPr id="758" name="Grupo 757">
                        <a:extLst>
                          <a:ext uri="{FF2B5EF4-FFF2-40B4-BE49-F238E27FC236}">
                            <a16:creationId xmlns:a16="http://schemas.microsoft.com/office/drawing/2014/main" id="{A02BF728-2AB0-1F06-4AD3-2231E4A6972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</p:grpSpPr>
                    <p:sp>
                      <p:nvSpPr>
                        <p:cNvPr id="761" name="Rectángulo: esquinas redondeadas 760">
                          <a:extLst>
                            <a:ext uri="{FF2B5EF4-FFF2-40B4-BE49-F238E27FC236}">
                              <a16:creationId xmlns:a16="http://schemas.microsoft.com/office/drawing/2014/main" id="{6318629D-4529-2D5A-B0D5-219C11D0015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762" name="Rectángulo: esquinas redondeadas 761">
                          <a:extLst>
                            <a:ext uri="{FF2B5EF4-FFF2-40B4-BE49-F238E27FC236}">
                              <a16:creationId xmlns:a16="http://schemas.microsoft.com/office/drawing/2014/main" id="{8AE019B1-0AD8-6AA6-2F78-A4194F0D3D4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759" name="Rectángulo 758">
                        <a:extLst>
                          <a:ext uri="{FF2B5EF4-FFF2-40B4-BE49-F238E27FC236}">
                            <a16:creationId xmlns:a16="http://schemas.microsoft.com/office/drawing/2014/main" id="{239BE329-ABFC-35AE-CF2A-C78B2FE4CF55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60" name="Rectángulo 759">
                        <a:extLst>
                          <a:ext uri="{FF2B5EF4-FFF2-40B4-BE49-F238E27FC236}">
                            <a16:creationId xmlns:a16="http://schemas.microsoft.com/office/drawing/2014/main" id="{47489076-8F28-2AB1-9624-142227CA3E4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728" name="Grupo 727">
                    <a:extLst>
                      <a:ext uri="{FF2B5EF4-FFF2-40B4-BE49-F238E27FC236}">
                        <a16:creationId xmlns:a16="http://schemas.microsoft.com/office/drawing/2014/main" id="{111F9AE2-CF77-C0BC-ABBA-0F094F586CCB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2428623"/>
                    <a:ext cx="779056" cy="1666542"/>
                    <a:chOff x="5775047" y="2428623"/>
                    <a:chExt cx="779056" cy="1666542"/>
                  </a:xfrm>
                </p:grpSpPr>
                <p:grpSp>
                  <p:nvGrpSpPr>
                    <p:cNvPr id="729" name="Grupo 728">
                      <a:extLst>
                        <a:ext uri="{FF2B5EF4-FFF2-40B4-BE49-F238E27FC236}">
                          <a16:creationId xmlns:a16="http://schemas.microsoft.com/office/drawing/2014/main" id="{71C46DB4-FDC0-2763-7BE0-5A5C95A1A7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</p:grpSpPr>
                  <p:grpSp>
                    <p:nvGrpSpPr>
                      <p:cNvPr id="734" name="Grupo 733">
                        <a:extLst>
                          <a:ext uri="{FF2B5EF4-FFF2-40B4-BE49-F238E27FC236}">
                            <a16:creationId xmlns:a16="http://schemas.microsoft.com/office/drawing/2014/main" id="{907236BF-EDA3-1527-141F-B5AD8EA1F85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</p:grpSpPr>
                    <p:grpSp>
                      <p:nvGrpSpPr>
                        <p:cNvPr id="736" name="Grupo 735">
                          <a:extLst>
                            <a:ext uri="{FF2B5EF4-FFF2-40B4-BE49-F238E27FC236}">
                              <a16:creationId xmlns:a16="http://schemas.microsoft.com/office/drawing/2014/main" id="{E06FCED9-C571-86F7-3FD8-97F8C9F3186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p:grpSpPr>
                      <p:sp>
                        <p:nvSpPr>
                          <p:cNvPr id="751" name="Elipse 750">
                            <a:extLst>
                              <a:ext uri="{FF2B5EF4-FFF2-40B4-BE49-F238E27FC236}">
                                <a16:creationId xmlns:a16="http://schemas.microsoft.com/office/drawing/2014/main" id="{F8FD7004-52A1-516E-64C3-A1196BE1B7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grpSp>
                        <p:nvGrpSpPr>
                          <p:cNvPr id="752" name="Grupo 751">
                            <a:extLst>
                              <a:ext uri="{FF2B5EF4-FFF2-40B4-BE49-F238E27FC236}">
                                <a16:creationId xmlns:a16="http://schemas.microsoft.com/office/drawing/2014/main" id="{9F97C59F-46C6-0C1E-B3A1-39E4A1C5796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  <a:grpFill/>
                        </p:grpSpPr>
                        <p:sp>
                          <p:nvSpPr>
                            <p:cNvPr id="753" name="Rectángulo 752">
                              <a:extLst>
                                <a:ext uri="{FF2B5EF4-FFF2-40B4-BE49-F238E27FC236}">
                                  <a16:creationId xmlns:a16="http://schemas.microsoft.com/office/drawing/2014/main" id="{85A8CDE8-EF38-3BA8-DEC8-11A88B4F33D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754" name="Rectángulo 753">
                              <a:extLst>
                                <a:ext uri="{FF2B5EF4-FFF2-40B4-BE49-F238E27FC236}">
                                  <a16:creationId xmlns:a16="http://schemas.microsoft.com/office/drawing/2014/main" id="{2DF112E2-8845-57B0-8FDD-A0959BD808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737" name="Grupo 736">
                          <a:extLst>
                            <a:ext uri="{FF2B5EF4-FFF2-40B4-BE49-F238E27FC236}">
                              <a16:creationId xmlns:a16="http://schemas.microsoft.com/office/drawing/2014/main" id="{91ECC123-5E71-21C6-F602-31BEEDAF2B8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738" name="Grupo 737">
                            <a:extLst>
                              <a:ext uri="{FF2B5EF4-FFF2-40B4-BE49-F238E27FC236}">
                                <a16:creationId xmlns:a16="http://schemas.microsoft.com/office/drawing/2014/main" id="{45459ACF-1261-1201-4AA0-F382F5D82F1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743" name="Grupo 742">
                              <a:extLst>
                                <a:ext uri="{FF2B5EF4-FFF2-40B4-BE49-F238E27FC236}">
                                  <a16:creationId xmlns:a16="http://schemas.microsoft.com/office/drawing/2014/main" id="{02B46ED8-512B-0A36-1FA8-802903CFB12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748" name="Rectángulo 747">
                                <a:extLst>
                                  <a:ext uri="{FF2B5EF4-FFF2-40B4-BE49-F238E27FC236}">
                                    <a16:creationId xmlns:a16="http://schemas.microsoft.com/office/drawing/2014/main" id="{870636A0-A8AA-BA2F-2FD0-457C41A9274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  <p:sp>
                            <p:nvSpPr>
                              <p:cNvPr id="749" name="Rectángulo 748">
                                <a:extLst>
                                  <a:ext uri="{FF2B5EF4-FFF2-40B4-BE49-F238E27FC236}">
                                    <a16:creationId xmlns:a16="http://schemas.microsoft.com/office/drawing/2014/main" id="{6FB18096-046D-790A-31D0-1ED3173D8C4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750" name="Marco 749">
                                <a:extLst>
                                  <a:ext uri="{FF2B5EF4-FFF2-40B4-BE49-F238E27FC236}">
                                    <a16:creationId xmlns:a16="http://schemas.microsoft.com/office/drawing/2014/main" id="{EDB5B430-3507-058C-2644-C63F7E255FA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name="adj1" fmla="val 7853"/>
                                </a:avLst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744" name="Grupo 743">
                              <a:extLst>
                                <a:ext uri="{FF2B5EF4-FFF2-40B4-BE49-F238E27FC236}">
                                  <a16:creationId xmlns:a16="http://schemas.microsoft.com/office/drawing/2014/main" id="{AEDED609-7110-1312-5865-45F6E97DEC2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745" name="Rectángulo 744">
                                <a:extLst>
                                  <a:ext uri="{FF2B5EF4-FFF2-40B4-BE49-F238E27FC236}">
                                    <a16:creationId xmlns:a16="http://schemas.microsoft.com/office/drawing/2014/main" id="{D095955A-15E4-73D0-4466-65F6915C9F9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746" name="Rectángulo 745">
                                <a:extLst>
                                  <a:ext uri="{FF2B5EF4-FFF2-40B4-BE49-F238E27FC236}">
                                    <a16:creationId xmlns:a16="http://schemas.microsoft.com/office/drawing/2014/main" id="{2AF9EB85-BB26-2423-FE6E-54F883E315B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747" name="Rectángulo 746">
                                <a:extLst>
                                  <a:ext uri="{FF2B5EF4-FFF2-40B4-BE49-F238E27FC236}">
                                    <a16:creationId xmlns:a16="http://schemas.microsoft.com/office/drawing/2014/main" id="{9DC31571-2BA5-2D65-84E9-A6B3841F5FB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739" name="Grupo 738">
                            <a:extLst>
                              <a:ext uri="{FF2B5EF4-FFF2-40B4-BE49-F238E27FC236}">
                                <a16:creationId xmlns:a16="http://schemas.microsoft.com/office/drawing/2014/main" id="{4DB1EC07-4D22-815F-4637-C228AA82A70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740" name="Rectángulo 739">
                              <a:extLst>
                                <a:ext uri="{FF2B5EF4-FFF2-40B4-BE49-F238E27FC236}">
                                  <a16:creationId xmlns:a16="http://schemas.microsoft.com/office/drawing/2014/main" id="{B72D3E2E-28A6-E14D-7429-9AEDB5B800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741" name="Rectángulo 740">
                              <a:extLst>
                                <a:ext uri="{FF2B5EF4-FFF2-40B4-BE49-F238E27FC236}">
                                  <a16:creationId xmlns:a16="http://schemas.microsoft.com/office/drawing/2014/main" id="{DD66AE61-33FC-F05D-77D3-D4E2046646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8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742" name="Rectángulo 741">
                              <a:extLst>
                                <a:ext uri="{FF2B5EF4-FFF2-40B4-BE49-F238E27FC236}">
                                  <a16:creationId xmlns:a16="http://schemas.microsoft.com/office/drawing/2014/main" id="{E37DE6BE-9288-6F0D-2852-6565F16F06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8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735" name="Rectángulo 734">
                        <a:extLst>
                          <a:ext uri="{FF2B5EF4-FFF2-40B4-BE49-F238E27FC236}">
                            <a16:creationId xmlns:a16="http://schemas.microsoft.com/office/drawing/2014/main" id="{88C33209-3109-3314-DCEF-DA9E4BB0C2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pattFill prst="wdDnDiag">
                        <a:fgClr>
                          <a:schemeClr val="bg1"/>
                        </a:fgClr>
                        <a:bgClr>
                          <a:schemeClr val="bg1">
                            <a:lumMod val="65000"/>
                          </a:schemeClr>
                        </a:bgClr>
                      </a:patt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730" name="Grupo 729">
                      <a:extLst>
                        <a:ext uri="{FF2B5EF4-FFF2-40B4-BE49-F238E27FC236}">
                          <a16:creationId xmlns:a16="http://schemas.microsoft.com/office/drawing/2014/main" id="{51A416C8-71F1-EBF7-B631-BED40F35B8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047" y="3892550"/>
                      <a:ext cx="778309" cy="59708"/>
                      <a:chOff x="5775047" y="3892550"/>
                      <a:chExt cx="778309" cy="59708"/>
                    </a:xfrm>
                  </p:grpSpPr>
                  <p:sp>
                    <p:nvSpPr>
                      <p:cNvPr id="731" name="Rectángulo 730">
                        <a:extLst>
                          <a:ext uri="{FF2B5EF4-FFF2-40B4-BE49-F238E27FC236}">
                            <a16:creationId xmlns:a16="http://schemas.microsoft.com/office/drawing/2014/main" id="{20D73AA9-2CDE-6327-B933-B3166903986F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32" name="Elipse 731">
                        <a:extLst>
                          <a:ext uri="{FF2B5EF4-FFF2-40B4-BE49-F238E27FC236}">
                            <a16:creationId xmlns:a16="http://schemas.microsoft.com/office/drawing/2014/main" id="{3DAE7B34-1EAD-F516-640F-1C69500148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33" name="Elipse 732">
                        <a:extLst>
                          <a:ext uri="{FF2B5EF4-FFF2-40B4-BE49-F238E27FC236}">
                            <a16:creationId xmlns:a16="http://schemas.microsoft.com/office/drawing/2014/main" id="{87C13A87-9C4D-A5C5-C68E-EC6F102FCC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grpSp>
              <p:nvGrpSpPr>
                <p:cNvPr id="709" name="Grupo 708">
                  <a:extLst>
                    <a:ext uri="{FF2B5EF4-FFF2-40B4-BE49-F238E27FC236}">
                      <a16:creationId xmlns:a16="http://schemas.microsoft.com/office/drawing/2014/main" id="{D1A70C1C-87DA-0010-C0CB-A5D06F1B5DA8}"/>
                    </a:ext>
                  </a:extLst>
                </p:cNvPr>
                <p:cNvGrpSpPr/>
                <p:nvPr/>
              </p:nvGrpSpPr>
              <p:grpSpPr>
                <a:xfrm rot="19203449">
                  <a:off x="7166785" y="2428073"/>
                  <a:ext cx="2288079" cy="2013940"/>
                  <a:chOff x="5734796" y="1871886"/>
                  <a:chExt cx="2288079" cy="2013940"/>
                </a:xfrm>
              </p:grpSpPr>
              <p:grpSp>
                <p:nvGrpSpPr>
                  <p:cNvPr id="721" name="Grupo 720">
                    <a:extLst>
                      <a:ext uri="{FF2B5EF4-FFF2-40B4-BE49-F238E27FC236}">
                        <a16:creationId xmlns:a16="http://schemas.microsoft.com/office/drawing/2014/main" id="{5E03AD7D-1202-12B0-85C2-A4C3EE9C2AF5}"/>
                      </a:ext>
                    </a:extLst>
                  </p:cNvPr>
                  <p:cNvGrpSpPr/>
                  <p:nvPr/>
                </p:nvGrpSpPr>
                <p:grpSpPr>
                  <a:xfrm>
                    <a:off x="5734796" y="1871886"/>
                    <a:ext cx="2288079" cy="2013940"/>
                    <a:chOff x="5830183" y="2277270"/>
                    <a:chExt cx="2288079" cy="2013940"/>
                  </a:xfrm>
                  <a:solidFill>
                    <a:schemeClr val="bg1">
                      <a:lumMod val="65000"/>
                    </a:schemeClr>
                  </a:solidFill>
                </p:grpSpPr>
                <p:grpSp>
                  <p:nvGrpSpPr>
                    <p:cNvPr id="723" name="Grupo 722">
                      <a:extLst>
                        <a:ext uri="{FF2B5EF4-FFF2-40B4-BE49-F238E27FC236}">
                          <a16:creationId xmlns:a16="http://schemas.microsoft.com/office/drawing/2014/main" id="{B7714D19-F035-034B-5BBC-B903A4FDDB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725" name="Elipse 724">
                        <a:extLst>
                          <a:ext uri="{FF2B5EF4-FFF2-40B4-BE49-F238E27FC236}">
                            <a16:creationId xmlns:a16="http://schemas.microsoft.com/office/drawing/2014/main" id="{43785FCA-A9A9-217B-69B2-A1E6EE781C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726" name="Diagrama de flujo: operación manual 725">
                        <a:extLst>
                          <a:ext uri="{FF2B5EF4-FFF2-40B4-BE49-F238E27FC236}">
                            <a16:creationId xmlns:a16="http://schemas.microsoft.com/office/drawing/2014/main" id="{C3B64BA0-E4D5-F1CA-51C7-4FE5C1A911BA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724" name="Elipse 723">
                      <a:extLst>
                        <a:ext uri="{FF2B5EF4-FFF2-40B4-BE49-F238E27FC236}">
                          <a16:creationId xmlns:a16="http://schemas.microsoft.com/office/drawing/2014/main" id="{A11ECFF7-EA0D-BA47-3A5F-897BEE99C5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0183" y="2277270"/>
                      <a:ext cx="612000" cy="612000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22" name="Diagrama de flujo: operación manual 721">
                    <a:extLst>
                      <a:ext uri="{FF2B5EF4-FFF2-40B4-BE49-F238E27FC236}">
                        <a16:creationId xmlns:a16="http://schemas.microsoft.com/office/drawing/2014/main" id="{6CC739CD-EED2-66FC-5588-62C6F775EAAF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244837" y="1851730"/>
                    <a:ext cx="976518" cy="1813530"/>
                  </a:xfrm>
                  <a:prstGeom prst="flowChartManualOperation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190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710" name="Grupo 709">
                  <a:extLst>
                    <a:ext uri="{FF2B5EF4-FFF2-40B4-BE49-F238E27FC236}">
                      <a16:creationId xmlns:a16="http://schemas.microsoft.com/office/drawing/2014/main" id="{0486742B-DBA3-2D01-F415-08446C0E352B}"/>
                    </a:ext>
                  </a:extLst>
                </p:cNvPr>
                <p:cNvGrpSpPr/>
                <p:nvPr/>
              </p:nvGrpSpPr>
              <p:grpSpPr>
                <a:xfrm rot="19203449">
                  <a:off x="6441712" y="3225590"/>
                  <a:ext cx="1144431" cy="1266043"/>
                  <a:chOff x="6089175" y="1851040"/>
                  <a:chExt cx="1144431" cy="1266043"/>
                </a:xfrm>
              </p:grpSpPr>
              <p:grpSp>
                <p:nvGrpSpPr>
                  <p:cNvPr id="711" name="Grupo 710">
                    <a:extLst>
                      <a:ext uri="{FF2B5EF4-FFF2-40B4-BE49-F238E27FC236}">
                        <a16:creationId xmlns:a16="http://schemas.microsoft.com/office/drawing/2014/main" id="{D755D46D-692E-82EE-B410-B09B94C23D55}"/>
                      </a:ext>
                    </a:extLst>
                  </p:cNvPr>
                  <p:cNvGrpSpPr/>
                  <p:nvPr/>
                </p:nvGrpSpPr>
                <p:grpSpPr>
                  <a:xfrm>
                    <a:off x="6110545" y="1851040"/>
                    <a:ext cx="1123061" cy="1266043"/>
                    <a:chOff x="6110545" y="1851040"/>
                    <a:chExt cx="1123061" cy="1266043"/>
                  </a:xfrm>
                </p:grpSpPr>
                <p:grpSp>
                  <p:nvGrpSpPr>
                    <p:cNvPr id="713" name="Grupo 712">
                      <a:extLst>
                        <a:ext uri="{FF2B5EF4-FFF2-40B4-BE49-F238E27FC236}">
                          <a16:creationId xmlns:a16="http://schemas.microsoft.com/office/drawing/2014/main" id="{A0EB7817-A9FD-E935-D306-BD3C14DD04E7}"/>
                        </a:ext>
                      </a:extLst>
                    </p:cNvPr>
                    <p:cNvGrpSpPr/>
                    <p:nvPr/>
                  </p:nvGrpSpPr>
                  <p:grpSpPr>
                    <a:xfrm rot="18104658">
                      <a:off x="6037386" y="1924199"/>
                      <a:ext cx="1266043" cy="1119726"/>
                      <a:chOff x="5723823" y="1865158"/>
                      <a:chExt cx="2299052" cy="2020668"/>
                    </a:xfrm>
                  </p:grpSpPr>
                  <p:grpSp>
                    <p:nvGrpSpPr>
                      <p:cNvPr id="715" name="Grupo 714">
                        <a:extLst>
                          <a:ext uri="{FF2B5EF4-FFF2-40B4-BE49-F238E27FC236}">
                            <a16:creationId xmlns:a16="http://schemas.microsoft.com/office/drawing/2014/main" id="{CCACFFB6-4524-886C-3354-F5EB039EDF3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3823" y="1865158"/>
                        <a:ext cx="2299052" cy="2020668"/>
                        <a:chOff x="5819210" y="2270542"/>
                        <a:chExt cx="2299052" cy="2020668"/>
                      </a:xfrm>
                      <a:solidFill>
                        <a:schemeClr val="bg1">
                          <a:lumMod val="65000"/>
                        </a:schemeClr>
                      </a:solidFill>
                    </p:grpSpPr>
                    <p:grpSp>
                      <p:nvGrpSpPr>
                        <p:cNvPr id="717" name="Grupo 716">
                          <a:extLst>
                            <a:ext uri="{FF2B5EF4-FFF2-40B4-BE49-F238E27FC236}">
                              <a16:creationId xmlns:a16="http://schemas.microsoft.com/office/drawing/2014/main" id="{0445505A-D299-027A-4D42-96432F99435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18647" y="2637133"/>
                          <a:ext cx="2199615" cy="1654077"/>
                          <a:chOff x="5708849" y="2141099"/>
                          <a:chExt cx="2199615" cy="1654077"/>
                        </a:xfrm>
                        <a:grpFill/>
                      </p:grpSpPr>
                      <p:sp>
                        <p:nvSpPr>
                          <p:cNvPr id="719" name="Elipse 718">
                            <a:extLst>
                              <a:ext uri="{FF2B5EF4-FFF2-40B4-BE49-F238E27FC236}">
                                <a16:creationId xmlns:a16="http://schemas.microsoft.com/office/drawing/2014/main" id="{B630F721-4DE1-D967-97C0-B91D7674BEB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720" name="Diagrama de flujo: operación manual 719">
                            <a:extLst>
                              <a:ext uri="{FF2B5EF4-FFF2-40B4-BE49-F238E27FC236}">
                                <a16:creationId xmlns:a16="http://schemas.microsoft.com/office/drawing/2014/main" id="{D5357E0B-A99C-3170-27EA-9800F35D26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718" name="Elipse 717">
                          <a:extLst>
                            <a:ext uri="{FF2B5EF4-FFF2-40B4-BE49-F238E27FC236}">
                              <a16:creationId xmlns:a16="http://schemas.microsoft.com/office/drawing/2014/main" id="{156CC089-5F97-F05B-8F64-CE143E5A761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716" name="Diagrama de flujo: operación manual 715">
                        <a:extLst>
                          <a:ext uri="{FF2B5EF4-FFF2-40B4-BE49-F238E27FC236}">
                            <a16:creationId xmlns:a16="http://schemas.microsoft.com/office/drawing/2014/main" id="{690D4DF4-8278-C2A9-1957-DA71CA66CF16}"/>
                          </a:ext>
                        </a:extLst>
                      </p:cNvPr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19050"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714" name="Elipse 713">
                      <a:extLst>
                        <a:ext uri="{FF2B5EF4-FFF2-40B4-BE49-F238E27FC236}">
                          <a16:creationId xmlns:a16="http://schemas.microsoft.com/office/drawing/2014/main" id="{237BE337-4385-2CA6-422C-0A1C0EBBE5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12" name="Elipse 711">
                    <a:extLst>
                      <a:ext uri="{FF2B5EF4-FFF2-40B4-BE49-F238E27FC236}">
                        <a16:creationId xmlns:a16="http://schemas.microsoft.com/office/drawing/2014/main" id="{89CF285B-3E95-8D66-A34C-126F1C002BF7}"/>
                      </a:ext>
                    </a:extLst>
                  </p:cNvPr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BA88CE3E-A74D-DDD7-C2FE-B810969824F0}"/>
                  </a:ext>
                </a:extLst>
              </p:cNvPr>
              <p:cNvGrpSpPr/>
              <p:nvPr/>
            </p:nvGrpSpPr>
            <p:grpSpPr>
              <a:xfrm flipH="1" flipV="1">
                <a:off x="8737403" y="603523"/>
                <a:ext cx="3013152" cy="3791868"/>
                <a:chOff x="6441712" y="2428073"/>
                <a:chExt cx="3013152" cy="3791868"/>
              </a:xfrm>
              <a:noFill/>
            </p:grpSpPr>
            <p:grpSp>
              <p:nvGrpSpPr>
                <p:cNvPr id="9" name="Grupo 8">
                  <a:extLst>
                    <a:ext uri="{FF2B5EF4-FFF2-40B4-BE49-F238E27FC236}">
                      <a16:creationId xmlns:a16="http://schemas.microsoft.com/office/drawing/2014/main" id="{251E99D4-2F00-D026-62E9-6B900B3A9B3E}"/>
                    </a:ext>
                  </a:extLst>
                </p:cNvPr>
                <p:cNvGrpSpPr/>
                <p:nvPr/>
              </p:nvGrpSpPr>
              <p:grpSpPr>
                <a:xfrm rot="20800040">
                  <a:off x="6522971" y="4093604"/>
                  <a:ext cx="779056" cy="2126337"/>
                  <a:chOff x="5775047" y="2428623"/>
                  <a:chExt cx="779056" cy="2126337"/>
                </a:xfrm>
                <a:grpFill/>
              </p:grpSpPr>
              <p:grpSp>
                <p:nvGrpSpPr>
                  <p:cNvPr id="28" name="Grupo 27">
                    <a:extLst>
                      <a:ext uri="{FF2B5EF4-FFF2-40B4-BE49-F238E27FC236}">
                        <a16:creationId xmlns:a16="http://schemas.microsoft.com/office/drawing/2014/main" id="{91E31989-8E9B-C908-17AC-00928B289BDD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709555" cy="832699"/>
                    <a:chOff x="5809042" y="3722261"/>
                    <a:chExt cx="709555" cy="832699"/>
                  </a:xfrm>
                  <a:grpFill/>
                </p:grpSpPr>
                <p:grpSp>
                  <p:nvGrpSpPr>
                    <p:cNvPr id="56" name="Grupo 55">
                      <a:extLst>
                        <a:ext uri="{FF2B5EF4-FFF2-40B4-BE49-F238E27FC236}">
                          <a16:creationId xmlns:a16="http://schemas.microsoft.com/office/drawing/2014/main" id="{977144ED-26CE-F846-E9C2-D2F74104BE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276111" cy="832437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63" name="Grupo 62">
                        <a:extLst>
                          <a:ext uri="{FF2B5EF4-FFF2-40B4-BE49-F238E27FC236}">
                            <a16:creationId xmlns:a16="http://schemas.microsoft.com/office/drawing/2014/main" id="{082D6E21-E2FC-E3CF-C9A2-2E24C93DAA2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706" name="Rectángulo: esquinas redondeadas 705">
                          <a:extLst>
                            <a:ext uri="{FF2B5EF4-FFF2-40B4-BE49-F238E27FC236}">
                              <a16:creationId xmlns:a16="http://schemas.microsoft.com/office/drawing/2014/main" id="{A9FE458F-8368-51E1-B1BA-AACB5E207D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707" name="Rectángulo: esquinas redondeadas 706">
                          <a:extLst>
                            <a:ext uri="{FF2B5EF4-FFF2-40B4-BE49-F238E27FC236}">
                              <a16:creationId xmlns:a16="http://schemas.microsoft.com/office/drawing/2014/main" id="{49ECE0A6-CE55-E783-84AB-E40CCCF0D9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704" name="Rectángulo 703">
                        <a:extLst>
                          <a:ext uri="{FF2B5EF4-FFF2-40B4-BE49-F238E27FC236}">
                            <a16:creationId xmlns:a16="http://schemas.microsoft.com/office/drawing/2014/main" id="{FE795584-BABA-E01D-FDEA-3962FB234133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05" name="Rectángulo 704">
                        <a:extLst>
                          <a:ext uri="{FF2B5EF4-FFF2-40B4-BE49-F238E27FC236}">
                            <a16:creationId xmlns:a16="http://schemas.microsoft.com/office/drawing/2014/main" id="{B77623E5-0B34-E2CB-264F-7A64785ED840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57" name="Grupo 56">
                      <a:extLst>
                        <a:ext uri="{FF2B5EF4-FFF2-40B4-BE49-F238E27FC236}">
                          <a16:creationId xmlns:a16="http://schemas.microsoft.com/office/drawing/2014/main" id="{E1CF4228-DE1A-BAA8-ACBC-BE9893BADFAD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6242486" y="3722523"/>
                      <a:ext cx="276111" cy="832437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58" name="Grupo 57">
                        <a:extLst>
                          <a:ext uri="{FF2B5EF4-FFF2-40B4-BE49-F238E27FC236}">
                            <a16:creationId xmlns:a16="http://schemas.microsoft.com/office/drawing/2014/main" id="{EFB5A716-8AA8-9E65-C56D-46D4F2733C7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61" name="Rectángulo: esquinas redondeadas 60">
                          <a:extLst>
                            <a:ext uri="{FF2B5EF4-FFF2-40B4-BE49-F238E27FC236}">
                              <a16:creationId xmlns:a16="http://schemas.microsoft.com/office/drawing/2014/main" id="{F25C043B-DF77-E6A5-7D10-85CD60A607F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62" name="Rectángulo: esquinas redondeadas 61">
                          <a:extLst>
                            <a:ext uri="{FF2B5EF4-FFF2-40B4-BE49-F238E27FC236}">
                              <a16:creationId xmlns:a16="http://schemas.microsoft.com/office/drawing/2014/main" id="{E7025E6B-6C74-F16F-B7EF-3F99F6B44E9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59" name="Rectángulo 58">
                        <a:extLst>
                          <a:ext uri="{FF2B5EF4-FFF2-40B4-BE49-F238E27FC236}">
                            <a16:creationId xmlns:a16="http://schemas.microsoft.com/office/drawing/2014/main" id="{9B8A8D34-D941-C5DB-3A71-BF7C00BF348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60" name="Rectángulo 59">
                        <a:extLst>
                          <a:ext uri="{FF2B5EF4-FFF2-40B4-BE49-F238E27FC236}">
                            <a16:creationId xmlns:a16="http://schemas.microsoft.com/office/drawing/2014/main" id="{580E44A4-49B5-FB68-5100-DF2A5FAF000A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29" name="Grupo 28">
                    <a:extLst>
                      <a:ext uri="{FF2B5EF4-FFF2-40B4-BE49-F238E27FC236}">
                        <a16:creationId xmlns:a16="http://schemas.microsoft.com/office/drawing/2014/main" id="{DE44DBA9-EE0F-EAA1-EC70-8FACD32D903D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2428623"/>
                    <a:ext cx="779056" cy="1666542"/>
                    <a:chOff x="5775047" y="2428623"/>
                    <a:chExt cx="779056" cy="1666542"/>
                  </a:xfrm>
                  <a:grpFill/>
                </p:grpSpPr>
                <p:grpSp>
                  <p:nvGrpSpPr>
                    <p:cNvPr id="30" name="Grupo 29">
                      <a:extLst>
                        <a:ext uri="{FF2B5EF4-FFF2-40B4-BE49-F238E27FC236}">
                          <a16:creationId xmlns:a16="http://schemas.microsoft.com/office/drawing/2014/main" id="{DD274463-4E1D-2938-577F-8E975A7C87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  <a:grpFill/>
                  </p:grpSpPr>
                  <p:grpSp>
                    <p:nvGrpSpPr>
                      <p:cNvPr id="35" name="Grupo 34">
                        <a:extLst>
                          <a:ext uri="{FF2B5EF4-FFF2-40B4-BE49-F238E27FC236}">
                            <a16:creationId xmlns:a16="http://schemas.microsoft.com/office/drawing/2014/main" id="{15EC8558-B51D-6838-3F56-E94C304388D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  <a:grpFill/>
                    </p:grpSpPr>
                    <p:grpSp>
                      <p:nvGrpSpPr>
                        <p:cNvPr id="37" name="Grupo 36">
                          <a:extLst>
                            <a:ext uri="{FF2B5EF4-FFF2-40B4-BE49-F238E27FC236}">
                              <a16:creationId xmlns:a16="http://schemas.microsoft.com/office/drawing/2014/main" id="{69C1F8A6-606F-561D-6C0C-4F59CE71BDD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  <a:grpFill/>
                      </p:grpSpPr>
                      <p:sp>
                        <p:nvSpPr>
                          <p:cNvPr id="52" name="Elipse 51">
                            <a:extLst>
                              <a:ext uri="{FF2B5EF4-FFF2-40B4-BE49-F238E27FC236}">
                                <a16:creationId xmlns:a16="http://schemas.microsoft.com/office/drawing/2014/main" id="{514C096E-C87E-7B8C-DB8D-FB088861D03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grpSp>
                        <p:nvGrpSpPr>
                          <p:cNvPr id="53" name="Grupo 52">
                            <a:extLst>
                              <a:ext uri="{FF2B5EF4-FFF2-40B4-BE49-F238E27FC236}">
                                <a16:creationId xmlns:a16="http://schemas.microsoft.com/office/drawing/2014/main" id="{96B52062-B160-192B-9837-A35585193C2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  <a:grpFill/>
                        </p:grpSpPr>
                        <p:sp>
                          <p:nvSpPr>
                            <p:cNvPr id="54" name="Rectángulo 53">
                              <a:extLst>
                                <a:ext uri="{FF2B5EF4-FFF2-40B4-BE49-F238E27FC236}">
                                  <a16:creationId xmlns:a16="http://schemas.microsoft.com/office/drawing/2014/main" id="{9C0D8E8D-C3B3-E062-90A4-0CF2A23C48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55" name="Rectángulo 54">
                              <a:extLst>
                                <a:ext uri="{FF2B5EF4-FFF2-40B4-BE49-F238E27FC236}">
                                  <a16:creationId xmlns:a16="http://schemas.microsoft.com/office/drawing/2014/main" id="{0E053F5E-E479-DAC5-83D3-E358FAF5A0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38" name="Grupo 37">
                          <a:extLst>
                            <a:ext uri="{FF2B5EF4-FFF2-40B4-BE49-F238E27FC236}">
                              <a16:creationId xmlns:a16="http://schemas.microsoft.com/office/drawing/2014/main" id="{E035FEDE-4849-4A71-AF75-3560D465244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39" name="Grupo 38">
                            <a:extLst>
                              <a:ext uri="{FF2B5EF4-FFF2-40B4-BE49-F238E27FC236}">
                                <a16:creationId xmlns:a16="http://schemas.microsoft.com/office/drawing/2014/main" id="{739BD6C5-FCB4-1429-79A2-9E09158224E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  <a:grpFill/>
                        </p:grpSpPr>
                        <p:grpSp>
                          <p:nvGrpSpPr>
                            <p:cNvPr id="44" name="Grupo 43">
                              <a:extLst>
                                <a:ext uri="{FF2B5EF4-FFF2-40B4-BE49-F238E27FC236}">
                                  <a16:creationId xmlns:a16="http://schemas.microsoft.com/office/drawing/2014/main" id="{554F9CED-AF22-C473-143B-0F5B23432B0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  <a:grpFill/>
                          </p:grpSpPr>
                          <p:sp>
                            <p:nvSpPr>
                              <p:cNvPr id="49" name="Rectángulo 48">
                                <a:extLst>
                                  <a:ext uri="{FF2B5EF4-FFF2-40B4-BE49-F238E27FC236}">
                                    <a16:creationId xmlns:a16="http://schemas.microsoft.com/office/drawing/2014/main" id="{124AC4FC-718B-2DB9-8E32-26DF4FB0E04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  <p:sp>
                            <p:nvSpPr>
                              <p:cNvPr id="50" name="Rectángulo 49">
                                <a:extLst>
                                  <a:ext uri="{FF2B5EF4-FFF2-40B4-BE49-F238E27FC236}">
                                    <a16:creationId xmlns:a16="http://schemas.microsoft.com/office/drawing/2014/main" id="{6EC02272-868E-B638-28FE-2BD5BFA116E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51" name="Marco 50">
                                <a:extLst>
                                  <a:ext uri="{FF2B5EF4-FFF2-40B4-BE49-F238E27FC236}">
                                    <a16:creationId xmlns:a16="http://schemas.microsoft.com/office/drawing/2014/main" id="{61B28F5B-B73C-7292-D018-B9EAA87949B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name="adj1" fmla="val 7853"/>
                                </a:avLst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45" name="Grupo 44">
                              <a:extLst>
                                <a:ext uri="{FF2B5EF4-FFF2-40B4-BE49-F238E27FC236}">
                                  <a16:creationId xmlns:a16="http://schemas.microsoft.com/office/drawing/2014/main" id="{90197390-6748-B0E0-41D6-ED38B37B7E9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  <a:grpFill/>
                          </p:grpSpPr>
                          <p:sp>
                            <p:nvSpPr>
                              <p:cNvPr id="46" name="Rectángulo 45">
                                <a:extLst>
                                  <a:ext uri="{FF2B5EF4-FFF2-40B4-BE49-F238E27FC236}">
                                    <a16:creationId xmlns:a16="http://schemas.microsoft.com/office/drawing/2014/main" id="{85E626B7-9978-DA80-0E83-F7F711A4111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47" name="Rectángulo 46">
                                <a:extLst>
                                  <a:ext uri="{FF2B5EF4-FFF2-40B4-BE49-F238E27FC236}">
                                    <a16:creationId xmlns:a16="http://schemas.microsoft.com/office/drawing/2014/main" id="{89173D60-593E-BDD0-4323-362EEC079C9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48" name="Rectángulo 47">
                                <a:extLst>
                                  <a:ext uri="{FF2B5EF4-FFF2-40B4-BE49-F238E27FC236}">
                                    <a16:creationId xmlns:a16="http://schemas.microsoft.com/office/drawing/2014/main" id="{5A767A0B-C62E-7E42-63F6-4B779020DC0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40" name="Grupo 39">
                            <a:extLst>
                              <a:ext uri="{FF2B5EF4-FFF2-40B4-BE49-F238E27FC236}">
                                <a16:creationId xmlns:a16="http://schemas.microsoft.com/office/drawing/2014/main" id="{FE3659B5-913B-8C0E-A7A2-AE14F38F6C5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  <a:grpFill/>
                        </p:grpSpPr>
                        <p:sp>
                          <p:nvSpPr>
                            <p:cNvPr id="41" name="Rectángulo 40">
                              <a:extLst>
                                <a:ext uri="{FF2B5EF4-FFF2-40B4-BE49-F238E27FC236}">
                                  <a16:creationId xmlns:a16="http://schemas.microsoft.com/office/drawing/2014/main" id="{B1FFC617-3D9C-D253-863B-2E0E8EC030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42" name="Rectángulo 41">
                              <a:extLst>
                                <a:ext uri="{FF2B5EF4-FFF2-40B4-BE49-F238E27FC236}">
                                  <a16:creationId xmlns:a16="http://schemas.microsoft.com/office/drawing/2014/main" id="{18858F78-5982-8DD7-4D88-473869FC4F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43" name="Rectángulo 42">
                              <a:extLst>
                                <a:ext uri="{FF2B5EF4-FFF2-40B4-BE49-F238E27FC236}">
                                  <a16:creationId xmlns:a16="http://schemas.microsoft.com/office/drawing/2014/main" id="{C85CE21E-7B19-6166-C810-3A3C8E75A7A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36" name="Rectángulo 35">
                        <a:extLst>
                          <a:ext uri="{FF2B5EF4-FFF2-40B4-BE49-F238E27FC236}">
                            <a16:creationId xmlns:a16="http://schemas.microsoft.com/office/drawing/2014/main" id="{998957E2-C751-6441-FA5E-1810281783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31" name="Grupo 30">
                      <a:extLst>
                        <a:ext uri="{FF2B5EF4-FFF2-40B4-BE49-F238E27FC236}">
                          <a16:creationId xmlns:a16="http://schemas.microsoft.com/office/drawing/2014/main" id="{5D018D2B-15E8-C235-AE71-FAD499D15F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047" y="3892550"/>
                      <a:ext cx="778309" cy="59708"/>
                      <a:chOff x="5775047" y="3892550"/>
                      <a:chExt cx="778309" cy="59708"/>
                    </a:xfrm>
                    <a:grpFill/>
                  </p:grpSpPr>
                  <p:sp>
                    <p:nvSpPr>
                      <p:cNvPr id="32" name="Rectángulo 31">
                        <a:extLst>
                          <a:ext uri="{FF2B5EF4-FFF2-40B4-BE49-F238E27FC236}">
                            <a16:creationId xmlns:a16="http://schemas.microsoft.com/office/drawing/2014/main" id="{9CDF96B4-A0D8-F54F-5EF5-F06AD467A326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3" name="Elipse 32">
                        <a:extLst>
                          <a:ext uri="{FF2B5EF4-FFF2-40B4-BE49-F238E27FC236}">
                            <a16:creationId xmlns:a16="http://schemas.microsoft.com/office/drawing/2014/main" id="{EC1A56ED-DB2A-01E8-B019-F8B9FAAB88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4" name="Elipse 33">
                        <a:extLst>
                          <a:ext uri="{FF2B5EF4-FFF2-40B4-BE49-F238E27FC236}">
                            <a16:creationId xmlns:a16="http://schemas.microsoft.com/office/drawing/2014/main" id="{3684E9BA-7E30-CF20-B671-01B60A4D51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grpSp>
              <p:nvGrpSpPr>
                <p:cNvPr id="10" name="Grupo 9">
                  <a:extLst>
                    <a:ext uri="{FF2B5EF4-FFF2-40B4-BE49-F238E27FC236}">
                      <a16:creationId xmlns:a16="http://schemas.microsoft.com/office/drawing/2014/main" id="{6839DE40-03A2-DE9F-81B3-A1C3D7B47636}"/>
                    </a:ext>
                  </a:extLst>
                </p:cNvPr>
                <p:cNvGrpSpPr/>
                <p:nvPr/>
              </p:nvGrpSpPr>
              <p:grpSpPr>
                <a:xfrm rot="19203449">
                  <a:off x="7166785" y="2428073"/>
                  <a:ext cx="2288079" cy="2013940"/>
                  <a:chOff x="5734796" y="1871886"/>
                  <a:chExt cx="2288079" cy="2013940"/>
                </a:xfrm>
                <a:grpFill/>
              </p:grpSpPr>
              <p:grpSp>
                <p:nvGrpSpPr>
                  <p:cNvPr id="22" name="Grupo 21">
                    <a:extLst>
                      <a:ext uri="{FF2B5EF4-FFF2-40B4-BE49-F238E27FC236}">
                        <a16:creationId xmlns:a16="http://schemas.microsoft.com/office/drawing/2014/main" id="{7F829178-0220-7818-0E3D-4A5466596A2C}"/>
                      </a:ext>
                    </a:extLst>
                  </p:cNvPr>
                  <p:cNvGrpSpPr/>
                  <p:nvPr/>
                </p:nvGrpSpPr>
                <p:grpSpPr>
                  <a:xfrm>
                    <a:off x="5734796" y="1871886"/>
                    <a:ext cx="2288079" cy="2013940"/>
                    <a:chOff x="5830183" y="2277270"/>
                    <a:chExt cx="2288079" cy="2013940"/>
                  </a:xfrm>
                  <a:grpFill/>
                </p:grpSpPr>
                <p:grpSp>
                  <p:nvGrpSpPr>
                    <p:cNvPr id="24" name="Grupo 23">
                      <a:extLst>
                        <a:ext uri="{FF2B5EF4-FFF2-40B4-BE49-F238E27FC236}">
                          <a16:creationId xmlns:a16="http://schemas.microsoft.com/office/drawing/2014/main" id="{DE176E5F-651D-41D0-97A9-5B4BFD95A7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26" name="Elipse 25">
                        <a:extLst>
                          <a:ext uri="{FF2B5EF4-FFF2-40B4-BE49-F238E27FC236}">
                            <a16:creationId xmlns:a16="http://schemas.microsoft.com/office/drawing/2014/main" id="{56217FDA-D25E-F407-7B78-349AD9E84A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27" name="Diagrama de flujo: operación manual 26">
                        <a:extLst>
                          <a:ext uri="{FF2B5EF4-FFF2-40B4-BE49-F238E27FC236}">
                            <a16:creationId xmlns:a16="http://schemas.microsoft.com/office/drawing/2014/main" id="{3F351DF9-743D-3FF7-1394-71E0D53C5B24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25" name="Elipse 24">
                      <a:extLst>
                        <a:ext uri="{FF2B5EF4-FFF2-40B4-BE49-F238E27FC236}">
                          <a16:creationId xmlns:a16="http://schemas.microsoft.com/office/drawing/2014/main" id="{982DB5A9-C937-E41F-4E7D-BE926AA5C6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0183" y="2277270"/>
                      <a:ext cx="612000" cy="612000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23" name="Diagrama de flujo: operación manual 22">
                    <a:extLst>
                      <a:ext uri="{FF2B5EF4-FFF2-40B4-BE49-F238E27FC236}">
                        <a16:creationId xmlns:a16="http://schemas.microsoft.com/office/drawing/2014/main" id="{5EFDB7C2-2C35-A537-6453-3F804065750E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244837" y="1851730"/>
                    <a:ext cx="976518" cy="1813530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11" name="Grupo 10">
                  <a:extLst>
                    <a:ext uri="{FF2B5EF4-FFF2-40B4-BE49-F238E27FC236}">
                      <a16:creationId xmlns:a16="http://schemas.microsoft.com/office/drawing/2014/main" id="{A0486979-38CE-C918-38F6-80179528A555}"/>
                    </a:ext>
                  </a:extLst>
                </p:cNvPr>
                <p:cNvGrpSpPr/>
                <p:nvPr/>
              </p:nvGrpSpPr>
              <p:grpSpPr>
                <a:xfrm rot="19203449">
                  <a:off x="6441712" y="3225590"/>
                  <a:ext cx="1144431" cy="1266043"/>
                  <a:chOff x="6089175" y="1851040"/>
                  <a:chExt cx="1144431" cy="1266043"/>
                </a:xfrm>
                <a:grpFill/>
              </p:grpSpPr>
              <p:grpSp>
                <p:nvGrpSpPr>
                  <p:cNvPr id="12" name="Grupo 11">
                    <a:extLst>
                      <a:ext uri="{FF2B5EF4-FFF2-40B4-BE49-F238E27FC236}">
                        <a16:creationId xmlns:a16="http://schemas.microsoft.com/office/drawing/2014/main" id="{D22B93FA-0073-B1C3-E95E-3BF287B90D79}"/>
                      </a:ext>
                    </a:extLst>
                  </p:cNvPr>
                  <p:cNvGrpSpPr/>
                  <p:nvPr/>
                </p:nvGrpSpPr>
                <p:grpSpPr>
                  <a:xfrm>
                    <a:off x="6110545" y="1851040"/>
                    <a:ext cx="1123061" cy="1266043"/>
                    <a:chOff x="6110545" y="1851040"/>
                    <a:chExt cx="1123061" cy="1266043"/>
                  </a:xfrm>
                  <a:grpFill/>
                </p:grpSpPr>
                <p:grpSp>
                  <p:nvGrpSpPr>
                    <p:cNvPr id="14" name="Grupo 13">
                      <a:extLst>
                        <a:ext uri="{FF2B5EF4-FFF2-40B4-BE49-F238E27FC236}">
                          <a16:creationId xmlns:a16="http://schemas.microsoft.com/office/drawing/2014/main" id="{68B7D6D3-C2CC-F4A5-93EC-068BD08ABE95}"/>
                        </a:ext>
                      </a:extLst>
                    </p:cNvPr>
                    <p:cNvGrpSpPr/>
                    <p:nvPr/>
                  </p:nvGrpSpPr>
                  <p:grpSpPr>
                    <a:xfrm rot="18104658">
                      <a:off x="6037386" y="1924199"/>
                      <a:ext cx="1266043" cy="1119726"/>
                      <a:chOff x="5723823" y="1865158"/>
                      <a:chExt cx="2299052" cy="2020668"/>
                    </a:xfrm>
                    <a:grpFill/>
                  </p:grpSpPr>
                  <p:grpSp>
                    <p:nvGrpSpPr>
                      <p:cNvPr id="16" name="Grupo 15">
                        <a:extLst>
                          <a:ext uri="{FF2B5EF4-FFF2-40B4-BE49-F238E27FC236}">
                            <a16:creationId xmlns:a16="http://schemas.microsoft.com/office/drawing/2014/main" id="{A3D5A9B4-84E0-C0E5-9B63-471338CD29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3823" y="1865158"/>
                        <a:ext cx="2299052" cy="2020668"/>
                        <a:chOff x="5819210" y="2270542"/>
                        <a:chExt cx="2299052" cy="2020668"/>
                      </a:xfrm>
                      <a:grpFill/>
                    </p:grpSpPr>
                    <p:grpSp>
                      <p:nvGrpSpPr>
                        <p:cNvPr id="18" name="Grupo 17">
                          <a:extLst>
                            <a:ext uri="{FF2B5EF4-FFF2-40B4-BE49-F238E27FC236}">
                              <a16:creationId xmlns:a16="http://schemas.microsoft.com/office/drawing/2014/main" id="{8AF36304-0F0D-9C5D-1C9A-D20E9A2E41A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18647" y="2637133"/>
                          <a:ext cx="2199615" cy="1654077"/>
                          <a:chOff x="5708849" y="2141099"/>
                          <a:chExt cx="2199615" cy="1654077"/>
                        </a:xfrm>
                        <a:grpFill/>
                      </p:grpSpPr>
                      <p:sp>
                        <p:nvSpPr>
                          <p:cNvPr id="20" name="Elipse 19">
                            <a:extLst>
                              <a:ext uri="{FF2B5EF4-FFF2-40B4-BE49-F238E27FC236}">
                                <a16:creationId xmlns:a16="http://schemas.microsoft.com/office/drawing/2014/main" id="{B3124F97-99F6-1FC3-470A-8FBE519AE36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21" name="Diagrama de flujo: operación manual 20">
                            <a:extLst>
                              <a:ext uri="{FF2B5EF4-FFF2-40B4-BE49-F238E27FC236}">
                                <a16:creationId xmlns:a16="http://schemas.microsoft.com/office/drawing/2014/main" id="{F1B5F514-9318-84D2-C8E1-CE70901F62B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19" name="Elipse 18">
                          <a:extLst>
                            <a:ext uri="{FF2B5EF4-FFF2-40B4-BE49-F238E27FC236}">
                              <a16:creationId xmlns:a16="http://schemas.microsoft.com/office/drawing/2014/main" id="{A4996E15-1EED-E35E-DF45-D681A6597D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7" name="Diagrama de flujo: operación manual 16">
                        <a:extLst>
                          <a:ext uri="{FF2B5EF4-FFF2-40B4-BE49-F238E27FC236}">
                            <a16:creationId xmlns:a16="http://schemas.microsoft.com/office/drawing/2014/main" id="{51CB00A3-B3F9-56FB-C10F-20E78E8A51D5}"/>
                          </a:ext>
                        </a:extLst>
                      </p:cNvPr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5" name="Elipse 14">
                      <a:extLst>
                        <a:ext uri="{FF2B5EF4-FFF2-40B4-BE49-F238E27FC236}">
                          <a16:creationId xmlns:a16="http://schemas.microsoft.com/office/drawing/2014/main" id="{F804A26D-4D52-3940-2595-3DDFD59C67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3" name="Elipse 12">
                    <a:extLst>
                      <a:ext uri="{FF2B5EF4-FFF2-40B4-BE49-F238E27FC236}">
                        <a16:creationId xmlns:a16="http://schemas.microsoft.com/office/drawing/2014/main" id="{F7F58E52-E827-3A28-7798-7101A437C0AE}"/>
                      </a:ext>
                    </a:extLst>
                  </p:cNvPr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  <p:sp>
          <p:nvSpPr>
            <p:cNvPr id="796" name="Elipse 795">
              <a:extLst>
                <a:ext uri="{FF2B5EF4-FFF2-40B4-BE49-F238E27FC236}">
                  <a16:creationId xmlns:a16="http://schemas.microsoft.com/office/drawing/2014/main" id="{7C548E97-4D47-42CF-C3EB-D74B596E69DF}"/>
                </a:ext>
              </a:extLst>
            </p:cNvPr>
            <p:cNvSpPr/>
            <p:nvPr/>
          </p:nvSpPr>
          <p:spPr>
            <a:xfrm>
              <a:off x="5978760" y="3971749"/>
              <a:ext cx="216000" cy="180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745" y="130679"/>
            <a:ext cx="5975355" cy="242599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AUTOMATICO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Posicionamiento en origen o </a:t>
            </a:r>
            <a:r>
              <a:rPr lang="es-ES" sz="4000" dirty="0" err="1">
                <a:latin typeface="Aharoni" panose="02010803020104030203" pitchFamily="2" charset="-79"/>
                <a:cs typeface="Aharoni" panose="02010803020104030203" pitchFamily="2" charset="-79"/>
              </a:rPr>
              <a:t>reset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subrutina </a:t>
            </a:r>
            <a:r>
              <a:rPr lang="es-ES" sz="4000" dirty="0" err="1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reset</a:t>
            </a:r>
            <a:endParaRPr lang="es-ES" sz="4000" dirty="0">
              <a:solidFill>
                <a:srgbClr val="0070C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68" name="Elipse 767">
            <a:extLst>
              <a:ext uri="{FF2B5EF4-FFF2-40B4-BE49-F238E27FC236}">
                <a16:creationId xmlns:a16="http://schemas.microsoft.com/office/drawing/2014/main" id="{C4299D63-3602-068A-B0FB-A7209652D7BC}"/>
              </a:ext>
            </a:extLst>
          </p:cNvPr>
          <p:cNvSpPr/>
          <p:nvPr/>
        </p:nvSpPr>
        <p:spPr>
          <a:xfrm>
            <a:off x="10084128" y="3126105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9" name="Subtítulo 2">
            <a:extLst>
              <a:ext uri="{FF2B5EF4-FFF2-40B4-BE49-F238E27FC236}">
                <a16:creationId xmlns:a16="http://schemas.microsoft.com/office/drawing/2014/main" id="{3998081D-8264-2F05-07B9-214EE1D60936}"/>
              </a:ext>
            </a:extLst>
          </p:cNvPr>
          <p:cNvSpPr txBox="1">
            <a:spLocks/>
          </p:cNvSpPr>
          <p:nvPr/>
        </p:nvSpPr>
        <p:spPr>
          <a:xfrm>
            <a:off x="10471648" y="3016610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S2</a:t>
            </a:r>
          </a:p>
        </p:txBody>
      </p:sp>
      <p:grpSp>
        <p:nvGrpSpPr>
          <p:cNvPr id="770" name="Grupo 769">
            <a:extLst>
              <a:ext uri="{FF2B5EF4-FFF2-40B4-BE49-F238E27FC236}">
                <a16:creationId xmlns:a16="http://schemas.microsoft.com/office/drawing/2014/main" id="{93E298B8-44DE-BE7F-0DA9-9931B916FF72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1" name="Grupo 770">
              <a:extLst>
                <a:ext uri="{FF2B5EF4-FFF2-40B4-BE49-F238E27FC236}">
                  <a16:creationId xmlns:a16="http://schemas.microsoft.com/office/drawing/2014/main" id="{C83FE746-A514-1205-CADC-64C826A5F8F8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2" name="Rectángulo: esquinas redondeadas 791">
                <a:extLst>
                  <a:ext uri="{FF2B5EF4-FFF2-40B4-BE49-F238E27FC236}">
                    <a16:creationId xmlns:a16="http://schemas.microsoft.com/office/drawing/2014/main" id="{84CAF8A3-E8CA-9AF1-DCD9-A3CE7DD6F7DF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3" name="Grupo 792">
                <a:extLst>
                  <a:ext uri="{FF2B5EF4-FFF2-40B4-BE49-F238E27FC236}">
                    <a16:creationId xmlns:a16="http://schemas.microsoft.com/office/drawing/2014/main" id="{ECCC1F93-D9E0-7E48-1319-44A2785EDCBD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4" name="Diagrama de flujo: operación manual 793">
                  <a:extLst>
                    <a:ext uri="{FF2B5EF4-FFF2-40B4-BE49-F238E27FC236}">
                      <a16:creationId xmlns:a16="http://schemas.microsoft.com/office/drawing/2014/main" id="{42763D7A-D7D3-1F9C-979D-A4F185FA84F9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5" name="Rectángulo: esquinas redondeadas 794">
                  <a:extLst>
                    <a:ext uri="{FF2B5EF4-FFF2-40B4-BE49-F238E27FC236}">
                      <a16:creationId xmlns:a16="http://schemas.microsoft.com/office/drawing/2014/main" id="{EE8D544D-4078-8395-DBD4-05A9E52D96C6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2" name="Grupo 771">
              <a:extLst>
                <a:ext uri="{FF2B5EF4-FFF2-40B4-BE49-F238E27FC236}">
                  <a16:creationId xmlns:a16="http://schemas.microsoft.com/office/drawing/2014/main" id="{43EDEAC8-62B7-2300-FF30-9A5F1C0E0D91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3" name="Grupo 772">
                <a:extLst>
                  <a:ext uri="{FF2B5EF4-FFF2-40B4-BE49-F238E27FC236}">
                    <a16:creationId xmlns:a16="http://schemas.microsoft.com/office/drawing/2014/main" id="{15E219CB-4CC1-60AC-18BC-5FEC2007B47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433C683C-A1F6-3DE6-17B6-51D243D793DD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Elipse 790">
                  <a:extLst>
                    <a:ext uri="{FF2B5EF4-FFF2-40B4-BE49-F238E27FC236}">
                      <a16:creationId xmlns:a16="http://schemas.microsoft.com/office/drawing/2014/main" id="{BCD069F9-0429-951A-55C9-1D8DAF07D21C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4" name="Grupo 773">
                <a:extLst>
                  <a:ext uri="{FF2B5EF4-FFF2-40B4-BE49-F238E27FC236}">
                    <a16:creationId xmlns:a16="http://schemas.microsoft.com/office/drawing/2014/main" id="{DB904981-E602-B5DB-D768-637B994BDEA4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87" name="Elipse 786">
                  <a:extLst>
                    <a:ext uri="{FF2B5EF4-FFF2-40B4-BE49-F238E27FC236}">
                      <a16:creationId xmlns:a16="http://schemas.microsoft.com/office/drawing/2014/main" id="{46584522-BD22-66B6-526F-E2AEB1EA0180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E65AEE1F-5E19-9E0B-F86F-0058210B4E62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9" name="Rectángulo 788">
                  <a:extLst>
                    <a:ext uri="{FF2B5EF4-FFF2-40B4-BE49-F238E27FC236}">
                      <a16:creationId xmlns:a16="http://schemas.microsoft.com/office/drawing/2014/main" id="{9376E2CB-4520-0233-8D48-4C7048B9C78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5" name="Grupo 774">
                <a:extLst>
                  <a:ext uri="{FF2B5EF4-FFF2-40B4-BE49-F238E27FC236}">
                    <a16:creationId xmlns:a16="http://schemas.microsoft.com/office/drawing/2014/main" id="{87D847DA-86F4-93F4-977C-E646D3346E96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4" name="Elipse 783">
                  <a:extLst>
                    <a:ext uri="{FF2B5EF4-FFF2-40B4-BE49-F238E27FC236}">
                      <a16:creationId xmlns:a16="http://schemas.microsoft.com/office/drawing/2014/main" id="{1500A88B-376C-D1AF-A015-99C37BFAE618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12429953-23EA-FD10-D27F-8148D542E1CE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6" name="Rectángulo 785">
                  <a:extLst>
                    <a:ext uri="{FF2B5EF4-FFF2-40B4-BE49-F238E27FC236}">
                      <a16:creationId xmlns:a16="http://schemas.microsoft.com/office/drawing/2014/main" id="{E7CF6D6F-912E-41E2-A39E-1539461463C7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6" name="Grupo 775">
                <a:extLst>
                  <a:ext uri="{FF2B5EF4-FFF2-40B4-BE49-F238E27FC236}">
                    <a16:creationId xmlns:a16="http://schemas.microsoft.com/office/drawing/2014/main" id="{52F9DC47-E99C-09D4-DDD7-583E5274D092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1" name="Elipse 780">
                  <a:extLst>
                    <a:ext uri="{FF2B5EF4-FFF2-40B4-BE49-F238E27FC236}">
                      <a16:creationId xmlns:a16="http://schemas.microsoft.com/office/drawing/2014/main" id="{67FC7693-A356-F87E-4700-4E9BD043B5C8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2" name="Rectángulo 781">
                  <a:extLst>
                    <a:ext uri="{FF2B5EF4-FFF2-40B4-BE49-F238E27FC236}">
                      <a16:creationId xmlns:a16="http://schemas.microsoft.com/office/drawing/2014/main" id="{3E030DEA-D9BC-EE73-3B03-F8BBEFFEEAF5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3" name="Rectángulo 782">
                  <a:extLst>
                    <a:ext uri="{FF2B5EF4-FFF2-40B4-BE49-F238E27FC236}">
                      <a16:creationId xmlns:a16="http://schemas.microsoft.com/office/drawing/2014/main" id="{96A9EFFB-BF65-60AE-C0C0-90BD7AD850BB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77" name="Grupo 776">
                <a:extLst>
                  <a:ext uri="{FF2B5EF4-FFF2-40B4-BE49-F238E27FC236}">
                    <a16:creationId xmlns:a16="http://schemas.microsoft.com/office/drawing/2014/main" id="{EF08E5EF-9973-3FC6-9033-6E2A8369976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78" name="Elipse 777">
                  <a:extLst>
                    <a:ext uri="{FF2B5EF4-FFF2-40B4-BE49-F238E27FC236}">
                      <a16:creationId xmlns:a16="http://schemas.microsoft.com/office/drawing/2014/main" id="{DCEACCA7-5C86-6AA6-3B30-5B51364054C6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79" name="Rectángulo 778">
                  <a:extLst>
                    <a:ext uri="{FF2B5EF4-FFF2-40B4-BE49-F238E27FC236}">
                      <a16:creationId xmlns:a16="http://schemas.microsoft.com/office/drawing/2014/main" id="{76D8F88A-39FB-EFF7-534B-35977EC5BA4D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0" name="Rectángulo 779">
                  <a:extLst>
                    <a:ext uri="{FF2B5EF4-FFF2-40B4-BE49-F238E27FC236}">
                      <a16:creationId xmlns:a16="http://schemas.microsoft.com/office/drawing/2014/main" id="{FF5A2E11-7583-5C0F-0E34-B0B695398D0A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797" name="Grupo 796">
            <a:extLst>
              <a:ext uri="{FF2B5EF4-FFF2-40B4-BE49-F238E27FC236}">
                <a16:creationId xmlns:a16="http://schemas.microsoft.com/office/drawing/2014/main" id="{DB6E9BAE-1280-16E1-9D4B-B9269D0C6BCE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798" name="Marco 797">
              <a:extLst>
                <a:ext uri="{FF2B5EF4-FFF2-40B4-BE49-F238E27FC236}">
                  <a16:creationId xmlns:a16="http://schemas.microsoft.com/office/drawing/2014/main" id="{F5484A49-2AF8-D6FA-5432-94388F0BF726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799" name="Marco 798">
              <a:extLst>
                <a:ext uri="{FF2B5EF4-FFF2-40B4-BE49-F238E27FC236}">
                  <a16:creationId xmlns:a16="http://schemas.microsoft.com/office/drawing/2014/main" id="{849BC596-710B-AD3A-2D1D-D98B358DD6C0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0" name="Grupo 799">
              <a:extLst>
                <a:ext uri="{FF2B5EF4-FFF2-40B4-BE49-F238E27FC236}">
                  <a16:creationId xmlns:a16="http://schemas.microsoft.com/office/drawing/2014/main" id="{3868C67B-FB8A-AA0A-6E3F-01A922ADC401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5" name="Grupo 814">
                <a:extLst>
                  <a:ext uri="{FF2B5EF4-FFF2-40B4-BE49-F238E27FC236}">
                    <a16:creationId xmlns:a16="http://schemas.microsoft.com/office/drawing/2014/main" id="{A44BC17F-1CCD-AAC9-36F9-E5AA162EC18D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19" name="Grupo 818">
                  <a:extLst>
                    <a:ext uri="{FF2B5EF4-FFF2-40B4-BE49-F238E27FC236}">
                      <a16:creationId xmlns:a16="http://schemas.microsoft.com/office/drawing/2014/main" id="{C231F16B-9908-B98F-AC34-0A272B49E015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27" name="Rectángulo 826">
                    <a:extLst>
                      <a:ext uri="{FF2B5EF4-FFF2-40B4-BE49-F238E27FC236}">
                        <a16:creationId xmlns:a16="http://schemas.microsoft.com/office/drawing/2014/main" id="{7A2B812F-E0B0-4EFD-5A4A-49E3E70B6680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28" name="Rectángulo 827">
                    <a:extLst>
                      <a:ext uri="{FF2B5EF4-FFF2-40B4-BE49-F238E27FC236}">
                        <a16:creationId xmlns:a16="http://schemas.microsoft.com/office/drawing/2014/main" id="{5048C5D9-2E42-9F18-EC01-5DD62B9C1046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0" name="Grupo 819">
                  <a:extLst>
                    <a:ext uri="{FF2B5EF4-FFF2-40B4-BE49-F238E27FC236}">
                      <a16:creationId xmlns:a16="http://schemas.microsoft.com/office/drawing/2014/main" id="{42F98169-8D6E-5B7B-C210-AD5314AE6FF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1" name="Grupo 820">
                    <a:extLst>
                      <a:ext uri="{FF2B5EF4-FFF2-40B4-BE49-F238E27FC236}">
                        <a16:creationId xmlns:a16="http://schemas.microsoft.com/office/drawing/2014/main" id="{7A8C685C-C1D2-198E-76B9-0F989DA4CD3C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5" name="Rectángulo 824">
                      <a:extLst>
                        <a:ext uri="{FF2B5EF4-FFF2-40B4-BE49-F238E27FC236}">
                          <a16:creationId xmlns:a16="http://schemas.microsoft.com/office/drawing/2014/main" id="{C9D06C5A-E73C-E926-9651-EDC762DE16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6" name="Rectángulo 825">
                      <a:extLst>
                        <a:ext uri="{FF2B5EF4-FFF2-40B4-BE49-F238E27FC236}">
                          <a16:creationId xmlns:a16="http://schemas.microsoft.com/office/drawing/2014/main" id="{0DF2D9B9-940B-8392-83FF-34EA104A9A2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2" name="Grupo 821">
                    <a:extLst>
                      <a:ext uri="{FF2B5EF4-FFF2-40B4-BE49-F238E27FC236}">
                        <a16:creationId xmlns:a16="http://schemas.microsoft.com/office/drawing/2014/main" id="{5999BF35-3E6A-BAB2-EB19-FD26495B3C8A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3" name="Rectángulo 822">
                      <a:extLst>
                        <a:ext uri="{FF2B5EF4-FFF2-40B4-BE49-F238E27FC236}">
                          <a16:creationId xmlns:a16="http://schemas.microsoft.com/office/drawing/2014/main" id="{50937548-D25B-7625-128F-B601C5B52D8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4" name="Rectángulo 823">
                      <a:extLst>
                        <a:ext uri="{FF2B5EF4-FFF2-40B4-BE49-F238E27FC236}">
                          <a16:creationId xmlns:a16="http://schemas.microsoft.com/office/drawing/2014/main" id="{28ADFAAB-DCF9-7F0A-14CA-13B1E004B2C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16" name="Grupo 815">
                <a:extLst>
                  <a:ext uri="{FF2B5EF4-FFF2-40B4-BE49-F238E27FC236}">
                    <a16:creationId xmlns:a16="http://schemas.microsoft.com/office/drawing/2014/main" id="{E337336A-84A0-0BBB-54B8-DCC5C911FE5E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17" name="Diagrama de flujo: operación manual 816">
                  <a:extLst>
                    <a:ext uri="{FF2B5EF4-FFF2-40B4-BE49-F238E27FC236}">
                      <a16:creationId xmlns:a16="http://schemas.microsoft.com/office/drawing/2014/main" id="{80C6D5E1-545C-9F71-5AC1-C5449D4C7EE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8" name="Diagrama de flujo: operación manual 817">
                  <a:extLst>
                    <a:ext uri="{FF2B5EF4-FFF2-40B4-BE49-F238E27FC236}">
                      <a16:creationId xmlns:a16="http://schemas.microsoft.com/office/drawing/2014/main" id="{A39E00C6-5171-128E-63DB-41FDBB5F470E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1" name="Grupo 800">
              <a:extLst>
                <a:ext uri="{FF2B5EF4-FFF2-40B4-BE49-F238E27FC236}">
                  <a16:creationId xmlns:a16="http://schemas.microsoft.com/office/drawing/2014/main" id="{AF7838A1-EA1C-9703-FF0C-8680480B7141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2" name="Rectángulo 811">
                <a:extLst>
                  <a:ext uri="{FF2B5EF4-FFF2-40B4-BE49-F238E27FC236}">
                    <a16:creationId xmlns:a16="http://schemas.microsoft.com/office/drawing/2014/main" id="{0D8F20B8-4627-EF30-8AD3-16D264AC2199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CF5242A6-D4BF-A2CB-F139-399143B731CD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4" name="Rectángulo 813">
                <a:extLst>
                  <a:ext uri="{FF2B5EF4-FFF2-40B4-BE49-F238E27FC236}">
                    <a16:creationId xmlns:a16="http://schemas.microsoft.com/office/drawing/2014/main" id="{07AF1B35-BE12-E480-95CA-0DD46EDA6010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2" name="Rectángulo 801">
              <a:extLst>
                <a:ext uri="{FF2B5EF4-FFF2-40B4-BE49-F238E27FC236}">
                  <a16:creationId xmlns:a16="http://schemas.microsoft.com/office/drawing/2014/main" id="{363F3EA6-AF2C-5BFD-5F6C-81C2D534781D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3" name="Grupo 802">
              <a:extLst>
                <a:ext uri="{FF2B5EF4-FFF2-40B4-BE49-F238E27FC236}">
                  <a16:creationId xmlns:a16="http://schemas.microsoft.com/office/drawing/2014/main" id="{846A30A5-B9A2-4390-25E6-CD322F92FB09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08" name="Grupo 807">
                <a:extLst>
                  <a:ext uri="{FF2B5EF4-FFF2-40B4-BE49-F238E27FC236}">
                    <a16:creationId xmlns:a16="http://schemas.microsoft.com/office/drawing/2014/main" id="{FB95A96A-B43F-C7AA-B07E-8D0F85F8CDE5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0" name="Rectángulo 809">
                  <a:extLst>
                    <a:ext uri="{FF2B5EF4-FFF2-40B4-BE49-F238E27FC236}">
                      <a16:creationId xmlns:a16="http://schemas.microsoft.com/office/drawing/2014/main" id="{414F5D5B-DDAF-820F-20B9-982C732BF413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1" name="Rectángulo 810">
                  <a:extLst>
                    <a:ext uri="{FF2B5EF4-FFF2-40B4-BE49-F238E27FC236}">
                      <a16:creationId xmlns:a16="http://schemas.microsoft.com/office/drawing/2014/main" id="{283BB803-4310-81B2-9FED-D3D744765BA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D8B6EBE7-7199-D408-ADDC-2141157E045B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3CE5F3C5-B714-3E15-3451-5FE9C190F1FA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5" name="Rectángulo 804">
                <a:extLst>
                  <a:ext uri="{FF2B5EF4-FFF2-40B4-BE49-F238E27FC236}">
                    <a16:creationId xmlns:a16="http://schemas.microsoft.com/office/drawing/2014/main" id="{DFC30E4F-ED9F-863F-50FE-D36484EBB3D2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06" name="Rectángulo 805">
                <a:extLst>
                  <a:ext uri="{FF2B5EF4-FFF2-40B4-BE49-F238E27FC236}">
                    <a16:creationId xmlns:a16="http://schemas.microsoft.com/office/drawing/2014/main" id="{0BABA51E-1657-82A2-8243-44300EDB7B90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07" name="Rectángulo 806">
                <a:extLst>
                  <a:ext uri="{FF2B5EF4-FFF2-40B4-BE49-F238E27FC236}">
                    <a16:creationId xmlns:a16="http://schemas.microsoft.com/office/drawing/2014/main" id="{817C15F9-CB2D-C41E-1CCC-233544E504ED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55" name="Elipse 854">
            <a:extLst>
              <a:ext uri="{FF2B5EF4-FFF2-40B4-BE49-F238E27FC236}">
                <a16:creationId xmlns:a16="http://schemas.microsoft.com/office/drawing/2014/main" id="{06E252F9-7A99-3820-4835-80A0EB875102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56" name="Elipse 855">
            <a:extLst>
              <a:ext uri="{FF2B5EF4-FFF2-40B4-BE49-F238E27FC236}">
                <a16:creationId xmlns:a16="http://schemas.microsoft.com/office/drawing/2014/main" id="{4FA76E1C-FCC7-BE32-015A-96DF12320DAB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60" name="Título 1">
            <a:extLst>
              <a:ext uri="{FF2B5EF4-FFF2-40B4-BE49-F238E27FC236}">
                <a16:creationId xmlns:a16="http://schemas.microsoft.com/office/drawing/2014/main" id="{3D053E9F-C025-8393-2F78-7E3A34109A47}"/>
              </a:ext>
            </a:extLst>
          </p:cNvPr>
          <p:cNvSpPr txBox="1">
            <a:spLocks/>
          </p:cNvSpPr>
          <p:nvPr/>
        </p:nvSpPr>
        <p:spPr>
          <a:xfrm>
            <a:off x="9561893" y="62421"/>
            <a:ext cx="2785332" cy="703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Eslabón 2</a:t>
            </a:r>
          </a:p>
        </p:txBody>
      </p:sp>
      <p:pic>
        <p:nvPicPr>
          <p:cNvPr id="864" name="Imagen 863">
            <a:extLst>
              <a:ext uri="{FF2B5EF4-FFF2-40B4-BE49-F238E27FC236}">
                <a16:creationId xmlns:a16="http://schemas.microsoft.com/office/drawing/2014/main" id="{6242770A-EC58-4233-7EE5-DE24E27C7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107" y="3537502"/>
            <a:ext cx="2990850" cy="2647950"/>
          </a:xfrm>
          <a:prstGeom prst="rect">
            <a:avLst/>
          </a:prstGeom>
        </p:spPr>
      </p:pic>
      <p:sp>
        <p:nvSpPr>
          <p:cNvPr id="865" name="Subtítulo 2">
            <a:extLst>
              <a:ext uri="{FF2B5EF4-FFF2-40B4-BE49-F238E27FC236}">
                <a16:creationId xmlns:a16="http://schemas.microsoft.com/office/drawing/2014/main" id="{F198B23D-9180-6AC0-A63F-96AB0677A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784" y="2950635"/>
            <a:ext cx="4388290" cy="2378097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s2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(inhibir movimiento)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</a:t>
            </a:r>
            <a:r>
              <a:rPr lang="es-ES" dirty="0"/>
              <a:t>(mover eslabón abajo).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Analizar sig. sensor</a:t>
            </a:r>
          </a:p>
        </p:txBody>
      </p:sp>
    </p:spTree>
    <p:extLst>
      <p:ext uri="{BB962C8B-B14F-4D97-AF65-F5344CB8AC3E}">
        <p14:creationId xmlns:p14="http://schemas.microsoft.com/office/powerpoint/2010/main" val="82136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700000">
                                      <p:cBhvr>
                                        <p:cTn id="6" dur="20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5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" dur="25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rupo 708">
            <a:extLst>
              <a:ext uri="{FF2B5EF4-FFF2-40B4-BE49-F238E27FC236}">
                <a16:creationId xmlns:a16="http://schemas.microsoft.com/office/drawing/2014/main" id="{D1A70C1C-87DA-0010-C0CB-A5D06F1B5DA8}"/>
              </a:ext>
            </a:extLst>
          </p:cNvPr>
          <p:cNvGrpSpPr/>
          <p:nvPr/>
        </p:nvGrpSpPr>
        <p:grpSpPr>
          <a:xfrm rot="21597357">
            <a:off x="7407639" y="2092457"/>
            <a:ext cx="2288079" cy="2013940"/>
            <a:chOff x="5734796" y="1871886"/>
            <a:chExt cx="2288079" cy="2013940"/>
          </a:xfrm>
        </p:grpSpPr>
        <p:grpSp>
          <p:nvGrpSpPr>
            <p:cNvPr id="721" name="Grupo 720">
              <a:extLst>
                <a:ext uri="{FF2B5EF4-FFF2-40B4-BE49-F238E27FC236}">
                  <a16:creationId xmlns:a16="http://schemas.microsoft.com/office/drawing/2014/main" id="{5E03AD7D-1202-12B0-85C2-A4C3EE9C2AF5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23" name="Grupo 722">
                <a:extLst>
                  <a:ext uri="{FF2B5EF4-FFF2-40B4-BE49-F238E27FC236}">
                    <a16:creationId xmlns:a16="http://schemas.microsoft.com/office/drawing/2014/main" id="{B7714D19-F035-034B-5BBC-B903A4FDDB4E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25" name="Elipse 724">
                  <a:extLst>
                    <a:ext uri="{FF2B5EF4-FFF2-40B4-BE49-F238E27FC236}">
                      <a16:creationId xmlns:a16="http://schemas.microsoft.com/office/drawing/2014/main" id="{43785FCA-A9A9-217B-69B2-A1E6EE781CFB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26" name="Diagrama de flujo: operación manual 725">
                  <a:extLst>
                    <a:ext uri="{FF2B5EF4-FFF2-40B4-BE49-F238E27FC236}">
                      <a16:creationId xmlns:a16="http://schemas.microsoft.com/office/drawing/2014/main" id="{C3B64BA0-E4D5-F1CA-51C7-4FE5C1A911BA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24" name="Elipse 723">
                <a:extLst>
                  <a:ext uri="{FF2B5EF4-FFF2-40B4-BE49-F238E27FC236}">
                    <a16:creationId xmlns:a16="http://schemas.microsoft.com/office/drawing/2014/main" id="{A11ECFF7-EA0D-BA47-3A5F-897BEE99C5A9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22" name="Diagrama de flujo: operación manual 721">
              <a:extLst>
                <a:ext uri="{FF2B5EF4-FFF2-40B4-BE49-F238E27FC236}">
                  <a16:creationId xmlns:a16="http://schemas.microsoft.com/office/drawing/2014/main" id="{6CC739CD-EED2-66FC-5588-62C6F775EAAF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BA88CE3E-A74D-DDD7-C2FE-B810969824F0}"/>
              </a:ext>
            </a:extLst>
          </p:cNvPr>
          <p:cNvGrpSpPr/>
          <p:nvPr/>
        </p:nvGrpSpPr>
        <p:grpSpPr>
          <a:xfrm rot="2393908" flipH="1" flipV="1">
            <a:off x="9128297" y="1435429"/>
            <a:ext cx="3013152" cy="3791868"/>
            <a:chOff x="6441712" y="2428073"/>
            <a:chExt cx="3013152" cy="3791868"/>
          </a:xfrm>
          <a:noFill/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51E99D4-2F00-D026-62E9-6B900B3A9B3E}"/>
                </a:ext>
              </a:extLst>
            </p:cNvPr>
            <p:cNvGrpSpPr/>
            <p:nvPr/>
          </p:nvGrpSpPr>
          <p:grpSpPr>
            <a:xfrm rot="20800040">
              <a:off x="6522971" y="4093604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91E31989-8E9B-C908-17AC-00928B289BDD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56" name="Grupo 55">
                  <a:extLst>
                    <a:ext uri="{FF2B5EF4-FFF2-40B4-BE49-F238E27FC236}">
                      <a16:creationId xmlns:a16="http://schemas.microsoft.com/office/drawing/2014/main" id="{977144ED-26CE-F846-E9C2-D2F74104BE20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3" name="Grupo 62">
                    <a:extLst>
                      <a:ext uri="{FF2B5EF4-FFF2-40B4-BE49-F238E27FC236}">
                        <a16:creationId xmlns:a16="http://schemas.microsoft.com/office/drawing/2014/main" id="{082D6E21-E2FC-E3CF-C9A2-2E24C93DAA2A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706" name="Rectángulo: esquinas redondeadas 705">
                      <a:extLst>
                        <a:ext uri="{FF2B5EF4-FFF2-40B4-BE49-F238E27FC236}">
                          <a16:creationId xmlns:a16="http://schemas.microsoft.com/office/drawing/2014/main" id="{A9FE458F-8368-51E1-B1BA-AACB5E207D66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07" name="Rectángulo: esquinas redondeadas 706">
                      <a:extLst>
                        <a:ext uri="{FF2B5EF4-FFF2-40B4-BE49-F238E27FC236}">
                          <a16:creationId xmlns:a16="http://schemas.microsoft.com/office/drawing/2014/main" id="{49ECE0A6-CE55-E783-84AB-E40CCCF0D98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704" name="Rectángulo 703">
                    <a:extLst>
                      <a:ext uri="{FF2B5EF4-FFF2-40B4-BE49-F238E27FC236}">
                        <a16:creationId xmlns:a16="http://schemas.microsoft.com/office/drawing/2014/main" id="{FE795584-BABA-E01D-FDEA-3962FB23413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05" name="Rectángulo 704">
                    <a:extLst>
                      <a:ext uri="{FF2B5EF4-FFF2-40B4-BE49-F238E27FC236}">
                        <a16:creationId xmlns:a16="http://schemas.microsoft.com/office/drawing/2014/main" id="{B77623E5-0B34-E2CB-264F-7A64785ED840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7" name="Grupo 56">
                  <a:extLst>
                    <a:ext uri="{FF2B5EF4-FFF2-40B4-BE49-F238E27FC236}">
                      <a16:creationId xmlns:a16="http://schemas.microsoft.com/office/drawing/2014/main" id="{E1CF4228-DE1A-BAA8-ACBC-BE9893BADFAD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58" name="Grupo 57">
                    <a:extLst>
                      <a:ext uri="{FF2B5EF4-FFF2-40B4-BE49-F238E27FC236}">
                        <a16:creationId xmlns:a16="http://schemas.microsoft.com/office/drawing/2014/main" id="{EFB5A716-8AA8-9E65-C56D-46D4F2733C7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61" name="Rectángulo: esquinas redondeadas 60">
                      <a:extLst>
                        <a:ext uri="{FF2B5EF4-FFF2-40B4-BE49-F238E27FC236}">
                          <a16:creationId xmlns:a16="http://schemas.microsoft.com/office/drawing/2014/main" id="{F25C043B-DF77-E6A5-7D10-85CD60A607F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2" name="Rectángulo: esquinas redondeadas 61">
                      <a:extLst>
                        <a:ext uri="{FF2B5EF4-FFF2-40B4-BE49-F238E27FC236}">
                          <a16:creationId xmlns:a16="http://schemas.microsoft.com/office/drawing/2014/main" id="{E7025E6B-6C74-F16F-B7EF-3F99F6B44E9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59" name="Rectángulo 58">
                    <a:extLst>
                      <a:ext uri="{FF2B5EF4-FFF2-40B4-BE49-F238E27FC236}">
                        <a16:creationId xmlns:a16="http://schemas.microsoft.com/office/drawing/2014/main" id="{9B8A8D34-D941-C5DB-3A71-BF7C00BF348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0" name="Rectángulo 59">
                    <a:extLst>
                      <a:ext uri="{FF2B5EF4-FFF2-40B4-BE49-F238E27FC236}">
                        <a16:creationId xmlns:a16="http://schemas.microsoft.com/office/drawing/2014/main" id="{580E44A4-49B5-FB68-5100-DF2A5FAF000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DE44DBA9-EE0F-EAA1-EC70-8FACD32D903D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30" name="Grupo 29">
                  <a:extLst>
                    <a:ext uri="{FF2B5EF4-FFF2-40B4-BE49-F238E27FC236}">
                      <a16:creationId xmlns:a16="http://schemas.microsoft.com/office/drawing/2014/main" id="{DD274463-4E1D-2938-577F-8E975A7C8788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35" name="Grupo 34">
                    <a:extLst>
                      <a:ext uri="{FF2B5EF4-FFF2-40B4-BE49-F238E27FC236}">
                        <a16:creationId xmlns:a16="http://schemas.microsoft.com/office/drawing/2014/main" id="{15EC8558-B51D-6838-3F56-E94C304388D6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37" name="Grupo 36">
                      <a:extLst>
                        <a:ext uri="{FF2B5EF4-FFF2-40B4-BE49-F238E27FC236}">
                          <a16:creationId xmlns:a16="http://schemas.microsoft.com/office/drawing/2014/main" id="{69C1F8A6-606F-561D-6C0C-4F59CE71BD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52" name="Elipse 51">
                        <a:extLst>
                          <a:ext uri="{FF2B5EF4-FFF2-40B4-BE49-F238E27FC236}">
                            <a16:creationId xmlns:a16="http://schemas.microsoft.com/office/drawing/2014/main" id="{514C096E-C87E-7B8C-DB8D-FB088861D0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6B52062-B160-192B-9837-A35585193C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54" name="Rectángulo 53">
                          <a:extLst>
                            <a:ext uri="{FF2B5EF4-FFF2-40B4-BE49-F238E27FC236}">
                              <a16:creationId xmlns:a16="http://schemas.microsoft.com/office/drawing/2014/main" id="{9C0D8E8D-C3B3-E062-90A4-0CF2A23C48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5" name="Rectángulo 54">
                          <a:extLst>
                            <a:ext uri="{FF2B5EF4-FFF2-40B4-BE49-F238E27FC236}">
                              <a16:creationId xmlns:a16="http://schemas.microsoft.com/office/drawing/2014/main" id="{0E053F5E-E479-DAC5-83D3-E358FAF5A0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8" name="Grupo 37">
                      <a:extLst>
                        <a:ext uri="{FF2B5EF4-FFF2-40B4-BE49-F238E27FC236}">
                          <a16:creationId xmlns:a16="http://schemas.microsoft.com/office/drawing/2014/main" id="{E035FEDE-4849-4A71-AF75-3560D465244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39" name="Grupo 38">
                        <a:extLst>
                          <a:ext uri="{FF2B5EF4-FFF2-40B4-BE49-F238E27FC236}">
                            <a16:creationId xmlns:a16="http://schemas.microsoft.com/office/drawing/2014/main" id="{739BD6C5-FCB4-1429-79A2-9E09158224E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44" name="Grupo 43">
                          <a:extLst>
                            <a:ext uri="{FF2B5EF4-FFF2-40B4-BE49-F238E27FC236}">
                              <a16:creationId xmlns:a16="http://schemas.microsoft.com/office/drawing/2014/main" id="{554F9CED-AF22-C473-143B-0F5B23432B0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49" name="Rectángulo 48">
                            <a:extLst>
                              <a:ext uri="{FF2B5EF4-FFF2-40B4-BE49-F238E27FC236}">
                                <a16:creationId xmlns:a16="http://schemas.microsoft.com/office/drawing/2014/main" id="{124AC4FC-718B-2DB9-8E32-26DF4FB0E04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50" name="Rectángulo 49">
                            <a:extLst>
                              <a:ext uri="{FF2B5EF4-FFF2-40B4-BE49-F238E27FC236}">
                                <a16:creationId xmlns:a16="http://schemas.microsoft.com/office/drawing/2014/main" id="{6EC02272-868E-B638-28FE-2BD5BFA116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1" name="Marco 50">
                            <a:extLst>
                              <a:ext uri="{FF2B5EF4-FFF2-40B4-BE49-F238E27FC236}">
                                <a16:creationId xmlns:a16="http://schemas.microsoft.com/office/drawing/2014/main" id="{61B28F5B-B73C-7292-D018-B9EAA87949B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5" name="Grupo 44">
                          <a:extLst>
                            <a:ext uri="{FF2B5EF4-FFF2-40B4-BE49-F238E27FC236}">
                              <a16:creationId xmlns:a16="http://schemas.microsoft.com/office/drawing/2014/main" id="{90197390-6748-B0E0-41D6-ED38B37B7E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46" name="Rectángulo 45">
                            <a:extLst>
                              <a:ext uri="{FF2B5EF4-FFF2-40B4-BE49-F238E27FC236}">
                                <a16:creationId xmlns:a16="http://schemas.microsoft.com/office/drawing/2014/main" id="{85E626B7-9978-DA80-0E83-F7F711A411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7" name="Rectángulo 46">
                            <a:extLst>
                              <a:ext uri="{FF2B5EF4-FFF2-40B4-BE49-F238E27FC236}">
                                <a16:creationId xmlns:a16="http://schemas.microsoft.com/office/drawing/2014/main" id="{89173D60-593E-BDD0-4323-362EEC079C9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8" name="Rectángulo 47">
                            <a:extLst>
                              <a:ext uri="{FF2B5EF4-FFF2-40B4-BE49-F238E27FC236}">
                                <a16:creationId xmlns:a16="http://schemas.microsoft.com/office/drawing/2014/main" id="{5A767A0B-C62E-7E42-63F6-4B779020DC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40" name="Grupo 39">
                        <a:extLst>
                          <a:ext uri="{FF2B5EF4-FFF2-40B4-BE49-F238E27FC236}">
                            <a16:creationId xmlns:a16="http://schemas.microsoft.com/office/drawing/2014/main" id="{FE3659B5-913B-8C0E-A7A2-AE14F38F6C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41" name="Rectángulo 40">
                          <a:extLst>
                            <a:ext uri="{FF2B5EF4-FFF2-40B4-BE49-F238E27FC236}">
                              <a16:creationId xmlns:a16="http://schemas.microsoft.com/office/drawing/2014/main" id="{B1FFC617-3D9C-D253-863B-2E0E8EC030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2" name="Rectángulo 41">
                          <a:extLst>
                            <a:ext uri="{FF2B5EF4-FFF2-40B4-BE49-F238E27FC236}">
                              <a16:creationId xmlns:a16="http://schemas.microsoft.com/office/drawing/2014/main" id="{18858F78-5982-8DD7-4D88-473869FC4F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3" name="Rectángulo 42">
                          <a:extLst>
                            <a:ext uri="{FF2B5EF4-FFF2-40B4-BE49-F238E27FC236}">
                              <a16:creationId xmlns:a16="http://schemas.microsoft.com/office/drawing/2014/main" id="{C85CE21E-7B19-6166-C810-3A3C8E75A7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998957E2-C751-6441-FA5E-181028178375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31" name="Grupo 30">
                  <a:extLst>
                    <a:ext uri="{FF2B5EF4-FFF2-40B4-BE49-F238E27FC236}">
                      <a16:creationId xmlns:a16="http://schemas.microsoft.com/office/drawing/2014/main" id="{5D018D2B-15E8-C235-AE71-FAD499D15FDC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9CDF96B4-A0D8-F54F-5EF5-F06AD467A32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3" name="Elipse 32">
                    <a:extLst>
                      <a:ext uri="{FF2B5EF4-FFF2-40B4-BE49-F238E27FC236}">
                        <a16:creationId xmlns:a16="http://schemas.microsoft.com/office/drawing/2014/main" id="{EC1A56ED-DB2A-01E8-B019-F8B9FAAB88FB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4" name="Elipse 33">
                    <a:extLst>
                      <a:ext uri="{FF2B5EF4-FFF2-40B4-BE49-F238E27FC236}">
                        <a16:creationId xmlns:a16="http://schemas.microsoft.com/office/drawing/2014/main" id="{3684E9BA-7E30-CF20-B671-01B60A4D519A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6839DE40-03A2-DE9F-81B3-A1C3D7B47636}"/>
                </a:ext>
              </a:extLst>
            </p:cNvPr>
            <p:cNvGrpSpPr/>
            <p:nvPr/>
          </p:nvGrpSpPr>
          <p:grpSpPr>
            <a:xfrm rot="19203449">
              <a:off x="7166785" y="2428073"/>
              <a:ext cx="2288079" cy="2013940"/>
              <a:chOff x="5734796" y="1871886"/>
              <a:chExt cx="2288079" cy="2013940"/>
            </a:xfrm>
            <a:grpFill/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7F829178-0220-7818-0E3D-4A5466596A2C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grpFill/>
            </p:grpSpPr>
            <p:grpSp>
              <p:nvGrpSpPr>
                <p:cNvPr id="24" name="Grupo 23">
                  <a:extLst>
                    <a:ext uri="{FF2B5EF4-FFF2-40B4-BE49-F238E27FC236}">
                      <a16:creationId xmlns:a16="http://schemas.microsoft.com/office/drawing/2014/main" id="{DE176E5F-651D-41D0-97A9-5B4BFD95A74C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26" name="Elipse 25">
                    <a:extLst>
                      <a:ext uri="{FF2B5EF4-FFF2-40B4-BE49-F238E27FC236}">
                        <a16:creationId xmlns:a16="http://schemas.microsoft.com/office/drawing/2014/main" id="{56217FDA-D25E-F407-7B78-349AD9E84A11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27" name="Diagrama de flujo: operación manual 26">
                    <a:extLst>
                      <a:ext uri="{FF2B5EF4-FFF2-40B4-BE49-F238E27FC236}">
                        <a16:creationId xmlns:a16="http://schemas.microsoft.com/office/drawing/2014/main" id="{3F351DF9-743D-3FF7-1394-71E0D53C5B24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982DB5A9-C937-E41F-4E7D-BE926AA5C630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3" name="Diagrama de flujo: operación manual 22">
                <a:extLst>
                  <a:ext uri="{FF2B5EF4-FFF2-40B4-BE49-F238E27FC236}">
                    <a16:creationId xmlns:a16="http://schemas.microsoft.com/office/drawing/2014/main" id="{5EFDB7C2-2C35-A537-6453-3F804065750E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A0486979-38CE-C918-38F6-80179528A555}"/>
                </a:ext>
              </a:extLst>
            </p:cNvPr>
            <p:cNvGrpSpPr/>
            <p:nvPr/>
          </p:nvGrpSpPr>
          <p:grpSpPr>
            <a:xfrm rot="19203449">
              <a:off x="6441712" y="3225590"/>
              <a:ext cx="1144431" cy="1266043"/>
              <a:chOff x="6089175" y="1851040"/>
              <a:chExt cx="1144431" cy="1266043"/>
            </a:xfrm>
            <a:grpFill/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D22B93FA-0073-B1C3-E95E-3BF287B90D79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  <a:grpFill/>
            </p:grpSpPr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68B7D6D3-C2CC-F4A5-93EC-068BD08ABE95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  <a:grpFill/>
              </p:grpSpPr>
              <p:grpSp>
                <p:nvGrpSpPr>
                  <p:cNvPr id="16" name="Grupo 15">
                    <a:extLst>
                      <a:ext uri="{FF2B5EF4-FFF2-40B4-BE49-F238E27FC236}">
                        <a16:creationId xmlns:a16="http://schemas.microsoft.com/office/drawing/2014/main" id="{A3D5A9B4-84E0-C0E5-9B63-471338CD295D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grpFill/>
                </p:grpSpPr>
                <p:grpSp>
                  <p:nvGrpSpPr>
                    <p:cNvPr id="18" name="Grupo 17">
                      <a:extLst>
                        <a:ext uri="{FF2B5EF4-FFF2-40B4-BE49-F238E27FC236}">
                          <a16:creationId xmlns:a16="http://schemas.microsoft.com/office/drawing/2014/main" id="{8AF36304-0F0D-9C5D-1C9A-D20E9A2E41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20" name="Elipse 19">
                        <a:extLst>
                          <a:ext uri="{FF2B5EF4-FFF2-40B4-BE49-F238E27FC236}">
                            <a16:creationId xmlns:a16="http://schemas.microsoft.com/office/drawing/2014/main" id="{B3124F97-99F6-1FC3-470A-8FBE519AE3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21" name="Diagrama de flujo: operación manual 20">
                        <a:extLst>
                          <a:ext uri="{FF2B5EF4-FFF2-40B4-BE49-F238E27FC236}">
                            <a16:creationId xmlns:a16="http://schemas.microsoft.com/office/drawing/2014/main" id="{F1B5F514-9318-84D2-C8E1-CE70901F62B4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9" name="Elipse 18">
                      <a:extLst>
                        <a:ext uri="{FF2B5EF4-FFF2-40B4-BE49-F238E27FC236}">
                          <a16:creationId xmlns:a16="http://schemas.microsoft.com/office/drawing/2014/main" id="{A4996E15-1EED-E35E-DF45-D681A6597D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7" name="Diagrama de flujo: operación manual 16">
                    <a:extLst>
                      <a:ext uri="{FF2B5EF4-FFF2-40B4-BE49-F238E27FC236}">
                        <a16:creationId xmlns:a16="http://schemas.microsoft.com/office/drawing/2014/main" id="{51CB00A3-B3F9-56FB-C10F-20E78E8A51D5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5" name="Elipse 14">
                  <a:extLst>
                    <a:ext uri="{FF2B5EF4-FFF2-40B4-BE49-F238E27FC236}">
                      <a16:creationId xmlns:a16="http://schemas.microsoft.com/office/drawing/2014/main" id="{F804A26D-4D52-3940-2595-3DDFD59C677D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F7F58E52-E827-3A28-7798-7101A437C0AE}"/>
                  </a:ext>
                </a:extLst>
              </p:cNvPr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796" name="Elipse 795">
            <a:extLst>
              <a:ext uri="{FF2B5EF4-FFF2-40B4-BE49-F238E27FC236}">
                <a16:creationId xmlns:a16="http://schemas.microsoft.com/office/drawing/2014/main" id="{7C548E97-4D47-42CF-C3EB-D74B596E69DF}"/>
              </a:ext>
            </a:extLst>
          </p:cNvPr>
          <p:cNvSpPr/>
          <p:nvPr/>
        </p:nvSpPr>
        <p:spPr>
          <a:xfrm rot="18593908">
            <a:off x="9389158" y="373689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206369"/>
            <a:ext cx="11068575" cy="110763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AUTOMATICO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Posicionamiento en origen</a:t>
            </a:r>
          </a:p>
        </p:txBody>
      </p:sp>
      <p:sp>
        <p:nvSpPr>
          <p:cNvPr id="768" name="Elipse 767">
            <a:extLst>
              <a:ext uri="{FF2B5EF4-FFF2-40B4-BE49-F238E27FC236}">
                <a16:creationId xmlns:a16="http://schemas.microsoft.com/office/drawing/2014/main" id="{C4299D63-3602-068A-B0FB-A7209652D7BC}"/>
              </a:ext>
            </a:extLst>
          </p:cNvPr>
          <p:cNvSpPr/>
          <p:nvPr/>
        </p:nvSpPr>
        <p:spPr>
          <a:xfrm>
            <a:off x="9931357" y="1163588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9" name="Subtítulo 2">
            <a:extLst>
              <a:ext uri="{FF2B5EF4-FFF2-40B4-BE49-F238E27FC236}">
                <a16:creationId xmlns:a16="http://schemas.microsoft.com/office/drawing/2014/main" id="{3998081D-8264-2F05-07B9-214EE1D60936}"/>
              </a:ext>
            </a:extLst>
          </p:cNvPr>
          <p:cNvSpPr txBox="1">
            <a:spLocks/>
          </p:cNvSpPr>
          <p:nvPr/>
        </p:nvSpPr>
        <p:spPr>
          <a:xfrm>
            <a:off x="10318877" y="1054093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S2</a:t>
            </a:r>
          </a:p>
        </p:txBody>
      </p:sp>
      <p:grpSp>
        <p:nvGrpSpPr>
          <p:cNvPr id="770" name="Grupo 769">
            <a:extLst>
              <a:ext uri="{FF2B5EF4-FFF2-40B4-BE49-F238E27FC236}">
                <a16:creationId xmlns:a16="http://schemas.microsoft.com/office/drawing/2014/main" id="{93E298B8-44DE-BE7F-0DA9-9931B916FF72}"/>
              </a:ext>
            </a:extLst>
          </p:cNvPr>
          <p:cNvGrpSpPr/>
          <p:nvPr/>
        </p:nvGrpSpPr>
        <p:grpSpPr>
          <a:xfrm>
            <a:off x="8605216" y="3291423"/>
            <a:ext cx="1123872" cy="1369240"/>
            <a:chOff x="7991273" y="3108960"/>
            <a:chExt cx="1192486" cy="1369240"/>
          </a:xfrm>
        </p:grpSpPr>
        <p:grpSp>
          <p:nvGrpSpPr>
            <p:cNvPr id="771" name="Grupo 770">
              <a:extLst>
                <a:ext uri="{FF2B5EF4-FFF2-40B4-BE49-F238E27FC236}">
                  <a16:creationId xmlns:a16="http://schemas.microsoft.com/office/drawing/2014/main" id="{C83FE746-A514-1205-CADC-64C826A5F8F8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2" name="Rectángulo: esquinas redondeadas 791">
                <a:extLst>
                  <a:ext uri="{FF2B5EF4-FFF2-40B4-BE49-F238E27FC236}">
                    <a16:creationId xmlns:a16="http://schemas.microsoft.com/office/drawing/2014/main" id="{84CAF8A3-E8CA-9AF1-DCD9-A3CE7DD6F7DF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3" name="Grupo 792">
                <a:extLst>
                  <a:ext uri="{FF2B5EF4-FFF2-40B4-BE49-F238E27FC236}">
                    <a16:creationId xmlns:a16="http://schemas.microsoft.com/office/drawing/2014/main" id="{ECCC1F93-D9E0-7E48-1319-44A2785EDCBD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4" name="Diagrama de flujo: operación manual 793">
                  <a:extLst>
                    <a:ext uri="{FF2B5EF4-FFF2-40B4-BE49-F238E27FC236}">
                      <a16:creationId xmlns:a16="http://schemas.microsoft.com/office/drawing/2014/main" id="{42763D7A-D7D3-1F9C-979D-A4F185FA84F9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5" name="Rectángulo: esquinas redondeadas 794">
                  <a:extLst>
                    <a:ext uri="{FF2B5EF4-FFF2-40B4-BE49-F238E27FC236}">
                      <a16:creationId xmlns:a16="http://schemas.microsoft.com/office/drawing/2014/main" id="{EE8D544D-4078-8395-DBD4-05A9E52D96C6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2" name="Grupo 771">
              <a:extLst>
                <a:ext uri="{FF2B5EF4-FFF2-40B4-BE49-F238E27FC236}">
                  <a16:creationId xmlns:a16="http://schemas.microsoft.com/office/drawing/2014/main" id="{43EDEAC8-62B7-2300-FF30-9A5F1C0E0D91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3" name="Grupo 772">
                <a:extLst>
                  <a:ext uri="{FF2B5EF4-FFF2-40B4-BE49-F238E27FC236}">
                    <a16:creationId xmlns:a16="http://schemas.microsoft.com/office/drawing/2014/main" id="{15E219CB-4CC1-60AC-18BC-5FEC2007B47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433C683C-A1F6-3DE6-17B6-51D243D793DD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Elipse 790">
                  <a:extLst>
                    <a:ext uri="{FF2B5EF4-FFF2-40B4-BE49-F238E27FC236}">
                      <a16:creationId xmlns:a16="http://schemas.microsoft.com/office/drawing/2014/main" id="{BCD069F9-0429-951A-55C9-1D8DAF07D21C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4" name="Grupo 773">
                <a:extLst>
                  <a:ext uri="{FF2B5EF4-FFF2-40B4-BE49-F238E27FC236}">
                    <a16:creationId xmlns:a16="http://schemas.microsoft.com/office/drawing/2014/main" id="{DB904981-E602-B5DB-D768-637B994BDEA4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87" name="Elipse 786">
                  <a:extLst>
                    <a:ext uri="{FF2B5EF4-FFF2-40B4-BE49-F238E27FC236}">
                      <a16:creationId xmlns:a16="http://schemas.microsoft.com/office/drawing/2014/main" id="{46584522-BD22-66B6-526F-E2AEB1EA0180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E65AEE1F-5E19-9E0B-F86F-0058210B4E62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9" name="Rectángulo 788">
                  <a:extLst>
                    <a:ext uri="{FF2B5EF4-FFF2-40B4-BE49-F238E27FC236}">
                      <a16:creationId xmlns:a16="http://schemas.microsoft.com/office/drawing/2014/main" id="{9376E2CB-4520-0233-8D48-4C7048B9C78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5" name="Grupo 774">
                <a:extLst>
                  <a:ext uri="{FF2B5EF4-FFF2-40B4-BE49-F238E27FC236}">
                    <a16:creationId xmlns:a16="http://schemas.microsoft.com/office/drawing/2014/main" id="{87D847DA-86F4-93F4-977C-E646D3346E96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4" name="Elipse 783">
                  <a:extLst>
                    <a:ext uri="{FF2B5EF4-FFF2-40B4-BE49-F238E27FC236}">
                      <a16:creationId xmlns:a16="http://schemas.microsoft.com/office/drawing/2014/main" id="{1500A88B-376C-D1AF-A015-99C37BFAE618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12429953-23EA-FD10-D27F-8148D542E1CE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6" name="Rectángulo 785">
                  <a:extLst>
                    <a:ext uri="{FF2B5EF4-FFF2-40B4-BE49-F238E27FC236}">
                      <a16:creationId xmlns:a16="http://schemas.microsoft.com/office/drawing/2014/main" id="{E7CF6D6F-912E-41E2-A39E-1539461463C7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6" name="Grupo 775">
                <a:extLst>
                  <a:ext uri="{FF2B5EF4-FFF2-40B4-BE49-F238E27FC236}">
                    <a16:creationId xmlns:a16="http://schemas.microsoft.com/office/drawing/2014/main" id="{52F9DC47-E99C-09D4-DDD7-583E5274D092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1" name="Elipse 780">
                  <a:extLst>
                    <a:ext uri="{FF2B5EF4-FFF2-40B4-BE49-F238E27FC236}">
                      <a16:creationId xmlns:a16="http://schemas.microsoft.com/office/drawing/2014/main" id="{67FC7693-A356-F87E-4700-4E9BD043B5C8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2" name="Rectángulo 781">
                  <a:extLst>
                    <a:ext uri="{FF2B5EF4-FFF2-40B4-BE49-F238E27FC236}">
                      <a16:creationId xmlns:a16="http://schemas.microsoft.com/office/drawing/2014/main" id="{3E030DEA-D9BC-EE73-3B03-F8BBEFFEEAF5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3" name="Rectángulo 782">
                  <a:extLst>
                    <a:ext uri="{FF2B5EF4-FFF2-40B4-BE49-F238E27FC236}">
                      <a16:creationId xmlns:a16="http://schemas.microsoft.com/office/drawing/2014/main" id="{96A9EFFB-BF65-60AE-C0C0-90BD7AD850BB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77" name="Grupo 776">
                <a:extLst>
                  <a:ext uri="{FF2B5EF4-FFF2-40B4-BE49-F238E27FC236}">
                    <a16:creationId xmlns:a16="http://schemas.microsoft.com/office/drawing/2014/main" id="{EF08E5EF-9973-3FC6-9033-6E2A8369976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78" name="Elipse 777">
                  <a:extLst>
                    <a:ext uri="{FF2B5EF4-FFF2-40B4-BE49-F238E27FC236}">
                      <a16:creationId xmlns:a16="http://schemas.microsoft.com/office/drawing/2014/main" id="{DCEACCA7-5C86-6AA6-3B30-5B51364054C6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79" name="Rectángulo 778">
                  <a:extLst>
                    <a:ext uri="{FF2B5EF4-FFF2-40B4-BE49-F238E27FC236}">
                      <a16:creationId xmlns:a16="http://schemas.microsoft.com/office/drawing/2014/main" id="{76D8F88A-39FB-EFF7-534B-35977EC5BA4D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0" name="Rectángulo 779">
                  <a:extLst>
                    <a:ext uri="{FF2B5EF4-FFF2-40B4-BE49-F238E27FC236}">
                      <a16:creationId xmlns:a16="http://schemas.microsoft.com/office/drawing/2014/main" id="{FF5A2E11-7583-5C0F-0E34-B0B695398D0A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797" name="Grupo 796">
            <a:extLst>
              <a:ext uri="{FF2B5EF4-FFF2-40B4-BE49-F238E27FC236}">
                <a16:creationId xmlns:a16="http://schemas.microsoft.com/office/drawing/2014/main" id="{DB6E9BAE-1280-16E1-9D4B-B9269D0C6BCE}"/>
              </a:ext>
            </a:extLst>
          </p:cNvPr>
          <p:cNvGrpSpPr/>
          <p:nvPr/>
        </p:nvGrpSpPr>
        <p:grpSpPr>
          <a:xfrm>
            <a:off x="7939809" y="4698012"/>
            <a:ext cx="3600000" cy="2124000"/>
            <a:chOff x="7379270" y="4515549"/>
            <a:chExt cx="3600000" cy="2124000"/>
          </a:xfrm>
        </p:grpSpPr>
        <p:sp>
          <p:nvSpPr>
            <p:cNvPr id="798" name="Marco 797">
              <a:extLst>
                <a:ext uri="{FF2B5EF4-FFF2-40B4-BE49-F238E27FC236}">
                  <a16:creationId xmlns:a16="http://schemas.microsoft.com/office/drawing/2014/main" id="{F5484A49-2AF8-D6FA-5432-94388F0BF726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799" name="Marco 798">
              <a:extLst>
                <a:ext uri="{FF2B5EF4-FFF2-40B4-BE49-F238E27FC236}">
                  <a16:creationId xmlns:a16="http://schemas.microsoft.com/office/drawing/2014/main" id="{849BC596-710B-AD3A-2D1D-D98B358DD6C0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0" name="Grupo 799">
              <a:extLst>
                <a:ext uri="{FF2B5EF4-FFF2-40B4-BE49-F238E27FC236}">
                  <a16:creationId xmlns:a16="http://schemas.microsoft.com/office/drawing/2014/main" id="{3868C67B-FB8A-AA0A-6E3F-01A922ADC401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5" name="Grupo 814">
                <a:extLst>
                  <a:ext uri="{FF2B5EF4-FFF2-40B4-BE49-F238E27FC236}">
                    <a16:creationId xmlns:a16="http://schemas.microsoft.com/office/drawing/2014/main" id="{A44BC17F-1CCD-AAC9-36F9-E5AA162EC18D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19" name="Grupo 818">
                  <a:extLst>
                    <a:ext uri="{FF2B5EF4-FFF2-40B4-BE49-F238E27FC236}">
                      <a16:creationId xmlns:a16="http://schemas.microsoft.com/office/drawing/2014/main" id="{C231F16B-9908-B98F-AC34-0A272B49E015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27" name="Rectángulo 826">
                    <a:extLst>
                      <a:ext uri="{FF2B5EF4-FFF2-40B4-BE49-F238E27FC236}">
                        <a16:creationId xmlns:a16="http://schemas.microsoft.com/office/drawing/2014/main" id="{7A2B812F-E0B0-4EFD-5A4A-49E3E70B6680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28" name="Rectángulo 827">
                    <a:extLst>
                      <a:ext uri="{FF2B5EF4-FFF2-40B4-BE49-F238E27FC236}">
                        <a16:creationId xmlns:a16="http://schemas.microsoft.com/office/drawing/2014/main" id="{5048C5D9-2E42-9F18-EC01-5DD62B9C1046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0" name="Grupo 819">
                  <a:extLst>
                    <a:ext uri="{FF2B5EF4-FFF2-40B4-BE49-F238E27FC236}">
                      <a16:creationId xmlns:a16="http://schemas.microsoft.com/office/drawing/2014/main" id="{42F98169-8D6E-5B7B-C210-AD5314AE6FF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1" name="Grupo 820">
                    <a:extLst>
                      <a:ext uri="{FF2B5EF4-FFF2-40B4-BE49-F238E27FC236}">
                        <a16:creationId xmlns:a16="http://schemas.microsoft.com/office/drawing/2014/main" id="{7A8C685C-C1D2-198E-76B9-0F989DA4CD3C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5" name="Rectángulo 824">
                      <a:extLst>
                        <a:ext uri="{FF2B5EF4-FFF2-40B4-BE49-F238E27FC236}">
                          <a16:creationId xmlns:a16="http://schemas.microsoft.com/office/drawing/2014/main" id="{C9D06C5A-E73C-E926-9651-EDC762DE16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6" name="Rectángulo 825">
                      <a:extLst>
                        <a:ext uri="{FF2B5EF4-FFF2-40B4-BE49-F238E27FC236}">
                          <a16:creationId xmlns:a16="http://schemas.microsoft.com/office/drawing/2014/main" id="{0DF2D9B9-940B-8392-83FF-34EA104A9A2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2" name="Grupo 821">
                    <a:extLst>
                      <a:ext uri="{FF2B5EF4-FFF2-40B4-BE49-F238E27FC236}">
                        <a16:creationId xmlns:a16="http://schemas.microsoft.com/office/drawing/2014/main" id="{5999BF35-3E6A-BAB2-EB19-FD26495B3C8A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3" name="Rectángulo 822">
                      <a:extLst>
                        <a:ext uri="{FF2B5EF4-FFF2-40B4-BE49-F238E27FC236}">
                          <a16:creationId xmlns:a16="http://schemas.microsoft.com/office/drawing/2014/main" id="{50937548-D25B-7625-128F-B601C5B52D8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4" name="Rectángulo 823">
                      <a:extLst>
                        <a:ext uri="{FF2B5EF4-FFF2-40B4-BE49-F238E27FC236}">
                          <a16:creationId xmlns:a16="http://schemas.microsoft.com/office/drawing/2014/main" id="{28ADFAAB-DCF9-7F0A-14CA-13B1E004B2C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16" name="Grupo 815">
                <a:extLst>
                  <a:ext uri="{FF2B5EF4-FFF2-40B4-BE49-F238E27FC236}">
                    <a16:creationId xmlns:a16="http://schemas.microsoft.com/office/drawing/2014/main" id="{E337336A-84A0-0BBB-54B8-DCC5C911FE5E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17" name="Diagrama de flujo: operación manual 816">
                  <a:extLst>
                    <a:ext uri="{FF2B5EF4-FFF2-40B4-BE49-F238E27FC236}">
                      <a16:creationId xmlns:a16="http://schemas.microsoft.com/office/drawing/2014/main" id="{80C6D5E1-545C-9F71-5AC1-C5449D4C7EE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8" name="Diagrama de flujo: operación manual 817">
                  <a:extLst>
                    <a:ext uri="{FF2B5EF4-FFF2-40B4-BE49-F238E27FC236}">
                      <a16:creationId xmlns:a16="http://schemas.microsoft.com/office/drawing/2014/main" id="{A39E00C6-5171-128E-63DB-41FDBB5F470E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1" name="Grupo 800">
              <a:extLst>
                <a:ext uri="{FF2B5EF4-FFF2-40B4-BE49-F238E27FC236}">
                  <a16:creationId xmlns:a16="http://schemas.microsoft.com/office/drawing/2014/main" id="{AF7838A1-EA1C-9703-FF0C-8680480B7141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2" name="Rectángulo 811">
                <a:extLst>
                  <a:ext uri="{FF2B5EF4-FFF2-40B4-BE49-F238E27FC236}">
                    <a16:creationId xmlns:a16="http://schemas.microsoft.com/office/drawing/2014/main" id="{0D8F20B8-4627-EF30-8AD3-16D264AC2199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CF5242A6-D4BF-A2CB-F139-399143B731CD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4" name="Rectángulo 813">
                <a:extLst>
                  <a:ext uri="{FF2B5EF4-FFF2-40B4-BE49-F238E27FC236}">
                    <a16:creationId xmlns:a16="http://schemas.microsoft.com/office/drawing/2014/main" id="{07AF1B35-BE12-E480-95CA-0DD46EDA6010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2" name="Rectángulo 801">
              <a:extLst>
                <a:ext uri="{FF2B5EF4-FFF2-40B4-BE49-F238E27FC236}">
                  <a16:creationId xmlns:a16="http://schemas.microsoft.com/office/drawing/2014/main" id="{363F3EA6-AF2C-5BFD-5F6C-81C2D534781D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3" name="Grupo 802">
              <a:extLst>
                <a:ext uri="{FF2B5EF4-FFF2-40B4-BE49-F238E27FC236}">
                  <a16:creationId xmlns:a16="http://schemas.microsoft.com/office/drawing/2014/main" id="{846A30A5-B9A2-4390-25E6-CD322F92FB09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08" name="Grupo 807">
                <a:extLst>
                  <a:ext uri="{FF2B5EF4-FFF2-40B4-BE49-F238E27FC236}">
                    <a16:creationId xmlns:a16="http://schemas.microsoft.com/office/drawing/2014/main" id="{FB95A96A-B43F-C7AA-B07E-8D0F85F8CDE5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0" name="Rectángulo 809">
                  <a:extLst>
                    <a:ext uri="{FF2B5EF4-FFF2-40B4-BE49-F238E27FC236}">
                      <a16:creationId xmlns:a16="http://schemas.microsoft.com/office/drawing/2014/main" id="{414F5D5B-DDAF-820F-20B9-982C732BF413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1" name="Rectángulo 810">
                  <a:extLst>
                    <a:ext uri="{FF2B5EF4-FFF2-40B4-BE49-F238E27FC236}">
                      <a16:creationId xmlns:a16="http://schemas.microsoft.com/office/drawing/2014/main" id="{283BB803-4310-81B2-9FED-D3D744765BA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D8B6EBE7-7199-D408-ADDC-2141157E045B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3CE5F3C5-B714-3E15-3451-5FE9C190F1FA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5" name="Rectángulo 804">
                <a:extLst>
                  <a:ext uri="{FF2B5EF4-FFF2-40B4-BE49-F238E27FC236}">
                    <a16:creationId xmlns:a16="http://schemas.microsoft.com/office/drawing/2014/main" id="{DFC30E4F-ED9F-863F-50FE-D36484EBB3D2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06" name="Rectángulo 805">
                <a:extLst>
                  <a:ext uri="{FF2B5EF4-FFF2-40B4-BE49-F238E27FC236}">
                    <a16:creationId xmlns:a16="http://schemas.microsoft.com/office/drawing/2014/main" id="{0BABA51E-1657-82A2-8243-44300EDB7B90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07" name="Rectángulo 806">
                <a:extLst>
                  <a:ext uri="{FF2B5EF4-FFF2-40B4-BE49-F238E27FC236}">
                    <a16:creationId xmlns:a16="http://schemas.microsoft.com/office/drawing/2014/main" id="{817C15F9-CB2D-C41E-1CCC-233544E504ED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55" name="Elipse 854">
            <a:extLst>
              <a:ext uri="{FF2B5EF4-FFF2-40B4-BE49-F238E27FC236}">
                <a16:creationId xmlns:a16="http://schemas.microsoft.com/office/drawing/2014/main" id="{06E252F9-7A99-3820-4835-80A0EB875102}"/>
              </a:ext>
            </a:extLst>
          </p:cNvPr>
          <p:cNvSpPr/>
          <p:nvPr/>
        </p:nvSpPr>
        <p:spPr>
          <a:xfrm rot="5400000">
            <a:off x="8790088" y="379673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56" name="Elipse 855">
            <a:extLst>
              <a:ext uri="{FF2B5EF4-FFF2-40B4-BE49-F238E27FC236}">
                <a16:creationId xmlns:a16="http://schemas.microsoft.com/office/drawing/2014/main" id="{4FA76E1C-FCC7-BE32-015A-96DF12320DAB}"/>
              </a:ext>
            </a:extLst>
          </p:cNvPr>
          <p:cNvSpPr/>
          <p:nvPr/>
        </p:nvSpPr>
        <p:spPr>
          <a:xfrm rot="5400000">
            <a:off x="9427628" y="377846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3EBECA3-97AF-7B86-0229-2A8BD059323C}"/>
              </a:ext>
            </a:extLst>
          </p:cNvPr>
          <p:cNvSpPr txBox="1">
            <a:spLocks/>
          </p:cNvSpPr>
          <p:nvPr/>
        </p:nvSpPr>
        <p:spPr>
          <a:xfrm>
            <a:off x="559720" y="1408733"/>
            <a:ext cx="2785332" cy="703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Eslabón 3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1AF844F-61CE-DEF6-CCEA-B79DA6B52523}"/>
              </a:ext>
            </a:extLst>
          </p:cNvPr>
          <p:cNvSpPr/>
          <p:nvPr/>
        </p:nvSpPr>
        <p:spPr>
          <a:xfrm>
            <a:off x="9961786" y="2762600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DB8D7B3-6D9C-B8E8-CCEB-105ECFC92092}"/>
              </a:ext>
            </a:extLst>
          </p:cNvPr>
          <p:cNvSpPr txBox="1">
            <a:spLocks/>
          </p:cNvSpPr>
          <p:nvPr/>
        </p:nvSpPr>
        <p:spPr>
          <a:xfrm>
            <a:off x="10349306" y="2653105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S3</a:t>
            </a:r>
          </a:p>
        </p:txBody>
      </p:sp>
      <p:sp>
        <p:nvSpPr>
          <p:cNvPr id="886" name="Elipse 885">
            <a:extLst>
              <a:ext uri="{FF2B5EF4-FFF2-40B4-BE49-F238E27FC236}">
                <a16:creationId xmlns:a16="http://schemas.microsoft.com/office/drawing/2014/main" id="{C9557DA3-C2E3-421F-A1F7-138A9ECA6D03}"/>
              </a:ext>
            </a:extLst>
          </p:cNvPr>
          <p:cNvSpPr/>
          <p:nvPr/>
        </p:nvSpPr>
        <p:spPr>
          <a:xfrm rot="5400000">
            <a:off x="7660195" y="2686153"/>
            <a:ext cx="72000" cy="72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87" name="Elipse 886">
            <a:extLst>
              <a:ext uri="{FF2B5EF4-FFF2-40B4-BE49-F238E27FC236}">
                <a16:creationId xmlns:a16="http://schemas.microsoft.com/office/drawing/2014/main" id="{6BF6C309-4F0C-AB44-4609-0761CBC431CA}"/>
              </a:ext>
            </a:extLst>
          </p:cNvPr>
          <p:cNvSpPr/>
          <p:nvPr/>
        </p:nvSpPr>
        <p:spPr>
          <a:xfrm rot="5400000">
            <a:off x="7987462" y="2326610"/>
            <a:ext cx="72000" cy="72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890" name="Grupo 889">
            <a:extLst>
              <a:ext uri="{FF2B5EF4-FFF2-40B4-BE49-F238E27FC236}">
                <a16:creationId xmlns:a16="http://schemas.microsoft.com/office/drawing/2014/main" id="{1D087F90-4593-6F2F-F8E6-C9C6ADD52576}"/>
              </a:ext>
            </a:extLst>
          </p:cNvPr>
          <p:cNvGrpSpPr/>
          <p:nvPr/>
        </p:nvGrpSpPr>
        <p:grpSpPr>
          <a:xfrm>
            <a:off x="5559739" y="684534"/>
            <a:ext cx="4289189" cy="3438642"/>
            <a:chOff x="5559739" y="394254"/>
            <a:chExt cx="4289189" cy="3438642"/>
          </a:xfrm>
        </p:grpSpPr>
        <p:grpSp>
          <p:nvGrpSpPr>
            <p:cNvPr id="885" name="Grupo 884">
              <a:extLst>
                <a:ext uri="{FF2B5EF4-FFF2-40B4-BE49-F238E27FC236}">
                  <a16:creationId xmlns:a16="http://schemas.microsoft.com/office/drawing/2014/main" id="{BAC4C7F9-6F57-8DEA-6C49-4147450B2081}"/>
                </a:ext>
              </a:extLst>
            </p:cNvPr>
            <p:cNvGrpSpPr/>
            <p:nvPr/>
          </p:nvGrpSpPr>
          <p:grpSpPr>
            <a:xfrm rot="3450152">
              <a:off x="5985013" y="-31020"/>
              <a:ext cx="3438642" cy="4289189"/>
              <a:chOff x="5985013" y="7080"/>
              <a:chExt cx="3438642" cy="4289189"/>
            </a:xfrm>
          </p:grpSpPr>
          <p:grpSp>
            <p:nvGrpSpPr>
              <p:cNvPr id="756" name="Grupo 755">
                <a:extLst>
                  <a:ext uri="{FF2B5EF4-FFF2-40B4-BE49-F238E27FC236}">
                    <a16:creationId xmlns:a16="http://schemas.microsoft.com/office/drawing/2014/main" id="{2C18CA99-CB01-08E8-D9DB-E361A1875516}"/>
                  </a:ext>
                </a:extLst>
              </p:cNvPr>
              <p:cNvGrpSpPr/>
              <p:nvPr/>
            </p:nvGrpSpPr>
            <p:grpSpPr>
              <a:xfrm>
                <a:off x="5985013" y="1669212"/>
                <a:ext cx="1872236" cy="2627057"/>
                <a:chOff x="5985013" y="1669212"/>
                <a:chExt cx="1872236" cy="2627057"/>
              </a:xfrm>
            </p:grpSpPr>
            <p:grpSp>
              <p:nvGrpSpPr>
                <p:cNvPr id="708" name="Grupo 707">
                  <a:extLst>
                    <a:ext uri="{FF2B5EF4-FFF2-40B4-BE49-F238E27FC236}">
                      <a16:creationId xmlns:a16="http://schemas.microsoft.com/office/drawing/2014/main" id="{915A9E12-A2FD-BB92-80A9-855843AD6942}"/>
                    </a:ext>
                  </a:extLst>
                </p:cNvPr>
                <p:cNvGrpSpPr/>
                <p:nvPr/>
              </p:nvGrpSpPr>
              <p:grpSpPr>
                <a:xfrm rot="1593948">
                  <a:off x="5985013" y="2169932"/>
                  <a:ext cx="779056" cy="2126337"/>
                  <a:chOff x="5775047" y="2428623"/>
                  <a:chExt cx="779056" cy="2126337"/>
                </a:xfrm>
              </p:grpSpPr>
              <p:grpSp>
                <p:nvGrpSpPr>
                  <p:cNvPr id="727" name="Grupo 726">
                    <a:extLst>
                      <a:ext uri="{FF2B5EF4-FFF2-40B4-BE49-F238E27FC236}">
                        <a16:creationId xmlns:a16="http://schemas.microsoft.com/office/drawing/2014/main" id="{49F01173-F1D3-2644-1B5C-8CD93548A970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709555" cy="832699"/>
                    <a:chOff x="5809042" y="3722261"/>
                    <a:chExt cx="709555" cy="832699"/>
                  </a:xfrm>
                </p:grpSpPr>
                <p:grpSp>
                  <p:nvGrpSpPr>
                    <p:cNvPr id="755" name="Grupo 754">
                      <a:extLst>
                        <a:ext uri="{FF2B5EF4-FFF2-40B4-BE49-F238E27FC236}">
                          <a16:creationId xmlns:a16="http://schemas.microsoft.com/office/drawing/2014/main" id="{15AA4B6A-3661-3C89-6D89-23C57530A0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276111" cy="832437"/>
                      <a:chOff x="5809042" y="3722261"/>
                      <a:chExt cx="276111" cy="832437"/>
                    </a:xfrm>
                  </p:grpSpPr>
                  <p:grpSp>
                    <p:nvGrpSpPr>
                      <p:cNvPr id="763" name="Grupo 762">
                        <a:extLst>
                          <a:ext uri="{FF2B5EF4-FFF2-40B4-BE49-F238E27FC236}">
                            <a16:creationId xmlns:a16="http://schemas.microsoft.com/office/drawing/2014/main" id="{F953FEBC-8031-240D-C7E1-A80211D1FE0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</p:grpSpPr>
                    <p:sp>
                      <p:nvSpPr>
                        <p:cNvPr id="766" name="Rectángulo: esquinas redondeadas 765">
                          <a:extLst>
                            <a:ext uri="{FF2B5EF4-FFF2-40B4-BE49-F238E27FC236}">
                              <a16:creationId xmlns:a16="http://schemas.microsoft.com/office/drawing/2014/main" id="{3DF35693-8C0B-9E2C-ADE0-E276A278F1F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767" name="Rectángulo: esquinas redondeadas 766">
                          <a:extLst>
                            <a:ext uri="{FF2B5EF4-FFF2-40B4-BE49-F238E27FC236}">
                              <a16:creationId xmlns:a16="http://schemas.microsoft.com/office/drawing/2014/main" id="{61A244E8-DCC7-190B-7C8F-CB5633115A7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764" name="Rectángulo 763">
                        <a:extLst>
                          <a:ext uri="{FF2B5EF4-FFF2-40B4-BE49-F238E27FC236}">
                            <a16:creationId xmlns:a16="http://schemas.microsoft.com/office/drawing/2014/main" id="{E3D0A90A-5EF8-7D2B-3F57-71AA7440CFF9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65" name="Rectángulo 764">
                        <a:extLst>
                          <a:ext uri="{FF2B5EF4-FFF2-40B4-BE49-F238E27FC236}">
                            <a16:creationId xmlns:a16="http://schemas.microsoft.com/office/drawing/2014/main" id="{F150532F-ADB0-48E8-5D2B-DBB427064E13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757" name="Grupo 756">
                      <a:extLst>
                        <a:ext uri="{FF2B5EF4-FFF2-40B4-BE49-F238E27FC236}">
                          <a16:creationId xmlns:a16="http://schemas.microsoft.com/office/drawing/2014/main" id="{6022CAC4-D872-2CBC-FBC8-1D980047EAD3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6242486" y="3722523"/>
                      <a:ext cx="276111" cy="832437"/>
                      <a:chOff x="5809042" y="3722261"/>
                      <a:chExt cx="276111" cy="832437"/>
                    </a:xfrm>
                  </p:grpSpPr>
                  <p:grpSp>
                    <p:nvGrpSpPr>
                      <p:cNvPr id="758" name="Grupo 757">
                        <a:extLst>
                          <a:ext uri="{FF2B5EF4-FFF2-40B4-BE49-F238E27FC236}">
                            <a16:creationId xmlns:a16="http://schemas.microsoft.com/office/drawing/2014/main" id="{A02BF728-2AB0-1F06-4AD3-2231E4A6972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</p:grpSpPr>
                    <p:sp>
                      <p:nvSpPr>
                        <p:cNvPr id="761" name="Rectángulo: esquinas redondeadas 760">
                          <a:extLst>
                            <a:ext uri="{FF2B5EF4-FFF2-40B4-BE49-F238E27FC236}">
                              <a16:creationId xmlns:a16="http://schemas.microsoft.com/office/drawing/2014/main" id="{6318629D-4529-2D5A-B0D5-219C11D0015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762" name="Rectángulo: esquinas redondeadas 761">
                          <a:extLst>
                            <a:ext uri="{FF2B5EF4-FFF2-40B4-BE49-F238E27FC236}">
                              <a16:creationId xmlns:a16="http://schemas.microsoft.com/office/drawing/2014/main" id="{8AE019B1-0AD8-6AA6-2F78-A4194F0D3D4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759" name="Rectángulo 758">
                        <a:extLst>
                          <a:ext uri="{FF2B5EF4-FFF2-40B4-BE49-F238E27FC236}">
                            <a16:creationId xmlns:a16="http://schemas.microsoft.com/office/drawing/2014/main" id="{239BE329-ABFC-35AE-CF2A-C78B2FE4CF55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60" name="Rectángulo 759">
                        <a:extLst>
                          <a:ext uri="{FF2B5EF4-FFF2-40B4-BE49-F238E27FC236}">
                            <a16:creationId xmlns:a16="http://schemas.microsoft.com/office/drawing/2014/main" id="{47489076-8F28-2AB1-9624-142227CA3E4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728" name="Grupo 727">
                    <a:extLst>
                      <a:ext uri="{FF2B5EF4-FFF2-40B4-BE49-F238E27FC236}">
                        <a16:creationId xmlns:a16="http://schemas.microsoft.com/office/drawing/2014/main" id="{111F9AE2-CF77-C0BC-ABBA-0F094F586CCB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2428623"/>
                    <a:ext cx="779056" cy="1666542"/>
                    <a:chOff x="5775047" y="2428623"/>
                    <a:chExt cx="779056" cy="1666542"/>
                  </a:xfrm>
                </p:grpSpPr>
                <p:grpSp>
                  <p:nvGrpSpPr>
                    <p:cNvPr id="729" name="Grupo 728">
                      <a:extLst>
                        <a:ext uri="{FF2B5EF4-FFF2-40B4-BE49-F238E27FC236}">
                          <a16:creationId xmlns:a16="http://schemas.microsoft.com/office/drawing/2014/main" id="{71C46DB4-FDC0-2763-7BE0-5A5C95A1A7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</p:grpSpPr>
                  <p:grpSp>
                    <p:nvGrpSpPr>
                      <p:cNvPr id="734" name="Grupo 733">
                        <a:extLst>
                          <a:ext uri="{FF2B5EF4-FFF2-40B4-BE49-F238E27FC236}">
                            <a16:creationId xmlns:a16="http://schemas.microsoft.com/office/drawing/2014/main" id="{907236BF-EDA3-1527-141F-B5AD8EA1F85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</p:grpSpPr>
                    <p:grpSp>
                      <p:nvGrpSpPr>
                        <p:cNvPr id="736" name="Grupo 735">
                          <a:extLst>
                            <a:ext uri="{FF2B5EF4-FFF2-40B4-BE49-F238E27FC236}">
                              <a16:creationId xmlns:a16="http://schemas.microsoft.com/office/drawing/2014/main" id="{E06FCED9-C571-86F7-3FD8-97F8C9F3186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p:grpSpPr>
                      <p:sp>
                        <p:nvSpPr>
                          <p:cNvPr id="751" name="Elipse 750">
                            <a:extLst>
                              <a:ext uri="{FF2B5EF4-FFF2-40B4-BE49-F238E27FC236}">
                                <a16:creationId xmlns:a16="http://schemas.microsoft.com/office/drawing/2014/main" id="{F8FD7004-52A1-516E-64C3-A1196BE1B7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grpSp>
                        <p:nvGrpSpPr>
                          <p:cNvPr id="752" name="Grupo 751">
                            <a:extLst>
                              <a:ext uri="{FF2B5EF4-FFF2-40B4-BE49-F238E27FC236}">
                                <a16:creationId xmlns:a16="http://schemas.microsoft.com/office/drawing/2014/main" id="{9F97C59F-46C6-0C1E-B3A1-39E4A1C5796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  <a:grpFill/>
                        </p:grpSpPr>
                        <p:sp>
                          <p:nvSpPr>
                            <p:cNvPr id="753" name="Rectángulo 752">
                              <a:extLst>
                                <a:ext uri="{FF2B5EF4-FFF2-40B4-BE49-F238E27FC236}">
                                  <a16:creationId xmlns:a16="http://schemas.microsoft.com/office/drawing/2014/main" id="{85A8CDE8-EF38-3BA8-DEC8-11A88B4F33D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754" name="Rectángulo 753">
                              <a:extLst>
                                <a:ext uri="{FF2B5EF4-FFF2-40B4-BE49-F238E27FC236}">
                                  <a16:creationId xmlns:a16="http://schemas.microsoft.com/office/drawing/2014/main" id="{2DF112E2-8845-57B0-8FDD-A0959BD808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737" name="Grupo 736">
                          <a:extLst>
                            <a:ext uri="{FF2B5EF4-FFF2-40B4-BE49-F238E27FC236}">
                              <a16:creationId xmlns:a16="http://schemas.microsoft.com/office/drawing/2014/main" id="{91ECC123-5E71-21C6-F602-31BEEDAF2B8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738" name="Grupo 737">
                            <a:extLst>
                              <a:ext uri="{FF2B5EF4-FFF2-40B4-BE49-F238E27FC236}">
                                <a16:creationId xmlns:a16="http://schemas.microsoft.com/office/drawing/2014/main" id="{45459ACF-1261-1201-4AA0-F382F5D82F1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743" name="Grupo 742">
                              <a:extLst>
                                <a:ext uri="{FF2B5EF4-FFF2-40B4-BE49-F238E27FC236}">
                                  <a16:creationId xmlns:a16="http://schemas.microsoft.com/office/drawing/2014/main" id="{02B46ED8-512B-0A36-1FA8-802903CFB12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748" name="Rectángulo 747">
                                <a:extLst>
                                  <a:ext uri="{FF2B5EF4-FFF2-40B4-BE49-F238E27FC236}">
                                    <a16:creationId xmlns:a16="http://schemas.microsoft.com/office/drawing/2014/main" id="{870636A0-A8AA-BA2F-2FD0-457C41A9274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  <p:sp>
                            <p:nvSpPr>
                              <p:cNvPr id="749" name="Rectángulo 748">
                                <a:extLst>
                                  <a:ext uri="{FF2B5EF4-FFF2-40B4-BE49-F238E27FC236}">
                                    <a16:creationId xmlns:a16="http://schemas.microsoft.com/office/drawing/2014/main" id="{6FB18096-046D-790A-31D0-1ED3173D8C4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750" name="Marco 749">
                                <a:extLst>
                                  <a:ext uri="{FF2B5EF4-FFF2-40B4-BE49-F238E27FC236}">
                                    <a16:creationId xmlns:a16="http://schemas.microsoft.com/office/drawing/2014/main" id="{EDB5B430-3507-058C-2644-C63F7E255FA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name="adj1" fmla="val 7853"/>
                                </a:avLst>
                              </a:prstGeom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744" name="Grupo 743">
                              <a:extLst>
                                <a:ext uri="{FF2B5EF4-FFF2-40B4-BE49-F238E27FC236}">
                                  <a16:creationId xmlns:a16="http://schemas.microsoft.com/office/drawing/2014/main" id="{AEDED609-7110-1312-5865-45F6E97DEC2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745" name="Rectángulo 744">
                                <a:extLst>
                                  <a:ext uri="{FF2B5EF4-FFF2-40B4-BE49-F238E27FC236}">
                                    <a16:creationId xmlns:a16="http://schemas.microsoft.com/office/drawing/2014/main" id="{D095955A-15E4-73D0-4466-65F6915C9F9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746" name="Rectángulo 745">
                                <a:extLst>
                                  <a:ext uri="{FF2B5EF4-FFF2-40B4-BE49-F238E27FC236}">
                                    <a16:creationId xmlns:a16="http://schemas.microsoft.com/office/drawing/2014/main" id="{2AF9EB85-BB26-2423-FE6E-54F883E315B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747" name="Rectángulo 746">
                                <a:extLst>
                                  <a:ext uri="{FF2B5EF4-FFF2-40B4-BE49-F238E27FC236}">
                                    <a16:creationId xmlns:a16="http://schemas.microsoft.com/office/drawing/2014/main" id="{9DC31571-2BA5-2D65-84E9-A6B3841F5FB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n w="317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739" name="Grupo 738">
                            <a:extLst>
                              <a:ext uri="{FF2B5EF4-FFF2-40B4-BE49-F238E27FC236}">
                                <a16:creationId xmlns:a16="http://schemas.microsoft.com/office/drawing/2014/main" id="{4DB1EC07-4D22-815F-4637-C228AA82A70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740" name="Rectángulo 739">
                              <a:extLst>
                                <a:ext uri="{FF2B5EF4-FFF2-40B4-BE49-F238E27FC236}">
                                  <a16:creationId xmlns:a16="http://schemas.microsoft.com/office/drawing/2014/main" id="{B72D3E2E-28A6-E14D-7429-9AEDB5B800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741" name="Rectángulo 740">
                              <a:extLst>
                                <a:ext uri="{FF2B5EF4-FFF2-40B4-BE49-F238E27FC236}">
                                  <a16:creationId xmlns:a16="http://schemas.microsoft.com/office/drawing/2014/main" id="{DD66AE61-33FC-F05D-77D3-D4E2046646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8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742" name="Rectángulo 741">
                              <a:extLst>
                                <a:ext uri="{FF2B5EF4-FFF2-40B4-BE49-F238E27FC236}">
                                  <a16:creationId xmlns:a16="http://schemas.microsoft.com/office/drawing/2014/main" id="{E37DE6BE-9288-6F0D-2852-6565F16F06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8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735" name="Rectángulo 734">
                        <a:extLst>
                          <a:ext uri="{FF2B5EF4-FFF2-40B4-BE49-F238E27FC236}">
                            <a16:creationId xmlns:a16="http://schemas.microsoft.com/office/drawing/2014/main" id="{88C33209-3109-3314-DCEF-DA9E4BB0C2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pattFill prst="wdDnDiag">
                        <a:fgClr>
                          <a:schemeClr val="bg1"/>
                        </a:fgClr>
                        <a:bgClr>
                          <a:schemeClr val="bg1">
                            <a:lumMod val="65000"/>
                          </a:schemeClr>
                        </a:bgClr>
                      </a:patt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730" name="Grupo 729">
                      <a:extLst>
                        <a:ext uri="{FF2B5EF4-FFF2-40B4-BE49-F238E27FC236}">
                          <a16:creationId xmlns:a16="http://schemas.microsoft.com/office/drawing/2014/main" id="{51A416C8-71F1-EBF7-B631-BED40F35B8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047" y="3892550"/>
                      <a:ext cx="778309" cy="59708"/>
                      <a:chOff x="5775047" y="3892550"/>
                      <a:chExt cx="778309" cy="59708"/>
                    </a:xfrm>
                  </p:grpSpPr>
                  <p:sp>
                    <p:nvSpPr>
                      <p:cNvPr id="731" name="Rectángulo 730">
                        <a:extLst>
                          <a:ext uri="{FF2B5EF4-FFF2-40B4-BE49-F238E27FC236}">
                            <a16:creationId xmlns:a16="http://schemas.microsoft.com/office/drawing/2014/main" id="{20D73AA9-2CDE-6327-B933-B3166903986F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32" name="Elipse 731">
                        <a:extLst>
                          <a:ext uri="{FF2B5EF4-FFF2-40B4-BE49-F238E27FC236}">
                            <a16:creationId xmlns:a16="http://schemas.microsoft.com/office/drawing/2014/main" id="{3DAE7B34-1EAD-F516-640F-1C69500148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733" name="Elipse 732">
                        <a:extLst>
                          <a:ext uri="{FF2B5EF4-FFF2-40B4-BE49-F238E27FC236}">
                            <a16:creationId xmlns:a16="http://schemas.microsoft.com/office/drawing/2014/main" id="{87C13A87-9C4D-A5C5-C68E-EC6F102FCC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grpSp>
              <p:nvGrpSpPr>
                <p:cNvPr id="710" name="Grupo 709">
                  <a:extLst>
                    <a:ext uri="{FF2B5EF4-FFF2-40B4-BE49-F238E27FC236}">
                      <a16:creationId xmlns:a16="http://schemas.microsoft.com/office/drawing/2014/main" id="{0486742B-DBA3-2D01-F415-08446C0E352B}"/>
                    </a:ext>
                  </a:extLst>
                </p:cNvPr>
                <p:cNvGrpSpPr/>
                <p:nvPr/>
              </p:nvGrpSpPr>
              <p:grpSpPr>
                <a:xfrm rot="21597357">
                  <a:off x="6712818" y="1669212"/>
                  <a:ext cx="1144431" cy="1266043"/>
                  <a:chOff x="6089175" y="1851040"/>
                  <a:chExt cx="1144431" cy="1266043"/>
                </a:xfrm>
              </p:grpSpPr>
              <p:grpSp>
                <p:nvGrpSpPr>
                  <p:cNvPr id="711" name="Grupo 710">
                    <a:extLst>
                      <a:ext uri="{FF2B5EF4-FFF2-40B4-BE49-F238E27FC236}">
                        <a16:creationId xmlns:a16="http://schemas.microsoft.com/office/drawing/2014/main" id="{D755D46D-692E-82EE-B410-B09B94C23D55}"/>
                      </a:ext>
                    </a:extLst>
                  </p:cNvPr>
                  <p:cNvGrpSpPr/>
                  <p:nvPr/>
                </p:nvGrpSpPr>
                <p:grpSpPr>
                  <a:xfrm>
                    <a:off x="6110545" y="1851040"/>
                    <a:ext cx="1123061" cy="1266043"/>
                    <a:chOff x="6110545" y="1851040"/>
                    <a:chExt cx="1123061" cy="1266043"/>
                  </a:xfrm>
                </p:grpSpPr>
                <p:grpSp>
                  <p:nvGrpSpPr>
                    <p:cNvPr id="713" name="Grupo 712">
                      <a:extLst>
                        <a:ext uri="{FF2B5EF4-FFF2-40B4-BE49-F238E27FC236}">
                          <a16:creationId xmlns:a16="http://schemas.microsoft.com/office/drawing/2014/main" id="{A0EB7817-A9FD-E935-D306-BD3C14DD04E7}"/>
                        </a:ext>
                      </a:extLst>
                    </p:cNvPr>
                    <p:cNvGrpSpPr/>
                    <p:nvPr/>
                  </p:nvGrpSpPr>
                  <p:grpSpPr>
                    <a:xfrm rot="18104658">
                      <a:off x="6037386" y="1924199"/>
                      <a:ext cx="1266043" cy="1119726"/>
                      <a:chOff x="5723823" y="1865158"/>
                      <a:chExt cx="2299052" cy="2020668"/>
                    </a:xfrm>
                  </p:grpSpPr>
                  <p:grpSp>
                    <p:nvGrpSpPr>
                      <p:cNvPr id="715" name="Grupo 714">
                        <a:extLst>
                          <a:ext uri="{FF2B5EF4-FFF2-40B4-BE49-F238E27FC236}">
                            <a16:creationId xmlns:a16="http://schemas.microsoft.com/office/drawing/2014/main" id="{CCACFFB6-4524-886C-3354-F5EB039EDF3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3823" y="1865158"/>
                        <a:ext cx="2299052" cy="2020668"/>
                        <a:chOff x="5819210" y="2270542"/>
                        <a:chExt cx="2299052" cy="2020668"/>
                      </a:xfrm>
                      <a:solidFill>
                        <a:schemeClr val="bg1">
                          <a:lumMod val="65000"/>
                        </a:schemeClr>
                      </a:solidFill>
                    </p:grpSpPr>
                    <p:grpSp>
                      <p:nvGrpSpPr>
                        <p:cNvPr id="717" name="Grupo 716">
                          <a:extLst>
                            <a:ext uri="{FF2B5EF4-FFF2-40B4-BE49-F238E27FC236}">
                              <a16:creationId xmlns:a16="http://schemas.microsoft.com/office/drawing/2014/main" id="{0445505A-D299-027A-4D42-96432F99435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18647" y="2637133"/>
                          <a:ext cx="2199615" cy="1654077"/>
                          <a:chOff x="5708849" y="2141099"/>
                          <a:chExt cx="2199615" cy="1654077"/>
                        </a:xfrm>
                        <a:grpFill/>
                      </p:grpSpPr>
                      <p:sp>
                        <p:nvSpPr>
                          <p:cNvPr id="719" name="Elipse 718">
                            <a:extLst>
                              <a:ext uri="{FF2B5EF4-FFF2-40B4-BE49-F238E27FC236}">
                                <a16:creationId xmlns:a16="http://schemas.microsoft.com/office/drawing/2014/main" id="{B630F721-4DE1-D967-97C0-B91D7674BEB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720" name="Diagrama de flujo: operación manual 719">
                            <a:extLst>
                              <a:ext uri="{FF2B5EF4-FFF2-40B4-BE49-F238E27FC236}">
                                <a16:creationId xmlns:a16="http://schemas.microsoft.com/office/drawing/2014/main" id="{D5357E0B-A99C-3170-27EA-9800F35D26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718" name="Elipse 717">
                          <a:extLst>
                            <a:ext uri="{FF2B5EF4-FFF2-40B4-BE49-F238E27FC236}">
                              <a16:creationId xmlns:a16="http://schemas.microsoft.com/office/drawing/2014/main" id="{156CC089-5F97-F05B-8F64-CE143E5A761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716" name="Diagrama de flujo: operación manual 715">
                        <a:extLst>
                          <a:ext uri="{FF2B5EF4-FFF2-40B4-BE49-F238E27FC236}">
                            <a16:creationId xmlns:a16="http://schemas.microsoft.com/office/drawing/2014/main" id="{690D4DF4-8278-C2A9-1957-DA71CA66CF16}"/>
                          </a:ext>
                        </a:extLst>
                      </p:cNvPr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19050"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714" name="Elipse 713">
                      <a:extLst>
                        <a:ext uri="{FF2B5EF4-FFF2-40B4-BE49-F238E27FC236}">
                          <a16:creationId xmlns:a16="http://schemas.microsoft.com/office/drawing/2014/main" id="{237BE337-4385-2CA6-422C-0A1C0EBBE5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12" name="Elipse 711">
                    <a:extLst>
                      <a:ext uri="{FF2B5EF4-FFF2-40B4-BE49-F238E27FC236}">
                        <a16:creationId xmlns:a16="http://schemas.microsoft.com/office/drawing/2014/main" id="{89CF285B-3E95-8D66-A34C-126F1C002BF7}"/>
                      </a:ext>
                    </a:extLst>
                  </p:cNvPr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29" name="Grupo 828">
                <a:extLst>
                  <a:ext uri="{FF2B5EF4-FFF2-40B4-BE49-F238E27FC236}">
                    <a16:creationId xmlns:a16="http://schemas.microsoft.com/office/drawing/2014/main" id="{AB9BC841-1972-FBF0-6ADB-7A583A66627D}"/>
                  </a:ext>
                </a:extLst>
              </p:cNvPr>
              <p:cNvGrpSpPr/>
              <p:nvPr/>
            </p:nvGrpSpPr>
            <p:grpSpPr>
              <a:xfrm flipH="1" flipV="1">
                <a:off x="7551419" y="7080"/>
                <a:ext cx="1872236" cy="2627057"/>
                <a:chOff x="5985013" y="1669212"/>
                <a:chExt cx="1872236" cy="2627057"/>
              </a:xfrm>
              <a:noFill/>
            </p:grpSpPr>
            <p:grpSp>
              <p:nvGrpSpPr>
                <p:cNvPr id="830" name="Grupo 829">
                  <a:extLst>
                    <a:ext uri="{FF2B5EF4-FFF2-40B4-BE49-F238E27FC236}">
                      <a16:creationId xmlns:a16="http://schemas.microsoft.com/office/drawing/2014/main" id="{098C743F-2A35-0716-43D8-27563226B084}"/>
                    </a:ext>
                  </a:extLst>
                </p:cNvPr>
                <p:cNvGrpSpPr/>
                <p:nvPr/>
              </p:nvGrpSpPr>
              <p:grpSpPr>
                <a:xfrm rot="1593948">
                  <a:off x="5985013" y="2169932"/>
                  <a:ext cx="779056" cy="2126337"/>
                  <a:chOff x="5775047" y="2428623"/>
                  <a:chExt cx="779056" cy="2126337"/>
                </a:xfrm>
                <a:grpFill/>
              </p:grpSpPr>
              <p:grpSp>
                <p:nvGrpSpPr>
                  <p:cNvPr id="842" name="Grupo 841">
                    <a:extLst>
                      <a:ext uri="{FF2B5EF4-FFF2-40B4-BE49-F238E27FC236}">
                        <a16:creationId xmlns:a16="http://schemas.microsoft.com/office/drawing/2014/main" id="{EC1C4338-0140-A520-F1CC-8158BFE858AA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709555" cy="832699"/>
                    <a:chOff x="5809042" y="3722261"/>
                    <a:chExt cx="709555" cy="832699"/>
                  </a:xfrm>
                  <a:grpFill/>
                </p:grpSpPr>
                <p:grpSp>
                  <p:nvGrpSpPr>
                    <p:cNvPr id="873" name="Grupo 872">
                      <a:extLst>
                        <a:ext uri="{FF2B5EF4-FFF2-40B4-BE49-F238E27FC236}">
                          <a16:creationId xmlns:a16="http://schemas.microsoft.com/office/drawing/2014/main" id="{DB6D45F4-F782-94EB-43CA-41CE31C4BC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276111" cy="832437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880" name="Grupo 879">
                        <a:extLst>
                          <a:ext uri="{FF2B5EF4-FFF2-40B4-BE49-F238E27FC236}">
                            <a16:creationId xmlns:a16="http://schemas.microsoft.com/office/drawing/2014/main" id="{55B9C83B-EB15-D235-2F5B-081EDBB1B83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883" name="Rectángulo: esquinas redondeadas 882">
                          <a:extLst>
                            <a:ext uri="{FF2B5EF4-FFF2-40B4-BE49-F238E27FC236}">
                              <a16:creationId xmlns:a16="http://schemas.microsoft.com/office/drawing/2014/main" id="{3FDC41BA-2E6E-2983-7B72-980095E56E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4" name="Rectángulo: esquinas redondeadas 883">
                          <a:extLst>
                            <a:ext uri="{FF2B5EF4-FFF2-40B4-BE49-F238E27FC236}">
                              <a16:creationId xmlns:a16="http://schemas.microsoft.com/office/drawing/2014/main" id="{64736C95-71FF-D3AF-CEAB-A1F5C9EBC22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881" name="Rectángulo 880">
                        <a:extLst>
                          <a:ext uri="{FF2B5EF4-FFF2-40B4-BE49-F238E27FC236}">
                            <a16:creationId xmlns:a16="http://schemas.microsoft.com/office/drawing/2014/main" id="{F2148A3B-B083-74BE-6372-B0DFF41822A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82" name="Rectángulo 881">
                        <a:extLst>
                          <a:ext uri="{FF2B5EF4-FFF2-40B4-BE49-F238E27FC236}">
                            <a16:creationId xmlns:a16="http://schemas.microsoft.com/office/drawing/2014/main" id="{59930454-7FA5-4FA7-0200-BAEAF6099BA8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874" name="Grupo 873">
                      <a:extLst>
                        <a:ext uri="{FF2B5EF4-FFF2-40B4-BE49-F238E27FC236}">
                          <a16:creationId xmlns:a16="http://schemas.microsoft.com/office/drawing/2014/main" id="{B89B2181-0A04-B28B-B4A8-4A83C460D887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6242486" y="3722523"/>
                      <a:ext cx="276111" cy="832437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875" name="Grupo 874">
                        <a:extLst>
                          <a:ext uri="{FF2B5EF4-FFF2-40B4-BE49-F238E27FC236}">
                            <a16:creationId xmlns:a16="http://schemas.microsoft.com/office/drawing/2014/main" id="{FB4C907A-454C-6D7B-50DA-E1AAA10E678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878" name="Rectángulo: esquinas redondeadas 877">
                          <a:extLst>
                            <a:ext uri="{FF2B5EF4-FFF2-40B4-BE49-F238E27FC236}">
                              <a16:creationId xmlns:a16="http://schemas.microsoft.com/office/drawing/2014/main" id="{2995B3C7-0D9A-C67A-43BC-98FABE0FFF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79" name="Rectángulo: esquinas redondeadas 878">
                          <a:extLst>
                            <a:ext uri="{FF2B5EF4-FFF2-40B4-BE49-F238E27FC236}">
                              <a16:creationId xmlns:a16="http://schemas.microsoft.com/office/drawing/2014/main" id="{590CBDEA-CA9A-F517-2A6E-F405CDC1EB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876" name="Rectángulo 875">
                        <a:extLst>
                          <a:ext uri="{FF2B5EF4-FFF2-40B4-BE49-F238E27FC236}">
                            <a16:creationId xmlns:a16="http://schemas.microsoft.com/office/drawing/2014/main" id="{89976374-4B8A-69A1-461A-E000719597AE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77" name="Rectángulo 876">
                        <a:extLst>
                          <a:ext uri="{FF2B5EF4-FFF2-40B4-BE49-F238E27FC236}">
                            <a16:creationId xmlns:a16="http://schemas.microsoft.com/office/drawing/2014/main" id="{5B8420DD-25CC-FBFF-1AAC-B4E54B595A7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843" name="Grupo 842">
                    <a:extLst>
                      <a:ext uri="{FF2B5EF4-FFF2-40B4-BE49-F238E27FC236}">
                        <a16:creationId xmlns:a16="http://schemas.microsoft.com/office/drawing/2014/main" id="{A76A72CB-88A8-B72F-FF8D-A243066C26CF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2428623"/>
                    <a:ext cx="779056" cy="1666542"/>
                    <a:chOff x="5775047" y="2428623"/>
                    <a:chExt cx="779056" cy="1666542"/>
                  </a:xfrm>
                  <a:grpFill/>
                </p:grpSpPr>
                <p:grpSp>
                  <p:nvGrpSpPr>
                    <p:cNvPr id="844" name="Grupo 843">
                      <a:extLst>
                        <a:ext uri="{FF2B5EF4-FFF2-40B4-BE49-F238E27FC236}">
                          <a16:creationId xmlns:a16="http://schemas.microsoft.com/office/drawing/2014/main" id="{56E12DF1-0938-34A9-B52F-106E7801A4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  <a:grpFill/>
                  </p:grpSpPr>
                  <p:grpSp>
                    <p:nvGrpSpPr>
                      <p:cNvPr id="849" name="Grupo 848">
                        <a:extLst>
                          <a:ext uri="{FF2B5EF4-FFF2-40B4-BE49-F238E27FC236}">
                            <a16:creationId xmlns:a16="http://schemas.microsoft.com/office/drawing/2014/main" id="{7640E071-21A1-7F08-DACB-D6DDB89F854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  <a:grpFill/>
                    </p:grpSpPr>
                    <p:grpSp>
                      <p:nvGrpSpPr>
                        <p:cNvPr id="851" name="Grupo 850">
                          <a:extLst>
                            <a:ext uri="{FF2B5EF4-FFF2-40B4-BE49-F238E27FC236}">
                              <a16:creationId xmlns:a16="http://schemas.microsoft.com/office/drawing/2014/main" id="{26380853-DF29-39DA-C059-58C7FBEF991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  <a:grpFill/>
                      </p:grpSpPr>
                      <p:sp>
                        <p:nvSpPr>
                          <p:cNvPr id="869" name="Elipse 868">
                            <a:extLst>
                              <a:ext uri="{FF2B5EF4-FFF2-40B4-BE49-F238E27FC236}">
                                <a16:creationId xmlns:a16="http://schemas.microsoft.com/office/drawing/2014/main" id="{A8ECC79C-AE55-080B-EB17-043FCC87541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grpSp>
                        <p:nvGrpSpPr>
                          <p:cNvPr id="870" name="Grupo 869">
                            <a:extLst>
                              <a:ext uri="{FF2B5EF4-FFF2-40B4-BE49-F238E27FC236}">
                                <a16:creationId xmlns:a16="http://schemas.microsoft.com/office/drawing/2014/main" id="{7D38EDC0-FFB4-0BAE-F007-3786063B623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  <a:grpFill/>
                        </p:grpSpPr>
                        <p:sp>
                          <p:nvSpPr>
                            <p:cNvPr id="871" name="Rectángulo 870">
                              <a:extLst>
                                <a:ext uri="{FF2B5EF4-FFF2-40B4-BE49-F238E27FC236}">
                                  <a16:creationId xmlns:a16="http://schemas.microsoft.com/office/drawing/2014/main" id="{1A8CD268-EE46-5A50-803E-C0833B06D2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872" name="Rectángulo 871">
                              <a:extLst>
                                <a:ext uri="{FF2B5EF4-FFF2-40B4-BE49-F238E27FC236}">
                                  <a16:creationId xmlns:a16="http://schemas.microsoft.com/office/drawing/2014/main" id="{06F67E3B-A8CB-402A-90F6-E208485A86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grpFill/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852" name="Grupo 851">
                          <a:extLst>
                            <a:ext uri="{FF2B5EF4-FFF2-40B4-BE49-F238E27FC236}">
                              <a16:creationId xmlns:a16="http://schemas.microsoft.com/office/drawing/2014/main" id="{3C78564D-F844-4FDA-53C5-079E8C6CFED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853" name="Grupo 852">
                            <a:extLst>
                              <a:ext uri="{FF2B5EF4-FFF2-40B4-BE49-F238E27FC236}">
                                <a16:creationId xmlns:a16="http://schemas.microsoft.com/office/drawing/2014/main" id="{7F5C5548-F205-311A-FED9-654A49FF516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  <a:grpFill/>
                        </p:grpSpPr>
                        <p:grpSp>
                          <p:nvGrpSpPr>
                            <p:cNvPr id="861" name="Grupo 860">
                              <a:extLst>
                                <a:ext uri="{FF2B5EF4-FFF2-40B4-BE49-F238E27FC236}">
                                  <a16:creationId xmlns:a16="http://schemas.microsoft.com/office/drawing/2014/main" id="{942A4378-75DF-B4C1-2525-2B67345E09D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  <a:grpFill/>
                          </p:grpSpPr>
                          <p:sp>
                            <p:nvSpPr>
                              <p:cNvPr id="866" name="Rectángulo 865">
                                <a:extLst>
                                  <a:ext uri="{FF2B5EF4-FFF2-40B4-BE49-F238E27FC236}">
                                    <a16:creationId xmlns:a16="http://schemas.microsoft.com/office/drawing/2014/main" id="{ED75E7E1-99ED-94C2-423B-EF2EFD8EAC7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  <p:sp>
                            <p:nvSpPr>
                              <p:cNvPr id="867" name="Rectángulo 866">
                                <a:extLst>
                                  <a:ext uri="{FF2B5EF4-FFF2-40B4-BE49-F238E27FC236}">
                                    <a16:creationId xmlns:a16="http://schemas.microsoft.com/office/drawing/2014/main" id="{195ADAB5-4AAC-C2B3-5238-3F9BEB8C5F9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868" name="Marco 867">
                                <a:extLst>
                                  <a:ext uri="{FF2B5EF4-FFF2-40B4-BE49-F238E27FC236}">
                                    <a16:creationId xmlns:a16="http://schemas.microsoft.com/office/drawing/2014/main" id="{312D5D29-4458-B7BA-E9CD-37B193C7E0D8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name="adj1" fmla="val 7853"/>
                                </a:avLst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862" name="Grupo 861">
                              <a:extLst>
                                <a:ext uri="{FF2B5EF4-FFF2-40B4-BE49-F238E27FC236}">
                                  <a16:creationId xmlns:a16="http://schemas.microsoft.com/office/drawing/2014/main" id="{652CC439-9F1F-33B3-77A0-B09AC07A025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  <a:grpFill/>
                          </p:grpSpPr>
                          <p:sp>
                            <p:nvSpPr>
                              <p:cNvPr id="863" name="Rectángulo 862">
                                <a:extLst>
                                  <a:ext uri="{FF2B5EF4-FFF2-40B4-BE49-F238E27FC236}">
                                    <a16:creationId xmlns:a16="http://schemas.microsoft.com/office/drawing/2014/main" id="{215E9CC9-0720-92EB-4A4C-58C95CFA434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864" name="Rectángulo 863">
                                <a:extLst>
                                  <a:ext uri="{FF2B5EF4-FFF2-40B4-BE49-F238E27FC236}">
                                    <a16:creationId xmlns:a16="http://schemas.microsoft.com/office/drawing/2014/main" id="{5104ED31-9582-FB02-1AC3-6EFF56638B1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  <p:sp>
                            <p:nvSpPr>
                              <p:cNvPr id="865" name="Rectángulo 864">
                                <a:extLst>
                                  <a:ext uri="{FF2B5EF4-FFF2-40B4-BE49-F238E27FC236}">
                                    <a16:creationId xmlns:a16="http://schemas.microsoft.com/office/drawing/2014/main" id="{CF1F8BC3-D0F0-BB2C-DBC8-C08C59BB509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grpFill/>
                              <a:ln w="3175"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 dirty="0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854" name="Grupo 853">
                            <a:extLst>
                              <a:ext uri="{FF2B5EF4-FFF2-40B4-BE49-F238E27FC236}">
                                <a16:creationId xmlns:a16="http://schemas.microsoft.com/office/drawing/2014/main" id="{36669154-379D-630E-90F2-FA7C5E02997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  <a:grpFill/>
                        </p:grpSpPr>
                        <p:sp>
                          <p:nvSpPr>
                            <p:cNvPr id="858" name="Rectángulo 857">
                              <a:extLst>
                                <a:ext uri="{FF2B5EF4-FFF2-40B4-BE49-F238E27FC236}">
                                  <a16:creationId xmlns:a16="http://schemas.microsoft.com/office/drawing/2014/main" id="{054343D8-B838-05A6-8619-93F3213153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859" name="Rectángulo 858">
                              <a:extLst>
                                <a:ext uri="{FF2B5EF4-FFF2-40B4-BE49-F238E27FC236}">
                                  <a16:creationId xmlns:a16="http://schemas.microsoft.com/office/drawing/2014/main" id="{B6488BB1-04AE-1669-3E4E-16DA4C1988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860" name="Rectángulo 859">
                              <a:extLst>
                                <a:ext uri="{FF2B5EF4-FFF2-40B4-BE49-F238E27FC236}">
                                  <a16:creationId xmlns:a16="http://schemas.microsoft.com/office/drawing/2014/main" id="{62AE5967-ABA2-7091-B12B-5A15B7A65CE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850" name="Rectángulo 849">
                        <a:extLst>
                          <a:ext uri="{FF2B5EF4-FFF2-40B4-BE49-F238E27FC236}">
                            <a16:creationId xmlns:a16="http://schemas.microsoft.com/office/drawing/2014/main" id="{C11DF492-CFD0-C9C3-B706-EB85324E58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845" name="Grupo 844">
                      <a:extLst>
                        <a:ext uri="{FF2B5EF4-FFF2-40B4-BE49-F238E27FC236}">
                          <a16:creationId xmlns:a16="http://schemas.microsoft.com/office/drawing/2014/main" id="{559B7E2D-4617-CB55-81CA-9E35D43BA3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047" y="3892550"/>
                      <a:ext cx="778309" cy="59708"/>
                      <a:chOff x="5775047" y="3892550"/>
                      <a:chExt cx="778309" cy="59708"/>
                    </a:xfrm>
                    <a:grpFill/>
                  </p:grpSpPr>
                  <p:sp>
                    <p:nvSpPr>
                      <p:cNvPr id="846" name="Rectángulo 845">
                        <a:extLst>
                          <a:ext uri="{FF2B5EF4-FFF2-40B4-BE49-F238E27FC236}">
                            <a16:creationId xmlns:a16="http://schemas.microsoft.com/office/drawing/2014/main" id="{B9DEF226-6F8A-3182-607D-938180963FB8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47" name="Elipse 846">
                        <a:extLst>
                          <a:ext uri="{FF2B5EF4-FFF2-40B4-BE49-F238E27FC236}">
                            <a16:creationId xmlns:a16="http://schemas.microsoft.com/office/drawing/2014/main" id="{ACD6002E-F32D-566B-9EFF-6A927550F6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48" name="Elipse 847">
                        <a:extLst>
                          <a:ext uri="{FF2B5EF4-FFF2-40B4-BE49-F238E27FC236}">
                            <a16:creationId xmlns:a16="http://schemas.microsoft.com/office/drawing/2014/main" id="{A3262F1D-032A-DB3F-99DC-696F95CECC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grpSp>
              <p:nvGrpSpPr>
                <p:cNvPr id="831" name="Grupo 830">
                  <a:extLst>
                    <a:ext uri="{FF2B5EF4-FFF2-40B4-BE49-F238E27FC236}">
                      <a16:creationId xmlns:a16="http://schemas.microsoft.com/office/drawing/2014/main" id="{CCFDE502-435E-9C61-309F-F85E0A80020A}"/>
                    </a:ext>
                  </a:extLst>
                </p:cNvPr>
                <p:cNvGrpSpPr/>
                <p:nvPr/>
              </p:nvGrpSpPr>
              <p:grpSpPr>
                <a:xfrm rot="21597357">
                  <a:off x="6712818" y="1669212"/>
                  <a:ext cx="1144431" cy="1266043"/>
                  <a:chOff x="6089175" y="1851040"/>
                  <a:chExt cx="1144431" cy="1266043"/>
                </a:xfrm>
                <a:grpFill/>
              </p:grpSpPr>
              <p:grpSp>
                <p:nvGrpSpPr>
                  <p:cNvPr id="832" name="Grupo 831">
                    <a:extLst>
                      <a:ext uri="{FF2B5EF4-FFF2-40B4-BE49-F238E27FC236}">
                        <a16:creationId xmlns:a16="http://schemas.microsoft.com/office/drawing/2014/main" id="{EF03129F-5191-496B-2012-21AF8B473E6C}"/>
                      </a:ext>
                    </a:extLst>
                  </p:cNvPr>
                  <p:cNvGrpSpPr/>
                  <p:nvPr/>
                </p:nvGrpSpPr>
                <p:grpSpPr>
                  <a:xfrm>
                    <a:off x="6110545" y="1851040"/>
                    <a:ext cx="1123061" cy="1266043"/>
                    <a:chOff x="6110545" y="1851040"/>
                    <a:chExt cx="1123061" cy="1266043"/>
                  </a:xfrm>
                  <a:grpFill/>
                </p:grpSpPr>
                <p:grpSp>
                  <p:nvGrpSpPr>
                    <p:cNvPr id="834" name="Grupo 833">
                      <a:extLst>
                        <a:ext uri="{FF2B5EF4-FFF2-40B4-BE49-F238E27FC236}">
                          <a16:creationId xmlns:a16="http://schemas.microsoft.com/office/drawing/2014/main" id="{959531A7-084C-A4F9-6B98-9AEA17D8EBB5}"/>
                        </a:ext>
                      </a:extLst>
                    </p:cNvPr>
                    <p:cNvGrpSpPr/>
                    <p:nvPr/>
                  </p:nvGrpSpPr>
                  <p:grpSpPr>
                    <a:xfrm rot="18104658">
                      <a:off x="6037386" y="1924199"/>
                      <a:ext cx="1266043" cy="1119726"/>
                      <a:chOff x="5723823" y="1865158"/>
                      <a:chExt cx="2299052" cy="2020668"/>
                    </a:xfrm>
                    <a:grpFill/>
                  </p:grpSpPr>
                  <p:grpSp>
                    <p:nvGrpSpPr>
                      <p:cNvPr id="836" name="Grupo 835">
                        <a:extLst>
                          <a:ext uri="{FF2B5EF4-FFF2-40B4-BE49-F238E27FC236}">
                            <a16:creationId xmlns:a16="http://schemas.microsoft.com/office/drawing/2014/main" id="{C56A9802-3EF6-E426-F686-0B70870D84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3823" y="1865158"/>
                        <a:ext cx="2299052" cy="2020668"/>
                        <a:chOff x="5819210" y="2270542"/>
                        <a:chExt cx="2299052" cy="2020668"/>
                      </a:xfrm>
                      <a:grpFill/>
                    </p:grpSpPr>
                    <p:grpSp>
                      <p:nvGrpSpPr>
                        <p:cNvPr id="838" name="Grupo 837">
                          <a:extLst>
                            <a:ext uri="{FF2B5EF4-FFF2-40B4-BE49-F238E27FC236}">
                              <a16:creationId xmlns:a16="http://schemas.microsoft.com/office/drawing/2014/main" id="{A8119A98-E9F9-7326-E705-E90D7EA5D35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18647" y="2637133"/>
                          <a:ext cx="2199615" cy="1654077"/>
                          <a:chOff x="5708849" y="2141099"/>
                          <a:chExt cx="2199615" cy="1654077"/>
                        </a:xfrm>
                        <a:grpFill/>
                      </p:grpSpPr>
                      <p:sp>
                        <p:nvSpPr>
                          <p:cNvPr id="840" name="Elipse 839">
                            <a:extLst>
                              <a:ext uri="{FF2B5EF4-FFF2-40B4-BE49-F238E27FC236}">
                                <a16:creationId xmlns:a16="http://schemas.microsoft.com/office/drawing/2014/main" id="{4C4F02B4-B1AF-7FAA-4D22-B757ED52B60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41" name="Diagrama de flujo: operación manual 840">
                            <a:extLst>
                              <a:ext uri="{FF2B5EF4-FFF2-40B4-BE49-F238E27FC236}">
                                <a16:creationId xmlns:a16="http://schemas.microsoft.com/office/drawing/2014/main" id="{45016C7C-CE70-6198-1A32-A171223D18E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839" name="Elipse 838">
                          <a:extLst>
                            <a:ext uri="{FF2B5EF4-FFF2-40B4-BE49-F238E27FC236}">
                              <a16:creationId xmlns:a16="http://schemas.microsoft.com/office/drawing/2014/main" id="{79C89AA7-CF0A-31AE-0BE5-EC47DEE0B2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837" name="Diagrama de flujo: operación manual 836">
                        <a:extLst>
                          <a:ext uri="{FF2B5EF4-FFF2-40B4-BE49-F238E27FC236}">
                            <a16:creationId xmlns:a16="http://schemas.microsoft.com/office/drawing/2014/main" id="{48DF051B-FBBF-4E62-44F0-D6D81B450B90}"/>
                          </a:ext>
                        </a:extLst>
                      </p:cNvPr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835" name="Elipse 834">
                      <a:extLst>
                        <a:ext uri="{FF2B5EF4-FFF2-40B4-BE49-F238E27FC236}">
                          <a16:creationId xmlns:a16="http://schemas.microsoft.com/office/drawing/2014/main" id="{73635EBE-832F-AD2F-651E-82A04F74DF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33" name="Elipse 832">
                    <a:extLst>
                      <a:ext uri="{FF2B5EF4-FFF2-40B4-BE49-F238E27FC236}">
                        <a16:creationId xmlns:a16="http://schemas.microsoft.com/office/drawing/2014/main" id="{DE7F9CA0-108B-5434-74CB-CF4BF3D4A941}"/>
                      </a:ext>
                    </a:extLst>
                  </p:cNvPr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  <p:sp>
          <p:nvSpPr>
            <p:cNvPr id="889" name="Elipse 888">
              <a:extLst>
                <a:ext uri="{FF2B5EF4-FFF2-40B4-BE49-F238E27FC236}">
                  <a16:creationId xmlns:a16="http://schemas.microsoft.com/office/drawing/2014/main" id="{144AEE1F-F54D-BFC7-1EF9-F38E6AD7F7BF}"/>
                </a:ext>
              </a:extLst>
            </p:cNvPr>
            <p:cNvSpPr/>
            <p:nvPr/>
          </p:nvSpPr>
          <p:spPr>
            <a:xfrm rot="5400000">
              <a:off x="7806880" y="218813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894" name="Imagen 893">
            <a:extLst>
              <a:ext uri="{FF2B5EF4-FFF2-40B4-BE49-F238E27FC236}">
                <a16:creationId xmlns:a16="http://schemas.microsoft.com/office/drawing/2014/main" id="{AC509E6E-7396-ED70-7E37-FC15DF8B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227" y="3076480"/>
            <a:ext cx="2800350" cy="2352675"/>
          </a:xfrm>
          <a:prstGeom prst="rect">
            <a:avLst/>
          </a:prstGeom>
        </p:spPr>
      </p:pic>
      <p:sp>
        <p:nvSpPr>
          <p:cNvPr id="895" name="Subtítulo 2">
            <a:extLst>
              <a:ext uri="{FF2B5EF4-FFF2-40B4-BE49-F238E27FC236}">
                <a16:creationId xmlns:a16="http://schemas.microsoft.com/office/drawing/2014/main" id="{76F20A16-D313-2E76-D6EB-082ECB242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528" y="3167612"/>
            <a:ext cx="4388290" cy="2378097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s3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(inhibir movimiento)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</a:t>
            </a:r>
            <a:r>
              <a:rPr lang="es-ES" dirty="0"/>
              <a:t>(mover eslabón a</a:t>
            </a:r>
            <a:r>
              <a:rPr lang="es-ES" b="1" dirty="0"/>
              <a:t>b</a:t>
            </a:r>
            <a:r>
              <a:rPr lang="es-ES" dirty="0"/>
              <a:t>ajo).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Analizar sig. sensor</a:t>
            </a:r>
          </a:p>
        </p:txBody>
      </p:sp>
    </p:spTree>
    <p:extLst>
      <p:ext uri="{BB962C8B-B14F-4D97-AF65-F5344CB8AC3E}">
        <p14:creationId xmlns:p14="http://schemas.microsoft.com/office/powerpoint/2010/main" val="58738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700000">
                                      <p:cBhvr>
                                        <p:cTn id="6" dur="20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8" name="Grupo 937">
            <a:extLst>
              <a:ext uri="{FF2B5EF4-FFF2-40B4-BE49-F238E27FC236}">
                <a16:creationId xmlns:a16="http://schemas.microsoft.com/office/drawing/2014/main" id="{5CA1C56A-9FBD-B51F-FE63-BC8C2A0AAEE8}"/>
              </a:ext>
            </a:extLst>
          </p:cNvPr>
          <p:cNvGrpSpPr/>
          <p:nvPr/>
        </p:nvGrpSpPr>
        <p:grpSpPr>
          <a:xfrm>
            <a:off x="4989642" y="1308874"/>
            <a:ext cx="3403497" cy="1834495"/>
            <a:chOff x="4989642" y="1308874"/>
            <a:chExt cx="3403497" cy="1834495"/>
          </a:xfrm>
        </p:grpSpPr>
        <p:grpSp>
          <p:nvGrpSpPr>
            <p:cNvPr id="933" name="Grupo 932">
              <a:extLst>
                <a:ext uri="{FF2B5EF4-FFF2-40B4-BE49-F238E27FC236}">
                  <a16:creationId xmlns:a16="http://schemas.microsoft.com/office/drawing/2014/main" id="{665C2C07-B3FD-954C-6219-406F595F3ACE}"/>
                </a:ext>
              </a:extLst>
            </p:cNvPr>
            <p:cNvGrpSpPr/>
            <p:nvPr/>
          </p:nvGrpSpPr>
          <p:grpSpPr>
            <a:xfrm rot="2845467">
              <a:off x="5774143" y="524373"/>
              <a:ext cx="1834495" cy="3403497"/>
              <a:chOff x="5774143" y="524373"/>
              <a:chExt cx="1834495" cy="3403497"/>
            </a:xfrm>
          </p:grpSpPr>
          <p:grpSp>
            <p:nvGrpSpPr>
              <p:cNvPr id="708" name="Grupo 707">
                <a:extLst>
                  <a:ext uri="{FF2B5EF4-FFF2-40B4-BE49-F238E27FC236}">
                    <a16:creationId xmlns:a16="http://schemas.microsoft.com/office/drawing/2014/main" id="{915A9E12-A2FD-BB92-80A9-855843AD6942}"/>
                  </a:ext>
                </a:extLst>
              </p:cNvPr>
              <p:cNvGrpSpPr/>
              <p:nvPr/>
            </p:nvGrpSpPr>
            <p:grpSpPr>
              <a:xfrm rot="2381638">
                <a:off x="5774143" y="1801533"/>
                <a:ext cx="779056" cy="2126337"/>
                <a:chOff x="5775047" y="2428623"/>
                <a:chExt cx="779056" cy="2126337"/>
              </a:xfrm>
            </p:grpSpPr>
            <p:grpSp>
              <p:nvGrpSpPr>
                <p:cNvPr id="727" name="Grupo 726">
                  <a:extLst>
                    <a:ext uri="{FF2B5EF4-FFF2-40B4-BE49-F238E27FC236}">
                      <a16:creationId xmlns:a16="http://schemas.microsoft.com/office/drawing/2014/main" id="{49F01173-F1D3-2644-1B5C-8CD93548A970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709555" cy="832699"/>
                  <a:chOff x="5809042" y="3722261"/>
                  <a:chExt cx="709555" cy="832699"/>
                </a:xfrm>
              </p:grpSpPr>
              <p:grpSp>
                <p:nvGrpSpPr>
                  <p:cNvPr id="755" name="Grupo 754">
                    <a:extLst>
                      <a:ext uri="{FF2B5EF4-FFF2-40B4-BE49-F238E27FC236}">
                        <a16:creationId xmlns:a16="http://schemas.microsoft.com/office/drawing/2014/main" id="{15AA4B6A-3661-3C89-6D89-23C57530A0D4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276111" cy="832437"/>
                    <a:chOff x="5809042" y="3722261"/>
                    <a:chExt cx="276111" cy="832437"/>
                  </a:xfrm>
                </p:grpSpPr>
                <p:grpSp>
                  <p:nvGrpSpPr>
                    <p:cNvPr id="763" name="Grupo 762">
                      <a:extLst>
                        <a:ext uri="{FF2B5EF4-FFF2-40B4-BE49-F238E27FC236}">
                          <a16:creationId xmlns:a16="http://schemas.microsoft.com/office/drawing/2014/main" id="{F953FEBC-8031-240D-C7E1-A80211D1FE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</p:grpSpPr>
                  <p:sp>
                    <p:nvSpPr>
                      <p:cNvPr id="766" name="Rectángulo: esquinas redondeadas 765">
                        <a:extLst>
                          <a:ext uri="{FF2B5EF4-FFF2-40B4-BE49-F238E27FC236}">
                            <a16:creationId xmlns:a16="http://schemas.microsoft.com/office/drawing/2014/main" id="{3DF35693-8C0B-9E2C-ADE0-E276A278F1F9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767" name="Rectángulo: esquinas redondeadas 766">
                        <a:extLst>
                          <a:ext uri="{FF2B5EF4-FFF2-40B4-BE49-F238E27FC236}">
                            <a16:creationId xmlns:a16="http://schemas.microsoft.com/office/drawing/2014/main" id="{61A244E8-DCC7-190B-7C8F-CB5633115A76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764" name="Rectángulo 763">
                      <a:extLst>
                        <a:ext uri="{FF2B5EF4-FFF2-40B4-BE49-F238E27FC236}">
                          <a16:creationId xmlns:a16="http://schemas.microsoft.com/office/drawing/2014/main" id="{E3D0A90A-5EF8-7D2B-3F57-71AA7440CFF9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765" name="Rectángulo 764">
                      <a:extLst>
                        <a:ext uri="{FF2B5EF4-FFF2-40B4-BE49-F238E27FC236}">
                          <a16:creationId xmlns:a16="http://schemas.microsoft.com/office/drawing/2014/main" id="{F150532F-ADB0-48E8-5D2B-DBB427064E13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757" name="Grupo 756">
                    <a:extLst>
                      <a:ext uri="{FF2B5EF4-FFF2-40B4-BE49-F238E27FC236}">
                        <a16:creationId xmlns:a16="http://schemas.microsoft.com/office/drawing/2014/main" id="{6022CAC4-D872-2CBC-FBC8-1D980047EAD3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6242486" y="3722523"/>
                    <a:ext cx="276111" cy="832437"/>
                    <a:chOff x="5809042" y="3722261"/>
                    <a:chExt cx="276111" cy="832437"/>
                  </a:xfrm>
                </p:grpSpPr>
                <p:grpSp>
                  <p:nvGrpSpPr>
                    <p:cNvPr id="758" name="Grupo 757">
                      <a:extLst>
                        <a:ext uri="{FF2B5EF4-FFF2-40B4-BE49-F238E27FC236}">
                          <a16:creationId xmlns:a16="http://schemas.microsoft.com/office/drawing/2014/main" id="{A02BF728-2AB0-1F06-4AD3-2231E4A697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</p:grpSpPr>
                  <p:sp>
                    <p:nvSpPr>
                      <p:cNvPr id="761" name="Rectángulo: esquinas redondeadas 760">
                        <a:extLst>
                          <a:ext uri="{FF2B5EF4-FFF2-40B4-BE49-F238E27FC236}">
                            <a16:creationId xmlns:a16="http://schemas.microsoft.com/office/drawing/2014/main" id="{6318629D-4529-2D5A-B0D5-219C11D00155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762" name="Rectángulo: esquinas redondeadas 761">
                        <a:extLst>
                          <a:ext uri="{FF2B5EF4-FFF2-40B4-BE49-F238E27FC236}">
                            <a16:creationId xmlns:a16="http://schemas.microsoft.com/office/drawing/2014/main" id="{8AE019B1-0AD8-6AA6-2F78-A4194F0D3D4D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759" name="Rectángulo 758">
                      <a:extLst>
                        <a:ext uri="{FF2B5EF4-FFF2-40B4-BE49-F238E27FC236}">
                          <a16:creationId xmlns:a16="http://schemas.microsoft.com/office/drawing/2014/main" id="{239BE329-ABFC-35AE-CF2A-C78B2FE4CF55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760" name="Rectángulo 759">
                      <a:extLst>
                        <a:ext uri="{FF2B5EF4-FFF2-40B4-BE49-F238E27FC236}">
                          <a16:creationId xmlns:a16="http://schemas.microsoft.com/office/drawing/2014/main" id="{47489076-8F28-2AB1-9624-142227CA3E46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728" name="Grupo 727">
                  <a:extLst>
                    <a:ext uri="{FF2B5EF4-FFF2-40B4-BE49-F238E27FC236}">
                      <a16:creationId xmlns:a16="http://schemas.microsoft.com/office/drawing/2014/main" id="{111F9AE2-CF77-C0BC-ABBA-0F094F586CCB}"/>
                    </a:ext>
                  </a:extLst>
                </p:cNvPr>
                <p:cNvGrpSpPr/>
                <p:nvPr/>
              </p:nvGrpSpPr>
              <p:grpSpPr>
                <a:xfrm>
                  <a:off x="5775047" y="2428623"/>
                  <a:ext cx="779056" cy="1666542"/>
                  <a:chOff x="5775047" y="2428623"/>
                  <a:chExt cx="779056" cy="1666542"/>
                </a:xfrm>
              </p:grpSpPr>
              <p:grpSp>
                <p:nvGrpSpPr>
                  <p:cNvPr id="729" name="Grupo 728">
                    <a:extLst>
                      <a:ext uri="{FF2B5EF4-FFF2-40B4-BE49-F238E27FC236}">
                        <a16:creationId xmlns:a16="http://schemas.microsoft.com/office/drawing/2014/main" id="{71C46DB4-FDC0-2763-7BE0-5A5C95A1A703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</p:grpSpPr>
                <p:grpSp>
                  <p:nvGrpSpPr>
                    <p:cNvPr id="734" name="Grupo 733">
                      <a:extLst>
                        <a:ext uri="{FF2B5EF4-FFF2-40B4-BE49-F238E27FC236}">
                          <a16:creationId xmlns:a16="http://schemas.microsoft.com/office/drawing/2014/main" id="{907236BF-EDA3-1527-141F-B5AD8EA1F8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736" name="Grupo 735">
                        <a:extLst>
                          <a:ext uri="{FF2B5EF4-FFF2-40B4-BE49-F238E27FC236}">
                            <a16:creationId xmlns:a16="http://schemas.microsoft.com/office/drawing/2014/main" id="{E06FCED9-C571-86F7-3FD8-97F8C9F3186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p:grpSpPr>
                    <p:sp>
                      <p:nvSpPr>
                        <p:cNvPr id="751" name="Elipse 750">
                          <a:extLst>
                            <a:ext uri="{FF2B5EF4-FFF2-40B4-BE49-F238E27FC236}">
                              <a16:creationId xmlns:a16="http://schemas.microsoft.com/office/drawing/2014/main" id="{F8FD7004-52A1-516E-64C3-A1196BE1B71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752" name="Grupo 751">
                          <a:extLst>
                            <a:ext uri="{FF2B5EF4-FFF2-40B4-BE49-F238E27FC236}">
                              <a16:creationId xmlns:a16="http://schemas.microsoft.com/office/drawing/2014/main" id="{9F97C59F-46C6-0C1E-B3A1-39E4A1C5796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753" name="Rectángulo 752">
                            <a:extLst>
                              <a:ext uri="{FF2B5EF4-FFF2-40B4-BE49-F238E27FC236}">
                                <a16:creationId xmlns:a16="http://schemas.microsoft.com/office/drawing/2014/main" id="{85A8CDE8-EF38-3BA8-DEC8-11A88B4F33D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754" name="Rectángulo 753">
                            <a:extLst>
                              <a:ext uri="{FF2B5EF4-FFF2-40B4-BE49-F238E27FC236}">
                                <a16:creationId xmlns:a16="http://schemas.microsoft.com/office/drawing/2014/main" id="{2DF112E2-8845-57B0-8FDD-A0959BD808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737" name="Grupo 736">
                        <a:extLst>
                          <a:ext uri="{FF2B5EF4-FFF2-40B4-BE49-F238E27FC236}">
                            <a16:creationId xmlns:a16="http://schemas.microsoft.com/office/drawing/2014/main" id="{91ECC123-5E71-21C6-F602-31BEEDAF2B8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738" name="Grupo 737">
                          <a:extLst>
                            <a:ext uri="{FF2B5EF4-FFF2-40B4-BE49-F238E27FC236}">
                              <a16:creationId xmlns:a16="http://schemas.microsoft.com/office/drawing/2014/main" id="{45459ACF-1261-1201-4AA0-F382F5D82F1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743" name="Grupo 742">
                            <a:extLst>
                              <a:ext uri="{FF2B5EF4-FFF2-40B4-BE49-F238E27FC236}">
                                <a16:creationId xmlns:a16="http://schemas.microsoft.com/office/drawing/2014/main" id="{02B46ED8-512B-0A36-1FA8-802903CFB12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748" name="Rectángulo 747">
                              <a:extLst>
                                <a:ext uri="{FF2B5EF4-FFF2-40B4-BE49-F238E27FC236}">
                                  <a16:creationId xmlns:a16="http://schemas.microsoft.com/office/drawing/2014/main" id="{870636A0-A8AA-BA2F-2FD0-457C41A9274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749" name="Rectángulo 748">
                              <a:extLst>
                                <a:ext uri="{FF2B5EF4-FFF2-40B4-BE49-F238E27FC236}">
                                  <a16:creationId xmlns:a16="http://schemas.microsoft.com/office/drawing/2014/main" id="{6FB18096-046D-790A-31D0-1ED3173D8C4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750" name="Marco 749">
                              <a:extLst>
                                <a:ext uri="{FF2B5EF4-FFF2-40B4-BE49-F238E27FC236}">
                                  <a16:creationId xmlns:a16="http://schemas.microsoft.com/office/drawing/2014/main" id="{EDB5B430-3507-058C-2644-C63F7E255FA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744" name="Grupo 743">
                            <a:extLst>
                              <a:ext uri="{FF2B5EF4-FFF2-40B4-BE49-F238E27FC236}">
                                <a16:creationId xmlns:a16="http://schemas.microsoft.com/office/drawing/2014/main" id="{AEDED609-7110-1312-5865-45F6E97DEC2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745" name="Rectángulo 744">
                              <a:extLst>
                                <a:ext uri="{FF2B5EF4-FFF2-40B4-BE49-F238E27FC236}">
                                  <a16:creationId xmlns:a16="http://schemas.microsoft.com/office/drawing/2014/main" id="{D095955A-15E4-73D0-4466-65F6915C9F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746" name="Rectángulo 745">
                              <a:extLst>
                                <a:ext uri="{FF2B5EF4-FFF2-40B4-BE49-F238E27FC236}">
                                  <a16:creationId xmlns:a16="http://schemas.microsoft.com/office/drawing/2014/main" id="{2AF9EB85-BB26-2423-FE6E-54F883E315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747" name="Rectángulo 746">
                              <a:extLst>
                                <a:ext uri="{FF2B5EF4-FFF2-40B4-BE49-F238E27FC236}">
                                  <a16:creationId xmlns:a16="http://schemas.microsoft.com/office/drawing/2014/main" id="{9DC31571-2BA5-2D65-84E9-A6B3841F5F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739" name="Grupo 738">
                          <a:extLst>
                            <a:ext uri="{FF2B5EF4-FFF2-40B4-BE49-F238E27FC236}">
                              <a16:creationId xmlns:a16="http://schemas.microsoft.com/office/drawing/2014/main" id="{4DB1EC07-4D22-815F-4637-C228AA82A70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740" name="Rectángulo 739">
                            <a:extLst>
                              <a:ext uri="{FF2B5EF4-FFF2-40B4-BE49-F238E27FC236}">
                                <a16:creationId xmlns:a16="http://schemas.microsoft.com/office/drawing/2014/main" id="{B72D3E2E-28A6-E14D-7429-9AEDB5B8003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741" name="Rectángulo 740">
                            <a:extLst>
                              <a:ext uri="{FF2B5EF4-FFF2-40B4-BE49-F238E27FC236}">
                                <a16:creationId xmlns:a16="http://schemas.microsoft.com/office/drawing/2014/main" id="{DD66AE61-33FC-F05D-77D3-D4E20466464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742" name="Rectángulo 741">
                            <a:extLst>
                              <a:ext uri="{FF2B5EF4-FFF2-40B4-BE49-F238E27FC236}">
                                <a16:creationId xmlns:a16="http://schemas.microsoft.com/office/drawing/2014/main" id="{E37DE6BE-9288-6F0D-2852-6565F16F06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735" name="Rectángulo 734">
                      <a:extLst>
                        <a:ext uri="{FF2B5EF4-FFF2-40B4-BE49-F238E27FC236}">
                          <a16:creationId xmlns:a16="http://schemas.microsoft.com/office/drawing/2014/main" id="{88C33209-3109-3314-DCEF-DA9E4BB0C2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pattFill prst="wdDnDiag">
                      <a:fgClr>
                        <a:schemeClr val="bg1"/>
                      </a:fgClr>
                      <a:bgClr>
                        <a:schemeClr val="bg1">
                          <a:lumMod val="65000"/>
                        </a:schemeClr>
                      </a:bgClr>
                    </a:patt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730" name="Grupo 729">
                    <a:extLst>
                      <a:ext uri="{FF2B5EF4-FFF2-40B4-BE49-F238E27FC236}">
                        <a16:creationId xmlns:a16="http://schemas.microsoft.com/office/drawing/2014/main" id="{51A416C8-71F1-EBF7-B631-BED40F35B8F8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3892550"/>
                    <a:ext cx="778309" cy="59708"/>
                    <a:chOff x="5775047" y="3892550"/>
                    <a:chExt cx="778309" cy="59708"/>
                  </a:xfrm>
                </p:grpSpPr>
                <p:sp>
                  <p:nvSpPr>
                    <p:cNvPr id="731" name="Rectángulo 730">
                      <a:extLst>
                        <a:ext uri="{FF2B5EF4-FFF2-40B4-BE49-F238E27FC236}">
                          <a16:creationId xmlns:a16="http://schemas.microsoft.com/office/drawing/2014/main" id="{20D73AA9-2CDE-6327-B933-B3166903986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732" name="Elipse 731">
                      <a:extLst>
                        <a:ext uri="{FF2B5EF4-FFF2-40B4-BE49-F238E27FC236}">
                          <a16:creationId xmlns:a16="http://schemas.microsoft.com/office/drawing/2014/main" id="{3DAE7B34-1EAD-F516-640F-1C69500148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733" name="Elipse 732">
                      <a:extLst>
                        <a:ext uri="{FF2B5EF4-FFF2-40B4-BE49-F238E27FC236}">
                          <a16:creationId xmlns:a16="http://schemas.microsoft.com/office/drawing/2014/main" id="{87C13A87-9C4D-A5C5-C68E-EC6F102FCC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  <p:grpSp>
            <p:nvGrpSpPr>
              <p:cNvPr id="892" name="Grupo 891">
                <a:extLst>
                  <a:ext uri="{FF2B5EF4-FFF2-40B4-BE49-F238E27FC236}">
                    <a16:creationId xmlns:a16="http://schemas.microsoft.com/office/drawing/2014/main" id="{8107491A-5E1B-6B72-39E5-13E89906A31D}"/>
                  </a:ext>
                </a:extLst>
              </p:cNvPr>
              <p:cNvGrpSpPr/>
              <p:nvPr/>
            </p:nvGrpSpPr>
            <p:grpSpPr>
              <a:xfrm rot="2381638" flipH="1" flipV="1">
                <a:off x="6829582" y="524373"/>
                <a:ext cx="779056" cy="2126337"/>
                <a:chOff x="5775047" y="2428623"/>
                <a:chExt cx="779056" cy="2126337"/>
              </a:xfrm>
              <a:noFill/>
            </p:grpSpPr>
            <p:grpSp>
              <p:nvGrpSpPr>
                <p:cNvPr id="893" name="Grupo 892">
                  <a:extLst>
                    <a:ext uri="{FF2B5EF4-FFF2-40B4-BE49-F238E27FC236}">
                      <a16:creationId xmlns:a16="http://schemas.microsoft.com/office/drawing/2014/main" id="{4E18CF4A-34CE-38B7-054E-B3302AFD0988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709555" cy="832699"/>
                  <a:chOff x="5809042" y="3722261"/>
                  <a:chExt cx="709555" cy="832699"/>
                </a:xfrm>
                <a:grpFill/>
              </p:grpSpPr>
              <p:grpSp>
                <p:nvGrpSpPr>
                  <p:cNvPr id="921" name="Grupo 920">
                    <a:extLst>
                      <a:ext uri="{FF2B5EF4-FFF2-40B4-BE49-F238E27FC236}">
                        <a16:creationId xmlns:a16="http://schemas.microsoft.com/office/drawing/2014/main" id="{1ED54C82-668C-CBCA-7990-00BE19A1464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276111" cy="832437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928" name="Grupo 927">
                      <a:extLst>
                        <a:ext uri="{FF2B5EF4-FFF2-40B4-BE49-F238E27FC236}">
                          <a16:creationId xmlns:a16="http://schemas.microsoft.com/office/drawing/2014/main" id="{C63ABFB3-AF9B-EE72-4690-F271FD9E0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931" name="Rectángulo: esquinas redondeadas 930">
                        <a:extLst>
                          <a:ext uri="{FF2B5EF4-FFF2-40B4-BE49-F238E27FC236}">
                            <a16:creationId xmlns:a16="http://schemas.microsoft.com/office/drawing/2014/main" id="{1AF01EC8-6789-3E9C-E1F5-3390C97CBAAE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32" name="Rectángulo: esquinas redondeadas 931">
                        <a:extLst>
                          <a:ext uri="{FF2B5EF4-FFF2-40B4-BE49-F238E27FC236}">
                            <a16:creationId xmlns:a16="http://schemas.microsoft.com/office/drawing/2014/main" id="{735D9458-4C28-83BA-EE2B-F5E7438C5ABC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929" name="Rectángulo 928">
                      <a:extLst>
                        <a:ext uri="{FF2B5EF4-FFF2-40B4-BE49-F238E27FC236}">
                          <a16:creationId xmlns:a16="http://schemas.microsoft.com/office/drawing/2014/main" id="{3A39449A-7D75-B553-D3FE-698A58100640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930" name="Rectángulo 929">
                      <a:extLst>
                        <a:ext uri="{FF2B5EF4-FFF2-40B4-BE49-F238E27FC236}">
                          <a16:creationId xmlns:a16="http://schemas.microsoft.com/office/drawing/2014/main" id="{7AAD0F31-B3DF-20F7-FDE8-8987CE3C0465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922" name="Grupo 921">
                    <a:extLst>
                      <a:ext uri="{FF2B5EF4-FFF2-40B4-BE49-F238E27FC236}">
                        <a16:creationId xmlns:a16="http://schemas.microsoft.com/office/drawing/2014/main" id="{B71BA5D3-9980-DA3B-CB0C-610ACE818FE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6242486" y="3722523"/>
                    <a:ext cx="276111" cy="832437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923" name="Grupo 922">
                      <a:extLst>
                        <a:ext uri="{FF2B5EF4-FFF2-40B4-BE49-F238E27FC236}">
                          <a16:creationId xmlns:a16="http://schemas.microsoft.com/office/drawing/2014/main" id="{F99873EB-7E28-B28A-4086-01EDBEB9CF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926" name="Rectángulo: esquinas redondeadas 925">
                        <a:extLst>
                          <a:ext uri="{FF2B5EF4-FFF2-40B4-BE49-F238E27FC236}">
                            <a16:creationId xmlns:a16="http://schemas.microsoft.com/office/drawing/2014/main" id="{2BA2219D-46C2-9245-F46C-A189AC772462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27" name="Rectángulo: esquinas redondeadas 926">
                        <a:extLst>
                          <a:ext uri="{FF2B5EF4-FFF2-40B4-BE49-F238E27FC236}">
                            <a16:creationId xmlns:a16="http://schemas.microsoft.com/office/drawing/2014/main" id="{CD75025B-EE2D-D7EF-8C1B-96230E6F470A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924" name="Rectángulo 923">
                      <a:extLst>
                        <a:ext uri="{FF2B5EF4-FFF2-40B4-BE49-F238E27FC236}">
                          <a16:creationId xmlns:a16="http://schemas.microsoft.com/office/drawing/2014/main" id="{16F31366-E16B-8DD0-8CA6-17D12564F81D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925" name="Rectángulo 924">
                      <a:extLst>
                        <a:ext uri="{FF2B5EF4-FFF2-40B4-BE49-F238E27FC236}">
                          <a16:creationId xmlns:a16="http://schemas.microsoft.com/office/drawing/2014/main" id="{667A1B46-BD8D-EB74-D75C-ADD3136219C4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894" name="Grupo 893">
                  <a:extLst>
                    <a:ext uri="{FF2B5EF4-FFF2-40B4-BE49-F238E27FC236}">
                      <a16:creationId xmlns:a16="http://schemas.microsoft.com/office/drawing/2014/main" id="{A239E485-5A11-F8B7-97B4-54286224901B}"/>
                    </a:ext>
                  </a:extLst>
                </p:cNvPr>
                <p:cNvGrpSpPr/>
                <p:nvPr/>
              </p:nvGrpSpPr>
              <p:grpSpPr>
                <a:xfrm>
                  <a:off x="5775047" y="2428623"/>
                  <a:ext cx="779056" cy="1666542"/>
                  <a:chOff x="5775047" y="2428623"/>
                  <a:chExt cx="779056" cy="1666542"/>
                </a:xfrm>
                <a:grpFill/>
              </p:grpSpPr>
              <p:grpSp>
                <p:nvGrpSpPr>
                  <p:cNvPr id="895" name="Grupo 894">
                    <a:extLst>
                      <a:ext uri="{FF2B5EF4-FFF2-40B4-BE49-F238E27FC236}">
                        <a16:creationId xmlns:a16="http://schemas.microsoft.com/office/drawing/2014/main" id="{16DEF1B6-3B1C-DA27-3A51-9DE660764F33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900" name="Grupo 899">
                      <a:extLst>
                        <a:ext uri="{FF2B5EF4-FFF2-40B4-BE49-F238E27FC236}">
                          <a16:creationId xmlns:a16="http://schemas.microsoft.com/office/drawing/2014/main" id="{3310CAA7-F51D-7EFC-09EB-BD6F71809E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902" name="Grupo 901">
                        <a:extLst>
                          <a:ext uri="{FF2B5EF4-FFF2-40B4-BE49-F238E27FC236}">
                            <a16:creationId xmlns:a16="http://schemas.microsoft.com/office/drawing/2014/main" id="{A758D33B-7238-1C33-B932-BC9DCB22FF0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917" name="Elipse 916">
                          <a:extLst>
                            <a:ext uri="{FF2B5EF4-FFF2-40B4-BE49-F238E27FC236}">
                              <a16:creationId xmlns:a16="http://schemas.microsoft.com/office/drawing/2014/main" id="{92B4642D-2B1F-C78C-F7AD-91A94C3D020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918" name="Grupo 917">
                          <a:extLst>
                            <a:ext uri="{FF2B5EF4-FFF2-40B4-BE49-F238E27FC236}">
                              <a16:creationId xmlns:a16="http://schemas.microsoft.com/office/drawing/2014/main" id="{0BA48EF4-82CA-0C90-D249-77E5EBCDBAB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919" name="Rectángulo 918">
                            <a:extLst>
                              <a:ext uri="{FF2B5EF4-FFF2-40B4-BE49-F238E27FC236}">
                                <a16:creationId xmlns:a16="http://schemas.microsoft.com/office/drawing/2014/main" id="{18C8822F-0B7E-9213-32FA-B0D725D709B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920" name="Rectángulo 919">
                            <a:extLst>
                              <a:ext uri="{FF2B5EF4-FFF2-40B4-BE49-F238E27FC236}">
                                <a16:creationId xmlns:a16="http://schemas.microsoft.com/office/drawing/2014/main" id="{A73E31A4-1262-5992-E65D-F5103F3176E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903" name="Grupo 902">
                        <a:extLst>
                          <a:ext uri="{FF2B5EF4-FFF2-40B4-BE49-F238E27FC236}">
                            <a16:creationId xmlns:a16="http://schemas.microsoft.com/office/drawing/2014/main" id="{344CEA99-D057-0F71-3081-472DCDEF979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904" name="Grupo 903">
                          <a:extLst>
                            <a:ext uri="{FF2B5EF4-FFF2-40B4-BE49-F238E27FC236}">
                              <a16:creationId xmlns:a16="http://schemas.microsoft.com/office/drawing/2014/main" id="{DF0B42F1-DC50-3D7C-1533-5B5036EC22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909" name="Grupo 908">
                            <a:extLst>
                              <a:ext uri="{FF2B5EF4-FFF2-40B4-BE49-F238E27FC236}">
                                <a16:creationId xmlns:a16="http://schemas.microsoft.com/office/drawing/2014/main" id="{FA21DF71-23A4-D6D6-9A84-9AA601F4DF8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914" name="Rectángulo 913">
                              <a:extLst>
                                <a:ext uri="{FF2B5EF4-FFF2-40B4-BE49-F238E27FC236}">
                                  <a16:creationId xmlns:a16="http://schemas.microsoft.com/office/drawing/2014/main" id="{4E3D568A-7EAE-7477-3D9F-44CDC6409B8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915" name="Rectángulo 914">
                              <a:extLst>
                                <a:ext uri="{FF2B5EF4-FFF2-40B4-BE49-F238E27FC236}">
                                  <a16:creationId xmlns:a16="http://schemas.microsoft.com/office/drawing/2014/main" id="{910A5B45-A291-7BFF-1EEE-2C25DF8EE6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6" name="Marco 915">
                              <a:extLst>
                                <a:ext uri="{FF2B5EF4-FFF2-40B4-BE49-F238E27FC236}">
                                  <a16:creationId xmlns:a16="http://schemas.microsoft.com/office/drawing/2014/main" id="{E1EF1E87-2823-38DE-AEAA-11D43F2475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910" name="Grupo 909">
                            <a:extLst>
                              <a:ext uri="{FF2B5EF4-FFF2-40B4-BE49-F238E27FC236}">
                                <a16:creationId xmlns:a16="http://schemas.microsoft.com/office/drawing/2014/main" id="{61209E9B-A6D6-D89A-2214-F9A23BB496A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911" name="Rectángulo 910">
                              <a:extLst>
                                <a:ext uri="{FF2B5EF4-FFF2-40B4-BE49-F238E27FC236}">
                                  <a16:creationId xmlns:a16="http://schemas.microsoft.com/office/drawing/2014/main" id="{61737FCB-4190-B526-FE90-5E854E7938C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2" name="Rectángulo 911">
                              <a:extLst>
                                <a:ext uri="{FF2B5EF4-FFF2-40B4-BE49-F238E27FC236}">
                                  <a16:creationId xmlns:a16="http://schemas.microsoft.com/office/drawing/2014/main" id="{CF9D3B75-20F4-921D-43FE-9A82A9AF83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3" name="Rectángulo 912">
                              <a:extLst>
                                <a:ext uri="{FF2B5EF4-FFF2-40B4-BE49-F238E27FC236}">
                                  <a16:creationId xmlns:a16="http://schemas.microsoft.com/office/drawing/2014/main" id="{F3E13F6E-BA5F-F6D6-AD24-72E9A36062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905" name="Grupo 904">
                          <a:extLst>
                            <a:ext uri="{FF2B5EF4-FFF2-40B4-BE49-F238E27FC236}">
                              <a16:creationId xmlns:a16="http://schemas.microsoft.com/office/drawing/2014/main" id="{3E203F7C-FA04-8468-22E9-6AD9EB75B6F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906" name="Rectángulo 905">
                            <a:extLst>
                              <a:ext uri="{FF2B5EF4-FFF2-40B4-BE49-F238E27FC236}">
                                <a16:creationId xmlns:a16="http://schemas.microsoft.com/office/drawing/2014/main" id="{32A2CE6D-DAFB-3E1A-4040-FB17FE5F99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907" name="Rectángulo 906">
                            <a:extLst>
                              <a:ext uri="{FF2B5EF4-FFF2-40B4-BE49-F238E27FC236}">
                                <a16:creationId xmlns:a16="http://schemas.microsoft.com/office/drawing/2014/main" id="{DE94DFDD-895C-2173-5F04-94A702F644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908" name="Rectángulo 907">
                            <a:extLst>
                              <a:ext uri="{FF2B5EF4-FFF2-40B4-BE49-F238E27FC236}">
                                <a16:creationId xmlns:a16="http://schemas.microsoft.com/office/drawing/2014/main" id="{E08F0CA0-D436-8BE7-5860-A862D56FA6D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901" name="Rectángulo 900">
                      <a:extLst>
                        <a:ext uri="{FF2B5EF4-FFF2-40B4-BE49-F238E27FC236}">
                          <a16:creationId xmlns:a16="http://schemas.microsoft.com/office/drawing/2014/main" id="{B64A373B-305C-B040-9E6C-4C5834BA6B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96" name="Grupo 895">
                    <a:extLst>
                      <a:ext uri="{FF2B5EF4-FFF2-40B4-BE49-F238E27FC236}">
                        <a16:creationId xmlns:a16="http://schemas.microsoft.com/office/drawing/2014/main" id="{AD8498A2-C779-1EF0-3431-1154F1E5C7E0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3892550"/>
                    <a:ext cx="778309" cy="59708"/>
                    <a:chOff x="5775047" y="3892550"/>
                    <a:chExt cx="778309" cy="59708"/>
                  </a:xfrm>
                  <a:grpFill/>
                </p:grpSpPr>
                <p:sp>
                  <p:nvSpPr>
                    <p:cNvPr id="897" name="Rectángulo 896">
                      <a:extLst>
                        <a:ext uri="{FF2B5EF4-FFF2-40B4-BE49-F238E27FC236}">
                          <a16:creationId xmlns:a16="http://schemas.microsoft.com/office/drawing/2014/main" id="{BAFCF8D4-7F61-36AB-1E98-104C1EA209A1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8" name="Elipse 897">
                      <a:extLst>
                        <a:ext uri="{FF2B5EF4-FFF2-40B4-BE49-F238E27FC236}">
                          <a16:creationId xmlns:a16="http://schemas.microsoft.com/office/drawing/2014/main" id="{94F7BA65-80E7-FB8A-AC7B-9D8695F541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9" name="Elipse 898">
                      <a:extLst>
                        <a:ext uri="{FF2B5EF4-FFF2-40B4-BE49-F238E27FC236}">
                          <a16:creationId xmlns:a16="http://schemas.microsoft.com/office/drawing/2014/main" id="{AECAB9C8-6134-68CF-4E12-247948989F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</p:grpSp>
        <p:grpSp>
          <p:nvGrpSpPr>
            <p:cNvPr id="937" name="Grupo 936">
              <a:extLst>
                <a:ext uri="{FF2B5EF4-FFF2-40B4-BE49-F238E27FC236}">
                  <a16:creationId xmlns:a16="http://schemas.microsoft.com/office/drawing/2014/main" id="{C02834C1-FC1C-4F6B-D554-518B52E9EDF3}"/>
                </a:ext>
              </a:extLst>
            </p:cNvPr>
            <p:cNvGrpSpPr/>
            <p:nvPr/>
          </p:nvGrpSpPr>
          <p:grpSpPr>
            <a:xfrm>
              <a:off x="6738251" y="2015334"/>
              <a:ext cx="80317" cy="397725"/>
              <a:chOff x="6738251" y="2015334"/>
              <a:chExt cx="80317" cy="397725"/>
            </a:xfrm>
          </p:grpSpPr>
          <p:sp>
            <p:nvSpPr>
              <p:cNvPr id="888" name="Elipse 887">
                <a:extLst>
                  <a:ext uri="{FF2B5EF4-FFF2-40B4-BE49-F238E27FC236}">
                    <a16:creationId xmlns:a16="http://schemas.microsoft.com/office/drawing/2014/main" id="{7BD8ABB3-9465-692C-056B-A714E92117DB}"/>
                  </a:ext>
                </a:extLst>
              </p:cNvPr>
              <p:cNvSpPr/>
              <p:nvPr/>
            </p:nvSpPr>
            <p:spPr>
              <a:xfrm rot="5400000">
                <a:off x="6746568" y="2341059"/>
                <a:ext cx="72000" cy="72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91" name="Elipse 890">
                <a:extLst>
                  <a:ext uri="{FF2B5EF4-FFF2-40B4-BE49-F238E27FC236}">
                    <a16:creationId xmlns:a16="http://schemas.microsoft.com/office/drawing/2014/main" id="{6A6B7BCF-2BB8-FEE4-0A53-429F0EBCB519}"/>
                  </a:ext>
                </a:extLst>
              </p:cNvPr>
              <p:cNvSpPr/>
              <p:nvPr/>
            </p:nvSpPr>
            <p:spPr>
              <a:xfrm rot="5400000">
                <a:off x="6738251" y="2015334"/>
                <a:ext cx="72000" cy="72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grpSp>
        <p:nvGrpSpPr>
          <p:cNvPr id="709" name="Grupo 708">
            <a:extLst>
              <a:ext uri="{FF2B5EF4-FFF2-40B4-BE49-F238E27FC236}">
                <a16:creationId xmlns:a16="http://schemas.microsoft.com/office/drawing/2014/main" id="{D1A70C1C-87DA-0010-C0CB-A5D06F1B5DA8}"/>
              </a:ext>
            </a:extLst>
          </p:cNvPr>
          <p:cNvGrpSpPr/>
          <p:nvPr/>
        </p:nvGrpSpPr>
        <p:grpSpPr>
          <a:xfrm rot="21597357">
            <a:off x="7407639" y="1802177"/>
            <a:ext cx="2288079" cy="2013940"/>
            <a:chOff x="5734796" y="1871886"/>
            <a:chExt cx="2288079" cy="2013940"/>
          </a:xfrm>
        </p:grpSpPr>
        <p:grpSp>
          <p:nvGrpSpPr>
            <p:cNvPr id="721" name="Grupo 720">
              <a:extLst>
                <a:ext uri="{FF2B5EF4-FFF2-40B4-BE49-F238E27FC236}">
                  <a16:creationId xmlns:a16="http://schemas.microsoft.com/office/drawing/2014/main" id="{5E03AD7D-1202-12B0-85C2-A4C3EE9C2AF5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23" name="Grupo 722">
                <a:extLst>
                  <a:ext uri="{FF2B5EF4-FFF2-40B4-BE49-F238E27FC236}">
                    <a16:creationId xmlns:a16="http://schemas.microsoft.com/office/drawing/2014/main" id="{B7714D19-F035-034B-5BBC-B903A4FDDB4E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25" name="Elipse 724">
                  <a:extLst>
                    <a:ext uri="{FF2B5EF4-FFF2-40B4-BE49-F238E27FC236}">
                      <a16:creationId xmlns:a16="http://schemas.microsoft.com/office/drawing/2014/main" id="{43785FCA-A9A9-217B-69B2-A1E6EE781CFB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26" name="Diagrama de flujo: operación manual 725">
                  <a:extLst>
                    <a:ext uri="{FF2B5EF4-FFF2-40B4-BE49-F238E27FC236}">
                      <a16:creationId xmlns:a16="http://schemas.microsoft.com/office/drawing/2014/main" id="{C3B64BA0-E4D5-F1CA-51C7-4FE5C1A911BA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24" name="Elipse 723">
                <a:extLst>
                  <a:ext uri="{FF2B5EF4-FFF2-40B4-BE49-F238E27FC236}">
                    <a16:creationId xmlns:a16="http://schemas.microsoft.com/office/drawing/2014/main" id="{A11ECFF7-EA0D-BA47-3A5F-897BEE99C5A9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22" name="Diagrama de flujo: operación manual 721">
              <a:extLst>
                <a:ext uri="{FF2B5EF4-FFF2-40B4-BE49-F238E27FC236}">
                  <a16:creationId xmlns:a16="http://schemas.microsoft.com/office/drawing/2014/main" id="{6CC739CD-EED2-66FC-5588-62C6F775EAAF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BA88CE3E-A74D-DDD7-C2FE-B810969824F0}"/>
              </a:ext>
            </a:extLst>
          </p:cNvPr>
          <p:cNvGrpSpPr/>
          <p:nvPr/>
        </p:nvGrpSpPr>
        <p:grpSpPr>
          <a:xfrm rot="2393908" flipH="1" flipV="1">
            <a:off x="9128297" y="1435429"/>
            <a:ext cx="3013152" cy="3791868"/>
            <a:chOff x="6441712" y="2428073"/>
            <a:chExt cx="3013152" cy="3791868"/>
          </a:xfrm>
          <a:noFill/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51E99D4-2F00-D026-62E9-6B900B3A9B3E}"/>
                </a:ext>
              </a:extLst>
            </p:cNvPr>
            <p:cNvGrpSpPr/>
            <p:nvPr/>
          </p:nvGrpSpPr>
          <p:grpSpPr>
            <a:xfrm rot="20800040">
              <a:off x="6522971" y="4093604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91E31989-8E9B-C908-17AC-00928B289BDD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56" name="Grupo 55">
                  <a:extLst>
                    <a:ext uri="{FF2B5EF4-FFF2-40B4-BE49-F238E27FC236}">
                      <a16:creationId xmlns:a16="http://schemas.microsoft.com/office/drawing/2014/main" id="{977144ED-26CE-F846-E9C2-D2F74104BE20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3" name="Grupo 62">
                    <a:extLst>
                      <a:ext uri="{FF2B5EF4-FFF2-40B4-BE49-F238E27FC236}">
                        <a16:creationId xmlns:a16="http://schemas.microsoft.com/office/drawing/2014/main" id="{082D6E21-E2FC-E3CF-C9A2-2E24C93DAA2A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706" name="Rectángulo: esquinas redondeadas 705">
                      <a:extLst>
                        <a:ext uri="{FF2B5EF4-FFF2-40B4-BE49-F238E27FC236}">
                          <a16:creationId xmlns:a16="http://schemas.microsoft.com/office/drawing/2014/main" id="{A9FE458F-8368-51E1-B1BA-AACB5E207D66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07" name="Rectángulo: esquinas redondeadas 706">
                      <a:extLst>
                        <a:ext uri="{FF2B5EF4-FFF2-40B4-BE49-F238E27FC236}">
                          <a16:creationId xmlns:a16="http://schemas.microsoft.com/office/drawing/2014/main" id="{49ECE0A6-CE55-E783-84AB-E40CCCF0D98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704" name="Rectángulo 703">
                    <a:extLst>
                      <a:ext uri="{FF2B5EF4-FFF2-40B4-BE49-F238E27FC236}">
                        <a16:creationId xmlns:a16="http://schemas.microsoft.com/office/drawing/2014/main" id="{FE795584-BABA-E01D-FDEA-3962FB23413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05" name="Rectángulo 704">
                    <a:extLst>
                      <a:ext uri="{FF2B5EF4-FFF2-40B4-BE49-F238E27FC236}">
                        <a16:creationId xmlns:a16="http://schemas.microsoft.com/office/drawing/2014/main" id="{B77623E5-0B34-E2CB-264F-7A64785ED840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7" name="Grupo 56">
                  <a:extLst>
                    <a:ext uri="{FF2B5EF4-FFF2-40B4-BE49-F238E27FC236}">
                      <a16:creationId xmlns:a16="http://schemas.microsoft.com/office/drawing/2014/main" id="{E1CF4228-DE1A-BAA8-ACBC-BE9893BADFAD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58" name="Grupo 57">
                    <a:extLst>
                      <a:ext uri="{FF2B5EF4-FFF2-40B4-BE49-F238E27FC236}">
                        <a16:creationId xmlns:a16="http://schemas.microsoft.com/office/drawing/2014/main" id="{EFB5A716-8AA8-9E65-C56D-46D4F2733C7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61" name="Rectángulo: esquinas redondeadas 60">
                      <a:extLst>
                        <a:ext uri="{FF2B5EF4-FFF2-40B4-BE49-F238E27FC236}">
                          <a16:creationId xmlns:a16="http://schemas.microsoft.com/office/drawing/2014/main" id="{F25C043B-DF77-E6A5-7D10-85CD60A607F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2" name="Rectángulo: esquinas redondeadas 61">
                      <a:extLst>
                        <a:ext uri="{FF2B5EF4-FFF2-40B4-BE49-F238E27FC236}">
                          <a16:creationId xmlns:a16="http://schemas.microsoft.com/office/drawing/2014/main" id="{E7025E6B-6C74-F16F-B7EF-3F99F6B44E9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59" name="Rectángulo 58">
                    <a:extLst>
                      <a:ext uri="{FF2B5EF4-FFF2-40B4-BE49-F238E27FC236}">
                        <a16:creationId xmlns:a16="http://schemas.microsoft.com/office/drawing/2014/main" id="{9B8A8D34-D941-C5DB-3A71-BF7C00BF348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0" name="Rectángulo 59">
                    <a:extLst>
                      <a:ext uri="{FF2B5EF4-FFF2-40B4-BE49-F238E27FC236}">
                        <a16:creationId xmlns:a16="http://schemas.microsoft.com/office/drawing/2014/main" id="{580E44A4-49B5-FB68-5100-DF2A5FAF000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DE44DBA9-EE0F-EAA1-EC70-8FACD32D903D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30" name="Grupo 29">
                  <a:extLst>
                    <a:ext uri="{FF2B5EF4-FFF2-40B4-BE49-F238E27FC236}">
                      <a16:creationId xmlns:a16="http://schemas.microsoft.com/office/drawing/2014/main" id="{DD274463-4E1D-2938-577F-8E975A7C8788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35" name="Grupo 34">
                    <a:extLst>
                      <a:ext uri="{FF2B5EF4-FFF2-40B4-BE49-F238E27FC236}">
                        <a16:creationId xmlns:a16="http://schemas.microsoft.com/office/drawing/2014/main" id="{15EC8558-B51D-6838-3F56-E94C304388D6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37" name="Grupo 36">
                      <a:extLst>
                        <a:ext uri="{FF2B5EF4-FFF2-40B4-BE49-F238E27FC236}">
                          <a16:creationId xmlns:a16="http://schemas.microsoft.com/office/drawing/2014/main" id="{69C1F8A6-606F-561D-6C0C-4F59CE71BD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52" name="Elipse 51">
                        <a:extLst>
                          <a:ext uri="{FF2B5EF4-FFF2-40B4-BE49-F238E27FC236}">
                            <a16:creationId xmlns:a16="http://schemas.microsoft.com/office/drawing/2014/main" id="{514C096E-C87E-7B8C-DB8D-FB088861D0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6B52062-B160-192B-9837-A35585193C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54" name="Rectángulo 53">
                          <a:extLst>
                            <a:ext uri="{FF2B5EF4-FFF2-40B4-BE49-F238E27FC236}">
                              <a16:creationId xmlns:a16="http://schemas.microsoft.com/office/drawing/2014/main" id="{9C0D8E8D-C3B3-E062-90A4-0CF2A23C48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5" name="Rectángulo 54">
                          <a:extLst>
                            <a:ext uri="{FF2B5EF4-FFF2-40B4-BE49-F238E27FC236}">
                              <a16:creationId xmlns:a16="http://schemas.microsoft.com/office/drawing/2014/main" id="{0E053F5E-E479-DAC5-83D3-E358FAF5A0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8" name="Grupo 37">
                      <a:extLst>
                        <a:ext uri="{FF2B5EF4-FFF2-40B4-BE49-F238E27FC236}">
                          <a16:creationId xmlns:a16="http://schemas.microsoft.com/office/drawing/2014/main" id="{E035FEDE-4849-4A71-AF75-3560D465244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39" name="Grupo 38">
                        <a:extLst>
                          <a:ext uri="{FF2B5EF4-FFF2-40B4-BE49-F238E27FC236}">
                            <a16:creationId xmlns:a16="http://schemas.microsoft.com/office/drawing/2014/main" id="{739BD6C5-FCB4-1429-79A2-9E09158224E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44" name="Grupo 43">
                          <a:extLst>
                            <a:ext uri="{FF2B5EF4-FFF2-40B4-BE49-F238E27FC236}">
                              <a16:creationId xmlns:a16="http://schemas.microsoft.com/office/drawing/2014/main" id="{554F9CED-AF22-C473-143B-0F5B23432B0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49" name="Rectángulo 48">
                            <a:extLst>
                              <a:ext uri="{FF2B5EF4-FFF2-40B4-BE49-F238E27FC236}">
                                <a16:creationId xmlns:a16="http://schemas.microsoft.com/office/drawing/2014/main" id="{124AC4FC-718B-2DB9-8E32-26DF4FB0E04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50" name="Rectángulo 49">
                            <a:extLst>
                              <a:ext uri="{FF2B5EF4-FFF2-40B4-BE49-F238E27FC236}">
                                <a16:creationId xmlns:a16="http://schemas.microsoft.com/office/drawing/2014/main" id="{6EC02272-868E-B638-28FE-2BD5BFA116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1" name="Marco 50">
                            <a:extLst>
                              <a:ext uri="{FF2B5EF4-FFF2-40B4-BE49-F238E27FC236}">
                                <a16:creationId xmlns:a16="http://schemas.microsoft.com/office/drawing/2014/main" id="{61B28F5B-B73C-7292-D018-B9EAA87949B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5" name="Grupo 44">
                          <a:extLst>
                            <a:ext uri="{FF2B5EF4-FFF2-40B4-BE49-F238E27FC236}">
                              <a16:creationId xmlns:a16="http://schemas.microsoft.com/office/drawing/2014/main" id="{90197390-6748-B0E0-41D6-ED38B37B7E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46" name="Rectángulo 45">
                            <a:extLst>
                              <a:ext uri="{FF2B5EF4-FFF2-40B4-BE49-F238E27FC236}">
                                <a16:creationId xmlns:a16="http://schemas.microsoft.com/office/drawing/2014/main" id="{85E626B7-9978-DA80-0E83-F7F711A411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7" name="Rectángulo 46">
                            <a:extLst>
                              <a:ext uri="{FF2B5EF4-FFF2-40B4-BE49-F238E27FC236}">
                                <a16:creationId xmlns:a16="http://schemas.microsoft.com/office/drawing/2014/main" id="{89173D60-593E-BDD0-4323-362EEC079C9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8" name="Rectángulo 47">
                            <a:extLst>
                              <a:ext uri="{FF2B5EF4-FFF2-40B4-BE49-F238E27FC236}">
                                <a16:creationId xmlns:a16="http://schemas.microsoft.com/office/drawing/2014/main" id="{5A767A0B-C62E-7E42-63F6-4B779020DC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40" name="Grupo 39">
                        <a:extLst>
                          <a:ext uri="{FF2B5EF4-FFF2-40B4-BE49-F238E27FC236}">
                            <a16:creationId xmlns:a16="http://schemas.microsoft.com/office/drawing/2014/main" id="{FE3659B5-913B-8C0E-A7A2-AE14F38F6C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41" name="Rectángulo 40">
                          <a:extLst>
                            <a:ext uri="{FF2B5EF4-FFF2-40B4-BE49-F238E27FC236}">
                              <a16:creationId xmlns:a16="http://schemas.microsoft.com/office/drawing/2014/main" id="{B1FFC617-3D9C-D253-863B-2E0E8EC030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2" name="Rectángulo 41">
                          <a:extLst>
                            <a:ext uri="{FF2B5EF4-FFF2-40B4-BE49-F238E27FC236}">
                              <a16:creationId xmlns:a16="http://schemas.microsoft.com/office/drawing/2014/main" id="{18858F78-5982-8DD7-4D88-473869FC4F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3" name="Rectángulo 42">
                          <a:extLst>
                            <a:ext uri="{FF2B5EF4-FFF2-40B4-BE49-F238E27FC236}">
                              <a16:creationId xmlns:a16="http://schemas.microsoft.com/office/drawing/2014/main" id="{C85CE21E-7B19-6166-C810-3A3C8E75A7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998957E2-C751-6441-FA5E-181028178375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31" name="Grupo 30">
                  <a:extLst>
                    <a:ext uri="{FF2B5EF4-FFF2-40B4-BE49-F238E27FC236}">
                      <a16:creationId xmlns:a16="http://schemas.microsoft.com/office/drawing/2014/main" id="{5D018D2B-15E8-C235-AE71-FAD499D15FDC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9CDF96B4-A0D8-F54F-5EF5-F06AD467A32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3" name="Elipse 32">
                    <a:extLst>
                      <a:ext uri="{FF2B5EF4-FFF2-40B4-BE49-F238E27FC236}">
                        <a16:creationId xmlns:a16="http://schemas.microsoft.com/office/drawing/2014/main" id="{EC1A56ED-DB2A-01E8-B019-F8B9FAAB88FB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4" name="Elipse 33">
                    <a:extLst>
                      <a:ext uri="{FF2B5EF4-FFF2-40B4-BE49-F238E27FC236}">
                        <a16:creationId xmlns:a16="http://schemas.microsoft.com/office/drawing/2014/main" id="{3684E9BA-7E30-CF20-B671-01B60A4D519A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6839DE40-03A2-DE9F-81B3-A1C3D7B47636}"/>
                </a:ext>
              </a:extLst>
            </p:cNvPr>
            <p:cNvGrpSpPr/>
            <p:nvPr/>
          </p:nvGrpSpPr>
          <p:grpSpPr>
            <a:xfrm rot="19203449">
              <a:off x="7166785" y="2428073"/>
              <a:ext cx="2288079" cy="2013940"/>
              <a:chOff x="5734796" y="1871886"/>
              <a:chExt cx="2288079" cy="2013940"/>
            </a:xfrm>
            <a:grpFill/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7F829178-0220-7818-0E3D-4A5466596A2C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grpFill/>
            </p:grpSpPr>
            <p:grpSp>
              <p:nvGrpSpPr>
                <p:cNvPr id="24" name="Grupo 23">
                  <a:extLst>
                    <a:ext uri="{FF2B5EF4-FFF2-40B4-BE49-F238E27FC236}">
                      <a16:creationId xmlns:a16="http://schemas.microsoft.com/office/drawing/2014/main" id="{DE176E5F-651D-41D0-97A9-5B4BFD95A74C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26" name="Elipse 25">
                    <a:extLst>
                      <a:ext uri="{FF2B5EF4-FFF2-40B4-BE49-F238E27FC236}">
                        <a16:creationId xmlns:a16="http://schemas.microsoft.com/office/drawing/2014/main" id="{56217FDA-D25E-F407-7B78-349AD9E84A11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27" name="Diagrama de flujo: operación manual 26">
                    <a:extLst>
                      <a:ext uri="{FF2B5EF4-FFF2-40B4-BE49-F238E27FC236}">
                        <a16:creationId xmlns:a16="http://schemas.microsoft.com/office/drawing/2014/main" id="{3F351DF9-743D-3FF7-1394-71E0D53C5B24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982DB5A9-C937-E41F-4E7D-BE926AA5C630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3" name="Diagrama de flujo: operación manual 22">
                <a:extLst>
                  <a:ext uri="{FF2B5EF4-FFF2-40B4-BE49-F238E27FC236}">
                    <a16:creationId xmlns:a16="http://schemas.microsoft.com/office/drawing/2014/main" id="{5EFDB7C2-2C35-A537-6453-3F804065750E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A0486979-38CE-C918-38F6-80179528A555}"/>
                </a:ext>
              </a:extLst>
            </p:cNvPr>
            <p:cNvGrpSpPr/>
            <p:nvPr/>
          </p:nvGrpSpPr>
          <p:grpSpPr>
            <a:xfrm rot="19203449">
              <a:off x="6441712" y="3225590"/>
              <a:ext cx="1144431" cy="1266043"/>
              <a:chOff x="6089175" y="1851040"/>
              <a:chExt cx="1144431" cy="1266043"/>
            </a:xfrm>
            <a:grpFill/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D22B93FA-0073-B1C3-E95E-3BF287B90D79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  <a:grpFill/>
            </p:grpSpPr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68B7D6D3-C2CC-F4A5-93EC-068BD08ABE95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  <a:grpFill/>
              </p:grpSpPr>
              <p:grpSp>
                <p:nvGrpSpPr>
                  <p:cNvPr id="16" name="Grupo 15">
                    <a:extLst>
                      <a:ext uri="{FF2B5EF4-FFF2-40B4-BE49-F238E27FC236}">
                        <a16:creationId xmlns:a16="http://schemas.microsoft.com/office/drawing/2014/main" id="{A3D5A9B4-84E0-C0E5-9B63-471338CD295D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grpFill/>
                </p:grpSpPr>
                <p:grpSp>
                  <p:nvGrpSpPr>
                    <p:cNvPr id="18" name="Grupo 17">
                      <a:extLst>
                        <a:ext uri="{FF2B5EF4-FFF2-40B4-BE49-F238E27FC236}">
                          <a16:creationId xmlns:a16="http://schemas.microsoft.com/office/drawing/2014/main" id="{8AF36304-0F0D-9C5D-1C9A-D20E9A2E41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20" name="Elipse 19">
                        <a:extLst>
                          <a:ext uri="{FF2B5EF4-FFF2-40B4-BE49-F238E27FC236}">
                            <a16:creationId xmlns:a16="http://schemas.microsoft.com/office/drawing/2014/main" id="{B3124F97-99F6-1FC3-470A-8FBE519AE3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21" name="Diagrama de flujo: operación manual 20">
                        <a:extLst>
                          <a:ext uri="{FF2B5EF4-FFF2-40B4-BE49-F238E27FC236}">
                            <a16:creationId xmlns:a16="http://schemas.microsoft.com/office/drawing/2014/main" id="{F1B5F514-9318-84D2-C8E1-CE70901F62B4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9" name="Elipse 18">
                      <a:extLst>
                        <a:ext uri="{FF2B5EF4-FFF2-40B4-BE49-F238E27FC236}">
                          <a16:creationId xmlns:a16="http://schemas.microsoft.com/office/drawing/2014/main" id="{A4996E15-1EED-E35E-DF45-D681A6597D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7" name="Diagrama de flujo: operación manual 16">
                    <a:extLst>
                      <a:ext uri="{FF2B5EF4-FFF2-40B4-BE49-F238E27FC236}">
                        <a16:creationId xmlns:a16="http://schemas.microsoft.com/office/drawing/2014/main" id="{51CB00A3-B3F9-56FB-C10F-20E78E8A51D5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5" name="Elipse 14">
                  <a:extLst>
                    <a:ext uri="{FF2B5EF4-FFF2-40B4-BE49-F238E27FC236}">
                      <a16:creationId xmlns:a16="http://schemas.microsoft.com/office/drawing/2014/main" id="{F804A26D-4D52-3940-2595-3DDFD59C677D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F7F58E52-E827-3A28-7798-7101A437C0AE}"/>
                  </a:ext>
                </a:extLst>
              </p:cNvPr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796" name="Elipse 795">
            <a:extLst>
              <a:ext uri="{FF2B5EF4-FFF2-40B4-BE49-F238E27FC236}">
                <a16:creationId xmlns:a16="http://schemas.microsoft.com/office/drawing/2014/main" id="{7C548E97-4D47-42CF-C3EB-D74B596E69DF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582769"/>
            <a:ext cx="11068575" cy="73190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AUTOMATICO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Posicionamiento en origen</a:t>
            </a:r>
          </a:p>
        </p:txBody>
      </p:sp>
      <p:sp>
        <p:nvSpPr>
          <p:cNvPr id="768" name="Elipse 767">
            <a:extLst>
              <a:ext uri="{FF2B5EF4-FFF2-40B4-BE49-F238E27FC236}">
                <a16:creationId xmlns:a16="http://schemas.microsoft.com/office/drawing/2014/main" id="{C4299D63-3602-068A-B0FB-A7209652D7BC}"/>
              </a:ext>
            </a:extLst>
          </p:cNvPr>
          <p:cNvSpPr/>
          <p:nvPr/>
        </p:nvSpPr>
        <p:spPr>
          <a:xfrm>
            <a:off x="9931357" y="873308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9" name="Subtítulo 2">
            <a:extLst>
              <a:ext uri="{FF2B5EF4-FFF2-40B4-BE49-F238E27FC236}">
                <a16:creationId xmlns:a16="http://schemas.microsoft.com/office/drawing/2014/main" id="{3998081D-8264-2F05-07B9-214EE1D60936}"/>
              </a:ext>
            </a:extLst>
          </p:cNvPr>
          <p:cNvSpPr txBox="1">
            <a:spLocks/>
          </p:cNvSpPr>
          <p:nvPr/>
        </p:nvSpPr>
        <p:spPr>
          <a:xfrm>
            <a:off x="10318877" y="763813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S2</a:t>
            </a:r>
          </a:p>
        </p:txBody>
      </p:sp>
      <p:grpSp>
        <p:nvGrpSpPr>
          <p:cNvPr id="770" name="Grupo 769">
            <a:extLst>
              <a:ext uri="{FF2B5EF4-FFF2-40B4-BE49-F238E27FC236}">
                <a16:creationId xmlns:a16="http://schemas.microsoft.com/office/drawing/2014/main" id="{93E298B8-44DE-BE7F-0DA9-9931B916FF72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1" name="Grupo 770">
              <a:extLst>
                <a:ext uri="{FF2B5EF4-FFF2-40B4-BE49-F238E27FC236}">
                  <a16:creationId xmlns:a16="http://schemas.microsoft.com/office/drawing/2014/main" id="{C83FE746-A514-1205-CADC-64C826A5F8F8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2" name="Rectángulo: esquinas redondeadas 791">
                <a:extLst>
                  <a:ext uri="{FF2B5EF4-FFF2-40B4-BE49-F238E27FC236}">
                    <a16:creationId xmlns:a16="http://schemas.microsoft.com/office/drawing/2014/main" id="{84CAF8A3-E8CA-9AF1-DCD9-A3CE7DD6F7DF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3" name="Grupo 792">
                <a:extLst>
                  <a:ext uri="{FF2B5EF4-FFF2-40B4-BE49-F238E27FC236}">
                    <a16:creationId xmlns:a16="http://schemas.microsoft.com/office/drawing/2014/main" id="{ECCC1F93-D9E0-7E48-1319-44A2785EDCBD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4" name="Diagrama de flujo: operación manual 793">
                  <a:extLst>
                    <a:ext uri="{FF2B5EF4-FFF2-40B4-BE49-F238E27FC236}">
                      <a16:creationId xmlns:a16="http://schemas.microsoft.com/office/drawing/2014/main" id="{42763D7A-D7D3-1F9C-979D-A4F185FA84F9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5" name="Rectángulo: esquinas redondeadas 794">
                  <a:extLst>
                    <a:ext uri="{FF2B5EF4-FFF2-40B4-BE49-F238E27FC236}">
                      <a16:creationId xmlns:a16="http://schemas.microsoft.com/office/drawing/2014/main" id="{EE8D544D-4078-8395-DBD4-05A9E52D96C6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2" name="Grupo 771">
              <a:extLst>
                <a:ext uri="{FF2B5EF4-FFF2-40B4-BE49-F238E27FC236}">
                  <a16:creationId xmlns:a16="http://schemas.microsoft.com/office/drawing/2014/main" id="{43EDEAC8-62B7-2300-FF30-9A5F1C0E0D91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3" name="Grupo 772">
                <a:extLst>
                  <a:ext uri="{FF2B5EF4-FFF2-40B4-BE49-F238E27FC236}">
                    <a16:creationId xmlns:a16="http://schemas.microsoft.com/office/drawing/2014/main" id="{15E219CB-4CC1-60AC-18BC-5FEC2007B47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433C683C-A1F6-3DE6-17B6-51D243D793DD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Elipse 790">
                  <a:extLst>
                    <a:ext uri="{FF2B5EF4-FFF2-40B4-BE49-F238E27FC236}">
                      <a16:creationId xmlns:a16="http://schemas.microsoft.com/office/drawing/2014/main" id="{BCD069F9-0429-951A-55C9-1D8DAF07D21C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4" name="Grupo 773">
                <a:extLst>
                  <a:ext uri="{FF2B5EF4-FFF2-40B4-BE49-F238E27FC236}">
                    <a16:creationId xmlns:a16="http://schemas.microsoft.com/office/drawing/2014/main" id="{DB904981-E602-B5DB-D768-637B994BDEA4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87" name="Elipse 786">
                  <a:extLst>
                    <a:ext uri="{FF2B5EF4-FFF2-40B4-BE49-F238E27FC236}">
                      <a16:creationId xmlns:a16="http://schemas.microsoft.com/office/drawing/2014/main" id="{46584522-BD22-66B6-526F-E2AEB1EA0180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E65AEE1F-5E19-9E0B-F86F-0058210B4E62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9" name="Rectángulo 788">
                  <a:extLst>
                    <a:ext uri="{FF2B5EF4-FFF2-40B4-BE49-F238E27FC236}">
                      <a16:creationId xmlns:a16="http://schemas.microsoft.com/office/drawing/2014/main" id="{9376E2CB-4520-0233-8D48-4C7048B9C78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5" name="Grupo 774">
                <a:extLst>
                  <a:ext uri="{FF2B5EF4-FFF2-40B4-BE49-F238E27FC236}">
                    <a16:creationId xmlns:a16="http://schemas.microsoft.com/office/drawing/2014/main" id="{87D847DA-86F4-93F4-977C-E646D3346E96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4" name="Elipse 783">
                  <a:extLst>
                    <a:ext uri="{FF2B5EF4-FFF2-40B4-BE49-F238E27FC236}">
                      <a16:creationId xmlns:a16="http://schemas.microsoft.com/office/drawing/2014/main" id="{1500A88B-376C-D1AF-A015-99C37BFAE618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12429953-23EA-FD10-D27F-8148D542E1CE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6" name="Rectángulo 785">
                  <a:extLst>
                    <a:ext uri="{FF2B5EF4-FFF2-40B4-BE49-F238E27FC236}">
                      <a16:creationId xmlns:a16="http://schemas.microsoft.com/office/drawing/2014/main" id="{E7CF6D6F-912E-41E2-A39E-1539461463C7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6" name="Grupo 775">
                <a:extLst>
                  <a:ext uri="{FF2B5EF4-FFF2-40B4-BE49-F238E27FC236}">
                    <a16:creationId xmlns:a16="http://schemas.microsoft.com/office/drawing/2014/main" id="{52F9DC47-E99C-09D4-DDD7-583E5274D092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1" name="Elipse 780">
                  <a:extLst>
                    <a:ext uri="{FF2B5EF4-FFF2-40B4-BE49-F238E27FC236}">
                      <a16:creationId xmlns:a16="http://schemas.microsoft.com/office/drawing/2014/main" id="{67FC7693-A356-F87E-4700-4E9BD043B5C8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2" name="Rectángulo 781">
                  <a:extLst>
                    <a:ext uri="{FF2B5EF4-FFF2-40B4-BE49-F238E27FC236}">
                      <a16:creationId xmlns:a16="http://schemas.microsoft.com/office/drawing/2014/main" id="{3E030DEA-D9BC-EE73-3B03-F8BBEFFEEAF5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3" name="Rectángulo 782">
                  <a:extLst>
                    <a:ext uri="{FF2B5EF4-FFF2-40B4-BE49-F238E27FC236}">
                      <a16:creationId xmlns:a16="http://schemas.microsoft.com/office/drawing/2014/main" id="{96A9EFFB-BF65-60AE-C0C0-90BD7AD850BB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77" name="Grupo 776">
                <a:extLst>
                  <a:ext uri="{FF2B5EF4-FFF2-40B4-BE49-F238E27FC236}">
                    <a16:creationId xmlns:a16="http://schemas.microsoft.com/office/drawing/2014/main" id="{EF08E5EF-9973-3FC6-9033-6E2A8369976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78" name="Elipse 777">
                  <a:extLst>
                    <a:ext uri="{FF2B5EF4-FFF2-40B4-BE49-F238E27FC236}">
                      <a16:creationId xmlns:a16="http://schemas.microsoft.com/office/drawing/2014/main" id="{DCEACCA7-5C86-6AA6-3B30-5B51364054C6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79" name="Rectángulo 778">
                  <a:extLst>
                    <a:ext uri="{FF2B5EF4-FFF2-40B4-BE49-F238E27FC236}">
                      <a16:creationId xmlns:a16="http://schemas.microsoft.com/office/drawing/2014/main" id="{76D8F88A-39FB-EFF7-534B-35977EC5BA4D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0" name="Rectángulo 779">
                  <a:extLst>
                    <a:ext uri="{FF2B5EF4-FFF2-40B4-BE49-F238E27FC236}">
                      <a16:creationId xmlns:a16="http://schemas.microsoft.com/office/drawing/2014/main" id="{FF5A2E11-7583-5C0F-0E34-B0B695398D0A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797" name="Grupo 796">
            <a:extLst>
              <a:ext uri="{FF2B5EF4-FFF2-40B4-BE49-F238E27FC236}">
                <a16:creationId xmlns:a16="http://schemas.microsoft.com/office/drawing/2014/main" id="{DB6E9BAE-1280-16E1-9D4B-B9269D0C6BCE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798" name="Marco 797">
              <a:extLst>
                <a:ext uri="{FF2B5EF4-FFF2-40B4-BE49-F238E27FC236}">
                  <a16:creationId xmlns:a16="http://schemas.microsoft.com/office/drawing/2014/main" id="{F5484A49-2AF8-D6FA-5432-94388F0BF726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799" name="Marco 798">
              <a:extLst>
                <a:ext uri="{FF2B5EF4-FFF2-40B4-BE49-F238E27FC236}">
                  <a16:creationId xmlns:a16="http://schemas.microsoft.com/office/drawing/2014/main" id="{849BC596-710B-AD3A-2D1D-D98B358DD6C0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0" name="Grupo 799">
              <a:extLst>
                <a:ext uri="{FF2B5EF4-FFF2-40B4-BE49-F238E27FC236}">
                  <a16:creationId xmlns:a16="http://schemas.microsoft.com/office/drawing/2014/main" id="{3868C67B-FB8A-AA0A-6E3F-01A922ADC401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5" name="Grupo 814">
                <a:extLst>
                  <a:ext uri="{FF2B5EF4-FFF2-40B4-BE49-F238E27FC236}">
                    <a16:creationId xmlns:a16="http://schemas.microsoft.com/office/drawing/2014/main" id="{A44BC17F-1CCD-AAC9-36F9-E5AA162EC18D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19" name="Grupo 818">
                  <a:extLst>
                    <a:ext uri="{FF2B5EF4-FFF2-40B4-BE49-F238E27FC236}">
                      <a16:creationId xmlns:a16="http://schemas.microsoft.com/office/drawing/2014/main" id="{C231F16B-9908-B98F-AC34-0A272B49E015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27" name="Rectángulo 826">
                    <a:extLst>
                      <a:ext uri="{FF2B5EF4-FFF2-40B4-BE49-F238E27FC236}">
                        <a16:creationId xmlns:a16="http://schemas.microsoft.com/office/drawing/2014/main" id="{7A2B812F-E0B0-4EFD-5A4A-49E3E70B6680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28" name="Rectángulo 827">
                    <a:extLst>
                      <a:ext uri="{FF2B5EF4-FFF2-40B4-BE49-F238E27FC236}">
                        <a16:creationId xmlns:a16="http://schemas.microsoft.com/office/drawing/2014/main" id="{5048C5D9-2E42-9F18-EC01-5DD62B9C1046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0" name="Grupo 819">
                  <a:extLst>
                    <a:ext uri="{FF2B5EF4-FFF2-40B4-BE49-F238E27FC236}">
                      <a16:creationId xmlns:a16="http://schemas.microsoft.com/office/drawing/2014/main" id="{42F98169-8D6E-5B7B-C210-AD5314AE6FF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1" name="Grupo 820">
                    <a:extLst>
                      <a:ext uri="{FF2B5EF4-FFF2-40B4-BE49-F238E27FC236}">
                        <a16:creationId xmlns:a16="http://schemas.microsoft.com/office/drawing/2014/main" id="{7A8C685C-C1D2-198E-76B9-0F989DA4CD3C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5" name="Rectángulo 824">
                      <a:extLst>
                        <a:ext uri="{FF2B5EF4-FFF2-40B4-BE49-F238E27FC236}">
                          <a16:creationId xmlns:a16="http://schemas.microsoft.com/office/drawing/2014/main" id="{C9D06C5A-E73C-E926-9651-EDC762DE16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6" name="Rectángulo 825">
                      <a:extLst>
                        <a:ext uri="{FF2B5EF4-FFF2-40B4-BE49-F238E27FC236}">
                          <a16:creationId xmlns:a16="http://schemas.microsoft.com/office/drawing/2014/main" id="{0DF2D9B9-940B-8392-83FF-34EA104A9A2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2" name="Grupo 821">
                    <a:extLst>
                      <a:ext uri="{FF2B5EF4-FFF2-40B4-BE49-F238E27FC236}">
                        <a16:creationId xmlns:a16="http://schemas.microsoft.com/office/drawing/2014/main" id="{5999BF35-3E6A-BAB2-EB19-FD26495B3C8A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3" name="Rectángulo 822">
                      <a:extLst>
                        <a:ext uri="{FF2B5EF4-FFF2-40B4-BE49-F238E27FC236}">
                          <a16:creationId xmlns:a16="http://schemas.microsoft.com/office/drawing/2014/main" id="{50937548-D25B-7625-128F-B601C5B52D8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4" name="Rectángulo 823">
                      <a:extLst>
                        <a:ext uri="{FF2B5EF4-FFF2-40B4-BE49-F238E27FC236}">
                          <a16:creationId xmlns:a16="http://schemas.microsoft.com/office/drawing/2014/main" id="{28ADFAAB-DCF9-7F0A-14CA-13B1E004B2C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16" name="Grupo 815">
                <a:extLst>
                  <a:ext uri="{FF2B5EF4-FFF2-40B4-BE49-F238E27FC236}">
                    <a16:creationId xmlns:a16="http://schemas.microsoft.com/office/drawing/2014/main" id="{E337336A-84A0-0BBB-54B8-DCC5C911FE5E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17" name="Diagrama de flujo: operación manual 816">
                  <a:extLst>
                    <a:ext uri="{FF2B5EF4-FFF2-40B4-BE49-F238E27FC236}">
                      <a16:creationId xmlns:a16="http://schemas.microsoft.com/office/drawing/2014/main" id="{80C6D5E1-545C-9F71-5AC1-C5449D4C7EE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8" name="Diagrama de flujo: operación manual 817">
                  <a:extLst>
                    <a:ext uri="{FF2B5EF4-FFF2-40B4-BE49-F238E27FC236}">
                      <a16:creationId xmlns:a16="http://schemas.microsoft.com/office/drawing/2014/main" id="{A39E00C6-5171-128E-63DB-41FDBB5F470E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1" name="Grupo 800">
              <a:extLst>
                <a:ext uri="{FF2B5EF4-FFF2-40B4-BE49-F238E27FC236}">
                  <a16:creationId xmlns:a16="http://schemas.microsoft.com/office/drawing/2014/main" id="{AF7838A1-EA1C-9703-FF0C-8680480B7141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2" name="Rectángulo 811">
                <a:extLst>
                  <a:ext uri="{FF2B5EF4-FFF2-40B4-BE49-F238E27FC236}">
                    <a16:creationId xmlns:a16="http://schemas.microsoft.com/office/drawing/2014/main" id="{0D8F20B8-4627-EF30-8AD3-16D264AC2199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CF5242A6-D4BF-A2CB-F139-399143B731CD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4" name="Rectángulo 813">
                <a:extLst>
                  <a:ext uri="{FF2B5EF4-FFF2-40B4-BE49-F238E27FC236}">
                    <a16:creationId xmlns:a16="http://schemas.microsoft.com/office/drawing/2014/main" id="{07AF1B35-BE12-E480-95CA-0DD46EDA6010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2" name="Rectángulo 801">
              <a:extLst>
                <a:ext uri="{FF2B5EF4-FFF2-40B4-BE49-F238E27FC236}">
                  <a16:creationId xmlns:a16="http://schemas.microsoft.com/office/drawing/2014/main" id="{363F3EA6-AF2C-5BFD-5F6C-81C2D534781D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3" name="Grupo 802">
              <a:extLst>
                <a:ext uri="{FF2B5EF4-FFF2-40B4-BE49-F238E27FC236}">
                  <a16:creationId xmlns:a16="http://schemas.microsoft.com/office/drawing/2014/main" id="{846A30A5-B9A2-4390-25E6-CD322F92FB09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08" name="Grupo 807">
                <a:extLst>
                  <a:ext uri="{FF2B5EF4-FFF2-40B4-BE49-F238E27FC236}">
                    <a16:creationId xmlns:a16="http://schemas.microsoft.com/office/drawing/2014/main" id="{FB95A96A-B43F-C7AA-B07E-8D0F85F8CDE5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0" name="Rectángulo 809">
                  <a:extLst>
                    <a:ext uri="{FF2B5EF4-FFF2-40B4-BE49-F238E27FC236}">
                      <a16:creationId xmlns:a16="http://schemas.microsoft.com/office/drawing/2014/main" id="{414F5D5B-DDAF-820F-20B9-982C732BF413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1" name="Rectángulo 810">
                  <a:extLst>
                    <a:ext uri="{FF2B5EF4-FFF2-40B4-BE49-F238E27FC236}">
                      <a16:creationId xmlns:a16="http://schemas.microsoft.com/office/drawing/2014/main" id="{283BB803-4310-81B2-9FED-D3D744765BA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D8B6EBE7-7199-D408-ADDC-2141157E045B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3CE5F3C5-B714-3E15-3451-5FE9C190F1FA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5" name="Rectángulo 804">
                <a:extLst>
                  <a:ext uri="{FF2B5EF4-FFF2-40B4-BE49-F238E27FC236}">
                    <a16:creationId xmlns:a16="http://schemas.microsoft.com/office/drawing/2014/main" id="{DFC30E4F-ED9F-863F-50FE-D36484EBB3D2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06" name="Rectángulo 805">
                <a:extLst>
                  <a:ext uri="{FF2B5EF4-FFF2-40B4-BE49-F238E27FC236}">
                    <a16:creationId xmlns:a16="http://schemas.microsoft.com/office/drawing/2014/main" id="{0BABA51E-1657-82A2-8243-44300EDB7B90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07" name="Rectángulo 806">
                <a:extLst>
                  <a:ext uri="{FF2B5EF4-FFF2-40B4-BE49-F238E27FC236}">
                    <a16:creationId xmlns:a16="http://schemas.microsoft.com/office/drawing/2014/main" id="{817C15F9-CB2D-C41E-1CCC-233544E504ED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55" name="Elipse 854">
            <a:extLst>
              <a:ext uri="{FF2B5EF4-FFF2-40B4-BE49-F238E27FC236}">
                <a16:creationId xmlns:a16="http://schemas.microsoft.com/office/drawing/2014/main" id="{06E252F9-7A99-3820-4835-80A0EB875102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56" name="Elipse 855">
            <a:extLst>
              <a:ext uri="{FF2B5EF4-FFF2-40B4-BE49-F238E27FC236}">
                <a16:creationId xmlns:a16="http://schemas.microsoft.com/office/drawing/2014/main" id="{4FA76E1C-FCC7-BE32-015A-96DF12320DAB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3EBECA3-97AF-7B86-0229-2A8BD059323C}"/>
              </a:ext>
            </a:extLst>
          </p:cNvPr>
          <p:cNvSpPr txBox="1">
            <a:spLocks/>
          </p:cNvSpPr>
          <p:nvPr/>
        </p:nvSpPr>
        <p:spPr>
          <a:xfrm>
            <a:off x="559720" y="1408733"/>
            <a:ext cx="2785332" cy="703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Eslabón 3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1AF844F-61CE-DEF6-CCEA-B79DA6B52523}"/>
              </a:ext>
            </a:extLst>
          </p:cNvPr>
          <p:cNvSpPr/>
          <p:nvPr/>
        </p:nvSpPr>
        <p:spPr>
          <a:xfrm>
            <a:off x="9937166" y="1316515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DB8D7B3-6D9C-B8E8-CCEB-105ECFC92092}"/>
              </a:ext>
            </a:extLst>
          </p:cNvPr>
          <p:cNvSpPr txBox="1">
            <a:spLocks/>
          </p:cNvSpPr>
          <p:nvPr/>
        </p:nvSpPr>
        <p:spPr>
          <a:xfrm>
            <a:off x="10324686" y="1207020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S3</a:t>
            </a:r>
          </a:p>
        </p:txBody>
      </p:sp>
      <p:sp>
        <p:nvSpPr>
          <p:cNvPr id="886" name="Elipse 885">
            <a:extLst>
              <a:ext uri="{FF2B5EF4-FFF2-40B4-BE49-F238E27FC236}">
                <a16:creationId xmlns:a16="http://schemas.microsoft.com/office/drawing/2014/main" id="{C9557DA3-C2E3-421F-A1F7-138A9ECA6D03}"/>
              </a:ext>
            </a:extLst>
          </p:cNvPr>
          <p:cNvSpPr/>
          <p:nvPr/>
        </p:nvSpPr>
        <p:spPr>
          <a:xfrm rot="5400000">
            <a:off x="7660195" y="2395873"/>
            <a:ext cx="72000" cy="72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87" name="Elipse 886">
            <a:extLst>
              <a:ext uri="{FF2B5EF4-FFF2-40B4-BE49-F238E27FC236}">
                <a16:creationId xmlns:a16="http://schemas.microsoft.com/office/drawing/2014/main" id="{6BF6C309-4F0C-AB44-4609-0761CBC431CA}"/>
              </a:ext>
            </a:extLst>
          </p:cNvPr>
          <p:cNvSpPr/>
          <p:nvPr/>
        </p:nvSpPr>
        <p:spPr>
          <a:xfrm rot="5400000">
            <a:off x="7987462" y="2036330"/>
            <a:ext cx="72000" cy="72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079E387-60FE-3949-2B53-B39728B05D18}"/>
              </a:ext>
            </a:extLst>
          </p:cNvPr>
          <p:cNvSpPr/>
          <p:nvPr/>
        </p:nvSpPr>
        <p:spPr>
          <a:xfrm>
            <a:off x="9961786" y="2472320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B141CAB2-25C2-769F-D569-6D82D7D40CED}"/>
              </a:ext>
            </a:extLst>
          </p:cNvPr>
          <p:cNvSpPr txBox="1">
            <a:spLocks/>
          </p:cNvSpPr>
          <p:nvPr/>
        </p:nvSpPr>
        <p:spPr>
          <a:xfrm>
            <a:off x="10349306" y="2362825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S4</a:t>
            </a:r>
          </a:p>
        </p:txBody>
      </p:sp>
      <p:grpSp>
        <p:nvGrpSpPr>
          <p:cNvPr id="936" name="Grupo 935">
            <a:extLst>
              <a:ext uri="{FF2B5EF4-FFF2-40B4-BE49-F238E27FC236}">
                <a16:creationId xmlns:a16="http://schemas.microsoft.com/office/drawing/2014/main" id="{06162375-5A82-46F3-19E5-C7BFF4825C02}"/>
              </a:ext>
            </a:extLst>
          </p:cNvPr>
          <p:cNvGrpSpPr/>
          <p:nvPr/>
        </p:nvGrpSpPr>
        <p:grpSpPr>
          <a:xfrm>
            <a:off x="6641702" y="1526452"/>
            <a:ext cx="1318435" cy="1266043"/>
            <a:chOff x="6641702" y="1526452"/>
            <a:chExt cx="1318435" cy="1266043"/>
          </a:xfrm>
        </p:grpSpPr>
        <p:grpSp>
          <p:nvGrpSpPr>
            <p:cNvPr id="857" name="Grupo 856">
              <a:extLst>
                <a:ext uri="{FF2B5EF4-FFF2-40B4-BE49-F238E27FC236}">
                  <a16:creationId xmlns:a16="http://schemas.microsoft.com/office/drawing/2014/main" id="{AD1A3983-D64B-DDA6-2B3F-3071442090E5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</p:grpSpPr>
          <p:grpSp>
            <p:nvGrpSpPr>
              <p:cNvPr id="710" name="Grupo 709">
                <a:extLst>
                  <a:ext uri="{FF2B5EF4-FFF2-40B4-BE49-F238E27FC236}">
                    <a16:creationId xmlns:a16="http://schemas.microsoft.com/office/drawing/2014/main" id="{0486742B-DBA3-2D01-F415-08446C0E352B}"/>
                  </a:ext>
                </a:extLst>
              </p:cNvPr>
              <p:cNvGrpSpPr/>
              <p:nvPr/>
            </p:nvGrpSpPr>
            <p:grpSpPr>
              <a:xfrm rot="785047">
                <a:off x="6641702" y="1526452"/>
                <a:ext cx="1192937" cy="1266043"/>
                <a:chOff x="6040669" y="1851040"/>
                <a:chExt cx="1192937" cy="1266043"/>
              </a:xfrm>
            </p:grpSpPr>
            <p:grpSp>
              <p:nvGrpSpPr>
                <p:cNvPr id="711" name="Grupo 710">
                  <a:extLst>
                    <a:ext uri="{FF2B5EF4-FFF2-40B4-BE49-F238E27FC236}">
                      <a16:creationId xmlns:a16="http://schemas.microsoft.com/office/drawing/2014/main" id="{D755D46D-692E-82EE-B410-B09B94C23D55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</p:grpSpPr>
              <p:grpSp>
                <p:nvGrpSpPr>
                  <p:cNvPr id="713" name="Grupo 712">
                    <a:extLst>
                      <a:ext uri="{FF2B5EF4-FFF2-40B4-BE49-F238E27FC236}">
                        <a16:creationId xmlns:a16="http://schemas.microsoft.com/office/drawing/2014/main" id="{A0EB7817-A9FD-E935-D306-BD3C14DD04E7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</p:grpSpPr>
                <p:grpSp>
                  <p:nvGrpSpPr>
                    <p:cNvPr id="715" name="Grupo 714">
                      <a:extLst>
                        <a:ext uri="{FF2B5EF4-FFF2-40B4-BE49-F238E27FC236}">
                          <a16:creationId xmlns:a16="http://schemas.microsoft.com/office/drawing/2014/main" id="{CCACFFB6-4524-886C-3354-F5EB039EDF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grpSp>
                    <p:nvGrpSpPr>
                      <p:cNvPr id="717" name="Grupo 716">
                        <a:extLst>
                          <a:ext uri="{FF2B5EF4-FFF2-40B4-BE49-F238E27FC236}">
                            <a16:creationId xmlns:a16="http://schemas.microsoft.com/office/drawing/2014/main" id="{0445505A-D299-027A-4D42-96432F99435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719" name="Elipse 718">
                          <a:extLst>
                            <a:ext uri="{FF2B5EF4-FFF2-40B4-BE49-F238E27FC236}">
                              <a16:creationId xmlns:a16="http://schemas.microsoft.com/office/drawing/2014/main" id="{B630F721-4DE1-D967-97C0-B91D7674BE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720" name="Diagrama de flujo: operación manual 719">
                          <a:extLst>
                            <a:ext uri="{FF2B5EF4-FFF2-40B4-BE49-F238E27FC236}">
                              <a16:creationId xmlns:a16="http://schemas.microsoft.com/office/drawing/2014/main" id="{D5357E0B-A99C-3170-27EA-9800F35D26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718" name="Elipse 717">
                        <a:extLst>
                          <a:ext uri="{FF2B5EF4-FFF2-40B4-BE49-F238E27FC236}">
                            <a16:creationId xmlns:a16="http://schemas.microsoft.com/office/drawing/2014/main" id="{156CC089-5F97-F05B-8F64-CE143E5A76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716" name="Diagrama de flujo: operación manual 715">
                      <a:extLst>
                        <a:ext uri="{FF2B5EF4-FFF2-40B4-BE49-F238E27FC236}">
                          <a16:creationId xmlns:a16="http://schemas.microsoft.com/office/drawing/2014/main" id="{690D4DF4-8278-C2A9-1957-DA71CA66CF16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14" name="Elipse 713">
                    <a:extLst>
                      <a:ext uri="{FF2B5EF4-FFF2-40B4-BE49-F238E27FC236}">
                        <a16:creationId xmlns:a16="http://schemas.microsoft.com/office/drawing/2014/main" id="{237BE337-4385-2CA6-422C-0A1C0EBBE5EE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12" name="Elipse 711">
                  <a:extLst>
                    <a:ext uri="{FF2B5EF4-FFF2-40B4-BE49-F238E27FC236}">
                      <a16:creationId xmlns:a16="http://schemas.microsoft.com/office/drawing/2014/main" id="{89CF285B-3E95-8D66-A34C-126F1C002BF7}"/>
                    </a:ext>
                  </a:extLst>
                </p:cNvPr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89" name="Elipse 888">
                <a:extLst>
                  <a:ext uri="{FF2B5EF4-FFF2-40B4-BE49-F238E27FC236}">
                    <a16:creationId xmlns:a16="http://schemas.microsoft.com/office/drawing/2014/main" id="{144AEE1F-F54D-BFC7-1EF9-F38E6AD7F7BF}"/>
                  </a:ext>
                </a:extLst>
              </p:cNvPr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34" name="Elipse 933">
              <a:extLst>
                <a:ext uri="{FF2B5EF4-FFF2-40B4-BE49-F238E27FC236}">
                  <a16:creationId xmlns:a16="http://schemas.microsoft.com/office/drawing/2014/main" id="{22C79EAD-784B-07B2-D4EA-CF511193AACA}"/>
                </a:ext>
              </a:extLst>
            </p:cNvPr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pic>
        <p:nvPicPr>
          <p:cNvPr id="940" name="Imagen 939">
            <a:extLst>
              <a:ext uri="{FF2B5EF4-FFF2-40B4-BE49-F238E27FC236}">
                <a16:creationId xmlns:a16="http://schemas.microsoft.com/office/drawing/2014/main" id="{90E177C6-6216-D49F-0A84-45A41E049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334" y="3513800"/>
            <a:ext cx="3152775" cy="2762250"/>
          </a:xfrm>
          <a:prstGeom prst="rect">
            <a:avLst/>
          </a:prstGeom>
        </p:spPr>
      </p:pic>
      <p:sp>
        <p:nvSpPr>
          <p:cNvPr id="941" name="Subtítulo 2">
            <a:extLst>
              <a:ext uri="{FF2B5EF4-FFF2-40B4-BE49-F238E27FC236}">
                <a16:creationId xmlns:a16="http://schemas.microsoft.com/office/drawing/2014/main" id="{D7EE4FA3-45FC-AB5E-B867-E1AFA08E9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767" y="3647815"/>
            <a:ext cx="4388290" cy="2378097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s4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(inhibir movimiento)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</a:t>
            </a:r>
            <a:r>
              <a:rPr lang="es-ES" dirty="0"/>
              <a:t>(mover eslabón a</a:t>
            </a:r>
            <a:r>
              <a:rPr lang="es-ES" b="1" dirty="0"/>
              <a:t>b</a:t>
            </a:r>
            <a:r>
              <a:rPr lang="es-ES" dirty="0"/>
              <a:t>ajo).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Analizar sig. sensor</a:t>
            </a:r>
          </a:p>
        </p:txBody>
      </p:sp>
    </p:spTree>
    <p:extLst>
      <p:ext uri="{BB962C8B-B14F-4D97-AF65-F5344CB8AC3E}">
        <p14:creationId xmlns:p14="http://schemas.microsoft.com/office/powerpoint/2010/main" val="140251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700000">
                                      <p:cBhvr>
                                        <p:cTn id="6" dur="2000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rupo 708">
            <a:extLst>
              <a:ext uri="{FF2B5EF4-FFF2-40B4-BE49-F238E27FC236}">
                <a16:creationId xmlns:a16="http://schemas.microsoft.com/office/drawing/2014/main" id="{D1A70C1C-87DA-0010-C0CB-A5D06F1B5DA8}"/>
              </a:ext>
            </a:extLst>
          </p:cNvPr>
          <p:cNvGrpSpPr/>
          <p:nvPr/>
        </p:nvGrpSpPr>
        <p:grpSpPr>
          <a:xfrm rot="21597357">
            <a:off x="7407639" y="1802177"/>
            <a:ext cx="2288079" cy="2013940"/>
            <a:chOff x="5734796" y="1871886"/>
            <a:chExt cx="2288079" cy="2013940"/>
          </a:xfrm>
        </p:grpSpPr>
        <p:grpSp>
          <p:nvGrpSpPr>
            <p:cNvPr id="721" name="Grupo 720">
              <a:extLst>
                <a:ext uri="{FF2B5EF4-FFF2-40B4-BE49-F238E27FC236}">
                  <a16:creationId xmlns:a16="http://schemas.microsoft.com/office/drawing/2014/main" id="{5E03AD7D-1202-12B0-85C2-A4C3EE9C2AF5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23" name="Grupo 722">
                <a:extLst>
                  <a:ext uri="{FF2B5EF4-FFF2-40B4-BE49-F238E27FC236}">
                    <a16:creationId xmlns:a16="http://schemas.microsoft.com/office/drawing/2014/main" id="{B7714D19-F035-034B-5BBC-B903A4FDDB4E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25" name="Elipse 724">
                  <a:extLst>
                    <a:ext uri="{FF2B5EF4-FFF2-40B4-BE49-F238E27FC236}">
                      <a16:creationId xmlns:a16="http://schemas.microsoft.com/office/drawing/2014/main" id="{43785FCA-A9A9-217B-69B2-A1E6EE781CFB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26" name="Diagrama de flujo: operación manual 725">
                  <a:extLst>
                    <a:ext uri="{FF2B5EF4-FFF2-40B4-BE49-F238E27FC236}">
                      <a16:creationId xmlns:a16="http://schemas.microsoft.com/office/drawing/2014/main" id="{C3B64BA0-E4D5-F1CA-51C7-4FE5C1A911BA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24" name="Elipse 723">
                <a:extLst>
                  <a:ext uri="{FF2B5EF4-FFF2-40B4-BE49-F238E27FC236}">
                    <a16:creationId xmlns:a16="http://schemas.microsoft.com/office/drawing/2014/main" id="{A11ECFF7-EA0D-BA47-3A5F-897BEE99C5A9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22" name="Diagrama de flujo: operación manual 721">
              <a:extLst>
                <a:ext uri="{FF2B5EF4-FFF2-40B4-BE49-F238E27FC236}">
                  <a16:creationId xmlns:a16="http://schemas.microsoft.com/office/drawing/2014/main" id="{6CC739CD-EED2-66FC-5588-62C6F775EAAF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BA88CE3E-A74D-DDD7-C2FE-B810969824F0}"/>
              </a:ext>
            </a:extLst>
          </p:cNvPr>
          <p:cNvGrpSpPr/>
          <p:nvPr/>
        </p:nvGrpSpPr>
        <p:grpSpPr>
          <a:xfrm rot="2393908" flipH="1" flipV="1">
            <a:off x="9128297" y="1435429"/>
            <a:ext cx="3013152" cy="3791868"/>
            <a:chOff x="6441712" y="2428073"/>
            <a:chExt cx="3013152" cy="3791868"/>
          </a:xfrm>
          <a:noFill/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51E99D4-2F00-D026-62E9-6B900B3A9B3E}"/>
                </a:ext>
              </a:extLst>
            </p:cNvPr>
            <p:cNvGrpSpPr/>
            <p:nvPr/>
          </p:nvGrpSpPr>
          <p:grpSpPr>
            <a:xfrm rot="20800040">
              <a:off x="6522971" y="4093604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91E31989-8E9B-C908-17AC-00928B289BDD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56" name="Grupo 55">
                  <a:extLst>
                    <a:ext uri="{FF2B5EF4-FFF2-40B4-BE49-F238E27FC236}">
                      <a16:creationId xmlns:a16="http://schemas.microsoft.com/office/drawing/2014/main" id="{977144ED-26CE-F846-E9C2-D2F74104BE20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3" name="Grupo 62">
                    <a:extLst>
                      <a:ext uri="{FF2B5EF4-FFF2-40B4-BE49-F238E27FC236}">
                        <a16:creationId xmlns:a16="http://schemas.microsoft.com/office/drawing/2014/main" id="{082D6E21-E2FC-E3CF-C9A2-2E24C93DAA2A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706" name="Rectángulo: esquinas redondeadas 705">
                      <a:extLst>
                        <a:ext uri="{FF2B5EF4-FFF2-40B4-BE49-F238E27FC236}">
                          <a16:creationId xmlns:a16="http://schemas.microsoft.com/office/drawing/2014/main" id="{A9FE458F-8368-51E1-B1BA-AACB5E207D66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07" name="Rectángulo: esquinas redondeadas 706">
                      <a:extLst>
                        <a:ext uri="{FF2B5EF4-FFF2-40B4-BE49-F238E27FC236}">
                          <a16:creationId xmlns:a16="http://schemas.microsoft.com/office/drawing/2014/main" id="{49ECE0A6-CE55-E783-84AB-E40CCCF0D98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704" name="Rectángulo 703">
                    <a:extLst>
                      <a:ext uri="{FF2B5EF4-FFF2-40B4-BE49-F238E27FC236}">
                        <a16:creationId xmlns:a16="http://schemas.microsoft.com/office/drawing/2014/main" id="{FE795584-BABA-E01D-FDEA-3962FB23413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05" name="Rectángulo 704">
                    <a:extLst>
                      <a:ext uri="{FF2B5EF4-FFF2-40B4-BE49-F238E27FC236}">
                        <a16:creationId xmlns:a16="http://schemas.microsoft.com/office/drawing/2014/main" id="{B77623E5-0B34-E2CB-264F-7A64785ED840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7" name="Grupo 56">
                  <a:extLst>
                    <a:ext uri="{FF2B5EF4-FFF2-40B4-BE49-F238E27FC236}">
                      <a16:creationId xmlns:a16="http://schemas.microsoft.com/office/drawing/2014/main" id="{E1CF4228-DE1A-BAA8-ACBC-BE9893BADFAD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58" name="Grupo 57">
                    <a:extLst>
                      <a:ext uri="{FF2B5EF4-FFF2-40B4-BE49-F238E27FC236}">
                        <a16:creationId xmlns:a16="http://schemas.microsoft.com/office/drawing/2014/main" id="{EFB5A716-8AA8-9E65-C56D-46D4F2733C7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61" name="Rectángulo: esquinas redondeadas 60">
                      <a:extLst>
                        <a:ext uri="{FF2B5EF4-FFF2-40B4-BE49-F238E27FC236}">
                          <a16:creationId xmlns:a16="http://schemas.microsoft.com/office/drawing/2014/main" id="{F25C043B-DF77-E6A5-7D10-85CD60A607F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2" name="Rectángulo: esquinas redondeadas 61">
                      <a:extLst>
                        <a:ext uri="{FF2B5EF4-FFF2-40B4-BE49-F238E27FC236}">
                          <a16:creationId xmlns:a16="http://schemas.microsoft.com/office/drawing/2014/main" id="{E7025E6B-6C74-F16F-B7EF-3F99F6B44E9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59" name="Rectángulo 58">
                    <a:extLst>
                      <a:ext uri="{FF2B5EF4-FFF2-40B4-BE49-F238E27FC236}">
                        <a16:creationId xmlns:a16="http://schemas.microsoft.com/office/drawing/2014/main" id="{9B8A8D34-D941-C5DB-3A71-BF7C00BF348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0" name="Rectángulo 59">
                    <a:extLst>
                      <a:ext uri="{FF2B5EF4-FFF2-40B4-BE49-F238E27FC236}">
                        <a16:creationId xmlns:a16="http://schemas.microsoft.com/office/drawing/2014/main" id="{580E44A4-49B5-FB68-5100-DF2A5FAF000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DE44DBA9-EE0F-EAA1-EC70-8FACD32D903D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30" name="Grupo 29">
                  <a:extLst>
                    <a:ext uri="{FF2B5EF4-FFF2-40B4-BE49-F238E27FC236}">
                      <a16:creationId xmlns:a16="http://schemas.microsoft.com/office/drawing/2014/main" id="{DD274463-4E1D-2938-577F-8E975A7C8788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35" name="Grupo 34">
                    <a:extLst>
                      <a:ext uri="{FF2B5EF4-FFF2-40B4-BE49-F238E27FC236}">
                        <a16:creationId xmlns:a16="http://schemas.microsoft.com/office/drawing/2014/main" id="{15EC8558-B51D-6838-3F56-E94C304388D6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37" name="Grupo 36">
                      <a:extLst>
                        <a:ext uri="{FF2B5EF4-FFF2-40B4-BE49-F238E27FC236}">
                          <a16:creationId xmlns:a16="http://schemas.microsoft.com/office/drawing/2014/main" id="{69C1F8A6-606F-561D-6C0C-4F59CE71BD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52" name="Elipse 51">
                        <a:extLst>
                          <a:ext uri="{FF2B5EF4-FFF2-40B4-BE49-F238E27FC236}">
                            <a16:creationId xmlns:a16="http://schemas.microsoft.com/office/drawing/2014/main" id="{514C096E-C87E-7B8C-DB8D-FB088861D0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6B52062-B160-192B-9837-A35585193C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54" name="Rectángulo 53">
                          <a:extLst>
                            <a:ext uri="{FF2B5EF4-FFF2-40B4-BE49-F238E27FC236}">
                              <a16:creationId xmlns:a16="http://schemas.microsoft.com/office/drawing/2014/main" id="{9C0D8E8D-C3B3-E062-90A4-0CF2A23C48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5" name="Rectángulo 54">
                          <a:extLst>
                            <a:ext uri="{FF2B5EF4-FFF2-40B4-BE49-F238E27FC236}">
                              <a16:creationId xmlns:a16="http://schemas.microsoft.com/office/drawing/2014/main" id="{0E053F5E-E479-DAC5-83D3-E358FAF5A0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8" name="Grupo 37">
                      <a:extLst>
                        <a:ext uri="{FF2B5EF4-FFF2-40B4-BE49-F238E27FC236}">
                          <a16:creationId xmlns:a16="http://schemas.microsoft.com/office/drawing/2014/main" id="{E035FEDE-4849-4A71-AF75-3560D465244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39" name="Grupo 38">
                        <a:extLst>
                          <a:ext uri="{FF2B5EF4-FFF2-40B4-BE49-F238E27FC236}">
                            <a16:creationId xmlns:a16="http://schemas.microsoft.com/office/drawing/2014/main" id="{739BD6C5-FCB4-1429-79A2-9E09158224E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44" name="Grupo 43">
                          <a:extLst>
                            <a:ext uri="{FF2B5EF4-FFF2-40B4-BE49-F238E27FC236}">
                              <a16:creationId xmlns:a16="http://schemas.microsoft.com/office/drawing/2014/main" id="{554F9CED-AF22-C473-143B-0F5B23432B0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49" name="Rectángulo 48">
                            <a:extLst>
                              <a:ext uri="{FF2B5EF4-FFF2-40B4-BE49-F238E27FC236}">
                                <a16:creationId xmlns:a16="http://schemas.microsoft.com/office/drawing/2014/main" id="{124AC4FC-718B-2DB9-8E32-26DF4FB0E04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50" name="Rectángulo 49">
                            <a:extLst>
                              <a:ext uri="{FF2B5EF4-FFF2-40B4-BE49-F238E27FC236}">
                                <a16:creationId xmlns:a16="http://schemas.microsoft.com/office/drawing/2014/main" id="{6EC02272-868E-B638-28FE-2BD5BFA116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1" name="Marco 50">
                            <a:extLst>
                              <a:ext uri="{FF2B5EF4-FFF2-40B4-BE49-F238E27FC236}">
                                <a16:creationId xmlns:a16="http://schemas.microsoft.com/office/drawing/2014/main" id="{61B28F5B-B73C-7292-D018-B9EAA87949B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5" name="Grupo 44">
                          <a:extLst>
                            <a:ext uri="{FF2B5EF4-FFF2-40B4-BE49-F238E27FC236}">
                              <a16:creationId xmlns:a16="http://schemas.microsoft.com/office/drawing/2014/main" id="{90197390-6748-B0E0-41D6-ED38B37B7E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46" name="Rectángulo 45">
                            <a:extLst>
                              <a:ext uri="{FF2B5EF4-FFF2-40B4-BE49-F238E27FC236}">
                                <a16:creationId xmlns:a16="http://schemas.microsoft.com/office/drawing/2014/main" id="{85E626B7-9978-DA80-0E83-F7F711A411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7" name="Rectángulo 46">
                            <a:extLst>
                              <a:ext uri="{FF2B5EF4-FFF2-40B4-BE49-F238E27FC236}">
                                <a16:creationId xmlns:a16="http://schemas.microsoft.com/office/drawing/2014/main" id="{89173D60-593E-BDD0-4323-362EEC079C9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8" name="Rectángulo 47">
                            <a:extLst>
                              <a:ext uri="{FF2B5EF4-FFF2-40B4-BE49-F238E27FC236}">
                                <a16:creationId xmlns:a16="http://schemas.microsoft.com/office/drawing/2014/main" id="{5A767A0B-C62E-7E42-63F6-4B779020DC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40" name="Grupo 39">
                        <a:extLst>
                          <a:ext uri="{FF2B5EF4-FFF2-40B4-BE49-F238E27FC236}">
                            <a16:creationId xmlns:a16="http://schemas.microsoft.com/office/drawing/2014/main" id="{FE3659B5-913B-8C0E-A7A2-AE14F38F6C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41" name="Rectángulo 40">
                          <a:extLst>
                            <a:ext uri="{FF2B5EF4-FFF2-40B4-BE49-F238E27FC236}">
                              <a16:creationId xmlns:a16="http://schemas.microsoft.com/office/drawing/2014/main" id="{B1FFC617-3D9C-D253-863B-2E0E8EC030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2" name="Rectángulo 41">
                          <a:extLst>
                            <a:ext uri="{FF2B5EF4-FFF2-40B4-BE49-F238E27FC236}">
                              <a16:creationId xmlns:a16="http://schemas.microsoft.com/office/drawing/2014/main" id="{18858F78-5982-8DD7-4D88-473869FC4F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3" name="Rectángulo 42">
                          <a:extLst>
                            <a:ext uri="{FF2B5EF4-FFF2-40B4-BE49-F238E27FC236}">
                              <a16:creationId xmlns:a16="http://schemas.microsoft.com/office/drawing/2014/main" id="{C85CE21E-7B19-6166-C810-3A3C8E75A7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998957E2-C751-6441-FA5E-181028178375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31" name="Grupo 30">
                  <a:extLst>
                    <a:ext uri="{FF2B5EF4-FFF2-40B4-BE49-F238E27FC236}">
                      <a16:creationId xmlns:a16="http://schemas.microsoft.com/office/drawing/2014/main" id="{5D018D2B-15E8-C235-AE71-FAD499D15FDC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9CDF96B4-A0D8-F54F-5EF5-F06AD467A32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3" name="Elipse 32">
                    <a:extLst>
                      <a:ext uri="{FF2B5EF4-FFF2-40B4-BE49-F238E27FC236}">
                        <a16:creationId xmlns:a16="http://schemas.microsoft.com/office/drawing/2014/main" id="{EC1A56ED-DB2A-01E8-B019-F8B9FAAB88FB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4" name="Elipse 33">
                    <a:extLst>
                      <a:ext uri="{FF2B5EF4-FFF2-40B4-BE49-F238E27FC236}">
                        <a16:creationId xmlns:a16="http://schemas.microsoft.com/office/drawing/2014/main" id="{3684E9BA-7E30-CF20-B671-01B60A4D519A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6839DE40-03A2-DE9F-81B3-A1C3D7B47636}"/>
                </a:ext>
              </a:extLst>
            </p:cNvPr>
            <p:cNvGrpSpPr/>
            <p:nvPr/>
          </p:nvGrpSpPr>
          <p:grpSpPr>
            <a:xfrm rot="19203449">
              <a:off x="7166785" y="2428073"/>
              <a:ext cx="2288079" cy="2013940"/>
              <a:chOff x="5734796" y="1871886"/>
              <a:chExt cx="2288079" cy="2013940"/>
            </a:xfrm>
            <a:grpFill/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7F829178-0220-7818-0E3D-4A5466596A2C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grpFill/>
            </p:grpSpPr>
            <p:grpSp>
              <p:nvGrpSpPr>
                <p:cNvPr id="24" name="Grupo 23">
                  <a:extLst>
                    <a:ext uri="{FF2B5EF4-FFF2-40B4-BE49-F238E27FC236}">
                      <a16:creationId xmlns:a16="http://schemas.microsoft.com/office/drawing/2014/main" id="{DE176E5F-651D-41D0-97A9-5B4BFD95A74C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26" name="Elipse 25">
                    <a:extLst>
                      <a:ext uri="{FF2B5EF4-FFF2-40B4-BE49-F238E27FC236}">
                        <a16:creationId xmlns:a16="http://schemas.microsoft.com/office/drawing/2014/main" id="{56217FDA-D25E-F407-7B78-349AD9E84A11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27" name="Diagrama de flujo: operación manual 26">
                    <a:extLst>
                      <a:ext uri="{FF2B5EF4-FFF2-40B4-BE49-F238E27FC236}">
                        <a16:creationId xmlns:a16="http://schemas.microsoft.com/office/drawing/2014/main" id="{3F351DF9-743D-3FF7-1394-71E0D53C5B24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982DB5A9-C937-E41F-4E7D-BE926AA5C630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3" name="Diagrama de flujo: operación manual 22">
                <a:extLst>
                  <a:ext uri="{FF2B5EF4-FFF2-40B4-BE49-F238E27FC236}">
                    <a16:creationId xmlns:a16="http://schemas.microsoft.com/office/drawing/2014/main" id="{5EFDB7C2-2C35-A537-6453-3F804065750E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A0486979-38CE-C918-38F6-80179528A555}"/>
                </a:ext>
              </a:extLst>
            </p:cNvPr>
            <p:cNvGrpSpPr/>
            <p:nvPr/>
          </p:nvGrpSpPr>
          <p:grpSpPr>
            <a:xfrm rot="19203449">
              <a:off x="6441712" y="3225590"/>
              <a:ext cx="1144431" cy="1266043"/>
              <a:chOff x="6089175" y="1851040"/>
              <a:chExt cx="1144431" cy="1266043"/>
            </a:xfrm>
            <a:grpFill/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D22B93FA-0073-B1C3-E95E-3BF287B90D79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  <a:grpFill/>
            </p:grpSpPr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68B7D6D3-C2CC-F4A5-93EC-068BD08ABE95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  <a:grpFill/>
              </p:grpSpPr>
              <p:grpSp>
                <p:nvGrpSpPr>
                  <p:cNvPr id="16" name="Grupo 15">
                    <a:extLst>
                      <a:ext uri="{FF2B5EF4-FFF2-40B4-BE49-F238E27FC236}">
                        <a16:creationId xmlns:a16="http://schemas.microsoft.com/office/drawing/2014/main" id="{A3D5A9B4-84E0-C0E5-9B63-471338CD295D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grpFill/>
                </p:grpSpPr>
                <p:grpSp>
                  <p:nvGrpSpPr>
                    <p:cNvPr id="18" name="Grupo 17">
                      <a:extLst>
                        <a:ext uri="{FF2B5EF4-FFF2-40B4-BE49-F238E27FC236}">
                          <a16:creationId xmlns:a16="http://schemas.microsoft.com/office/drawing/2014/main" id="{8AF36304-0F0D-9C5D-1C9A-D20E9A2E41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20" name="Elipse 19">
                        <a:extLst>
                          <a:ext uri="{FF2B5EF4-FFF2-40B4-BE49-F238E27FC236}">
                            <a16:creationId xmlns:a16="http://schemas.microsoft.com/office/drawing/2014/main" id="{B3124F97-99F6-1FC3-470A-8FBE519AE3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21" name="Diagrama de flujo: operación manual 20">
                        <a:extLst>
                          <a:ext uri="{FF2B5EF4-FFF2-40B4-BE49-F238E27FC236}">
                            <a16:creationId xmlns:a16="http://schemas.microsoft.com/office/drawing/2014/main" id="{F1B5F514-9318-84D2-C8E1-CE70901F62B4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9" name="Elipse 18">
                      <a:extLst>
                        <a:ext uri="{FF2B5EF4-FFF2-40B4-BE49-F238E27FC236}">
                          <a16:creationId xmlns:a16="http://schemas.microsoft.com/office/drawing/2014/main" id="{A4996E15-1EED-E35E-DF45-D681A6597D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7" name="Diagrama de flujo: operación manual 16">
                    <a:extLst>
                      <a:ext uri="{FF2B5EF4-FFF2-40B4-BE49-F238E27FC236}">
                        <a16:creationId xmlns:a16="http://schemas.microsoft.com/office/drawing/2014/main" id="{51CB00A3-B3F9-56FB-C10F-20E78E8A51D5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5" name="Elipse 14">
                  <a:extLst>
                    <a:ext uri="{FF2B5EF4-FFF2-40B4-BE49-F238E27FC236}">
                      <a16:creationId xmlns:a16="http://schemas.microsoft.com/office/drawing/2014/main" id="{F804A26D-4D52-3940-2595-3DDFD59C677D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F7F58E52-E827-3A28-7798-7101A437C0AE}"/>
                  </a:ext>
                </a:extLst>
              </p:cNvPr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796" name="Elipse 795">
            <a:extLst>
              <a:ext uri="{FF2B5EF4-FFF2-40B4-BE49-F238E27FC236}">
                <a16:creationId xmlns:a16="http://schemas.microsoft.com/office/drawing/2014/main" id="{7C548E97-4D47-42CF-C3EB-D74B596E69DF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179" y="670713"/>
            <a:ext cx="11068575" cy="73190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AUTOMATICO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Posicionamiento en origen</a:t>
            </a:r>
          </a:p>
        </p:txBody>
      </p:sp>
      <p:sp>
        <p:nvSpPr>
          <p:cNvPr id="768" name="Elipse 767">
            <a:extLst>
              <a:ext uri="{FF2B5EF4-FFF2-40B4-BE49-F238E27FC236}">
                <a16:creationId xmlns:a16="http://schemas.microsoft.com/office/drawing/2014/main" id="{C4299D63-3602-068A-B0FB-A7209652D7BC}"/>
              </a:ext>
            </a:extLst>
          </p:cNvPr>
          <p:cNvSpPr/>
          <p:nvPr/>
        </p:nvSpPr>
        <p:spPr>
          <a:xfrm>
            <a:off x="9931357" y="873308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9" name="Subtítulo 2">
            <a:extLst>
              <a:ext uri="{FF2B5EF4-FFF2-40B4-BE49-F238E27FC236}">
                <a16:creationId xmlns:a16="http://schemas.microsoft.com/office/drawing/2014/main" id="{3998081D-8264-2F05-07B9-214EE1D60936}"/>
              </a:ext>
            </a:extLst>
          </p:cNvPr>
          <p:cNvSpPr txBox="1">
            <a:spLocks/>
          </p:cNvSpPr>
          <p:nvPr/>
        </p:nvSpPr>
        <p:spPr>
          <a:xfrm>
            <a:off x="10318877" y="763813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S2</a:t>
            </a:r>
          </a:p>
        </p:txBody>
      </p:sp>
      <p:grpSp>
        <p:nvGrpSpPr>
          <p:cNvPr id="770" name="Grupo 769">
            <a:extLst>
              <a:ext uri="{FF2B5EF4-FFF2-40B4-BE49-F238E27FC236}">
                <a16:creationId xmlns:a16="http://schemas.microsoft.com/office/drawing/2014/main" id="{93E298B8-44DE-BE7F-0DA9-9931B916FF72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1" name="Grupo 770">
              <a:extLst>
                <a:ext uri="{FF2B5EF4-FFF2-40B4-BE49-F238E27FC236}">
                  <a16:creationId xmlns:a16="http://schemas.microsoft.com/office/drawing/2014/main" id="{C83FE746-A514-1205-CADC-64C826A5F8F8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2" name="Rectángulo: esquinas redondeadas 791">
                <a:extLst>
                  <a:ext uri="{FF2B5EF4-FFF2-40B4-BE49-F238E27FC236}">
                    <a16:creationId xmlns:a16="http://schemas.microsoft.com/office/drawing/2014/main" id="{84CAF8A3-E8CA-9AF1-DCD9-A3CE7DD6F7DF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3" name="Grupo 792">
                <a:extLst>
                  <a:ext uri="{FF2B5EF4-FFF2-40B4-BE49-F238E27FC236}">
                    <a16:creationId xmlns:a16="http://schemas.microsoft.com/office/drawing/2014/main" id="{ECCC1F93-D9E0-7E48-1319-44A2785EDCBD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4" name="Diagrama de flujo: operación manual 793">
                  <a:extLst>
                    <a:ext uri="{FF2B5EF4-FFF2-40B4-BE49-F238E27FC236}">
                      <a16:creationId xmlns:a16="http://schemas.microsoft.com/office/drawing/2014/main" id="{42763D7A-D7D3-1F9C-979D-A4F185FA84F9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5" name="Rectángulo: esquinas redondeadas 794">
                  <a:extLst>
                    <a:ext uri="{FF2B5EF4-FFF2-40B4-BE49-F238E27FC236}">
                      <a16:creationId xmlns:a16="http://schemas.microsoft.com/office/drawing/2014/main" id="{EE8D544D-4078-8395-DBD4-05A9E52D96C6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2" name="Grupo 771">
              <a:extLst>
                <a:ext uri="{FF2B5EF4-FFF2-40B4-BE49-F238E27FC236}">
                  <a16:creationId xmlns:a16="http://schemas.microsoft.com/office/drawing/2014/main" id="{43EDEAC8-62B7-2300-FF30-9A5F1C0E0D91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3" name="Grupo 772">
                <a:extLst>
                  <a:ext uri="{FF2B5EF4-FFF2-40B4-BE49-F238E27FC236}">
                    <a16:creationId xmlns:a16="http://schemas.microsoft.com/office/drawing/2014/main" id="{15E219CB-4CC1-60AC-18BC-5FEC2007B47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433C683C-A1F6-3DE6-17B6-51D243D793DD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Elipse 790">
                  <a:extLst>
                    <a:ext uri="{FF2B5EF4-FFF2-40B4-BE49-F238E27FC236}">
                      <a16:creationId xmlns:a16="http://schemas.microsoft.com/office/drawing/2014/main" id="{BCD069F9-0429-951A-55C9-1D8DAF07D21C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4" name="Grupo 773">
                <a:extLst>
                  <a:ext uri="{FF2B5EF4-FFF2-40B4-BE49-F238E27FC236}">
                    <a16:creationId xmlns:a16="http://schemas.microsoft.com/office/drawing/2014/main" id="{DB904981-E602-B5DB-D768-637B994BDEA4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87" name="Elipse 786">
                  <a:extLst>
                    <a:ext uri="{FF2B5EF4-FFF2-40B4-BE49-F238E27FC236}">
                      <a16:creationId xmlns:a16="http://schemas.microsoft.com/office/drawing/2014/main" id="{46584522-BD22-66B6-526F-E2AEB1EA0180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E65AEE1F-5E19-9E0B-F86F-0058210B4E62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9" name="Rectángulo 788">
                  <a:extLst>
                    <a:ext uri="{FF2B5EF4-FFF2-40B4-BE49-F238E27FC236}">
                      <a16:creationId xmlns:a16="http://schemas.microsoft.com/office/drawing/2014/main" id="{9376E2CB-4520-0233-8D48-4C7048B9C78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5" name="Grupo 774">
                <a:extLst>
                  <a:ext uri="{FF2B5EF4-FFF2-40B4-BE49-F238E27FC236}">
                    <a16:creationId xmlns:a16="http://schemas.microsoft.com/office/drawing/2014/main" id="{87D847DA-86F4-93F4-977C-E646D3346E96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4" name="Elipse 783">
                  <a:extLst>
                    <a:ext uri="{FF2B5EF4-FFF2-40B4-BE49-F238E27FC236}">
                      <a16:creationId xmlns:a16="http://schemas.microsoft.com/office/drawing/2014/main" id="{1500A88B-376C-D1AF-A015-99C37BFAE618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12429953-23EA-FD10-D27F-8148D542E1CE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6" name="Rectángulo 785">
                  <a:extLst>
                    <a:ext uri="{FF2B5EF4-FFF2-40B4-BE49-F238E27FC236}">
                      <a16:creationId xmlns:a16="http://schemas.microsoft.com/office/drawing/2014/main" id="{E7CF6D6F-912E-41E2-A39E-1539461463C7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6" name="Grupo 775">
                <a:extLst>
                  <a:ext uri="{FF2B5EF4-FFF2-40B4-BE49-F238E27FC236}">
                    <a16:creationId xmlns:a16="http://schemas.microsoft.com/office/drawing/2014/main" id="{52F9DC47-E99C-09D4-DDD7-583E5274D092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1" name="Elipse 780">
                  <a:extLst>
                    <a:ext uri="{FF2B5EF4-FFF2-40B4-BE49-F238E27FC236}">
                      <a16:creationId xmlns:a16="http://schemas.microsoft.com/office/drawing/2014/main" id="{67FC7693-A356-F87E-4700-4E9BD043B5C8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2" name="Rectángulo 781">
                  <a:extLst>
                    <a:ext uri="{FF2B5EF4-FFF2-40B4-BE49-F238E27FC236}">
                      <a16:creationId xmlns:a16="http://schemas.microsoft.com/office/drawing/2014/main" id="{3E030DEA-D9BC-EE73-3B03-F8BBEFFEEAF5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3" name="Rectángulo 782">
                  <a:extLst>
                    <a:ext uri="{FF2B5EF4-FFF2-40B4-BE49-F238E27FC236}">
                      <a16:creationId xmlns:a16="http://schemas.microsoft.com/office/drawing/2014/main" id="{96A9EFFB-BF65-60AE-C0C0-90BD7AD850BB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77" name="Grupo 776">
                <a:extLst>
                  <a:ext uri="{FF2B5EF4-FFF2-40B4-BE49-F238E27FC236}">
                    <a16:creationId xmlns:a16="http://schemas.microsoft.com/office/drawing/2014/main" id="{EF08E5EF-9973-3FC6-9033-6E2A8369976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78" name="Elipse 777">
                  <a:extLst>
                    <a:ext uri="{FF2B5EF4-FFF2-40B4-BE49-F238E27FC236}">
                      <a16:creationId xmlns:a16="http://schemas.microsoft.com/office/drawing/2014/main" id="{DCEACCA7-5C86-6AA6-3B30-5B51364054C6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79" name="Rectángulo 778">
                  <a:extLst>
                    <a:ext uri="{FF2B5EF4-FFF2-40B4-BE49-F238E27FC236}">
                      <a16:creationId xmlns:a16="http://schemas.microsoft.com/office/drawing/2014/main" id="{76D8F88A-39FB-EFF7-534B-35977EC5BA4D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0" name="Rectángulo 779">
                  <a:extLst>
                    <a:ext uri="{FF2B5EF4-FFF2-40B4-BE49-F238E27FC236}">
                      <a16:creationId xmlns:a16="http://schemas.microsoft.com/office/drawing/2014/main" id="{FF5A2E11-7583-5C0F-0E34-B0B695398D0A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797" name="Grupo 796">
            <a:extLst>
              <a:ext uri="{FF2B5EF4-FFF2-40B4-BE49-F238E27FC236}">
                <a16:creationId xmlns:a16="http://schemas.microsoft.com/office/drawing/2014/main" id="{DB6E9BAE-1280-16E1-9D4B-B9269D0C6BCE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798" name="Marco 797">
              <a:extLst>
                <a:ext uri="{FF2B5EF4-FFF2-40B4-BE49-F238E27FC236}">
                  <a16:creationId xmlns:a16="http://schemas.microsoft.com/office/drawing/2014/main" id="{F5484A49-2AF8-D6FA-5432-94388F0BF726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799" name="Marco 798">
              <a:extLst>
                <a:ext uri="{FF2B5EF4-FFF2-40B4-BE49-F238E27FC236}">
                  <a16:creationId xmlns:a16="http://schemas.microsoft.com/office/drawing/2014/main" id="{849BC596-710B-AD3A-2D1D-D98B358DD6C0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0" name="Grupo 799">
              <a:extLst>
                <a:ext uri="{FF2B5EF4-FFF2-40B4-BE49-F238E27FC236}">
                  <a16:creationId xmlns:a16="http://schemas.microsoft.com/office/drawing/2014/main" id="{3868C67B-FB8A-AA0A-6E3F-01A922ADC401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5" name="Grupo 814">
                <a:extLst>
                  <a:ext uri="{FF2B5EF4-FFF2-40B4-BE49-F238E27FC236}">
                    <a16:creationId xmlns:a16="http://schemas.microsoft.com/office/drawing/2014/main" id="{A44BC17F-1CCD-AAC9-36F9-E5AA162EC18D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19" name="Grupo 818">
                  <a:extLst>
                    <a:ext uri="{FF2B5EF4-FFF2-40B4-BE49-F238E27FC236}">
                      <a16:creationId xmlns:a16="http://schemas.microsoft.com/office/drawing/2014/main" id="{C231F16B-9908-B98F-AC34-0A272B49E015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27" name="Rectángulo 826">
                    <a:extLst>
                      <a:ext uri="{FF2B5EF4-FFF2-40B4-BE49-F238E27FC236}">
                        <a16:creationId xmlns:a16="http://schemas.microsoft.com/office/drawing/2014/main" id="{7A2B812F-E0B0-4EFD-5A4A-49E3E70B6680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28" name="Rectángulo 827">
                    <a:extLst>
                      <a:ext uri="{FF2B5EF4-FFF2-40B4-BE49-F238E27FC236}">
                        <a16:creationId xmlns:a16="http://schemas.microsoft.com/office/drawing/2014/main" id="{5048C5D9-2E42-9F18-EC01-5DD62B9C1046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0" name="Grupo 819">
                  <a:extLst>
                    <a:ext uri="{FF2B5EF4-FFF2-40B4-BE49-F238E27FC236}">
                      <a16:creationId xmlns:a16="http://schemas.microsoft.com/office/drawing/2014/main" id="{42F98169-8D6E-5B7B-C210-AD5314AE6FF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1" name="Grupo 820">
                    <a:extLst>
                      <a:ext uri="{FF2B5EF4-FFF2-40B4-BE49-F238E27FC236}">
                        <a16:creationId xmlns:a16="http://schemas.microsoft.com/office/drawing/2014/main" id="{7A8C685C-C1D2-198E-76B9-0F989DA4CD3C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5" name="Rectángulo 824">
                      <a:extLst>
                        <a:ext uri="{FF2B5EF4-FFF2-40B4-BE49-F238E27FC236}">
                          <a16:creationId xmlns:a16="http://schemas.microsoft.com/office/drawing/2014/main" id="{C9D06C5A-E73C-E926-9651-EDC762DE16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6" name="Rectángulo 825">
                      <a:extLst>
                        <a:ext uri="{FF2B5EF4-FFF2-40B4-BE49-F238E27FC236}">
                          <a16:creationId xmlns:a16="http://schemas.microsoft.com/office/drawing/2014/main" id="{0DF2D9B9-940B-8392-83FF-34EA104A9A2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2" name="Grupo 821">
                    <a:extLst>
                      <a:ext uri="{FF2B5EF4-FFF2-40B4-BE49-F238E27FC236}">
                        <a16:creationId xmlns:a16="http://schemas.microsoft.com/office/drawing/2014/main" id="{5999BF35-3E6A-BAB2-EB19-FD26495B3C8A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3" name="Rectángulo 822">
                      <a:extLst>
                        <a:ext uri="{FF2B5EF4-FFF2-40B4-BE49-F238E27FC236}">
                          <a16:creationId xmlns:a16="http://schemas.microsoft.com/office/drawing/2014/main" id="{50937548-D25B-7625-128F-B601C5B52D8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4" name="Rectángulo 823">
                      <a:extLst>
                        <a:ext uri="{FF2B5EF4-FFF2-40B4-BE49-F238E27FC236}">
                          <a16:creationId xmlns:a16="http://schemas.microsoft.com/office/drawing/2014/main" id="{28ADFAAB-DCF9-7F0A-14CA-13B1E004B2C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16" name="Grupo 815">
                <a:extLst>
                  <a:ext uri="{FF2B5EF4-FFF2-40B4-BE49-F238E27FC236}">
                    <a16:creationId xmlns:a16="http://schemas.microsoft.com/office/drawing/2014/main" id="{E337336A-84A0-0BBB-54B8-DCC5C911FE5E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17" name="Diagrama de flujo: operación manual 816">
                  <a:extLst>
                    <a:ext uri="{FF2B5EF4-FFF2-40B4-BE49-F238E27FC236}">
                      <a16:creationId xmlns:a16="http://schemas.microsoft.com/office/drawing/2014/main" id="{80C6D5E1-545C-9F71-5AC1-C5449D4C7EE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8" name="Diagrama de flujo: operación manual 817">
                  <a:extLst>
                    <a:ext uri="{FF2B5EF4-FFF2-40B4-BE49-F238E27FC236}">
                      <a16:creationId xmlns:a16="http://schemas.microsoft.com/office/drawing/2014/main" id="{A39E00C6-5171-128E-63DB-41FDBB5F470E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1" name="Grupo 800">
              <a:extLst>
                <a:ext uri="{FF2B5EF4-FFF2-40B4-BE49-F238E27FC236}">
                  <a16:creationId xmlns:a16="http://schemas.microsoft.com/office/drawing/2014/main" id="{AF7838A1-EA1C-9703-FF0C-8680480B7141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2" name="Rectángulo 811">
                <a:extLst>
                  <a:ext uri="{FF2B5EF4-FFF2-40B4-BE49-F238E27FC236}">
                    <a16:creationId xmlns:a16="http://schemas.microsoft.com/office/drawing/2014/main" id="{0D8F20B8-4627-EF30-8AD3-16D264AC2199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CF5242A6-D4BF-A2CB-F139-399143B731CD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4" name="Rectángulo 813">
                <a:extLst>
                  <a:ext uri="{FF2B5EF4-FFF2-40B4-BE49-F238E27FC236}">
                    <a16:creationId xmlns:a16="http://schemas.microsoft.com/office/drawing/2014/main" id="{07AF1B35-BE12-E480-95CA-0DD46EDA6010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2" name="Rectángulo 801">
              <a:extLst>
                <a:ext uri="{FF2B5EF4-FFF2-40B4-BE49-F238E27FC236}">
                  <a16:creationId xmlns:a16="http://schemas.microsoft.com/office/drawing/2014/main" id="{363F3EA6-AF2C-5BFD-5F6C-81C2D534781D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3" name="Grupo 802">
              <a:extLst>
                <a:ext uri="{FF2B5EF4-FFF2-40B4-BE49-F238E27FC236}">
                  <a16:creationId xmlns:a16="http://schemas.microsoft.com/office/drawing/2014/main" id="{846A30A5-B9A2-4390-25E6-CD322F92FB09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08" name="Grupo 807">
                <a:extLst>
                  <a:ext uri="{FF2B5EF4-FFF2-40B4-BE49-F238E27FC236}">
                    <a16:creationId xmlns:a16="http://schemas.microsoft.com/office/drawing/2014/main" id="{FB95A96A-B43F-C7AA-B07E-8D0F85F8CDE5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0" name="Rectángulo 809">
                  <a:extLst>
                    <a:ext uri="{FF2B5EF4-FFF2-40B4-BE49-F238E27FC236}">
                      <a16:creationId xmlns:a16="http://schemas.microsoft.com/office/drawing/2014/main" id="{414F5D5B-DDAF-820F-20B9-982C732BF413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1" name="Rectángulo 810">
                  <a:extLst>
                    <a:ext uri="{FF2B5EF4-FFF2-40B4-BE49-F238E27FC236}">
                      <a16:creationId xmlns:a16="http://schemas.microsoft.com/office/drawing/2014/main" id="{283BB803-4310-81B2-9FED-D3D744765BA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D8B6EBE7-7199-D408-ADDC-2141157E045B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3CE5F3C5-B714-3E15-3451-5FE9C190F1FA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5" name="Rectángulo 804">
                <a:extLst>
                  <a:ext uri="{FF2B5EF4-FFF2-40B4-BE49-F238E27FC236}">
                    <a16:creationId xmlns:a16="http://schemas.microsoft.com/office/drawing/2014/main" id="{DFC30E4F-ED9F-863F-50FE-D36484EBB3D2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06" name="Rectángulo 805">
                <a:extLst>
                  <a:ext uri="{FF2B5EF4-FFF2-40B4-BE49-F238E27FC236}">
                    <a16:creationId xmlns:a16="http://schemas.microsoft.com/office/drawing/2014/main" id="{0BABA51E-1657-82A2-8243-44300EDB7B90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07" name="Rectángulo 806">
                <a:extLst>
                  <a:ext uri="{FF2B5EF4-FFF2-40B4-BE49-F238E27FC236}">
                    <a16:creationId xmlns:a16="http://schemas.microsoft.com/office/drawing/2014/main" id="{817C15F9-CB2D-C41E-1CCC-233544E504ED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55" name="Elipse 854">
            <a:extLst>
              <a:ext uri="{FF2B5EF4-FFF2-40B4-BE49-F238E27FC236}">
                <a16:creationId xmlns:a16="http://schemas.microsoft.com/office/drawing/2014/main" id="{06E252F9-7A99-3820-4835-80A0EB875102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56" name="Elipse 855">
            <a:extLst>
              <a:ext uri="{FF2B5EF4-FFF2-40B4-BE49-F238E27FC236}">
                <a16:creationId xmlns:a16="http://schemas.microsoft.com/office/drawing/2014/main" id="{4FA76E1C-FCC7-BE32-015A-96DF12320DAB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3EBECA3-97AF-7B86-0229-2A8BD059323C}"/>
              </a:ext>
            </a:extLst>
          </p:cNvPr>
          <p:cNvSpPr txBox="1">
            <a:spLocks/>
          </p:cNvSpPr>
          <p:nvPr/>
        </p:nvSpPr>
        <p:spPr>
          <a:xfrm>
            <a:off x="559720" y="1408733"/>
            <a:ext cx="2785332" cy="703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MANO 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1AF844F-61CE-DEF6-CCEA-B79DA6B52523}"/>
              </a:ext>
            </a:extLst>
          </p:cNvPr>
          <p:cNvSpPr/>
          <p:nvPr/>
        </p:nvSpPr>
        <p:spPr>
          <a:xfrm>
            <a:off x="9937166" y="1316515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DB8D7B3-6D9C-B8E8-CCEB-105ECFC92092}"/>
              </a:ext>
            </a:extLst>
          </p:cNvPr>
          <p:cNvSpPr txBox="1">
            <a:spLocks/>
          </p:cNvSpPr>
          <p:nvPr/>
        </p:nvSpPr>
        <p:spPr>
          <a:xfrm>
            <a:off x="10324686" y="1207020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S3</a:t>
            </a:r>
          </a:p>
        </p:txBody>
      </p:sp>
      <p:sp>
        <p:nvSpPr>
          <p:cNvPr id="886" name="Elipse 885">
            <a:extLst>
              <a:ext uri="{FF2B5EF4-FFF2-40B4-BE49-F238E27FC236}">
                <a16:creationId xmlns:a16="http://schemas.microsoft.com/office/drawing/2014/main" id="{C9557DA3-C2E3-421F-A1F7-138A9ECA6D03}"/>
              </a:ext>
            </a:extLst>
          </p:cNvPr>
          <p:cNvSpPr/>
          <p:nvPr/>
        </p:nvSpPr>
        <p:spPr>
          <a:xfrm rot="5400000">
            <a:off x="7660195" y="2395873"/>
            <a:ext cx="72000" cy="72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87" name="Elipse 886">
            <a:extLst>
              <a:ext uri="{FF2B5EF4-FFF2-40B4-BE49-F238E27FC236}">
                <a16:creationId xmlns:a16="http://schemas.microsoft.com/office/drawing/2014/main" id="{6BF6C309-4F0C-AB44-4609-0761CBC431CA}"/>
              </a:ext>
            </a:extLst>
          </p:cNvPr>
          <p:cNvSpPr/>
          <p:nvPr/>
        </p:nvSpPr>
        <p:spPr>
          <a:xfrm rot="5400000">
            <a:off x="7987462" y="2036330"/>
            <a:ext cx="72000" cy="72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079E387-60FE-3949-2B53-B39728B05D18}"/>
              </a:ext>
            </a:extLst>
          </p:cNvPr>
          <p:cNvSpPr/>
          <p:nvPr/>
        </p:nvSpPr>
        <p:spPr>
          <a:xfrm>
            <a:off x="9945871" y="1772909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B141CAB2-25C2-769F-D569-6D82D7D40CED}"/>
              </a:ext>
            </a:extLst>
          </p:cNvPr>
          <p:cNvSpPr txBox="1">
            <a:spLocks/>
          </p:cNvSpPr>
          <p:nvPr/>
        </p:nvSpPr>
        <p:spPr>
          <a:xfrm>
            <a:off x="10333391" y="1663414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S4</a:t>
            </a:r>
          </a:p>
        </p:txBody>
      </p:sp>
      <p:grpSp>
        <p:nvGrpSpPr>
          <p:cNvPr id="939" name="Grupo 938">
            <a:extLst>
              <a:ext uri="{FF2B5EF4-FFF2-40B4-BE49-F238E27FC236}">
                <a16:creationId xmlns:a16="http://schemas.microsoft.com/office/drawing/2014/main" id="{537C3EDF-0504-4D34-D053-B87B42166CD5}"/>
              </a:ext>
            </a:extLst>
          </p:cNvPr>
          <p:cNvGrpSpPr/>
          <p:nvPr/>
        </p:nvGrpSpPr>
        <p:grpSpPr>
          <a:xfrm rot="2751436">
            <a:off x="5900601" y="2440263"/>
            <a:ext cx="561266" cy="1692526"/>
            <a:chOff x="3254442" y="2847789"/>
            <a:chExt cx="678900" cy="2068116"/>
          </a:xfrm>
        </p:grpSpPr>
        <p:grpSp>
          <p:nvGrpSpPr>
            <p:cNvPr id="853" name="Grupo 852">
              <a:extLst>
                <a:ext uri="{FF2B5EF4-FFF2-40B4-BE49-F238E27FC236}">
                  <a16:creationId xmlns:a16="http://schemas.microsoft.com/office/drawing/2014/main" id="{21B3BD04-59FB-C9DE-AD5F-EE9C37EA7BA4}"/>
                </a:ext>
              </a:extLst>
            </p:cNvPr>
            <p:cNvGrpSpPr/>
            <p:nvPr/>
          </p:nvGrpSpPr>
          <p:grpSpPr>
            <a:xfrm flipH="1">
              <a:off x="3254442" y="3860029"/>
              <a:ext cx="342598" cy="1055876"/>
              <a:chOff x="5808469" y="3718708"/>
              <a:chExt cx="276684" cy="835990"/>
            </a:xfrm>
          </p:grpSpPr>
          <p:grpSp>
            <p:nvGrpSpPr>
              <p:cNvPr id="863" name="Grupo 862">
                <a:extLst>
                  <a:ext uri="{FF2B5EF4-FFF2-40B4-BE49-F238E27FC236}">
                    <a16:creationId xmlns:a16="http://schemas.microsoft.com/office/drawing/2014/main" id="{7D5801EA-7611-72CC-7804-9567E62EA094}"/>
                  </a:ext>
                </a:extLst>
              </p:cNvPr>
              <p:cNvGrpSpPr/>
              <p:nvPr/>
            </p:nvGrpSpPr>
            <p:grpSpPr>
              <a:xfrm>
                <a:off x="5808469" y="3718708"/>
                <a:ext cx="181848" cy="473941"/>
                <a:chOff x="6165919" y="3717694"/>
                <a:chExt cx="181848" cy="473941"/>
              </a:xfrm>
            </p:grpSpPr>
            <p:sp>
              <p:nvSpPr>
                <p:cNvPr id="866" name="Rectángulo: esquinas redondeadas 865">
                  <a:extLst>
                    <a:ext uri="{FF2B5EF4-FFF2-40B4-BE49-F238E27FC236}">
                      <a16:creationId xmlns:a16="http://schemas.microsoft.com/office/drawing/2014/main" id="{6E26EEE8-D115-44D9-7118-54214F408DC3}"/>
                    </a:ext>
                  </a:extLst>
                </p:cNvPr>
                <p:cNvSpPr/>
                <p:nvPr/>
              </p:nvSpPr>
              <p:spPr>
                <a:xfrm rot="20522031">
                  <a:off x="6165919" y="3717694"/>
                  <a:ext cx="181848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67" name="Rectángulo: esquinas redondeadas 866">
                  <a:extLst>
                    <a:ext uri="{FF2B5EF4-FFF2-40B4-BE49-F238E27FC236}">
                      <a16:creationId xmlns:a16="http://schemas.microsoft.com/office/drawing/2014/main" id="{7F52FC79-76DA-B308-1DBA-BB3A35ACC8FF}"/>
                    </a:ext>
                  </a:extLst>
                </p:cNvPr>
                <p:cNvSpPr/>
                <p:nvPr/>
              </p:nvSpPr>
              <p:spPr>
                <a:xfrm rot="655801" flipH="1">
                  <a:off x="6207416" y="3774548"/>
                  <a:ext cx="49476" cy="223589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64" name="Rectángulo 863">
                <a:extLst>
                  <a:ext uri="{FF2B5EF4-FFF2-40B4-BE49-F238E27FC236}">
                    <a16:creationId xmlns:a16="http://schemas.microsoft.com/office/drawing/2014/main" id="{D5F41ABE-D233-4E4C-3430-4DA7508CA88A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65" name="Rectángulo 864">
                <a:extLst>
                  <a:ext uri="{FF2B5EF4-FFF2-40B4-BE49-F238E27FC236}">
                    <a16:creationId xmlns:a16="http://schemas.microsoft.com/office/drawing/2014/main" id="{EA1CE9B6-1FF2-C55A-4AA9-BBB5DD03662C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54" name="Grupo 853">
              <a:extLst>
                <a:ext uri="{FF2B5EF4-FFF2-40B4-BE49-F238E27FC236}">
                  <a16:creationId xmlns:a16="http://schemas.microsoft.com/office/drawing/2014/main" id="{8CB5129D-C643-5A0B-F285-B0BC011A7D17}"/>
                </a:ext>
              </a:extLst>
            </p:cNvPr>
            <p:cNvGrpSpPr/>
            <p:nvPr/>
          </p:nvGrpSpPr>
          <p:grpSpPr>
            <a:xfrm flipV="1">
              <a:off x="3591454" y="2847789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858" name="Grupo 857">
                <a:extLst>
                  <a:ext uri="{FF2B5EF4-FFF2-40B4-BE49-F238E27FC236}">
                    <a16:creationId xmlns:a16="http://schemas.microsoft.com/office/drawing/2014/main" id="{3761FE43-D501-35C4-E6FE-EFFCE1610E99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861" name="Rectángulo: esquinas redondeadas 860">
                  <a:extLst>
                    <a:ext uri="{FF2B5EF4-FFF2-40B4-BE49-F238E27FC236}">
                      <a16:creationId xmlns:a16="http://schemas.microsoft.com/office/drawing/2014/main" id="{F9DA2AF4-51EB-4E23-7948-781EDCAE3C3C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62" name="Rectángulo: esquinas redondeadas 861">
                  <a:extLst>
                    <a:ext uri="{FF2B5EF4-FFF2-40B4-BE49-F238E27FC236}">
                      <a16:creationId xmlns:a16="http://schemas.microsoft.com/office/drawing/2014/main" id="{D9C28B78-7C63-F55E-8975-6D765D841EA0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859" name="Rectángulo 858">
                <a:extLst>
                  <a:ext uri="{FF2B5EF4-FFF2-40B4-BE49-F238E27FC236}">
                    <a16:creationId xmlns:a16="http://schemas.microsoft.com/office/drawing/2014/main" id="{2E0B3DB7-557F-988B-549A-BBBBB827C726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60" name="Rectángulo 859">
                <a:extLst>
                  <a:ext uri="{FF2B5EF4-FFF2-40B4-BE49-F238E27FC236}">
                    <a16:creationId xmlns:a16="http://schemas.microsoft.com/office/drawing/2014/main" id="{B3A6B7B9-9E72-C50F-77CA-7F9343622D52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940" name="Grupo 939">
            <a:extLst>
              <a:ext uri="{FF2B5EF4-FFF2-40B4-BE49-F238E27FC236}">
                <a16:creationId xmlns:a16="http://schemas.microsoft.com/office/drawing/2014/main" id="{E8325D7F-A61D-2B0B-7841-F1FE1F629962}"/>
              </a:ext>
            </a:extLst>
          </p:cNvPr>
          <p:cNvGrpSpPr/>
          <p:nvPr/>
        </p:nvGrpSpPr>
        <p:grpSpPr>
          <a:xfrm rot="2751436">
            <a:off x="5354793" y="1889928"/>
            <a:ext cx="566675" cy="1691800"/>
            <a:chOff x="2374194" y="2848341"/>
            <a:chExt cx="685443" cy="2067229"/>
          </a:xfrm>
        </p:grpSpPr>
        <p:grpSp>
          <p:nvGrpSpPr>
            <p:cNvPr id="841" name="Grupo 840">
              <a:extLst>
                <a:ext uri="{FF2B5EF4-FFF2-40B4-BE49-F238E27FC236}">
                  <a16:creationId xmlns:a16="http://schemas.microsoft.com/office/drawing/2014/main" id="{70A5E0B9-0776-A514-9ECF-C45CC3262ABC}"/>
                </a:ext>
              </a:extLst>
            </p:cNvPr>
            <p:cNvGrpSpPr/>
            <p:nvPr/>
          </p:nvGrpSpPr>
          <p:grpSpPr>
            <a:xfrm>
              <a:off x="2716948" y="3859120"/>
              <a:ext cx="342689" cy="1056450"/>
              <a:chOff x="5808395" y="3718253"/>
              <a:chExt cx="276758" cy="836445"/>
            </a:xfrm>
          </p:grpSpPr>
          <p:grpSp>
            <p:nvGrpSpPr>
              <p:cNvPr id="848" name="Grupo 847">
                <a:extLst>
                  <a:ext uri="{FF2B5EF4-FFF2-40B4-BE49-F238E27FC236}">
                    <a16:creationId xmlns:a16="http://schemas.microsoft.com/office/drawing/2014/main" id="{A83C3BA8-94E3-7FF4-EDB7-763C0061B888}"/>
                  </a:ext>
                </a:extLst>
              </p:cNvPr>
              <p:cNvGrpSpPr/>
              <p:nvPr/>
            </p:nvGrpSpPr>
            <p:grpSpPr>
              <a:xfrm>
                <a:off x="5808395" y="3718253"/>
                <a:ext cx="184852" cy="473941"/>
                <a:chOff x="6165845" y="3717239"/>
                <a:chExt cx="184852" cy="473941"/>
              </a:xfrm>
            </p:grpSpPr>
            <p:sp>
              <p:nvSpPr>
                <p:cNvPr id="851" name="Rectángulo: esquinas redondeadas 850">
                  <a:extLst>
                    <a:ext uri="{FF2B5EF4-FFF2-40B4-BE49-F238E27FC236}">
                      <a16:creationId xmlns:a16="http://schemas.microsoft.com/office/drawing/2014/main" id="{F1AE0C3C-556C-67D2-9E01-FB68C7DFC59B}"/>
                    </a:ext>
                  </a:extLst>
                </p:cNvPr>
                <p:cNvSpPr/>
                <p:nvPr/>
              </p:nvSpPr>
              <p:spPr>
                <a:xfrm rot="20522031">
                  <a:off x="6165845" y="3717239"/>
                  <a:ext cx="184852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52" name="Rectángulo: esquinas redondeadas 851">
                  <a:extLst>
                    <a:ext uri="{FF2B5EF4-FFF2-40B4-BE49-F238E27FC236}">
                      <a16:creationId xmlns:a16="http://schemas.microsoft.com/office/drawing/2014/main" id="{47BD35A0-4639-758E-3728-91960EDDC3C1}"/>
                    </a:ext>
                  </a:extLst>
                </p:cNvPr>
                <p:cNvSpPr/>
                <p:nvPr/>
              </p:nvSpPr>
              <p:spPr>
                <a:xfrm rot="622646" flipH="1">
                  <a:off x="6207873" y="3795106"/>
                  <a:ext cx="46037" cy="203887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49" name="Rectángulo 848">
                <a:extLst>
                  <a:ext uri="{FF2B5EF4-FFF2-40B4-BE49-F238E27FC236}">
                    <a16:creationId xmlns:a16="http://schemas.microsoft.com/office/drawing/2014/main" id="{DC0E7956-7AC1-6733-C42E-BEFB5B82F4EF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50" name="Rectángulo 849">
                <a:extLst>
                  <a:ext uri="{FF2B5EF4-FFF2-40B4-BE49-F238E27FC236}">
                    <a16:creationId xmlns:a16="http://schemas.microsoft.com/office/drawing/2014/main" id="{2BE9F0E7-CDE1-B39E-1217-0F4873911F1A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42" name="Grupo 841">
              <a:extLst>
                <a:ext uri="{FF2B5EF4-FFF2-40B4-BE49-F238E27FC236}">
                  <a16:creationId xmlns:a16="http://schemas.microsoft.com/office/drawing/2014/main" id="{5BB506F9-5C9D-7C7C-DDB7-58D986CF9065}"/>
                </a:ext>
              </a:extLst>
            </p:cNvPr>
            <p:cNvGrpSpPr/>
            <p:nvPr/>
          </p:nvGrpSpPr>
          <p:grpSpPr>
            <a:xfrm flipH="1" flipV="1">
              <a:off x="2374194" y="2848341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843" name="Grupo 842">
                <a:extLst>
                  <a:ext uri="{FF2B5EF4-FFF2-40B4-BE49-F238E27FC236}">
                    <a16:creationId xmlns:a16="http://schemas.microsoft.com/office/drawing/2014/main" id="{6DD07E98-20EA-621D-EACC-81DDA9EC03A3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846" name="Rectángulo: esquinas redondeadas 845">
                  <a:extLst>
                    <a:ext uri="{FF2B5EF4-FFF2-40B4-BE49-F238E27FC236}">
                      <a16:creationId xmlns:a16="http://schemas.microsoft.com/office/drawing/2014/main" id="{432B28BA-A825-0683-14C8-D14CD842A4F6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47" name="Rectángulo: esquinas redondeadas 846">
                  <a:extLst>
                    <a:ext uri="{FF2B5EF4-FFF2-40B4-BE49-F238E27FC236}">
                      <a16:creationId xmlns:a16="http://schemas.microsoft.com/office/drawing/2014/main" id="{FBFDCF8B-87E9-BDE9-2FEA-ED5C313023B1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844" name="Rectángulo 843">
                <a:extLst>
                  <a:ext uri="{FF2B5EF4-FFF2-40B4-BE49-F238E27FC236}">
                    <a16:creationId xmlns:a16="http://schemas.microsoft.com/office/drawing/2014/main" id="{D121EBBD-3092-6C16-4CA5-D76245CB4546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45" name="Rectángulo 844">
                <a:extLst>
                  <a:ext uri="{FF2B5EF4-FFF2-40B4-BE49-F238E27FC236}">
                    <a16:creationId xmlns:a16="http://schemas.microsoft.com/office/drawing/2014/main" id="{32C8E50B-D50B-EC00-09EA-49E05A62DF6C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941" name="Grupo 940">
            <a:extLst>
              <a:ext uri="{FF2B5EF4-FFF2-40B4-BE49-F238E27FC236}">
                <a16:creationId xmlns:a16="http://schemas.microsoft.com/office/drawing/2014/main" id="{6995A0FB-C1F9-F498-01C8-FD991280D563}"/>
              </a:ext>
            </a:extLst>
          </p:cNvPr>
          <p:cNvGrpSpPr/>
          <p:nvPr/>
        </p:nvGrpSpPr>
        <p:grpSpPr>
          <a:xfrm rot="2751436">
            <a:off x="5846250" y="1794943"/>
            <a:ext cx="796825" cy="1722615"/>
            <a:chOff x="5775707" y="2428623"/>
            <a:chExt cx="778396" cy="1666542"/>
          </a:xfrm>
        </p:grpSpPr>
        <p:grpSp>
          <p:nvGrpSpPr>
            <p:cNvPr id="952" name="Grupo 951">
              <a:extLst>
                <a:ext uri="{FF2B5EF4-FFF2-40B4-BE49-F238E27FC236}">
                  <a16:creationId xmlns:a16="http://schemas.microsoft.com/office/drawing/2014/main" id="{0E67AAAD-C802-2B0E-A222-EF3FF8EC1040}"/>
                </a:ext>
              </a:extLst>
            </p:cNvPr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954" name="Grupo 953">
                <a:extLst>
                  <a:ext uri="{FF2B5EF4-FFF2-40B4-BE49-F238E27FC236}">
                    <a16:creationId xmlns:a16="http://schemas.microsoft.com/office/drawing/2014/main" id="{634930CC-457C-4120-074E-72188D05EBEB}"/>
                  </a:ext>
                </a:extLst>
              </p:cNvPr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837" name="Elipse 836">
                  <a:extLst>
                    <a:ext uri="{FF2B5EF4-FFF2-40B4-BE49-F238E27FC236}">
                      <a16:creationId xmlns:a16="http://schemas.microsoft.com/office/drawing/2014/main" id="{48468F5F-ADA1-6B3F-95BC-5B81D53ABF69}"/>
                    </a:ext>
                  </a:extLst>
                </p:cNvPr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grpSp>
              <p:nvGrpSpPr>
                <p:cNvPr id="838" name="Grupo 837">
                  <a:extLst>
                    <a:ext uri="{FF2B5EF4-FFF2-40B4-BE49-F238E27FC236}">
                      <a16:creationId xmlns:a16="http://schemas.microsoft.com/office/drawing/2014/main" id="{2AB1A557-92C8-6B09-ABE8-F6D7DA7D1D6A}"/>
                    </a:ext>
                  </a:extLst>
                </p:cNvPr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  <a:grpFill/>
              </p:grpSpPr>
              <p:sp>
                <p:nvSpPr>
                  <p:cNvPr id="839" name="Rectángulo 838">
                    <a:extLst>
                      <a:ext uri="{FF2B5EF4-FFF2-40B4-BE49-F238E27FC236}">
                        <a16:creationId xmlns:a16="http://schemas.microsoft.com/office/drawing/2014/main" id="{71A7F280-C54F-EB3F-5B31-0D5751638B18}"/>
                      </a:ext>
                    </a:extLst>
                  </p:cNvPr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40" name="Rectángulo 839">
                    <a:extLst>
                      <a:ext uri="{FF2B5EF4-FFF2-40B4-BE49-F238E27FC236}">
                        <a16:creationId xmlns:a16="http://schemas.microsoft.com/office/drawing/2014/main" id="{BE905A4C-1105-CE19-07D4-4C7B19A9C89F}"/>
                      </a:ext>
                    </a:extLst>
                  </p:cNvPr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  <p:grpSp>
            <p:nvGrpSpPr>
              <p:cNvPr id="955" name="Grupo 954">
                <a:extLst>
                  <a:ext uri="{FF2B5EF4-FFF2-40B4-BE49-F238E27FC236}">
                    <a16:creationId xmlns:a16="http://schemas.microsoft.com/office/drawing/2014/main" id="{E94763A3-7AC9-A37A-6E3D-A300D60FDB72}"/>
                  </a:ext>
                </a:extLst>
              </p:cNvPr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956" name="Grupo 955">
                  <a:extLst>
                    <a:ext uri="{FF2B5EF4-FFF2-40B4-BE49-F238E27FC236}">
                      <a16:creationId xmlns:a16="http://schemas.microsoft.com/office/drawing/2014/main" id="{E522336B-F8A3-DE22-086E-BF4F23CEAD46}"/>
                    </a:ext>
                  </a:extLst>
                </p:cNvPr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829" name="Grupo 828">
                    <a:extLst>
                      <a:ext uri="{FF2B5EF4-FFF2-40B4-BE49-F238E27FC236}">
                        <a16:creationId xmlns:a16="http://schemas.microsoft.com/office/drawing/2014/main" id="{18D9DACE-E4A8-82F7-D007-25D62FBF9C61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834" name="Rectángulo 833">
                      <a:extLst>
                        <a:ext uri="{FF2B5EF4-FFF2-40B4-BE49-F238E27FC236}">
                          <a16:creationId xmlns:a16="http://schemas.microsoft.com/office/drawing/2014/main" id="{C8A15C52-AAC9-51D0-3326-F1FE5735F1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5" name="Rectángulo 834">
                      <a:extLst>
                        <a:ext uri="{FF2B5EF4-FFF2-40B4-BE49-F238E27FC236}">
                          <a16:creationId xmlns:a16="http://schemas.microsoft.com/office/drawing/2014/main" id="{107C4966-749A-E7E4-E55C-DC8F684E74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36" name="Marco 835">
                      <a:extLst>
                        <a:ext uri="{FF2B5EF4-FFF2-40B4-BE49-F238E27FC236}">
                          <a16:creationId xmlns:a16="http://schemas.microsoft.com/office/drawing/2014/main" id="{EC1F47EF-2A3C-3A79-3AC9-CC401EB132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name="adj1" fmla="val 7853"/>
                      </a:avLst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830" name="Grupo 829">
                    <a:extLst>
                      <a:ext uri="{FF2B5EF4-FFF2-40B4-BE49-F238E27FC236}">
                        <a16:creationId xmlns:a16="http://schemas.microsoft.com/office/drawing/2014/main" id="{DC7388D1-17E2-7EF1-A6CC-5E9ADEF670A1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831" name="Rectángulo 830">
                      <a:extLst>
                        <a:ext uri="{FF2B5EF4-FFF2-40B4-BE49-F238E27FC236}">
                          <a16:creationId xmlns:a16="http://schemas.microsoft.com/office/drawing/2014/main" id="{C6133AC3-BE2D-02E4-E564-C0697566D6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32" name="Rectángulo 831">
                      <a:extLst>
                        <a:ext uri="{FF2B5EF4-FFF2-40B4-BE49-F238E27FC236}">
                          <a16:creationId xmlns:a16="http://schemas.microsoft.com/office/drawing/2014/main" id="{3B210930-DB0A-6B9A-E279-4510E1015B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33" name="Rectángulo 832">
                      <a:extLst>
                        <a:ext uri="{FF2B5EF4-FFF2-40B4-BE49-F238E27FC236}">
                          <a16:creationId xmlns:a16="http://schemas.microsoft.com/office/drawing/2014/main" id="{1AC071C5-8EFB-2033-6EA2-92CF9EEDB7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957" name="Grupo 956">
                  <a:extLst>
                    <a:ext uri="{FF2B5EF4-FFF2-40B4-BE49-F238E27FC236}">
                      <a16:creationId xmlns:a16="http://schemas.microsoft.com/office/drawing/2014/main" id="{81D8A8C8-9612-BD18-9F63-9D13D732FFA3}"/>
                    </a:ext>
                  </a:extLst>
                </p:cNvPr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958" name="Rectángulo 957">
                    <a:extLst>
                      <a:ext uri="{FF2B5EF4-FFF2-40B4-BE49-F238E27FC236}">
                        <a16:creationId xmlns:a16="http://schemas.microsoft.com/office/drawing/2014/main" id="{6AB0DAFF-4112-E850-AD53-549A3F48DF72}"/>
                      </a:ext>
                    </a:extLst>
                  </p:cNvPr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59" name="Rectángulo 958">
                    <a:extLst>
                      <a:ext uri="{FF2B5EF4-FFF2-40B4-BE49-F238E27FC236}">
                        <a16:creationId xmlns:a16="http://schemas.microsoft.com/office/drawing/2014/main" id="{1759AAA0-D072-6B8E-75EB-07FA9FA94A8E}"/>
                      </a:ext>
                    </a:extLst>
                  </p:cNvPr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756" name="Rectángulo 755">
                    <a:extLst>
                      <a:ext uri="{FF2B5EF4-FFF2-40B4-BE49-F238E27FC236}">
                        <a16:creationId xmlns:a16="http://schemas.microsoft.com/office/drawing/2014/main" id="{772C0589-24B2-44C4-F2AE-0B3758E5C59C}"/>
                      </a:ext>
                    </a:extLst>
                  </p:cNvPr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sp>
          <p:nvSpPr>
            <p:cNvPr id="953" name="Rectángulo 952">
              <a:extLst>
                <a:ext uri="{FF2B5EF4-FFF2-40B4-BE49-F238E27FC236}">
                  <a16:creationId xmlns:a16="http://schemas.microsoft.com/office/drawing/2014/main" id="{16E4D1B3-3765-796F-1154-E6378D79E674}"/>
                </a:ext>
              </a:extLst>
            </p:cNvPr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bg1">
                  <a:lumMod val="65000"/>
                </a:schemeClr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942" name="Grupo 941">
            <a:extLst>
              <a:ext uri="{FF2B5EF4-FFF2-40B4-BE49-F238E27FC236}">
                <a16:creationId xmlns:a16="http://schemas.microsoft.com/office/drawing/2014/main" id="{367D3897-DFBF-3B11-44E9-91DE2C8571B6}"/>
              </a:ext>
            </a:extLst>
          </p:cNvPr>
          <p:cNvGrpSpPr/>
          <p:nvPr/>
        </p:nvGrpSpPr>
        <p:grpSpPr>
          <a:xfrm rot="2751436">
            <a:off x="5329270" y="3100883"/>
            <a:ext cx="796736" cy="112283"/>
            <a:chOff x="2676060" y="4093308"/>
            <a:chExt cx="963722" cy="137200"/>
          </a:xfrm>
        </p:grpSpPr>
        <p:sp>
          <p:nvSpPr>
            <p:cNvPr id="945" name="Rectángulo 944">
              <a:extLst>
                <a:ext uri="{FF2B5EF4-FFF2-40B4-BE49-F238E27FC236}">
                  <a16:creationId xmlns:a16="http://schemas.microsoft.com/office/drawing/2014/main" id="{D7FE2386-5A2B-0A69-A9C3-125CEB400EB4}"/>
                </a:ext>
              </a:extLst>
            </p:cNvPr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946" name="Grupo 945">
              <a:extLst>
                <a:ext uri="{FF2B5EF4-FFF2-40B4-BE49-F238E27FC236}">
                  <a16:creationId xmlns:a16="http://schemas.microsoft.com/office/drawing/2014/main" id="{D7CAA88B-4512-7CB1-8F32-29439035895B}"/>
                </a:ext>
              </a:extLst>
            </p:cNvPr>
            <p:cNvGrpSpPr/>
            <p:nvPr/>
          </p:nvGrpSpPr>
          <p:grpSpPr>
            <a:xfrm>
              <a:off x="2676060" y="4130453"/>
              <a:ext cx="963722" cy="100055"/>
              <a:chOff x="2676060" y="4130453"/>
              <a:chExt cx="963722" cy="100055"/>
            </a:xfrm>
          </p:grpSpPr>
          <p:grpSp>
            <p:nvGrpSpPr>
              <p:cNvPr id="947" name="Grupo 946">
                <a:extLst>
                  <a:ext uri="{FF2B5EF4-FFF2-40B4-BE49-F238E27FC236}">
                    <a16:creationId xmlns:a16="http://schemas.microsoft.com/office/drawing/2014/main" id="{13E1C0B2-05F3-9539-C17F-866D1FD7B61F}"/>
                  </a:ext>
                </a:extLst>
              </p:cNvPr>
              <p:cNvGrpSpPr/>
              <p:nvPr/>
            </p:nvGrpSpPr>
            <p:grpSpPr>
              <a:xfrm>
                <a:off x="2676060" y="4130453"/>
                <a:ext cx="963722" cy="75413"/>
                <a:chOff x="5775047" y="3892550"/>
                <a:chExt cx="778309" cy="59708"/>
              </a:xfrm>
            </p:grpSpPr>
            <p:sp>
              <p:nvSpPr>
                <p:cNvPr id="949" name="Rectángulo 948">
                  <a:extLst>
                    <a:ext uri="{FF2B5EF4-FFF2-40B4-BE49-F238E27FC236}">
                      <a16:creationId xmlns:a16="http://schemas.microsoft.com/office/drawing/2014/main" id="{4FEBCC91-C102-8C5C-5F42-8BF7FAD5F8CB}"/>
                    </a:ext>
                  </a:extLst>
                </p:cNvPr>
                <p:cNvSpPr/>
                <p:nvPr/>
              </p:nvSpPr>
              <p:spPr>
                <a:xfrm rot="162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950" name="Elipse 949">
                  <a:extLst>
                    <a:ext uri="{FF2B5EF4-FFF2-40B4-BE49-F238E27FC236}">
                      <a16:creationId xmlns:a16="http://schemas.microsoft.com/office/drawing/2014/main" id="{183F69F0-9C12-6640-79FC-ADA9C39028A0}"/>
                    </a:ext>
                  </a:extLst>
                </p:cNvPr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951" name="Elipse 950">
                  <a:extLst>
                    <a:ext uri="{FF2B5EF4-FFF2-40B4-BE49-F238E27FC236}">
                      <a16:creationId xmlns:a16="http://schemas.microsoft.com/office/drawing/2014/main" id="{24DCA2F0-BA83-4042-F80B-C737343B5418}"/>
                    </a:ext>
                  </a:extLst>
                </p:cNvPr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48" name="Rectángulo 947">
                <a:extLst>
                  <a:ext uri="{FF2B5EF4-FFF2-40B4-BE49-F238E27FC236}">
                    <a16:creationId xmlns:a16="http://schemas.microsoft.com/office/drawing/2014/main" id="{92DD2B37-5F91-B182-07B8-9666001DB68D}"/>
                  </a:ext>
                </a:extLst>
              </p:cNvPr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944" name="Elipse 943">
            <a:extLst>
              <a:ext uri="{FF2B5EF4-FFF2-40B4-BE49-F238E27FC236}">
                <a16:creationId xmlns:a16="http://schemas.microsoft.com/office/drawing/2014/main" id="{739241FE-4F90-8AF6-F163-23600840BA49}"/>
              </a:ext>
            </a:extLst>
          </p:cNvPr>
          <p:cNvSpPr/>
          <p:nvPr/>
        </p:nvSpPr>
        <p:spPr>
          <a:xfrm rot="2751436">
            <a:off x="6297301" y="2488136"/>
            <a:ext cx="110557" cy="111634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36" name="Grupo 935">
            <a:extLst>
              <a:ext uri="{FF2B5EF4-FFF2-40B4-BE49-F238E27FC236}">
                <a16:creationId xmlns:a16="http://schemas.microsoft.com/office/drawing/2014/main" id="{06162375-5A82-46F3-19E5-C7BFF4825C02}"/>
              </a:ext>
            </a:extLst>
          </p:cNvPr>
          <p:cNvGrpSpPr/>
          <p:nvPr/>
        </p:nvGrpSpPr>
        <p:grpSpPr>
          <a:xfrm>
            <a:off x="6641702" y="1526452"/>
            <a:ext cx="1318435" cy="1266043"/>
            <a:chOff x="6641702" y="1526452"/>
            <a:chExt cx="1318435" cy="1266043"/>
          </a:xfrm>
        </p:grpSpPr>
        <p:grpSp>
          <p:nvGrpSpPr>
            <p:cNvPr id="857" name="Grupo 856">
              <a:extLst>
                <a:ext uri="{FF2B5EF4-FFF2-40B4-BE49-F238E27FC236}">
                  <a16:creationId xmlns:a16="http://schemas.microsoft.com/office/drawing/2014/main" id="{AD1A3983-D64B-DDA6-2B3F-3071442090E5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</p:grpSpPr>
          <p:grpSp>
            <p:nvGrpSpPr>
              <p:cNvPr id="710" name="Grupo 709">
                <a:extLst>
                  <a:ext uri="{FF2B5EF4-FFF2-40B4-BE49-F238E27FC236}">
                    <a16:creationId xmlns:a16="http://schemas.microsoft.com/office/drawing/2014/main" id="{0486742B-DBA3-2D01-F415-08446C0E352B}"/>
                  </a:ext>
                </a:extLst>
              </p:cNvPr>
              <p:cNvGrpSpPr/>
              <p:nvPr/>
            </p:nvGrpSpPr>
            <p:grpSpPr>
              <a:xfrm rot="785047">
                <a:off x="6641702" y="1526452"/>
                <a:ext cx="1192937" cy="1266043"/>
                <a:chOff x="6040669" y="1851040"/>
                <a:chExt cx="1192937" cy="1266043"/>
              </a:xfrm>
            </p:grpSpPr>
            <p:grpSp>
              <p:nvGrpSpPr>
                <p:cNvPr id="711" name="Grupo 710">
                  <a:extLst>
                    <a:ext uri="{FF2B5EF4-FFF2-40B4-BE49-F238E27FC236}">
                      <a16:creationId xmlns:a16="http://schemas.microsoft.com/office/drawing/2014/main" id="{D755D46D-692E-82EE-B410-B09B94C23D55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</p:grpSpPr>
              <p:grpSp>
                <p:nvGrpSpPr>
                  <p:cNvPr id="713" name="Grupo 712">
                    <a:extLst>
                      <a:ext uri="{FF2B5EF4-FFF2-40B4-BE49-F238E27FC236}">
                        <a16:creationId xmlns:a16="http://schemas.microsoft.com/office/drawing/2014/main" id="{A0EB7817-A9FD-E935-D306-BD3C14DD04E7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</p:grpSpPr>
                <p:grpSp>
                  <p:nvGrpSpPr>
                    <p:cNvPr id="715" name="Grupo 714">
                      <a:extLst>
                        <a:ext uri="{FF2B5EF4-FFF2-40B4-BE49-F238E27FC236}">
                          <a16:creationId xmlns:a16="http://schemas.microsoft.com/office/drawing/2014/main" id="{CCACFFB6-4524-886C-3354-F5EB039EDF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grpSp>
                    <p:nvGrpSpPr>
                      <p:cNvPr id="717" name="Grupo 716">
                        <a:extLst>
                          <a:ext uri="{FF2B5EF4-FFF2-40B4-BE49-F238E27FC236}">
                            <a16:creationId xmlns:a16="http://schemas.microsoft.com/office/drawing/2014/main" id="{0445505A-D299-027A-4D42-96432F99435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719" name="Elipse 718">
                          <a:extLst>
                            <a:ext uri="{FF2B5EF4-FFF2-40B4-BE49-F238E27FC236}">
                              <a16:creationId xmlns:a16="http://schemas.microsoft.com/office/drawing/2014/main" id="{B630F721-4DE1-D967-97C0-B91D7674BE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720" name="Diagrama de flujo: operación manual 719">
                          <a:extLst>
                            <a:ext uri="{FF2B5EF4-FFF2-40B4-BE49-F238E27FC236}">
                              <a16:creationId xmlns:a16="http://schemas.microsoft.com/office/drawing/2014/main" id="{D5357E0B-A99C-3170-27EA-9800F35D26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718" name="Elipse 717">
                        <a:extLst>
                          <a:ext uri="{FF2B5EF4-FFF2-40B4-BE49-F238E27FC236}">
                            <a16:creationId xmlns:a16="http://schemas.microsoft.com/office/drawing/2014/main" id="{156CC089-5F97-F05B-8F64-CE143E5A76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716" name="Diagrama de flujo: operación manual 715">
                      <a:extLst>
                        <a:ext uri="{FF2B5EF4-FFF2-40B4-BE49-F238E27FC236}">
                          <a16:creationId xmlns:a16="http://schemas.microsoft.com/office/drawing/2014/main" id="{690D4DF4-8278-C2A9-1957-DA71CA66CF16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14" name="Elipse 713">
                    <a:extLst>
                      <a:ext uri="{FF2B5EF4-FFF2-40B4-BE49-F238E27FC236}">
                        <a16:creationId xmlns:a16="http://schemas.microsoft.com/office/drawing/2014/main" id="{237BE337-4385-2CA6-422C-0A1C0EBBE5EE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12" name="Elipse 711">
                  <a:extLst>
                    <a:ext uri="{FF2B5EF4-FFF2-40B4-BE49-F238E27FC236}">
                      <a16:creationId xmlns:a16="http://schemas.microsoft.com/office/drawing/2014/main" id="{89CF285B-3E95-8D66-A34C-126F1C002BF7}"/>
                    </a:ext>
                  </a:extLst>
                </p:cNvPr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89" name="Elipse 888">
                <a:extLst>
                  <a:ext uri="{FF2B5EF4-FFF2-40B4-BE49-F238E27FC236}">
                    <a16:creationId xmlns:a16="http://schemas.microsoft.com/office/drawing/2014/main" id="{144AEE1F-F54D-BFC7-1EF9-F38E6AD7F7BF}"/>
                  </a:ext>
                </a:extLst>
              </p:cNvPr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34" name="Elipse 933">
              <a:extLst>
                <a:ext uri="{FF2B5EF4-FFF2-40B4-BE49-F238E27FC236}">
                  <a16:creationId xmlns:a16="http://schemas.microsoft.com/office/drawing/2014/main" id="{22C79EAD-784B-07B2-D4EA-CF511193AACA}"/>
                </a:ext>
              </a:extLst>
            </p:cNvPr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868" name="Elipse 867">
            <a:extLst>
              <a:ext uri="{FF2B5EF4-FFF2-40B4-BE49-F238E27FC236}">
                <a16:creationId xmlns:a16="http://schemas.microsoft.com/office/drawing/2014/main" id="{FA50405A-A8BA-9A80-D5C6-AFBACCDBFEBC}"/>
              </a:ext>
            </a:extLst>
          </p:cNvPr>
          <p:cNvSpPr/>
          <p:nvPr/>
        </p:nvSpPr>
        <p:spPr>
          <a:xfrm>
            <a:off x="9954322" y="2593506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69" name="Subtítulo 2">
            <a:extLst>
              <a:ext uri="{FF2B5EF4-FFF2-40B4-BE49-F238E27FC236}">
                <a16:creationId xmlns:a16="http://schemas.microsoft.com/office/drawing/2014/main" id="{A0F4FD4B-700A-2BA4-C034-9F3C6467B041}"/>
              </a:ext>
            </a:extLst>
          </p:cNvPr>
          <p:cNvSpPr txBox="1">
            <a:spLocks/>
          </p:cNvSpPr>
          <p:nvPr/>
        </p:nvSpPr>
        <p:spPr>
          <a:xfrm>
            <a:off x="10341842" y="2484011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S7</a:t>
            </a:r>
          </a:p>
        </p:txBody>
      </p:sp>
      <p:pic>
        <p:nvPicPr>
          <p:cNvPr id="897" name="Imagen 896">
            <a:extLst>
              <a:ext uri="{FF2B5EF4-FFF2-40B4-BE49-F238E27FC236}">
                <a16:creationId xmlns:a16="http://schemas.microsoft.com/office/drawing/2014/main" id="{22DB0DBE-BF46-2099-43BC-A0AF34CC6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323" y="4089273"/>
            <a:ext cx="3228975" cy="2190750"/>
          </a:xfrm>
          <a:prstGeom prst="rect">
            <a:avLst/>
          </a:prstGeom>
        </p:spPr>
      </p:pic>
      <p:sp>
        <p:nvSpPr>
          <p:cNvPr id="898" name="Subtítulo 2">
            <a:extLst>
              <a:ext uri="{FF2B5EF4-FFF2-40B4-BE49-F238E27FC236}">
                <a16:creationId xmlns:a16="http://schemas.microsoft.com/office/drawing/2014/main" id="{E64948DD-A21D-D4F4-FAEC-5F54FBC59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245" y="3835762"/>
            <a:ext cx="4388290" cy="2378097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s7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(inhibir movimiento)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</a:t>
            </a:r>
            <a:r>
              <a:rPr lang="es-ES" dirty="0"/>
              <a:t>(Abrir garra).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Posicionado inicial</a:t>
            </a:r>
          </a:p>
        </p:txBody>
      </p:sp>
    </p:spTree>
    <p:extLst>
      <p:ext uri="{BB962C8B-B14F-4D97-AF65-F5344CB8AC3E}">
        <p14:creationId xmlns:p14="http://schemas.microsoft.com/office/powerpoint/2010/main" val="281185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200000">
                                      <p:cBhvr>
                                        <p:cTn id="6" dur="2000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8" dur="2000" fill="hold"/>
                                        <p:tgtEl>
                                          <p:spTgt spid="9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81481E-6 L 0.00925 -0.0162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6" y="-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5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5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rupo 708">
            <a:extLst>
              <a:ext uri="{FF2B5EF4-FFF2-40B4-BE49-F238E27FC236}">
                <a16:creationId xmlns:a16="http://schemas.microsoft.com/office/drawing/2014/main" id="{D1A70C1C-87DA-0010-C0CB-A5D06F1B5DA8}"/>
              </a:ext>
            </a:extLst>
          </p:cNvPr>
          <p:cNvGrpSpPr/>
          <p:nvPr/>
        </p:nvGrpSpPr>
        <p:grpSpPr>
          <a:xfrm rot="21597357">
            <a:off x="7407639" y="1802177"/>
            <a:ext cx="2288079" cy="2013940"/>
            <a:chOff x="5734796" y="1871886"/>
            <a:chExt cx="2288079" cy="2013940"/>
          </a:xfrm>
        </p:grpSpPr>
        <p:grpSp>
          <p:nvGrpSpPr>
            <p:cNvPr id="721" name="Grupo 720">
              <a:extLst>
                <a:ext uri="{FF2B5EF4-FFF2-40B4-BE49-F238E27FC236}">
                  <a16:creationId xmlns:a16="http://schemas.microsoft.com/office/drawing/2014/main" id="{5E03AD7D-1202-12B0-85C2-A4C3EE9C2AF5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23" name="Grupo 722">
                <a:extLst>
                  <a:ext uri="{FF2B5EF4-FFF2-40B4-BE49-F238E27FC236}">
                    <a16:creationId xmlns:a16="http://schemas.microsoft.com/office/drawing/2014/main" id="{B7714D19-F035-034B-5BBC-B903A4FDDB4E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25" name="Elipse 724">
                  <a:extLst>
                    <a:ext uri="{FF2B5EF4-FFF2-40B4-BE49-F238E27FC236}">
                      <a16:creationId xmlns:a16="http://schemas.microsoft.com/office/drawing/2014/main" id="{43785FCA-A9A9-217B-69B2-A1E6EE781CFB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26" name="Diagrama de flujo: operación manual 725">
                  <a:extLst>
                    <a:ext uri="{FF2B5EF4-FFF2-40B4-BE49-F238E27FC236}">
                      <a16:creationId xmlns:a16="http://schemas.microsoft.com/office/drawing/2014/main" id="{C3B64BA0-E4D5-F1CA-51C7-4FE5C1A911BA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24" name="Elipse 723">
                <a:extLst>
                  <a:ext uri="{FF2B5EF4-FFF2-40B4-BE49-F238E27FC236}">
                    <a16:creationId xmlns:a16="http://schemas.microsoft.com/office/drawing/2014/main" id="{A11ECFF7-EA0D-BA47-3A5F-897BEE99C5A9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22" name="Diagrama de flujo: operación manual 721">
              <a:extLst>
                <a:ext uri="{FF2B5EF4-FFF2-40B4-BE49-F238E27FC236}">
                  <a16:creationId xmlns:a16="http://schemas.microsoft.com/office/drawing/2014/main" id="{6CC739CD-EED2-66FC-5588-62C6F775EAAF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796" name="Elipse 795">
            <a:extLst>
              <a:ext uri="{FF2B5EF4-FFF2-40B4-BE49-F238E27FC236}">
                <a16:creationId xmlns:a16="http://schemas.microsoft.com/office/drawing/2014/main" id="{7C548E97-4D47-42CF-C3EB-D74B596E69DF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179" y="40195"/>
            <a:ext cx="11068575" cy="13624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1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Posición adicional</a:t>
            </a:r>
          </a:p>
        </p:txBody>
      </p:sp>
      <p:sp>
        <p:nvSpPr>
          <p:cNvPr id="768" name="Elipse 767">
            <a:extLst>
              <a:ext uri="{FF2B5EF4-FFF2-40B4-BE49-F238E27FC236}">
                <a16:creationId xmlns:a16="http://schemas.microsoft.com/office/drawing/2014/main" id="{C4299D63-3602-068A-B0FB-A7209652D7BC}"/>
              </a:ext>
            </a:extLst>
          </p:cNvPr>
          <p:cNvSpPr/>
          <p:nvPr/>
        </p:nvSpPr>
        <p:spPr>
          <a:xfrm>
            <a:off x="9931357" y="873308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9" name="Subtítulo 2">
            <a:extLst>
              <a:ext uri="{FF2B5EF4-FFF2-40B4-BE49-F238E27FC236}">
                <a16:creationId xmlns:a16="http://schemas.microsoft.com/office/drawing/2014/main" id="{3998081D-8264-2F05-07B9-214EE1D60936}"/>
              </a:ext>
            </a:extLst>
          </p:cNvPr>
          <p:cNvSpPr txBox="1">
            <a:spLocks/>
          </p:cNvSpPr>
          <p:nvPr/>
        </p:nvSpPr>
        <p:spPr>
          <a:xfrm>
            <a:off x="10318877" y="763813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S2</a:t>
            </a:r>
          </a:p>
        </p:txBody>
      </p:sp>
      <p:grpSp>
        <p:nvGrpSpPr>
          <p:cNvPr id="770" name="Grupo 769">
            <a:extLst>
              <a:ext uri="{FF2B5EF4-FFF2-40B4-BE49-F238E27FC236}">
                <a16:creationId xmlns:a16="http://schemas.microsoft.com/office/drawing/2014/main" id="{93E298B8-44DE-BE7F-0DA9-9931B916FF72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1" name="Grupo 770">
              <a:extLst>
                <a:ext uri="{FF2B5EF4-FFF2-40B4-BE49-F238E27FC236}">
                  <a16:creationId xmlns:a16="http://schemas.microsoft.com/office/drawing/2014/main" id="{C83FE746-A514-1205-CADC-64C826A5F8F8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2" name="Rectángulo: esquinas redondeadas 791">
                <a:extLst>
                  <a:ext uri="{FF2B5EF4-FFF2-40B4-BE49-F238E27FC236}">
                    <a16:creationId xmlns:a16="http://schemas.microsoft.com/office/drawing/2014/main" id="{84CAF8A3-E8CA-9AF1-DCD9-A3CE7DD6F7DF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3" name="Grupo 792">
                <a:extLst>
                  <a:ext uri="{FF2B5EF4-FFF2-40B4-BE49-F238E27FC236}">
                    <a16:creationId xmlns:a16="http://schemas.microsoft.com/office/drawing/2014/main" id="{ECCC1F93-D9E0-7E48-1319-44A2785EDCBD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4" name="Diagrama de flujo: operación manual 793">
                  <a:extLst>
                    <a:ext uri="{FF2B5EF4-FFF2-40B4-BE49-F238E27FC236}">
                      <a16:creationId xmlns:a16="http://schemas.microsoft.com/office/drawing/2014/main" id="{42763D7A-D7D3-1F9C-979D-A4F185FA84F9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5" name="Rectángulo: esquinas redondeadas 794">
                  <a:extLst>
                    <a:ext uri="{FF2B5EF4-FFF2-40B4-BE49-F238E27FC236}">
                      <a16:creationId xmlns:a16="http://schemas.microsoft.com/office/drawing/2014/main" id="{EE8D544D-4078-8395-DBD4-05A9E52D96C6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2" name="Grupo 771">
              <a:extLst>
                <a:ext uri="{FF2B5EF4-FFF2-40B4-BE49-F238E27FC236}">
                  <a16:creationId xmlns:a16="http://schemas.microsoft.com/office/drawing/2014/main" id="{43EDEAC8-62B7-2300-FF30-9A5F1C0E0D91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3" name="Grupo 772">
                <a:extLst>
                  <a:ext uri="{FF2B5EF4-FFF2-40B4-BE49-F238E27FC236}">
                    <a16:creationId xmlns:a16="http://schemas.microsoft.com/office/drawing/2014/main" id="{15E219CB-4CC1-60AC-18BC-5FEC2007B47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433C683C-A1F6-3DE6-17B6-51D243D793DD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Elipse 790">
                  <a:extLst>
                    <a:ext uri="{FF2B5EF4-FFF2-40B4-BE49-F238E27FC236}">
                      <a16:creationId xmlns:a16="http://schemas.microsoft.com/office/drawing/2014/main" id="{BCD069F9-0429-951A-55C9-1D8DAF07D21C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4" name="Grupo 773">
                <a:extLst>
                  <a:ext uri="{FF2B5EF4-FFF2-40B4-BE49-F238E27FC236}">
                    <a16:creationId xmlns:a16="http://schemas.microsoft.com/office/drawing/2014/main" id="{DB904981-E602-B5DB-D768-637B994BDEA4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87" name="Elipse 786">
                  <a:extLst>
                    <a:ext uri="{FF2B5EF4-FFF2-40B4-BE49-F238E27FC236}">
                      <a16:creationId xmlns:a16="http://schemas.microsoft.com/office/drawing/2014/main" id="{46584522-BD22-66B6-526F-E2AEB1EA0180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E65AEE1F-5E19-9E0B-F86F-0058210B4E62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9" name="Rectángulo 788">
                  <a:extLst>
                    <a:ext uri="{FF2B5EF4-FFF2-40B4-BE49-F238E27FC236}">
                      <a16:creationId xmlns:a16="http://schemas.microsoft.com/office/drawing/2014/main" id="{9376E2CB-4520-0233-8D48-4C7048B9C78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5" name="Grupo 774">
                <a:extLst>
                  <a:ext uri="{FF2B5EF4-FFF2-40B4-BE49-F238E27FC236}">
                    <a16:creationId xmlns:a16="http://schemas.microsoft.com/office/drawing/2014/main" id="{87D847DA-86F4-93F4-977C-E646D3346E96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4" name="Elipse 783">
                  <a:extLst>
                    <a:ext uri="{FF2B5EF4-FFF2-40B4-BE49-F238E27FC236}">
                      <a16:creationId xmlns:a16="http://schemas.microsoft.com/office/drawing/2014/main" id="{1500A88B-376C-D1AF-A015-99C37BFAE618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12429953-23EA-FD10-D27F-8148D542E1CE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6" name="Rectángulo 785">
                  <a:extLst>
                    <a:ext uri="{FF2B5EF4-FFF2-40B4-BE49-F238E27FC236}">
                      <a16:creationId xmlns:a16="http://schemas.microsoft.com/office/drawing/2014/main" id="{E7CF6D6F-912E-41E2-A39E-1539461463C7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6" name="Grupo 775">
                <a:extLst>
                  <a:ext uri="{FF2B5EF4-FFF2-40B4-BE49-F238E27FC236}">
                    <a16:creationId xmlns:a16="http://schemas.microsoft.com/office/drawing/2014/main" id="{52F9DC47-E99C-09D4-DDD7-583E5274D092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1" name="Elipse 780">
                  <a:extLst>
                    <a:ext uri="{FF2B5EF4-FFF2-40B4-BE49-F238E27FC236}">
                      <a16:creationId xmlns:a16="http://schemas.microsoft.com/office/drawing/2014/main" id="{67FC7693-A356-F87E-4700-4E9BD043B5C8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2" name="Rectángulo 781">
                  <a:extLst>
                    <a:ext uri="{FF2B5EF4-FFF2-40B4-BE49-F238E27FC236}">
                      <a16:creationId xmlns:a16="http://schemas.microsoft.com/office/drawing/2014/main" id="{3E030DEA-D9BC-EE73-3B03-F8BBEFFEEAF5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3" name="Rectángulo 782">
                  <a:extLst>
                    <a:ext uri="{FF2B5EF4-FFF2-40B4-BE49-F238E27FC236}">
                      <a16:creationId xmlns:a16="http://schemas.microsoft.com/office/drawing/2014/main" id="{96A9EFFB-BF65-60AE-C0C0-90BD7AD850BB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77" name="Grupo 776">
                <a:extLst>
                  <a:ext uri="{FF2B5EF4-FFF2-40B4-BE49-F238E27FC236}">
                    <a16:creationId xmlns:a16="http://schemas.microsoft.com/office/drawing/2014/main" id="{EF08E5EF-9973-3FC6-9033-6E2A8369976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78" name="Elipse 777">
                  <a:extLst>
                    <a:ext uri="{FF2B5EF4-FFF2-40B4-BE49-F238E27FC236}">
                      <a16:creationId xmlns:a16="http://schemas.microsoft.com/office/drawing/2014/main" id="{DCEACCA7-5C86-6AA6-3B30-5B51364054C6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79" name="Rectángulo 778">
                  <a:extLst>
                    <a:ext uri="{FF2B5EF4-FFF2-40B4-BE49-F238E27FC236}">
                      <a16:creationId xmlns:a16="http://schemas.microsoft.com/office/drawing/2014/main" id="{76D8F88A-39FB-EFF7-534B-35977EC5BA4D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0" name="Rectángulo 779">
                  <a:extLst>
                    <a:ext uri="{FF2B5EF4-FFF2-40B4-BE49-F238E27FC236}">
                      <a16:creationId xmlns:a16="http://schemas.microsoft.com/office/drawing/2014/main" id="{FF5A2E11-7583-5C0F-0E34-B0B695398D0A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797" name="Grupo 796">
            <a:extLst>
              <a:ext uri="{FF2B5EF4-FFF2-40B4-BE49-F238E27FC236}">
                <a16:creationId xmlns:a16="http://schemas.microsoft.com/office/drawing/2014/main" id="{DB6E9BAE-1280-16E1-9D4B-B9269D0C6BCE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798" name="Marco 797">
              <a:extLst>
                <a:ext uri="{FF2B5EF4-FFF2-40B4-BE49-F238E27FC236}">
                  <a16:creationId xmlns:a16="http://schemas.microsoft.com/office/drawing/2014/main" id="{F5484A49-2AF8-D6FA-5432-94388F0BF726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799" name="Marco 798">
              <a:extLst>
                <a:ext uri="{FF2B5EF4-FFF2-40B4-BE49-F238E27FC236}">
                  <a16:creationId xmlns:a16="http://schemas.microsoft.com/office/drawing/2014/main" id="{849BC596-710B-AD3A-2D1D-D98B358DD6C0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0" name="Grupo 799">
              <a:extLst>
                <a:ext uri="{FF2B5EF4-FFF2-40B4-BE49-F238E27FC236}">
                  <a16:creationId xmlns:a16="http://schemas.microsoft.com/office/drawing/2014/main" id="{3868C67B-FB8A-AA0A-6E3F-01A922ADC401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5" name="Grupo 814">
                <a:extLst>
                  <a:ext uri="{FF2B5EF4-FFF2-40B4-BE49-F238E27FC236}">
                    <a16:creationId xmlns:a16="http://schemas.microsoft.com/office/drawing/2014/main" id="{A44BC17F-1CCD-AAC9-36F9-E5AA162EC18D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19" name="Grupo 818">
                  <a:extLst>
                    <a:ext uri="{FF2B5EF4-FFF2-40B4-BE49-F238E27FC236}">
                      <a16:creationId xmlns:a16="http://schemas.microsoft.com/office/drawing/2014/main" id="{C231F16B-9908-B98F-AC34-0A272B49E015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27" name="Rectángulo 826">
                    <a:extLst>
                      <a:ext uri="{FF2B5EF4-FFF2-40B4-BE49-F238E27FC236}">
                        <a16:creationId xmlns:a16="http://schemas.microsoft.com/office/drawing/2014/main" id="{7A2B812F-E0B0-4EFD-5A4A-49E3E70B6680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28" name="Rectángulo 827">
                    <a:extLst>
                      <a:ext uri="{FF2B5EF4-FFF2-40B4-BE49-F238E27FC236}">
                        <a16:creationId xmlns:a16="http://schemas.microsoft.com/office/drawing/2014/main" id="{5048C5D9-2E42-9F18-EC01-5DD62B9C1046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0" name="Grupo 819">
                  <a:extLst>
                    <a:ext uri="{FF2B5EF4-FFF2-40B4-BE49-F238E27FC236}">
                      <a16:creationId xmlns:a16="http://schemas.microsoft.com/office/drawing/2014/main" id="{42F98169-8D6E-5B7B-C210-AD5314AE6FF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1" name="Grupo 820">
                    <a:extLst>
                      <a:ext uri="{FF2B5EF4-FFF2-40B4-BE49-F238E27FC236}">
                        <a16:creationId xmlns:a16="http://schemas.microsoft.com/office/drawing/2014/main" id="{7A8C685C-C1D2-198E-76B9-0F989DA4CD3C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5" name="Rectángulo 824">
                      <a:extLst>
                        <a:ext uri="{FF2B5EF4-FFF2-40B4-BE49-F238E27FC236}">
                          <a16:creationId xmlns:a16="http://schemas.microsoft.com/office/drawing/2014/main" id="{C9D06C5A-E73C-E926-9651-EDC762DE16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6" name="Rectángulo 825">
                      <a:extLst>
                        <a:ext uri="{FF2B5EF4-FFF2-40B4-BE49-F238E27FC236}">
                          <a16:creationId xmlns:a16="http://schemas.microsoft.com/office/drawing/2014/main" id="{0DF2D9B9-940B-8392-83FF-34EA104A9A2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2" name="Grupo 821">
                    <a:extLst>
                      <a:ext uri="{FF2B5EF4-FFF2-40B4-BE49-F238E27FC236}">
                        <a16:creationId xmlns:a16="http://schemas.microsoft.com/office/drawing/2014/main" id="{5999BF35-3E6A-BAB2-EB19-FD26495B3C8A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3" name="Rectángulo 822">
                      <a:extLst>
                        <a:ext uri="{FF2B5EF4-FFF2-40B4-BE49-F238E27FC236}">
                          <a16:creationId xmlns:a16="http://schemas.microsoft.com/office/drawing/2014/main" id="{50937548-D25B-7625-128F-B601C5B52D8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4" name="Rectángulo 823">
                      <a:extLst>
                        <a:ext uri="{FF2B5EF4-FFF2-40B4-BE49-F238E27FC236}">
                          <a16:creationId xmlns:a16="http://schemas.microsoft.com/office/drawing/2014/main" id="{28ADFAAB-DCF9-7F0A-14CA-13B1E004B2C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16" name="Grupo 815">
                <a:extLst>
                  <a:ext uri="{FF2B5EF4-FFF2-40B4-BE49-F238E27FC236}">
                    <a16:creationId xmlns:a16="http://schemas.microsoft.com/office/drawing/2014/main" id="{E337336A-84A0-0BBB-54B8-DCC5C911FE5E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17" name="Diagrama de flujo: operación manual 816">
                  <a:extLst>
                    <a:ext uri="{FF2B5EF4-FFF2-40B4-BE49-F238E27FC236}">
                      <a16:creationId xmlns:a16="http://schemas.microsoft.com/office/drawing/2014/main" id="{80C6D5E1-545C-9F71-5AC1-C5449D4C7EE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8" name="Diagrama de flujo: operación manual 817">
                  <a:extLst>
                    <a:ext uri="{FF2B5EF4-FFF2-40B4-BE49-F238E27FC236}">
                      <a16:creationId xmlns:a16="http://schemas.microsoft.com/office/drawing/2014/main" id="{A39E00C6-5171-128E-63DB-41FDBB5F470E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1" name="Grupo 800">
              <a:extLst>
                <a:ext uri="{FF2B5EF4-FFF2-40B4-BE49-F238E27FC236}">
                  <a16:creationId xmlns:a16="http://schemas.microsoft.com/office/drawing/2014/main" id="{AF7838A1-EA1C-9703-FF0C-8680480B7141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2" name="Rectángulo 811">
                <a:extLst>
                  <a:ext uri="{FF2B5EF4-FFF2-40B4-BE49-F238E27FC236}">
                    <a16:creationId xmlns:a16="http://schemas.microsoft.com/office/drawing/2014/main" id="{0D8F20B8-4627-EF30-8AD3-16D264AC2199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CF5242A6-D4BF-A2CB-F139-399143B731CD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4" name="Rectángulo 813">
                <a:extLst>
                  <a:ext uri="{FF2B5EF4-FFF2-40B4-BE49-F238E27FC236}">
                    <a16:creationId xmlns:a16="http://schemas.microsoft.com/office/drawing/2014/main" id="{07AF1B35-BE12-E480-95CA-0DD46EDA6010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2" name="Rectángulo 801">
              <a:extLst>
                <a:ext uri="{FF2B5EF4-FFF2-40B4-BE49-F238E27FC236}">
                  <a16:creationId xmlns:a16="http://schemas.microsoft.com/office/drawing/2014/main" id="{363F3EA6-AF2C-5BFD-5F6C-81C2D534781D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3" name="Grupo 802">
              <a:extLst>
                <a:ext uri="{FF2B5EF4-FFF2-40B4-BE49-F238E27FC236}">
                  <a16:creationId xmlns:a16="http://schemas.microsoft.com/office/drawing/2014/main" id="{846A30A5-B9A2-4390-25E6-CD322F92FB09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08" name="Grupo 807">
                <a:extLst>
                  <a:ext uri="{FF2B5EF4-FFF2-40B4-BE49-F238E27FC236}">
                    <a16:creationId xmlns:a16="http://schemas.microsoft.com/office/drawing/2014/main" id="{FB95A96A-B43F-C7AA-B07E-8D0F85F8CDE5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0" name="Rectángulo 809">
                  <a:extLst>
                    <a:ext uri="{FF2B5EF4-FFF2-40B4-BE49-F238E27FC236}">
                      <a16:creationId xmlns:a16="http://schemas.microsoft.com/office/drawing/2014/main" id="{414F5D5B-DDAF-820F-20B9-982C732BF413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1" name="Rectángulo 810">
                  <a:extLst>
                    <a:ext uri="{FF2B5EF4-FFF2-40B4-BE49-F238E27FC236}">
                      <a16:creationId xmlns:a16="http://schemas.microsoft.com/office/drawing/2014/main" id="{283BB803-4310-81B2-9FED-D3D744765BA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D8B6EBE7-7199-D408-ADDC-2141157E045B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3CE5F3C5-B714-3E15-3451-5FE9C190F1FA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5" name="Rectángulo 804">
                <a:extLst>
                  <a:ext uri="{FF2B5EF4-FFF2-40B4-BE49-F238E27FC236}">
                    <a16:creationId xmlns:a16="http://schemas.microsoft.com/office/drawing/2014/main" id="{DFC30E4F-ED9F-863F-50FE-D36484EBB3D2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06" name="Rectángulo 805">
                <a:extLst>
                  <a:ext uri="{FF2B5EF4-FFF2-40B4-BE49-F238E27FC236}">
                    <a16:creationId xmlns:a16="http://schemas.microsoft.com/office/drawing/2014/main" id="{0BABA51E-1657-82A2-8243-44300EDB7B90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07" name="Rectángulo 806">
                <a:extLst>
                  <a:ext uri="{FF2B5EF4-FFF2-40B4-BE49-F238E27FC236}">
                    <a16:creationId xmlns:a16="http://schemas.microsoft.com/office/drawing/2014/main" id="{817C15F9-CB2D-C41E-1CCC-233544E504ED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55" name="Elipse 854">
            <a:extLst>
              <a:ext uri="{FF2B5EF4-FFF2-40B4-BE49-F238E27FC236}">
                <a16:creationId xmlns:a16="http://schemas.microsoft.com/office/drawing/2014/main" id="{06E252F9-7A99-3820-4835-80A0EB875102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56" name="Elipse 855">
            <a:extLst>
              <a:ext uri="{FF2B5EF4-FFF2-40B4-BE49-F238E27FC236}">
                <a16:creationId xmlns:a16="http://schemas.microsoft.com/office/drawing/2014/main" id="{4FA76E1C-FCC7-BE32-015A-96DF12320DAB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1AF844F-61CE-DEF6-CCEA-B79DA6B52523}"/>
              </a:ext>
            </a:extLst>
          </p:cNvPr>
          <p:cNvSpPr/>
          <p:nvPr/>
        </p:nvSpPr>
        <p:spPr>
          <a:xfrm>
            <a:off x="9937166" y="1316515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DB8D7B3-6D9C-B8E8-CCEB-105ECFC92092}"/>
              </a:ext>
            </a:extLst>
          </p:cNvPr>
          <p:cNvSpPr txBox="1">
            <a:spLocks/>
          </p:cNvSpPr>
          <p:nvPr/>
        </p:nvSpPr>
        <p:spPr>
          <a:xfrm>
            <a:off x="10324686" y="1207020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S3</a:t>
            </a:r>
          </a:p>
        </p:txBody>
      </p:sp>
      <p:sp>
        <p:nvSpPr>
          <p:cNvPr id="886" name="Elipse 885">
            <a:extLst>
              <a:ext uri="{FF2B5EF4-FFF2-40B4-BE49-F238E27FC236}">
                <a16:creationId xmlns:a16="http://schemas.microsoft.com/office/drawing/2014/main" id="{C9557DA3-C2E3-421F-A1F7-138A9ECA6D03}"/>
              </a:ext>
            </a:extLst>
          </p:cNvPr>
          <p:cNvSpPr/>
          <p:nvPr/>
        </p:nvSpPr>
        <p:spPr>
          <a:xfrm rot="5400000">
            <a:off x="7660195" y="2395873"/>
            <a:ext cx="72000" cy="72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87" name="Elipse 886">
            <a:extLst>
              <a:ext uri="{FF2B5EF4-FFF2-40B4-BE49-F238E27FC236}">
                <a16:creationId xmlns:a16="http://schemas.microsoft.com/office/drawing/2014/main" id="{6BF6C309-4F0C-AB44-4609-0761CBC431CA}"/>
              </a:ext>
            </a:extLst>
          </p:cNvPr>
          <p:cNvSpPr/>
          <p:nvPr/>
        </p:nvSpPr>
        <p:spPr>
          <a:xfrm rot="5400000">
            <a:off x="7987462" y="2036330"/>
            <a:ext cx="72000" cy="72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079E387-60FE-3949-2B53-B39728B05D18}"/>
              </a:ext>
            </a:extLst>
          </p:cNvPr>
          <p:cNvSpPr/>
          <p:nvPr/>
        </p:nvSpPr>
        <p:spPr>
          <a:xfrm>
            <a:off x="9945871" y="1772909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B141CAB2-25C2-769F-D569-6D82D7D40CED}"/>
              </a:ext>
            </a:extLst>
          </p:cNvPr>
          <p:cNvSpPr txBox="1">
            <a:spLocks/>
          </p:cNvSpPr>
          <p:nvPr/>
        </p:nvSpPr>
        <p:spPr>
          <a:xfrm>
            <a:off x="10333391" y="1663414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S4</a:t>
            </a:r>
          </a:p>
        </p:txBody>
      </p:sp>
      <p:grpSp>
        <p:nvGrpSpPr>
          <p:cNvPr id="939" name="Grupo 938">
            <a:extLst>
              <a:ext uri="{FF2B5EF4-FFF2-40B4-BE49-F238E27FC236}">
                <a16:creationId xmlns:a16="http://schemas.microsoft.com/office/drawing/2014/main" id="{537C3EDF-0504-4D34-D053-B87B42166CD5}"/>
              </a:ext>
            </a:extLst>
          </p:cNvPr>
          <p:cNvGrpSpPr/>
          <p:nvPr/>
        </p:nvGrpSpPr>
        <p:grpSpPr>
          <a:xfrm rot="2751436">
            <a:off x="5900601" y="2440263"/>
            <a:ext cx="561266" cy="1692526"/>
            <a:chOff x="3254442" y="2847789"/>
            <a:chExt cx="678900" cy="2068116"/>
          </a:xfrm>
        </p:grpSpPr>
        <p:grpSp>
          <p:nvGrpSpPr>
            <p:cNvPr id="853" name="Grupo 852">
              <a:extLst>
                <a:ext uri="{FF2B5EF4-FFF2-40B4-BE49-F238E27FC236}">
                  <a16:creationId xmlns:a16="http://schemas.microsoft.com/office/drawing/2014/main" id="{21B3BD04-59FB-C9DE-AD5F-EE9C37EA7BA4}"/>
                </a:ext>
              </a:extLst>
            </p:cNvPr>
            <p:cNvGrpSpPr/>
            <p:nvPr/>
          </p:nvGrpSpPr>
          <p:grpSpPr>
            <a:xfrm flipH="1">
              <a:off x="3254442" y="3860029"/>
              <a:ext cx="342598" cy="1055876"/>
              <a:chOff x="5808469" y="3718708"/>
              <a:chExt cx="276684" cy="835990"/>
            </a:xfrm>
          </p:grpSpPr>
          <p:grpSp>
            <p:nvGrpSpPr>
              <p:cNvPr id="863" name="Grupo 862">
                <a:extLst>
                  <a:ext uri="{FF2B5EF4-FFF2-40B4-BE49-F238E27FC236}">
                    <a16:creationId xmlns:a16="http://schemas.microsoft.com/office/drawing/2014/main" id="{7D5801EA-7611-72CC-7804-9567E62EA094}"/>
                  </a:ext>
                </a:extLst>
              </p:cNvPr>
              <p:cNvGrpSpPr/>
              <p:nvPr/>
            </p:nvGrpSpPr>
            <p:grpSpPr>
              <a:xfrm>
                <a:off x="5808469" y="3718708"/>
                <a:ext cx="181848" cy="473941"/>
                <a:chOff x="6165919" y="3717694"/>
                <a:chExt cx="181848" cy="473941"/>
              </a:xfrm>
            </p:grpSpPr>
            <p:sp>
              <p:nvSpPr>
                <p:cNvPr id="866" name="Rectángulo: esquinas redondeadas 865">
                  <a:extLst>
                    <a:ext uri="{FF2B5EF4-FFF2-40B4-BE49-F238E27FC236}">
                      <a16:creationId xmlns:a16="http://schemas.microsoft.com/office/drawing/2014/main" id="{6E26EEE8-D115-44D9-7118-54214F408DC3}"/>
                    </a:ext>
                  </a:extLst>
                </p:cNvPr>
                <p:cNvSpPr/>
                <p:nvPr/>
              </p:nvSpPr>
              <p:spPr>
                <a:xfrm rot="20522031">
                  <a:off x="6165919" y="3717694"/>
                  <a:ext cx="181848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67" name="Rectángulo: esquinas redondeadas 866">
                  <a:extLst>
                    <a:ext uri="{FF2B5EF4-FFF2-40B4-BE49-F238E27FC236}">
                      <a16:creationId xmlns:a16="http://schemas.microsoft.com/office/drawing/2014/main" id="{7F52FC79-76DA-B308-1DBA-BB3A35ACC8FF}"/>
                    </a:ext>
                  </a:extLst>
                </p:cNvPr>
                <p:cNvSpPr/>
                <p:nvPr/>
              </p:nvSpPr>
              <p:spPr>
                <a:xfrm rot="655801" flipH="1">
                  <a:off x="6207416" y="3774548"/>
                  <a:ext cx="49476" cy="223589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64" name="Rectángulo 863">
                <a:extLst>
                  <a:ext uri="{FF2B5EF4-FFF2-40B4-BE49-F238E27FC236}">
                    <a16:creationId xmlns:a16="http://schemas.microsoft.com/office/drawing/2014/main" id="{D5F41ABE-D233-4E4C-3430-4DA7508CA88A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65" name="Rectángulo 864">
                <a:extLst>
                  <a:ext uri="{FF2B5EF4-FFF2-40B4-BE49-F238E27FC236}">
                    <a16:creationId xmlns:a16="http://schemas.microsoft.com/office/drawing/2014/main" id="{EA1CE9B6-1FF2-C55A-4AA9-BBB5DD03662C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54" name="Grupo 853">
              <a:extLst>
                <a:ext uri="{FF2B5EF4-FFF2-40B4-BE49-F238E27FC236}">
                  <a16:creationId xmlns:a16="http://schemas.microsoft.com/office/drawing/2014/main" id="{8CB5129D-C643-5A0B-F285-B0BC011A7D17}"/>
                </a:ext>
              </a:extLst>
            </p:cNvPr>
            <p:cNvGrpSpPr/>
            <p:nvPr/>
          </p:nvGrpSpPr>
          <p:grpSpPr>
            <a:xfrm flipV="1">
              <a:off x="3591454" y="2847789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858" name="Grupo 857">
                <a:extLst>
                  <a:ext uri="{FF2B5EF4-FFF2-40B4-BE49-F238E27FC236}">
                    <a16:creationId xmlns:a16="http://schemas.microsoft.com/office/drawing/2014/main" id="{3761FE43-D501-35C4-E6FE-EFFCE1610E99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861" name="Rectángulo: esquinas redondeadas 860">
                  <a:extLst>
                    <a:ext uri="{FF2B5EF4-FFF2-40B4-BE49-F238E27FC236}">
                      <a16:creationId xmlns:a16="http://schemas.microsoft.com/office/drawing/2014/main" id="{F9DA2AF4-51EB-4E23-7948-781EDCAE3C3C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62" name="Rectángulo: esquinas redondeadas 861">
                  <a:extLst>
                    <a:ext uri="{FF2B5EF4-FFF2-40B4-BE49-F238E27FC236}">
                      <a16:creationId xmlns:a16="http://schemas.microsoft.com/office/drawing/2014/main" id="{D9C28B78-7C63-F55E-8975-6D765D841EA0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859" name="Rectángulo 858">
                <a:extLst>
                  <a:ext uri="{FF2B5EF4-FFF2-40B4-BE49-F238E27FC236}">
                    <a16:creationId xmlns:a16="http://schemas.microsoft.com/office/drawing/2014/main" id="{2E0B3DB7-557F-988B-549A-BBBBB827C726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60" name="Rectángulo 859">
                <a:extLst>
                  <a:ext uri="{FF2B5EF4-FFF2-40B4-BE49-F238E27FC236}">
                    <a16:creationId xmlns:a16="http://schemas.microsoft.com/office/drawing/2014/main" id="{B3A6B7B9-9E72-C50F-77CA-7F9343622D52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940" name="Grupo 939">
            <a:extLst>
              <a:ext uri="{FF2B5EF4-FFF2-40B4-BE49-F238E27FC236}">
                <a16:creationId xmlns:a16="http://schemas.microsoft.com/office/drawing/2014/main" id="{E8325D7F-A61D-2B0B-7841-F1FE1F629962}"/>
              </a:ext>
            </a:extLst>
          </p:cNvPr>
          <p:cNvGrpSpPr/>
          <p:nvPr/>
        </p:nvGrpSpPr>
        <p:grpSpPr>
          <a:xfrm rot="2751436">
            <a:off x="5354793" y="1889928"/>
            <a:ext cx="566675" cy="1691800"/>
            <a:chOff x="2374194" y="2848341"/>
            <a:chExt cx="685443" cy="2067229"/>
          </a:xfrm>
        </p:grpSpPr>
        <p:grpSp>
          <p:nvGrpSpPr>
            <p:cNvPr id="841" name="Grupo 840">
              <a:extLst>
                <a:ext uri="{FF2B5EF4-FFF2-40B4-BE49-F238E27FC236}">
                  <a16:creationId xmlns:a16="http://schemas.microsoft.com/office/drawing/2014/main" id="{70A5E0B9-0776-A514-9ECF-C45CC3262ABC}"/>
                </a:ext>
              </a:extLst>
            </p:cNvPr>
            <p:cNvGrpSpPr/>
            <p:nvPr/>
          </p:nvGrpSpPr>
          <p:grpSpPr>
            <a:xfrm>
              <a:off x="2716948" y="3859120"/>
              <a:ext cx="342689" cy="1056450"/>
              <a:chOff x="5808395" y="3718253"/>
              <a:chExt cx="276758" cy="836445"/>
            </a:xfrm>
          </p:grpSpPr>
          <p:grpSp>
            <p:nvGrpSpPr>
              <p:cNvPr id="848" name="Grupo 847">
                <a:extLst>
                  <a:ext uri="{FF2B5EF4-FFF2-40B4-BE49-F238E27FC236}">
                    <a16:creationId xmlns:a16="http://schemas.microsoft.com/office/drawing/2014/main" id="{A83C3BA8-94E3-7FF4-EDB7-763C0061B888}"/>
                  </a:ext>
                </a:extLst>
              </p:cNvPr>
              <p:cNvGrpSpPr/>
              <p:nvPr/>
            </p:nvGrpSpPr>
            <p:grpSpPr>
              <a:xfrm>
                <a:off x="5808395" y="3718253"/>
                <a:ext cx="184852" cy="473941"/>
                <a:chOff x="6165845" y="3717239"/>
                <a:chExt cx="184852" cy="473941"/>
              </a:xfrm>
            </p:grpSpPr>
            <p:sp>
              <p:nvSpPr>
                <p:cNvPr id="851" name="Rectángulo: esquinas redondeadas 850">
                  <a:extLst>
                    <a:ext uri="{FF2B5EF4-FFF2-40B4-BE49-F238E27FC236}">
                      <a16:creationId xmlns:a16="http://schemas.microsoft.com/office/drawing/2014/main" id="{F1AE0C3C-556C-67D2-9E01-FB68C7DFC59B}"/>
                    </a:ext>
                  </a:extLst>
                </p:cNvPr>
                <p:cNvSpPr/>
                <p:nvPr/>
              </p:nvSpPr>
              <p:spPr>
                <a:xfrm rot="20522031">
                  <a:off x="6165845" y="3717239"/>
                  <a:ext cx="184852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52" name="Rectángulo: esquinas redondeadas 851">
                  <a:extLst>
                    <a:ext uri="{FF2B5EF4-FFF2-40B4-BE49-F238E27FC236}">
                      <a16:creationId xmlns:a16="http://schemas.microsoft.com/office/drawing/2014/main" id="{47BD35A0-4639-758E-3728-91960EDDC3C1}"/>
                    </a:ext>
                  </a:extLst>
                </p:cNvPr>
                <p:cNvSpPr/>
                <p:nvPr/>
              </p:nvSpPr>
              <p:spPr>
                <a:xfrm rot="622646" flipH="1">
                  <a:off x="6207873" y="3795106"/>
                  <a:ext cx="46037" cy="203887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49" name="Rectángulo 848">
                <a:extLst>
                  <a:ext uri="{FF2B5EF4-FFF2-40B4-BE49-F238E27FC236}">
                    <a16:creationId xmlns:a16="http://schemas.microsoft.com/office/drawing/2014/main" id="{DC0E7956-7AC1-6733-C42E-BEFB5B82F4EF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50" name="Rectángulo 849">
                <a:extLst>
                  <a:ext uri="{FF2B5EF4-FFF2-40B4-BE49-F238E27FC236}">
                    <a16:creationId xmlns:a16="http://schemas.microsoft.com/office/drawing/2014/main" id="{2BE9F0E7-CDE1-B39E-1217-0F4873911F1A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42" name="Grupo 841">
              <a:extLst>
                <a:ext uri="{FF2B5EF4-FFF2-40B4-BE49-F238E27FC236}">
                  <a16:creationId xmlns:a16="http://schemas.microsoft.com/office/drawing/2014/main" id="{5BB506F9-5C9D-7C7C-DDB7-58D986CF9065}"/>
                </a:ext>
              </a:extLst>
            </p:cNvPr>
            <p:cNvGrpSpPr/>
            <p:nvPr/>
          </p:nvGrpSpPr>
          <p:grpSpPr>
            <a:xfrm flipH="1" flipV="1">
              <a:off x="2374194" y="2848341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843" name="Grupo 842">
                <a:extLst>
                  <a:ext uri="{FF2B5EF4-FFF2-40B4-BE49-F238E27FC236}">
                    <a16:creationId xmlns:a16="http://schemas.microsoft.com/office/drawing/2014/main" id="{6DD07E98-20EA-621D-EACC-81DDA9EC03A3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846" name="Rectángulo: esquinas redondeadas 845">
                  <a:extLst>
                    <a:ext uri="{FF2B5EF4-FFF2-40B4-BE49-F238E27FC236}">
                      <a16:creationId xmlns:a16="http://schemas.microsoft.com/office/drawing/2014/main" id="{432B28BA-A825-0683-14C8-D14CD842A4F6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47" name="Rectángulo: esquinas redondeadas 846">
                  <a:extLst>
                    <a:ext uri="{FF2B5EF4-FFF2-40B4-BE49-F238E27FC236}">
                      <a16:creationId xmlns:a16="http://schemas.microsoft.com/office/drawing/2014/main" id="{FBFDCF8B-87E9-BDE9-2FEA-ED5C313023B1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844" name="Rectángulo 843">
                <a:extLst>
                  <a:ext uri="{FF2B5EF4-FFF2-40B4-BE49-F238E27FC236}">
                    <a16:creationId xmlns:a16="http://schemas.microsoft.com/office/drawing/2014/main" id="{D121EBBD-3092-6C16-4CA5-D76245CB4546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45" name="Rectángulo 844">
                <a:extLst>
                  <a:ext uri="{FF2B5EF4-FFF2-40B4-BE49-F238E27FC236}">
                    <a16:creationId xmlns:a16="http://schemas.microsoft.com/office/drawing/2014/main" id="{32C8E50B-D50B-EC00-09EA-49E05A62DF6C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941" name="Grupo 940">
            <a:extLst>
              <a:ext uri="{FF2B5EF4-FFF2-40B4-BE49-F238E27FC236}">
                <a16:creationId xmlns:a16="http://schemas.microsoft.com/office/drawing/2014/main" id="{6995A0FB-C1F9-F498-01C8-FD991280D563}"/>
              </a:ext>
            </a:extLst>
          </p:cNvPr>
          <p:cNvGrpSpPr/>
          <p:nvPr/>
        </p:nvGrpSpPr>
        <p:grpSpPr>
          <a:xfrm rot="2751436">
            <a:off x="5846250" y="1794943"/>
            <a:ext cx="796825" cy="1722615"/>
            <a:chOff x="5775707" y="2428623"/>
            <a:chExt cx="778396" cy="1666542"/>
          </a:xfrm>
        </p:grpSpPr>
        <p:grpSp>
          <p:nvGrpSpPr>
            <p:cNvPr id="952" name="Grupo 951">
              <a:extLst>
                <a:ext uri="{FF2B5EF4-FFF2-40B4-BE49-F238E27FC236}">
                  <a16:creationId xmlns:a16="http://schemas.microsoft.com/office/drawing/2014/main" id="{0E67AAAD-C802-2B0E-A222-EF3FF8EC1040}"/>
                </a:ext>
              </a:extLst>
            </p:cNvPr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954" name="Grupo 953">
                <a:extLst>
                  <a:ext uri="{FF2B5EF4-FFF2-40B4-BE49-F238E27FC236}">
                    <a16:creationId xmlns:a16="http://schemas.microsoft.com/office/drawing/2014/main" id="{634930CC-457C-4120-074E-72188D05EBEB}"/>
                  </a:ext>
                </a:extLst>
              </p:cNvPr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837" name="Elipse 836">
                  <a:extLst>
                    <a:ext uri="{FF2B5EF4-FFF2-40B4-BE49-F238E27FC236}">
                      <a16:creationId xmlns:a16="http://schemas.microsoft.com/office/drawing/2014/main" id="{48468F5F-ADA1-6B3F-95BC-5B81D53ABF69}"/>
                    </a:ext>
                  </a:extLst>
                </p:cNvPr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grpSp>
              <p:nvGrpSpPr>
                <p:cNvPr id="838" name="Grupo 837">
                  <a:extLst>
                    <a:ext uri="{FF2B5EF4-FFF2-40B4-BE49-F238E27FC236}">
                      <a16:creationId xmlns:a16="http://schemas.microsoft.com/office/drawing/2014/main" id="{2AB1A557-92C8-6B09-ABE8-F6D7DA7D1D6A}"/>
                    </a:ext>
                  </a:extLst>
                </p:cNvPr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  <a:grpFill/>
              </p:grpSpPr>
              <p:sp>
                <p:nvSpPr>
                  <p:cNvPr id="839" name="Rectángulo 838">
                    <a:extLst>
                      <a:ext uri="{FF2B5EF4-FFF2-40B4-BE49-F238E27FC236}">
                        <a16:creationId xmlns:a16="http://schemas.microsoft.com/office/drawing/2014/main" id="{71A7F280-C54F-EB3F-5B31-0D5751638B18}"/>
                      </a:ext>
                    </a:extLst>
                  </p:cNvPr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40" name="Rectángulo 839">
                    <a:extLst>
                      <a:ext uri="{FF2B5EF4-FFF2-40B4-BE49-F238E27FC236}">
                        <a16:creationId xmlns:a16="http://schemas.microsoft.com/office/drawing/2014/main" id="{BE905A4C-1105-CE19-07D4-4C7B19A9C89F}"/>
                      </a:ext>
                    </a:extLst>
                  </p:cNvPr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  <p:grpSp>
            <p:nvGrpSpPr>
              <p:cNvPr id="955" name="Grupo 954">
                <a:extLst>
                  <a:ext uri="{FF2B5EF4-FFF2-40B4-BE49-F238E27FC236}">
                    <a16:creationId xmlns:a16="http://schemas.microsoft.com/office/drawing/2014/main" id="{E94763A3-7AC9-A37A-6E3D-A300D60FDB72}"/>
                  </a:ext>
                </a:extLst>
              </p:cNvPr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956" name="Grupo 955">
                  <a:extLst>
                    <a:ext uri="{FF2B5EF4-FFF2-40B4-BE49-F238E27FC236}">
                      <a16:creationId xmlns:a16="http://schemas.microsoft.com/office/drawing/2014/main" id="{E522336B-F8A3-DE22-086E-BF4F23CEAD46}"/>
                    </a:ext>
                  </a:extLst>
                </p:cNvPr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829" name="Grupo 828">
                    <a:extLst>
                      <a:ext uri="{FF2B5EF4-FFF2-40B4-BE49-F238E27FC236}">
                        <a16:creationId xmlns:a16="http://schemas.microsoft.com/office/drawing/2014/main" id="{18D9DACE-E4A8-82F7-D007-25D62FBF9C61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834" name="Rectángulo 833">
                      <a:extLst>
                        <a:ext uri="{FF2B5EF4-FFF2-40B4-BE49-F238E27FC236}">
                          <a16:creationId xmlns:a16="http://schemas.microsoft.com/office/drawing/2014/main" id="{C8A15C52-AAC9-51D0-3326-F1FE5735F1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5" name="Rectángulo 834">
                      <a:extLst>
                        <a:ext uri="{FF2B5EF4-FFF2-40B4-BE49-F238E27FC236}">
                          <a16:creationId xmlns:a16="http://schemas.microsoft.com/office/drawing/2014/main" id="{107C4966-749A-E7E4-E55C-DC8F684E74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36" name="Marco 835">
                      <a:extLst>
                        <a:ext uri="{FF2B5EF4-FFF2-40B4-BE49-F238E27FC236}">
                          <a16:creationId xmlns:a16="http://schemas.microsoft.com/office/drawing/2014/main" id="{EC1F47EF-2A3C-3A79-3AC9-CC401EB132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name="adj1" fmla="val 7853"/>
                      </a:avLst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830" name="Grupo 829">
                    <a:extLst>
                      <a:ext uri="{FF2B5EF4-FFF2-40B4-BE49-F238E27FC236}">
                        <a16:creationId xmlns:a16="http://schemas.microsoft.com/office/drawing/2014/main" id="{DC7388D1-17E2-7EF1-A6CC-5E9ADEF670A1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831" name="Rectángulo 830">
                      <a:extLst>
                        <a:ext uri="{FF2B5EF4-FFF2-40B4-BE49-F238E27FC236}">
                          <a16:creationId xmlns:a16="http://schemas.microsoft.com/office/drawing/2014/main" id="{C6133AC3-BE2D-02E4-E564-C0697566D6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32" name="Rectángulo 831">
                      <a:extLst>
                        <a:ext uri="{FF2B5EF4-FFF2-40B4-BE49-F238E27FC236}">
                          <a16:creationId xmlns:a16="http://schemas.microsoft.com/office/drawing/2014/main" id="{3B210930-DB0A-6B9A-E279-4510E1015B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33" name="Rectángulo 832">
                      <a:extLst>
                        <a:ext uri="{FF2B5EF4-FFF2-40B4-BE49-F238E27FC236}">
                          <a16:creationId xmlns:a16="http://schemas.microsoft.com/office/drawing/2014/main" id="{1AC071C5-8EFB-2033-6EA2-92CF9EEDB7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957" name="Grupo 956">
                  <a:extLst>
                    <a:ext uri="{FF2B5EF4-FFF2-40B4-BE49-F238E27FC236}">
                      <a16:creationId xmlns:a16="http://schemas.microsoft.com/office/drawing/2014/main" id="{81D8A8C8-9612-BD18-9F63-9D13D732FFA3}"/>
                    </a:ext>
                  </a:extLst>
                </p:cNvPr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958" name="Rectángulo 957">
                    <a:extLst>
                      <a:ext uri="{FF2B5EF4-FFF2-40B4-BE49-F238E27FC236}">
                        <a16:creationId xmlns:a16="http://schemas.microsoft.com/office/drawing/2014/main" id="{6AB0DAFF-4112-E850-AD53-549A3F48DF72}"/>
                      </a:ext>
                    </a:extLst>
                  </p:cNvPr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59" name="Rectángulo 958">
                    <a:extLst>
                      <a:ext uri="{FF2B5EF4-FFF2-40B4-BE49-F238E27FC236}">
                        <a16:creationId xmlns:a16="http://schemas.microsoft.com/office/drawing/2014/main" id="{1759AAA0-D072-6B8E-75EB-07FA9FA94A8E}"/>
                      </a:ext>
                    </a:extLst>
                  </p:cNvPr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756" name="Rectángulo 755">
                    <a:extLst>
                      <a:ext uri="{FF2B5EF4-FFF2-40B4-BE49-F238E27FC236}">
                        <a16:creationId xmlns:a16="http://schemas.microsoft.com/office/drawing/2014/main" id="{772C0589-24B2-44C4-F2AE-0B3758E5C59C}"/>
                      </a:ext>
                    </a:extLst>
                  </p:cNvPr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sp>
          <p:nvSpPr>
            <p:cNvPr id="953" name="Rectángulo 952">
              <a:extLst>
                <a:ext uri="{FF2B5EF4-FFF2-40B4-BE49-F238E27FC236}">
                  <a16:creationId xmlns:a16="http://schemas.microsoft.com/office/drawing/2014/main" id="{16E4D1B3-3765-796F-1154-E6378D79E674}"/>
                </a:ext>
              </a:extLst>
            </p:cNvPr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bg1">
                  <a:lumMod val="65000"/>
                </a:schemeClr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942" name="Grupo 941">
            <a:extLst>
              <a:ext uri="{FF2B5EF4-FFF2-40B4-BE49-F238E27FC236}">
                <a16:creationId xmlns:a16="http://schemas.microsoft.com/office/drawing/2014/main" id="{367D3897-DFBF-3B11-44E9-91DE2C8571B6}"/>
              </a:ext>
            </a:extLst>
          </p:cNvPr>
          <p:cNvGrpSpPr/>
          <p:nvPr/>
        </p:nvGrpSpPr>
        <p:grpSpPr>
          <a:xfrm rot="2751436">
            <a:off x="5329270" y="3100883"/>
            <a:ext cx="796736" cy="112283"/>
            <a:chOff x="2676060" y="4093308"/>
            <a:chExt cx="963722" cy="137200"/>
          </a:xfrm>
        </p:grpSpPr>
        <p:sp>
          <p:nvSpPr>
            <p:cNvPr id="945" name="Rectángulo 944">
              <a:extLst>
                <a:ext uri="{FF2B5EF4-FFF2-40B4-BE49-F238E27FC236}">
                  <a16:creationId xmlns:a16="http://schemas.microsoft.com/office/drawing/2014/main" id="{D7FE2386-5A2B-0A69-A9C3-125CEB400EB4}"/>
                </a:ext>
              </a:extLst>
            </p:cNvPr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946" name="Grupo 945">
              <a:extLst>
                <a:ext uri="{FF2B5EF4-FFF2-40B4-BE49-F238E27FC236}">
                  <a16:creationId xmlns:a16="http://schemas.microsoft.com/office/drawing/2014/main" id="{D7CAA88B-4512-7CB1-8F32-29439035895B}"/>
                </a:ext>
              </a:extLst>
            </p:cNvPr>
            <p:cNvGrpSpPr/>
            <p:nvPr/>
          </p:nvGrpSpPr>
          <p:grpSpPr>
            <a:xfrm>
              <a:off x="2676060" y="4130453"/>
              <a:ext cx="963722" cy="100055"/>
              <a:chOff x="2676060" y="4130453"/>
              <a:chExt cx="963722" cy="100055"/>
            </a:xfrm>
          </p:grpSpPr>
          <p:grpSp>
            <p:nvGrpSpPr>
              <p:cNvPr id="947" name="Grupo 946">
                <a:extLst>
                  <a:ext uri="{FF2B5EF4-FFF2-40B4-BE49-F238E27FC236}">
                    <a16:creationId xmlns:a16="http://schemas.microsoft.com/office/drawing/2014/main" id="{13E1C0B2-05F3-9539-C17F-866D1FD7B61F}"/>
                  </a:ext>
                </a:extLst>
              </p:cNvPr>
              <p:cNvGrpSpPr/>
              <p:nvPr/>
            </p:nvGrpSpPr>
            <p:grpSpPr>
              <a:xfrm>
                <a:off x="2676060" y="4130453"/>
                <a:ext cx="963722" cy="75413"/>
                <a:chOff x="5775047" y="3892550"/>
                <a:chExt cx="778309" cy="59708"/>
              </a:xfrm>
            </p:grpSpPr>
            <p:sp>
              <p:nvSpPr>
                <p:cNvPr id="949" name="Rectángulo 948">
                  <a:extLst>
                    <a:ext uri="{FF2B5EF4-FFF2-40B4-BE49-F238E27FC236}">
                      <a16:creationId xmlns:a16="http://schemas.microsoft.com/office/drawing/2014/main" id="{4FEBCC91-C102-8C5C-5F42-8BF7FAD5F8CB}"/>
                    </a:ext>
                  </a:extLst>
                </p:cNvPr>
                <p:cNvSpPr/>
                <p:nvPr/>
              </p:nvSpPr>
              <p:spPr>
                <a:xfrm rot="162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950" name="Elipse 949">
                  <a:extLst>
                    <a:ext uri="{FF2B5EF4-FFF2-40B4-BE49-F238E27FC236}">
                      <a16:creationId xmlns:a16="http://schemas.microsoft.com/office/drawing/2014/main" id="{183F69F0-9C12-6640-79FC-ADA9C39028A0}"/>
                    </a:ext>
                  </a:extLst>
                </p:cNvPr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951" name="Elipse 950">
                  <a:extLst>
                    <a:ext uri="{FF2B5EF4-FFF2-40B4-BE49-F238E27FC236}">
                      <a16:creationId xmlns:a16="http://schemas.microsoft.com/office/drawing/2014/main" id="{24DCA2F0-BA83-4042-F80B-C737343B5418}"/>
                    </a:ext>
                  </a:extLst>
                </p:cNvPr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48" name="Rectángulo 947">
                <a:extLst>
                  <a:ext uri="{FF2B5EF4-FFF2-40B4-BE49-F238E27FC236}">
                    <a16:creationId xmlns:a16="http://schemas.microsoft.com/office/drawing/2014/main" id="{92DD2B37-5F91-B182-07B8-9666001DB68D}"/>
                  </a:ext>
                </a:extLst>
              </p:cNvPr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944" name="Elipse 943">
            <a:extLst>
              <a:ext uri="{FF2B5EF4-FFF2-40B4-BE49-F238E27FC236}">
                <a16:creationId xmlns:a16="http://schemas.microsoft.com/office/drawing/2014/main" id="{739241FE-4F90-8AF6-F163-23600840BA49}"/>
              </a:ext>
            </a:extLst>
          </p:cNvPr>
          <p:cNvSpPr/>
          <p:nvPr/>
        </p:nvSpPr>
        <p:spPr>
          <a:xfrm rot="2751436">
            <a:off x="6297301" y="2488136"/>
            <a:ext cx="110557" cy="111634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36" name="Grupo 935">
            <a:extLst>
              <a:ext uri="{FF2B5EF4-FFF2-40B4-BE49-F238E27FC236}">
                <a16:creationId xmlns:a16="http://schemas.microsoft.com/office/drawing/2014/main" id="{06162375-5A82-46F3-19E5-C7BFF4825C02}"/>
              </a:ext>
            </a:extLst>
          </p:cNvPr>
          <p:cNvGrpSpPr/>
          <p:nvPr/>
        </p:nvGrpSpPr>
        <p:grpSpPr>
          <a:xfrm>
            <a:off x="6641702" y="1526452"/>
            <a:ext cx="1318435" cy="1266043"/>
            <a:chOff x="6641702" y="1526452"/>
            <a:chExt cx="1318435" cy="1266043"/>
          </a:xfrm>
        </p:grpSpPr>
        <p:grpSp>
          <p:nvGrpSpPr>
            <p:cNvPr id="857" name="Grupo 856">
              <a:extLst>
                <a:ext uri="{FF2B5EF4-FFF2-40B4-BE49-F238E27FC236}">
                  <a16:creationId xmlns:a16="http://schemas.microsoft.com/office/drawing/2014/main" id="{AD1A3983-D64B-DDA6-2B3F-3071442090E5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</p:grpSpPr>
          <p:grpSp>
            <p:nvGrpSpPr>
              <p:cNvPr id="710" name="Grupo 709">
                <a:extLst>
                  <a:ext uri="{FF2B5EF4-FFF2-40B4-BE49-F238E27FC236}">
                    <a16:creationId xmlns:a16="http://schemas.microsoft.com/office/drawing/2014/main" id="{0486742B-DBA3-2D01-F415-08446C0E352B}"/>
                  </a:ext>
                </a:extLst>
              </p:cNvPr>
              <p:cNvGrpSpPr/>
              <p:nvPr/>
            </p:nvGrpSpPr>
            <p:grpSpPr>
              <a:xfrm rot="785047">
                <a:off x="6641702" y="1526452"/>
                <a:ext cx="1192937" cy="1266043"/>
                <a:chOff x="6040669" y="1851040"/>
                <a:chExt cx="1192937" cy="1266043"/>
              </a:xfrm>
            </p:grpSpPr>
            <p:grpSp>
              <p:nvGrpSpPr>
                <p:cNvPr id="711" name="Grupo 710">
                  <a:extLst>
                    <a:ext uri="{FF2B5EF4-FFF2-40B4-BE49-F238E27FC236}">
                      <a16:creationId xmlns:a16="http://schemas.microsoft.com/office/drawing/2014/main" id="{D755D46D-692E-82EE-B410-B09B94C23D55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</p:grpSpPr>
              <p:grpSp>
                <p:nvGrpSpPr>
                  <p:cNvPr id="713" name="Grupo 712">
                    <a:extLst>
                      <a:ext uri="{FF2B5EF4-FFF2-40B4-BE49-F238E27FC236}">
                        <a16:creationId xmlns:a16="http://schemas.microsoft.com/office/drawing/2014/main" id="{A0EB7817-A9FD-E935-D306-BD3C14DD04E7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</p:grpSpPr>
                <p:grpSp>
                  <p:nvGrpSpPr>
                    <p:cNvPr id="715" name="Grupo 714">
                      <a:extLst>
                        <a:ext uri="{FF2B5EF4-FFF2-40B4-BE49-F238E27FC236}">
                          <a16:creationId xmlns:a16="http://schemas.microsoft.com/office/drawing/2014/main" id="{CCACFFB6-4524-886C-3354-F5EB039EDF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grpSp>
                    <p:nvGrpSpPr>
                      <p:cNvPr id="717" name="Grupo 716">
                        <a:extLst>
                          <a:ext uri="{FF2B5EF4-FFF2-40B4-BE49-F238E27FC236}">
                            <a16:creationId xmlns:a16="http://schemas.microsoft.com/office/drawing/2014/main" id="{0445505A-D299-027A-4D42-96432F99435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719" name="Elipse 718">
                          <a:extLst>
                            <a:ext uri="{FF2B5EF4-FFF2-40B4-BE49-F238E27FC236}">
                              <a16:creationId xmlns:a16="http://schemas.microsoft.com/office/drawing/2014/main" id="{B630F721-4DE1-D967-97C0-B91D7674BE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720" name="Diagrama de flujo: operación manual 719">
                          <a:extLst>
                            <a:ext uri="{FF2B5EF4-FFF2-40B4-BE49-F238E27FC236}">
                              <a16:creationId xmlns:a16="http://schemas.microsoft.com/office/drawing/2014/main" id="{D5357E0B-A99C-3170-27EA-9800F35D26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718" name="Elipse 717">
                        <a:extLst>
                          <a:ext uri="{FF2B5EF4-FFF2-40B4-BE49-F238E27FC236}">
                            <a16:creationId xmlns:a16="http://schemas.microsoft.com/office/drawing/2014/main" id="{156CC089-5F97-F05B-8F64-CE143E5A76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716" name="Diagrama de flujo: operación manual 715">
                      <a:extLst>
                        <a:ext uri="{FF2B5EF4-FFF2-40B4-BE49-F238E27FC236}">
                          <a16:creationId xmlns:a16="http://schemas.microsoft.com/office/drawing/2014/main" id="{690D4DF4-8278-C2A9-1957-DA71CA66CF16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14" name="Elipse 713">
                    <a:extLst>
                      <a:ext uri="{FF2B5EF4-FFF2-40B4-BE49-F238E27FC236}">
                        <a16:creationId xmlns:a16="http://schemas.microsoft.com/office/drawing/2014/main" id="{237BE337-4385-2CA6-422C-0A1C0EBBE5EE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12" name="Elipse 711">
                  <a:extLst>
                    <a:ext uri="{FF2B5EF4-FFF2-40B4-BE49-F238E27FC236}">
                      <a16:creationId xmlns:a16="http://schemas.microsoft.com/office/drawing/2014/main" id="{89CF285B-3E95-8D66-A34C-126F1C002BF7}"/>
                    </a:ext>
                  </a:extLst>
                </p:cNvPr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89" name="Elipse 888">
                <a:extLst>
                  <a:ext uri="{FF2B5EF4-FFF2-40B4-BE49-F238E27FC236}">
                    <a16:creationId xmlns:a16="http://schemas.microsoft.com/office/drawing/2014/main" id="{144AEE1F-F54D-BFC7-1EF9-F38E6AD7F7BF}"/>
                  </a:ext>
                </a:extLst>
              </p:cNvPr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34" name="Elipse 933">
              <a:extLst>
                <a:ext uri="{FF2B5EF4-FFF2-40B4-BE49-F238E27FC236}">
                  <a16:creationId xmlns:a16="http://schemas.microsoft.com/office/drawing/2014/main" id="{22C79EAD-784B-07B2-D4EA-CF511193AACA}"/>
                </a:ext>
              </a:extLst>
            </p:cNvPr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868" name="Elipse 867">
            <a:extLst>
              <a:ext uri="{FF2B5EF4-FFF2-40B4-BE49-F238E27FC236}">
                <a16:creationId xmlns:a16="http://schemas.microsoft.com/office/drawing/2014/main" id="{FA50405A-A8BA-9A80-D5C6-AFBACCDBFEBC}"/>
              </a:ext>
            </a:extLst>
          </p:cNvPr>
          <p:cNvSpPr/>
          <p:nvPr/>
        </p:nvSpPr>
        <p:spPr>
          <a:xfrm>
            <a:off x="9954322" y="2274196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69" name="Subtítulo 2">
            <a:extLst>
              <a:ext uri="{FF2B5EF4-FFF2-40B4-BE49-F238E27FC236}">
                <a16:creationId xmlns:a16="http://schemas.microsoft.com/office/drawing/2014/main" id="{A0F4FD4B-700A-2BA4-C034-9F3C6467B041}"/>
              </a:ext>
            </a:extLst>
          </p:cNvPr>
          <p:cNvSpPr txBox="1">
            <a:spLocks/>
          </p:cNvSpPr>
          <p:nvPr/>
        </p:nvSpPr>
        <p:spPr>
          <a:xfrm>
            <a:off x="10341842" y="2164701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S7</a:t>
            </a:r>
          </a:p>
        </p:txBody>
      </p:sp>
      <p:pic>
        <p:nvPicPr>
          <p:cNvPr id="900" name="Imagen 899">
            <a:extLst>
              <a:ext uri="{FF2B5EF4-FFF2-40B4-BE49-F238E27FC236}">
                <a16:creationId xmlns:a16="http://schemas.microsoft.com/office/drawing/2014/main" id="{460D739E-AD47-CD33-08C3-56EA21628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899" y="1109260"/>
            <a:ext cx="1647825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5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BA88CE3E-A74D-DDD7-C2FE-B810969824F0}"/>
              </a:ext>
            </a:extLst>
          </p:cNvPr>
          <p:cNvGrpSpPr/>
          <p:nvPr/>
        </p:nvGrpSpPr>
        <p:grpSpPr>
          <a:xfrm rot="2393908" flipH="1" flipV="1">
            <a:off x="9128297" y="1435429"/>
            <a:ext cx="3013152" cy="3791868"/>
            <a:chOff x="6441712" y="2428073"/>
            <a:chExt cx="3013152" cy="3791868"/>
          </a:xfrm>
          <a:noFill/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51E99D4-2F00-D026-62E9-6B900B3A9B3E}"/>
                </a:ext>
              </a:extLst>
            </p:cNvPr>
            <p:cNvGrpSpPr/>
            <p:nvPr/>
          </p:nvGrpSpPr>
          <p:grpSpPr>
            <a:xfrm rot="20800040">
              <a:off x="6522971" y="4093604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91E31989-8E9B-C908-17AC-00928B289BDD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56" name="Grupo 55">
                  <a:extLst>
                    <a:ext uri="{FF2B5EF4-FFF2-40B4-BE49-F238E27FC236}">
                      <a16:creationId xmlns:a16="http://schemas.microsoft.com/office/drawing/2014/main" id="{977144ED-26CE-F846-E9C2-D2F74104BE20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3" name="Grupo 62">
                    <a:extLst>
                      <a:ext uri="{FF2B5EF4-FFF2-40B4-BE49-F238E27FC236}">
                        <a16:creationId xmlns:a16="http://schemas.microsoft.com/office/drawing/2014/main" id="{082D6E21-E2FC-E3CF-C9A2-2E24C93DAA2A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706" name="Rectángulo: esquinas redondeadas 705">
                      <a:extLst>
                        <a:ext uri="{FF2B5EF4-FFF2-40B4-BE49-F238E27FC236}">
                          <a16:creationId xmlns:a16="http://schemas.microsoft.com/office/drawing/2014/main" id="{A9FE458F-8368-51E1-B1BA-AACB5E207D66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07" name="Rectángulo: esquinas redondeadas 706">
                      <a:extLst>
                        <a:ext uri="{FF2B5EF4-FFF2-40B4-BE49-F238E27FC236}">
                          <a16:creationId xmlns:a16="http://schemas.microsoft.com/office/drawing/2014/main" id="{49ECE0A6-CE55-E783-84AB-E40CCCF0D98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704" name="Rectángulo 703">
                    <a:extLst>
                      <a:ext uri="{FF2B5EF4-FFF2-40B4-BE49-F238E27FC236}">
                        <a16:creationId xmlns:a16="http://schemas.microsoft.com/office/drawing/2014/main" id="{FE795584-BABA-E01D-FDEA-3962FB23413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05" name="Rectángulo 704">
                    <a:extLst>
                      <a:ext uri="{FF2B5EF4-FFF2-40B4-BE49-F238E27FC236}">
                        <a16:creationId xmlns:a16="http://schemas.microsoft.com/office/drawing/2014/main" id="{B77623E5-0B34-E2CB-264F-7A64785ED840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7" name="Grupo 56">
                  <a:extLst>
                    <a:ext uri="{FF2B5EF4-FFF2-40B4-BE49-F238E27FC236}">
                      <a16:creationId xmlns:a16="http://schemas.microsoft.com/office/drawing/2014/main" id="{E1CF4228-DE1A-BAA8-ACBC-BE9893BADFAD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58" name="Grupo 57">
                    <a:extLst>
                      <a:ext uri="{FF2B5EF4-FFF2-40B4-BE49-F238E27FC236}">
                        <a16:creationId xmlns:a16="http://schemas.microsoft.com/office/drawing/2014/main" id="{EFB5A716-8AA8-9E65-C56D-46D4F2733C7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61" name="Rectángulo: esquinas redondeadas 60">
                      <a:extLst>
                        <a:ext uri="{FF2B5EF4-FFF2-40B4-BE49-F238E27FC236}">
                          <a16:creationId xmlns:a16="http://schemas.microsoft.com/office/drawing/2014/main" id="{F25C043B-DF77-E6A5-7D10-85CD60A607F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2" name="Rectángulo: esquinas redondeadas 61">
                      <a:extLst>
                        <a:ext uri="{FF2B5EF4-FFF2-40B4-BE49-F238E27FC236}">
                          <a16:creationId xmlns:a16="http://schemas.microsoft.com/office/drawing/2014/main" id="{E7025E6B-6C74-F16F-B7EF-3F99F6B44E9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59" name="Rectángulo 58">
                    <a:extLst>
                      <a:ext uri="{FF2B5EF4-FFF2-40B4-BE49-F238E27FC236}">
                        <a16:creationId xmlns:a16="http://schemas.microsoft.com/office/drawing/2014/main" id="{9B8A8D34-D941-C5DB-3A71-BF7C00BF348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0" name="Rectángulo 59">
                    <a:extLst>
                      <a:ext uri="{FF2B5EF4-FFF2-40B4-BE49-F238E27FC236}">
                        <a16:creationId xmlns:a16="http://schemas.microsoft.com/office/drawing/2014/main" id="{580E44A4-49B5-FB68-5100-DF2A5FAF000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DE44DBA9-EE0F-EAA1-EC70-8FACD32D903D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30" name="Grupo 29">
                  <a:extLst>
                    <a:ext uri="{FF2B5EF4-FFF2-40B4-BE49-F238E27FC236}">
                      <a16:creationId xmlns:a16="http://schemas.microsoft.com/office/drawing/2014/main" id="{DD274463-4E1D-2938-577F-8E975A7C8788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35" name="Grupo 34">
                    <a:extLst>
                      <a:ext uri="{FF2B5EF4-FFF2-40B4-BE49-F238E27FC236}">
                        <a16:creationId xmlns:a16="http://schemas.microsoft.com/office/drawing/2014/main" id="{15EC8558-B51D-6838-3F56-E94C304388D6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37" name="Grupo 36">
                      <a:extLst>
                        <a:ext uri="{FF2B5EF4-FFF2-40B4-BE49-F238E27FC236}">
                          <a16:creationId xmlns:a16="http://schemas.microsoft.com/office/drawing/2014/main" id="{69C1F8A6-606F-561D-6C0C-4F59CE71BD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52" name="Elipse 51">
                        <a:extLst>
                          <a:ext uri="{FF2B5EF4-FFF2-40B4-BE49-F238E27FC236}">
                            <a16:creationId xmlns:a16="http://schemas.microsoft.com/office/drawing/2014/main" id="{514C096E-C87E-7B8C-DB8D-FB088861D0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6B52062-B160-192B-9837-A35585193C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54" name="Rectángulo 53">
                          <a:extLst>
                            <a:ext uri="{FF2B5EF4-FFF2-40B4-BE49-F238E27FC236}">
                              <a16:creationId xmlns:a16="http://schemas.microsoft.com/office/drawing/2014/main" id="{9C0D8E8D-C3B3-E062-90A4-0CF2A23C48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5" name="Rectángulo 54">
                          <a:extLst>
                            <a:ext uri="{FF2B5EF4-FFF2-40B4-BE49-F238E27FC236}">
                              <a16:creationId xmlns:a16="http://schemas.microsoft.com/office/drawing/2014/main" id="{0E053F5E-E479-DAC5-83D3-E358FAF5A0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8" name="Grupo 37">
                      <a:extLst>
                        <a:ext uri="{FF2B5EF4-FFF2-40B4-BE49-F238E27FC236}">
                          <a16:creationId xmlns:a16="http://schemas.microsoft.com/office/drawing/2014/main" id="{E035FEDE-4849-4A71-AF75-3560D465244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39" name="Grupo 38">
                        <a:extLst>
                          <a:ext uri="{FF2B5EF4-FFF2-40B4-BE49-F238E27FC236}">
                            <a16:creationId xmlns:a16="http://schemas.microsoft.com/office/drawing/2014/main" id="{739BD6C5-FCB4-1429-79A2-9E09158224E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44" name="Grupo 43">
                          <a:extLst>
                            <a:ext uri="{FF2B5EF4-FFF2-40B4-BE49-F238E27FC236}">
                              <a16:creationId xmlns:a16="http://schemas.microsoft.com/office/drawing/2014/main" id="{554F9CED-AF22-C473-143B-0F5B23432B0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49" name="Rectángulo 48">
                            <a:extLst>
                              <a:ext uri="{FF2B5EF4-FFF2-40B4-BE49-F238E27FC236}">
                                <a16:creationId xmlns:a16="http://schemas.microsoft.com/office/drawing/2014/main" id="{124AC4FC-718B-2DB9-8E32-26DF4FB0E04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50" name="Rectángulo 49">
                            <a:extLst>
                              <a:ext uri="{FF2B5EF4-FFF2-40B4-BE49-F238E27FC236}">
                                <a16:creationId xmlns:a16="http://schemas.microsoft.com/office/drawing/2014/main" id="{6EC02272-868E-B638-28FE-2BD5BFA116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1" name="Marco 50">
                            <a:extLst>
                              <a:ext uri="{FF2B5EF4-FFF2-40B4-BE49-F238E27FC236}">
                                <a16:creationId xmlns:a16="http://schemas.microsoft.com/office/drawing/2014/main" id="{61B28F5B-B73C-7292-D018-B9EAA87949B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5" name="Grupo 44">
                          <a:extLst>
                            <a:ext uri="{FF2B5EF4-FFF2-40B4-BE49-F238E27FC236}">
                              <a16:creationId xmlns:a16="http://schemas.microsoft.com/office/drawing/2014/main" id="{90197390-6748-B0E0-41D6-ED38B37B7E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46" name="Rectángulo 45">
                            <a:extLst>
                              <a:ext uri="{FF2B5EF4-FFF2-40B4-BE49-F238E27FC236}">
                                <a16:creationId xmlns:a16="http://schemas.microsoft.com/office/drawing/2014/main" id="{85E626B7-9978-DA80-0E83-F7F711A411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7" name="Rectángulo 46">
                            <a:extLst>
                              <a:ext uri="{FF2B5EF4-FFF2-40B4-BE49-F238E27FC236}">
                                <a16:creationId xmlns:a16="http://schemas.microsoft.com/office/drawing/2014/main" id="{89173D60-593E-BDD0-4323-362EEC079C9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8" name="Rectángulo 47">
                            <a:extLst>
                              <a:ext uri="{FF2B5EF4-FFF2-40B4-BE49-F238E27FC236}">
                                <a16:creationId xmlns:a16="http://schemas.microsoft.com/office/drawing/2014/main" id="{5A767A0B-C62E-7E42-63F6-4B779020DC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40" name="Grupo 39">
                        <a:extLst>
                          <a:ext uri="{FF2B5EF4-FFF2-40B4-BE49-F238E27FC236}">
                            <a16:creationId xmlns:a16="http://schemas.microsoft.com/office/drawing/2014/main" id="{FE3659B5-913B-8C0E-A7A2-AE14F38F6C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41" name="Rectángulo 40">
                          <a:extLst>
                            <a:ext uri="{FF2B5EF4-FFF2-40B4-BE49-F238E27FC236}">
                              <a16:creationId xmlns:a16="http://schemas.microsoft.com/office/drawing/2014/main" id="{B1FFC617-3D9C-D253-863B-2E0E8EC030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2" name="Rectángulo 41">
                          <a:extLst>
                            <a:ext uri="{FF2B5EF4-FFF2-40B4-BE49-F238E27FC236}">
                              <a16:creationId xmlns:a16="http://schemas.microsoft.com/office/drawing/2014/main" id="{18858F78-5982-8DD7-4D88-473869FC4F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3" name="Rectángulo 42">
                          <a:extLst>
                            <a:ext uri="{FF2B5EF4-FFF2-40B4-BE49-F238E27FC236}">
                              <a16:creationId xmlns:a16="http://schemas.microsoft.com/office/drawing/2014/main" id="{C85CE21E-7B19-6166-C810-3A3C8E75A7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998957E2-C751-6441-FA5E-181028178375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31" name="Grupo 30">
                  <a:extLst>
                    <a:ext uri="{FF2B5EF4-FFF2-40B4-BE49-F238E27FC236}">
                      <a16:creationId xmlns:a16="http://schemas.microsoft.com/office/drawing/2014/main" id="{5D018D2B-15E8-C235-AE71-FAD499D15FDC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9CDF96B4-A0D8-F54F-5EF5-F06AD467A32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3" name="Elipse 32">
                    <a:extLst>
                      <a:ext uri="{FF2B5EF4-FFF2-40B4-BE49-F238E27FC236}">
                        <a16:creationId xmlns:a16="http://schemas.microsoft.com/office/drawing/2014/main" id="{EC1A56ED-DB2A-01E8-B019-F8B9FAAB88FB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4" name="Elipse 33">
                    <a:extLst>
                      <a:ext uri="{FF2B5EF4-FFF2-40B4-BE49-F238E27FC236}">
                        <a16:creationId xmlns:a16="http://schemas.microsoft.com/office/drawing/2014/main" id="{3684E9BA-7E30-CF20-B671-01B60A4D519A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6839DE40-03A2-DE9F-81B3-A1C3D7B47636}"/>
                </a:ext>
              </a:extLst>
            </p:cNvPr>
            <p:cNvGrpSpPr/>
            <p:nvPr/>
          </p:nvGrpSpPr>
          <p:grpSpPr>
            <a:xfrm rot="19203449">
              <a:off x="7166785" y="2428073"/>
              <a:ext cx="2288079" cy="2013940"/>
              <a:chOff x="5734796" y="1871886"/>
              <a:chExt cx="2288079" cy="2013940"/>
            </a:xfrm>
            <a:grpFill/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7F829178-0220-7818-0E3D-4A5466596A2C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grpFill/>
            </p:grpSpPr>
            <p:grpSp>
              <p:nvGrpSpPr>
                <p:cNvPr id="24" name="Grupo 23">
                  <a:extLst>
                    <a:ext uri="{FF2B5EF4-FFF2-40B4-BE49-F238E27FC236}">
                      <a16:creationId xmlns:a16="http://schemas.microsoft.com/office/drawing/2014/main" id="{DE176E5F-651D-41D0-97A9-5B4BFD95A74C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26" name="Elipse 25">
                    <a:extLst>
                      <a:ext uri="{FF2B5EF4-FFF2-40B4-BE49-F238E27FC236}">
                        <a16:creationId xmlns:a16="http://schemas.microsoft.com/office/drawing/2014/main" id="{56217FDA-D25E-F407-7B78-349AD9E84A11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27" name="Diagrama de flujo: operación manual 26">
                    <a:extLst>
                      <a:ext uri="{FF2B5EF4-FFF2-40B4-BE49-F238E27FC236}">
                        <a16:creationId xmlns:a16="http://schemas.microsoft.com/office/drawing/2014/main" id="{3F351DF9-743D-3FF7-1394-71E0D53C5B24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982DB5A9-C937-E41F-4E7D-BE926AA5C630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3" name="Diagrama de flujo: operación manual 22">
                <a:extLst>
                  <a:ext uri="{FF2B5EF4-FFF2-40B4-BE49-F238E27FC236}">
                    <a16:creationId xmlns:a16="http://schemas.microsoft.com/office/drawing/2014/main" id="{5EFDB7C2-2C35-A537-6453-3F804065750E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A0486979-38CE-C918-38F6-80179528A555}"/>
                </a:ext>
              </a:extLst>
            </p:cNvPr>
            <p:cNvGrpSpPr/>
            <p:nvPr/>
          </p:nvGrpSpPr>
          <p:grpSpPr>
            <a:xfrm rot="19203449">
              <a:off x="6441712" y="3225590"/>
              <a:ext cx="1144431" cy="1266043"/>
              <a:chOff x="6089175" y="1851040"/>
              <a:chExt cx="1144431" cy="1266043"/>
            </a:xfrm>
            <a:grpFill/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D22B93FA-0073-B1C3-E95E-3BF287B90D79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  <a:grpFill/>
            </p:grpSpPr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68B7D6D3-C2CC-F4A5-93EC-068BD08ABE95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  <a:grpFill/>
              </p:grpSpPr>
              <p:grpSp>
                <p:nvGrpSpPr>
                  <p:cNvPr id="16" name="Grupo 15">
                    <a:extLst>
                      <a:ext uri="{FF2B5EF4-FFF2-40B4-BE49-F238E27FC236}">
                        <a16:creationId xmlns:a16="http://schemas.microsoft.com/office/drawing/2014/main" id="{A3D5A9B4-84E0-C0E5-9B63-471338CD295D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grpFill/>
                </p:grpSpPr>
                <p:grpSp>
                  <p:nvGrpSpPr>
                    <p:cNvPr id="18" name="Grupo 17">
                      <a:extLst>
                        <a:ext uri="{FF2B5EF4-FFF2-40B4-BE49-F238E27FC236}">
                          <a16:creationId xmlns:a16="http://schemas.microsoft.com/office/drawing/2014/main" id="{8AF36304-0F0D-9C5D-1C9A-D20E9A2E41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20" name="Elipse 19">
                        <a:extLst>
                          <a:ext uri="{FF2B5EF4-FFF2-40B4-BE49-F238E27FC236}">
                            <a16:creationId xmlns:a16="http://schemas.microsoft.com/office/drawing/2014/main" id="{B3124F97-99F6-1FC3-470A-8FBE519AE3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21" name="Diagrama de flujo: operación manual 20">
                        <a:extLst>
                          <a:ext uri="{FF2B5EF4-FFF2-40B4-BE49-F238E27FC236}">
                            <a16:creationId xmlns:a16="http://schemas.microsoft.com/office/drawing/2014/main" id="{F1B5F514-9318-84D2-C8E1-CE70901F62B4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9" name="Elipse 18">
                      <a:extLst>
                        <a:ext uri="{FF2B5EF4-FFF2-40B4-BE49-F238E27FC236}">
                          <a16:creationId xmlns:a16="http://schemas.microsoft.com/office/drawing/2014/main" id="{A4996E15-1EED-E35E-DF45-D681A6597D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7" name="Diagrama de flujo: operación manual 16">
                    <a:extLst>
                      <a:ext uri="{FF2B5EF4-FFF2-40B4-BE49-F238E27FC236}">
                        <a16:creationId xmlns:a16="http://schemas.microsoft.com/office/drawing/2014/main" id="{51CB00A3-B3F9-56FB-C10F-20E78E8A51D5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5" name="Elipse 14">
                  <a:extLst>
                    <a:ext uri="{FF2B5EF4-FFF2-40B4-BE49-F238E27FC236}">
                      <a16:creationId xmlns:a16="http://schemas.microsoft.com/office/drawing/2014/main" id="{F804A26D-4D52-3940-2595-3DDFD59C677D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F7F58E52-E827-3A28-7798-7101A437C0AE}"/>
                  </a:ext>
                </a:extLst>
              </p:cNvPr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8497" y="2298419"/>
            <a:ext cx="4767084" cy="194921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6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Subrutina RESET</a:t>
            </a:r>
            <a:endParaRPr lang="es-ES" sz="6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99" name="Imagen 898">
            <a:extLst>
              <a:ext uri="{FF2B5EF4-FFF2-40B4-BE49-F238E27FC236}">
                <a16:creationId xmlns:a16="http://schemas.microsoft.com/office/drawing/2014/main" id="{18C803E5-3E1C-D979-9C1B-11769F98B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611" y="119681"/>
            <a:ext cx="4553514" cy="655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4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746" y="194815"/>
            <a:ext cx="11068575" cy="62789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Subrutina DELAY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46700D-B8C4-45A8-A3EA-96B78C131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024" y="1096551"/>
            <a:ext cx="3876675" cy="5419725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40CEBA9D-AADF-75C9-42A8-F1E263551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501" y="2906848"/>
            <a:ext cx="6113555" cy="2378097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algn="l"/>
            <a:r>
              <a:rPr lang="es-ES" dirty="0"/>
              <a:t>Esta subrutina esta encargad de generar pequeños periodos de tiempo en donde el se establece un movimiento del brazo</a:t>
            </a:r>
          </a:p>
        </p:txBody>
      </p:sp>
    </p:spTree>
    <p:extLst>
      <p:ext uri="{BB962C8B-B14F-4D97-AF65-F5344CB8AC3E}">
        <p14:creationId xmlns:p14="http://schemas.microsoft.com/office/powerpoint/2010/main" val="571748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BA88CE3E-A74D-DDD7-C2FE-B810969824F0}"/>
              </a:ext>
            </a:extLst>
          </p:cNvPr>
          <p:cNvGrpSpPr/>
          <p:nvPr/>
        </p:nvGrpSpPr>
        <p:grpSpPr>
          <a:xfrm rot="2393908" flipH="1" flipV="1">
            <a:off x="9128297" y="1435429"/>
            <a:ext cx="3013152" cy="3791868"/>
            <a:chOff x="6441712" y="2428073"/>
            <a:chExt cx="3013152" cy="3791868"/>
          </a:xfrm>
          <a:noFill/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51E99D4-2F00-D026-62E9-6B900B3A9B3E}"/>
                </a:ext>
              </a:extLst>
            </p:cNvPr>
            <p:cNvGrpSpPr/>
            <p:nvPr/>
          </p:nvGrpSpPr>
          <p:grpSpPr>
            <a:xfrm rot="20800040">
              <a:off x="6522971" y="4093604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91E31989-8E9B-C908-17AC-00928B289BDD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56" name="Grupo 55">
                  <a:extLst>
                    <a:ext uri="{FF2B5EF4-FFF2-40B4-BE49-F238E27FC236}">
                      <a16:creationId xmlns:a16="http://schemas.microsoft.com/office/drawing/2014/main" id="{977144ED-26CE-F846-E9C2-D2F74104BE20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3" name="Grupo 62">
                    <a:extLst>
                      <a:ext uri="{FF2B5EF4-FFF2-40B4-BE49-F238E27FC236}">
                        <a16:creationId xmlns:a16="http://schemas.microsoft.com/office/drawing/2014/main" id="{082D6E21-E2FC-E3CF-C9A2-2E24C93DAA2A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706" name="Rectángulo: esquinas redondeadas 705">
                      <a:extLst>
                        <a:ext uri="{FF2B5EF4-FFF2-40B4-BE49-F238E27FC236}">
                          <a16:creationId xmlns:a16="http://schemas.microsoft.com/office/drawing/2014/main" id="{A9FE458F-8368-51E1-B1BA-AACB5E207D66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07" name="Rectángulo: esquinas redondeadas 706">
                      <a:extLst>
                        <a:ext uri="{FF2B5EF4-FFF2-40B4-BE49-F238E27FC236}">
                          <a16:creationId xmlns:a16="http://schemas.microsoft.com/office/drawing/2014/main" id="{49ECE0A6-CE55-E783-84AB-E40CCCF0D98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704" name="Rectángulo 703">
                    <a:extLst>
                      <a:ext uri="{FF2B5EF4-FFF2-40B4-BE49-F238E27FC236}">
                        <a16:creationId xmlns:a16="http://schemas.microsoft.com/office/drawing/2014/main" id="{FE795584-BABA-E01D-FDEA-3962FB23413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05" name="Rectángulo 704">
                    <a:extLst>
                      <a:ext uri="{FF2B5EF4-FFF2-40B4-BE49-F238E27FC236}">
                        <a16:creationId xmlns:a16="http://schemas.microsoft.com/office/drawing/2014/main" id="{B77623E5-0B34-E2CB-264F-7A64785ED840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7" name="Grupo 56">
                  <a:extLst>
                    <a:ext uri="{FF2B5EF4-FFF2-40B4-BE49-F238E27FC236}">
                      <a16:creationId xmlns:a16="http://schemas.microsoft.com/office/drawing/2014/main" id="{E1CF4228-DE1A-BAA8-ACBC-BE9893BADFAD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58" name="Grupo 57">
                    <a:extLst>
                      <a:ext uri="{FF2B5EF4-FFF2-40B4-BE49-F238E27FC236}">
                        <a16:creationId xmlns:a16="http://schemas.microsoft.com/office/drawing/2014/main" id="{EFB5A716-8AA8-9E65-C56D-46D4F2733C7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61" name="Rectángulo: esquinas redondeadas 60">
                      <a:extLst>
                        <a:ext uri="{FF2B5EF4-FFF2-40B4-BE49-F238E27FC236}">
                          <a16:creationId xmlns:a16="http://schemas.microsoft.com/office/drawing/2014/main" id="{F25C043B-DF77-E6A5-7D10-85CD60A607F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2" name="Rectángulo: esquinas redondeadas 61">
                      <a:extLst>
                        <a:ext uri="{FF2B5EF4-FFF2-40B4-BE49-F238E27FC236}">
                          <a16:creationId xmlns:a16="http://schemas.microsoft.com/office/drawing/2014/main" id="{E7025E6B-6C74-F16F-B7EF-3F99F6B44E9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59" name="Rectángulo 58">
                    <a:extLst>
                      <a:ext uri="{FF2B5EF4-FFF2-40B4-BE49-F238E27FC236}">
                        <a16:creationId xmlns:a16="http://schemas.microsoft.com/office/drawing/2014/main" id="{9B8A8D34-D941-C5DB-3A71-BF7C00BF348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0" name="Rectángulo 59">
                    <a:extLst>
                      <a:ext uri="{FF2B5EF4-FFF2-40B4-BE49-F238E27FC236}">
                        <a16:creationId xmlns:a16="http://schemas.microsoft.com/office/drawing/2014/main" id="{580E44A4-49B5-FB68-5100-DF2A5FAF000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DE44DBA9-EE0F-EAA1-EC70-8FACD32D903D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30" name="Grupo 29">
                  <a:extLst>
                    <a:ext uri="{FF2B5EF4-FFF2-40B4-BE49-F238E27FC236}">
                      <a16:creationId xmlns:a16="http://schemas.microsoft.com/office/drawing/2014/main" id="{DD274463-4E1D-2938-577F-8E975A7C8788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35" name="Grupo 34">
                    <a:extLst>
                      <a:ext uri="{FF2B5EF4-FFF2-40B4-BE49-F238E27FC236}">
                        <a16:creationId xmlns:a16="http://schemas.microsoft.com/office/drawing/2014/main" id="{15EC8558-B51D-6838-3F56-E94C304388D6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37" name="Grupo 36">
                      <a:extLst>
                        <a:ext uri="{FF2B5EF4-FFF2-40B4-BE49-F238E27FC236}">
                          <a16:creationId xmlns:a16="http://schemas.microsoft.com/office/drawing/2014/main" id="{69C1F8A6-606F-561D-6C0C-4F59CE71BD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52" name="Elipse 51">
                        <a:extLst>
                          <a:ext uri="{FF2B5EF4-FFF2-40B4-BE49-F238E27FC236}">
                            <a16:creationId xmlns:a16="http://schemas.microsoft.com/office/drawing/2014/main" id="{514C096E-C87E-7B8C-DB8D-FB088861D0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6B52062-B160-192B-9837-A35585193C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54" name="Rectángulo 53">
                          <a:extLst>
                            <a:ext uri="{FF2B5EF4-FFF2-40B4-BE49-F238E27FC236}">
                              <a16:creationId xmlns:a16="http://schemas.microsoft.com/office/drawing/2014/main" id="{9C0D8E8D-C3B3-E062-90A4-0CF2A23C48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5" name="Rectángulo 54">
                          <a:extLst>
                            <a:ext uri="{FF2B5EF4-FFF2-40B4-BE49-F238E27FC236}">
                              <a16:creationId xmlns:a16="http://schemas.microsoft.com/office/drawing/2014/main" id="{0E053F5E-E479-DAC5-83D3-E358FAF5A0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8" name="Grupo 37">
                      <a:extLst>
                        <a:ext uri="{FF2B5EF4-FFF2-40B4-BE49-F238E27FC236}">
                          <a16:creationId xmlns:a16="http://schemas.microsoft.com/office/drawing/2014/main" id="{E035FEDE-4849-4A71-AF75-3560D465244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39" name="Grupo 38">
                        <a:extLst>
                          <a:ext uri="{FF2B5EF4-FFF2-40B4-BE49-F238E27FC236}">
                            <a16:creationId xmlns:a16="http://schemas.microsoft.com/office/drawing/2014/main" id="{739BD6C5-FCB4-1429-79A2-9E09158224E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44" name="Grupo 43">
                          <a:extLst>
                            <a:ext uri="{FF2B5EF4-FFF2-40B4-BE49-F238E27FC236}">
                              <a16:creationId xmlns:a16="http://schemas.microsoft.com/office/drawing/2014/main" id="{554F9CED-AF22-C473-143B-0F5B23432B0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49" name="Rectángulo 48">
                            <a:extLst>
                              <a:ext uri="{FF2B5EF4-FFF2-40B4-BE49-F238E27FC236}">
                                <a16:creationId xmlns:a16="http://schemas.microsoft.com/office/drawing/2014/main" id="{124AC4FC-718B-2DB9-8E32-26DF4FB0E04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50" name="Rectángulo 49">
                            <a:extLst>
                              <a:ext uri="{FF2B5EF4-FFF2-40B4-BE49-F238E27FC236}">
                                <a16:creationId xmlns:a16="http://schemas.microsoft.com/office/drawing/2014/main" id="{6EC02272-868E-B638-28FE-2BD5BFA116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1" name="Marco 50">
                            <a:extLst>
                              <a:ext uri="{FF2B5EF4-FFF2-40B4-BE49-F238E27FC236}">
                                <a16:creationId xmlns:a16="http://schemas.microsoft.com/office/drawing/2014/main" id="{61B28F5B-B73C-7292-D018-B9EAA87949B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5" name="Grupo 44">
                          <a:extLst>
                            <a:ext uri="{FF2B5EF4-FFF2-40B4-BE49-F238E27FC236}">
                              <a16:creationId xmlns:a16="http://schemas.microsoft.com/office/drawing/2014/main" id="{90197390-6748-B0E0-41D6-ED38B37B7E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46" name="Rectángulo 45">
                            <a:extLst>
                              <a:ext uri="{FF2B5EF4-FFF2-40B4-BE49-F238E27FC236}">
                                <a16:creationId xmlns:a16="http://schemas.microsoft.com/office/drawing/2014/main" id="{85E626B7-9978-DA80-0E83-F7F711A411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7" name="Rectángulo 46">
                            <a:extLst>
                              <a:ext uri="{FF2B5EF4-FFF2-40B4-BE49-F238E27FC236}">
                                <a16:creationId xmlns:a16="http://schemas.microsoft.com/office/drawing/2014/main" id="{89173D60-593E-BDD0-4323-362EEC079C9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8" name="Rectángulo 47">
                            <a:extLst>
                              <a:ext uri="{FF2B5EF4-FFF2-40B4-BE49-F238E27FC236}">
                                <a16:creationId xmlns:a16="http://schemas.microsoft.com/office/drawing/2014/main" id="{5A767A0B-C62E-7E42-63F6-4B779020DC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40" name="Grupo 39">
                        <a:extLst>
                          <a:ext uri="{FF2B5EF4-FFF2-40B4-BE49-F238E27FC236}">
                            <a16:creationId xmlns:a16="http://schemas.microsoft.com/office/drawing/2014/main" id="{FE3659B5-913B-8C0E-A7A2-AE14F38F6C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41" name="Rectángulo 40">
                          <a:extLst>
                            <a:ext uri="{FF2B5EF4-FFF2-40B4-BE49-F238E27FC236}">
                              <a16:creationId xmlns:a16="http://schemas.microsoft.com/office/drawing/2014/main" id="{B1FFC617-3D9C-D253-863B-2E0E8EC030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2" name="Rectángulo 41">
                          <a:extLst>
                            <a:ext uri="{FF2B5EF4-FFF2-40B4-BE49-F238E27FC236}">
                              <a16:creationId xmlns:a16="http://schemas.microsoft.com/office/drawing/2014/main" id="{18858F78-5982-8DD7-4D88-473869FC4F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3" name="Rectángulo 42">
                          <a:extLst>
                            <a:ext uri="{FF2B5EF4-FFF2-40B4-BE49-F238E27FC236}">
                              <a16:creationId xmlns:a16="http://schemas.microsoft.com/office/drawing/2014/main" id="{C85CE21E-7B19-6166-C810-3A3C8E75A7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998957E2-C751-6441-FA5E-181028178375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31" name="Grupo 30">
                  <a:extLst>
                    <a:ext uri="{FF2B5EF4-FFF2-40B4-BE49-F238E27FC236}">
                      <a16:creationId xmlns:a16="http://schemas.microsoft.com/office/drawing/2014/main" id="{5D018D2B-15E8-C235-AE71-FAD499D15FDC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9CDF96B4-A0D8-F54F-5EF5-F06AD467A32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3" name="Elipse 32">
                    <a:extLst>
                      <a:ext uri="{FF2B5EF4-FFF2-40B4-BE49-F238E27FC236}">
                        <a16:creationId xmlns:a16="http://schemas.microsoft.com/office/drawing/2014/main" id="{EC1A56ED-DB2A-01E8-B019-F8B9FAAB88FB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4" name="Elipse 33">
                    <a:extLst>
                      <a:ext uri="{FF2B5EF4-FFF2-40B4-BE49-F238E27FC236}">
                        <a16:creationId xmlns:a16="http://schemas.microsoft.com/office/drawing/2014/main" id="{3684E9BA-7E30-CF20-B671-01B60A4D519A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6839DE40-03A2-DE9F-81B3-A1C3D7B47636}"/>
                </a:ext>
              </a:extLst>
            </p:cNvPr>
            <p:cNvGrpSpPr/>
            <p:nvPr/>
          </p:nvGrpSpPr>
          <p:grpSpPr>
            <a:xfrm rot="19203449">
              <a:off x="7166785" y="2428073"/>
              <a:ext cx="2288079" cy="2013940"/>
              <a:chOff x="5734796" y="1871886"/>
              <a:chExt cx="2288079" cy="2013940"/>
            </a:xfrm>
            <a:grpFill/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7F829178-0220-7818-0E3D-4A5466596A2C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grpFill/>
            </p:grpSpPr>
            <p:grpSp>
              <p:nvGrpSpPr>
                <p:cNvPr id="24" name="Grupo 23">
                  <a:extLst>
                    <a:ext uri="{FF2B5EF4-FFF2-40B4-BE49-F238E27FC236}">
                      <a16:creationId xmlns:a16="http://schemas.microsoft.com/office/drawing/2014/main" id="{DE176E5F-651D-41D0-97A9-5B4BFD95A74C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26" name="Elipse 25">
                    <a:extLst>
                      <a:ext uri="{FF2B5EF4-FFF2-40B4-BE49-F238E27FC236}">
                        <a16:creationId xmlns:a16="http://schemas.microsoft.com/office/drawing/2014/main" id="{56217FDA-D25E-F407-7B78-349AD9E84A11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27" name="Diagrama de flujo: operación manual 26">
                    <a:extLst>
                      <a:ext uri="{FF2B5EF4-FFF2-40B4-BE49-F238E27FC236}">
                        <a16:creationId xmlns:a16="http://schemas.microsoft.com/office/drawing/2014/main" id="{3F351DF9-743D-3FF7-1394-71E0D53C5B24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982DB5A9-C937-E41F-4E7D-BE926AA5C630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3" name="Diagrama de flujo: operación manual 22">
                <a:extLst>
                  <a:ext uri="{FF2B5EF4-FFF2-40B4-BE49-F238E27FC236}">
                    <a16:creationId xmlns:a16="http://schemas.microsoft.com/office/drawing/2014/main" id="{5EFDB7C2-2C35-A537-6453-3F804065750E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A0486979-38CE-C918-38F6-80179528A555}"/>
                </a:ext>
              </a:extLst>
            </p:cNvPr>
            <p:cNvGrpSpPr/>
            <p:nvPr/>
          </p:nvGrpSpPr>
          <p:grpSpPr>
            <a:xfrm rot="19203449">
              <a:off x="6441712" y="3225590"/>
              <a:ext cx="1144431" cy="1266043"/>
              <a:chOff x="6089175" y="1851040"/>
              <a:chExt cx="1144431" cy="1266043"/>
            </a:xfrm>
            <a:grpFill/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D22B93FA-0073-B1C3-E95E-3BF287B90D79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  <a:grpFill/>
            </p:grpSpPr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68B7D6D3-C2CC-F4A5-93EC-068BD08ABE95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  <a:grpFill/>
              </p:grpSpPr>
              <p:grpSp>
                <p:nvGrpSpPr>
                  <p:cNvPr id="16" name="Grupo 15">
                    <a:extLst>
                      <a:ext uri="{FF2B5EF4-FFF2-40B4-BE49-F238E27FC236}">
                        <a16:creationId xmlns:a16="http://schemas.microsoft.com/office/drawing/2014/main" id="{A3D5A9B4-84E0-C0E5-9B63-471338CD295D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grpFill/>
                </p:grpSpPr>
                <p:grpSp>
                  <p:nvGrpSpPr>
                    <p:cNvPr id="18" name="Grupo 17">
                      <a:extLst>
                        <a:ext uri="{FF2B5EF4-FFF2-40B4-BE49-F238E27FC236}">
                          <a16:creationId xmlns:a16="http://schemas.microsoft.com/office/drawing/2014/main" id="{8AF36304-0F0D-9C5D-1C9A-D20E9A2E41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20" name="Elipse 19">
                        <a:extLst>
                          <a:ext uri="{FF2B5EF4-FFF2-40B4-BE49-F238E27FC236}">
                            <a16:creationId xmlns:a16="http://schemas.microsoft.com/office/drawing/2014/main" id="{B3124F97-99F6-1FC3-470A-8FBE519AE3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21" name="Diagrama de flujo: operación manual 20">
                        <a:extLst>
                          <a:ext uri="{FF2B5EF4-FFF2-40B4-BE49-F238E27FC236}">
                            <a16:creationId xmlns:a16="http://schemas.microsoft.com/office/drawing/2014/main" id="{F1B5F514-9318-84D2-C8E1-CE70901F62B4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9" name="Elipse 18">
                      <a:extLst>
                        <a:ext uri="{FF2B5EF4-FFF2-40B4-BE49-F238E27FC236}">
                          <a16:creationId xmlns:a16="http://schemas.microsoft.com/office/drawing/2014/main" id="{A4996E15-1EED-E35E-DF45-D681A6597D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7" name="Diagrama de flujo: operación manual 16">
                    <a:extLst>
                      <a:ext uri="{FF2B5EF4-FFF2-40B4-BE49-F238E27FC236}">
                        <a16:creationId xmlns:a16="http://schemas.microsoft.com/office/drawing/2014/main" id="{51CB00A3-B3F9-56FB-C10F-20E78E8A51D5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5" name="Elipse 14">
                  <a:extLst>
                    <a:ext uri="{FF2B5EF4-FFF2-40B4-BE49-F238E27FC236}">
                      <a16:creationId xmlns:a16="http://schemas.microsoft.com/office/drawing/2014/main" id="{F804A26D-4D52-3940-2595-3DDFD59C677D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F7F58E52-E827-3A28-7798-7101A437C0AE}"/>
                  </a:ext>
                </a:extLst>
              </p:cNvPr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156" y="1498648"/>
            <a:ext cx="10595062" cy="304369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ES" sz="8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Programación </a:t>
            </a:r>
            <a:br>
              <a:rPr lang="es-ES" sz="8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8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AUTOMATICO</a:t>
            </a:r>
            <a:endParaRPr lang="es-ES" sz="8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307891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BA88CE3E-A74D-DDD7-C2FE-B810969824F0}"/>
              </a:ext>
            </a:extLst>
          </p:cNvPr>
          <p:cNvGrpSpPr/>
          <p:nvPr/>
        </p:nvGrpSpPr>
        <p:grpSpPr>
          <a:xfrm rot="2393908" flipH="1" flipV="1">
            <a:off x="9128297" y="1435429"/>
            <a:ext cx="3013152" cy="3791868"/>
            <a:chOff x="6441712" y="2428073"/>
            <a:chExt cx="3013152" cy="3791868"/>
          </a:xfrm>
          <a:noFill/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51E99D4-2F00-D026-62E9-6B900B3A9B3E}"/>
                </a:ext>
              </a:extLst>
            </p:cNvPr>
            <p:cNvGrpSpPr/>
            <p:nvPr/>
          </p:nvGrpSpPr>
          <p:grpSpPr>
            <a:xfrm rot="20800040">
              <a:off x="6522971" y="4093604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91E31989-8E9B-C908-17AC-00928B289BDD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56" name="Grupo 55">
                  <a:extLst>
                    <a:ext uri="{FF2B5EF4-FFF2-40B4-BE49-F238E27FC236}">
                      <a16:creationId xmlns:a16="http://schemas.microsoft.com/office/drawing/2014/main" id="{977144ED-26CE-F846-E9C2-D2F74104BE20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3" name="Grupo 62">
                    <a:extLst>
                      <a:ext uri="{FF2B5EF4-FFF2-40B4-BE49-F238E27FC236}">
                        <a16:creationId xmlns:a16="http://schemas.microsoft.com/office/drawing/2014/main" id="{082D6E21-E2FC-E3CF-C9A2-2E24C93DAA2A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706" name="Rectángulo: esquinas redondeadas 705">
                      <a:extLst>
                        <a:ext uri="{FF2B5EF4-FFF2-40B4-BE49-F238E27FC236}">
                          <a16:creationId xmlns:a16="http://schemas.microsoft.com/office/drawing/2014/main" id="{A9FE458F-8368-51E1-B1BA-AACB5E207D66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07" name="Rectángulo: esquinas redondeadas 706">
                      <a:extLst>
                        <a:ext uri="{FF2B5EF4-FFF2-40B4-BE49-F238E27FC236}">
                          <a16:creationId xmlns:a16="http://schemas.microsoft.com/office/drawing/2014/main" id="{49ECE0A6-CE55-E783-84AB-E40CCCF0D98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704" name="Rectángulo 703">
                    <a:extLst>
                      <a:ext uri="{FF2B5EF4-FFF2-40B4-BE49-F238E27FC236}">
                        <a16:creationId xmlns:a16="http://schemas.microsoft.com/office/drawing/2014/main" id="{FE795584-BABA-E01D-FDEA-3962FB23413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705" name="Rectángulo 704">
                    <a:extLst>
                      <a:ext uri="{FF2B5EF4-FFF2-40B4-BE49-F238E27FC236}">
                        <a16:creationId xmlns:a16="http://schemas.microsoft.com/office/drawing/2014/main" id="{B77623E5-0B34-E2CB-264F-7A64785ED840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7" name="Grupo 56">
                  <a:extLst>
                    <a:ext uri="{FF2B5EF4-FFF2-40B4-BE49-F238E27FC236}">
                      <a16:creationId xmlns:a16="http://schemas.microsoft.com/office/drawing/2014/main" id="{E1CF4228-DE1A-BAA8-ACBC-BE9893BADFAD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58" name="Grupo 57">
                    <a:extLst>
                      <a:ext uri="{FF2B5EF4-FFF2-40B4-BE49-F238E27FC236}">
                        <a16:creationId xmlns:a16="http://schemas.microsoft.com/office/drawing/2014/main" id="{EFB5A716-8AA8-9E65-C56D-46D4F2733C7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61" name="Rectángulo: esquinas redondeadas 60">
                      <a:extLst>
                        <a:ext uri="{FF2B5EF4-FFF2-40B4-BE49-F238E27FC236}">
                          <a16:creationId xmlns:a16="http://schemas.microsoft.com/office/drawing/2014/main" id="{F25C043B-DF77-E6A5-7D10-85CD60A607F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2" name="Rectángulo: esquinas redondeadas 61">
                      <a:extLst>
                        <a:ext uri="{FF2B5EF4-FFF2-40B4-BE49-F238E27FC236}">
                          <a16:creationId xmlns:a16="http://schemas.microsoft.com/office/drawing/2014/main" id="{E7025E6B-6C74-F16F-B7EF-3F99F6B44E9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59" name="Rectángulo 58">
                    <a:extLst>
                      <a:ext uri="{FF2B5EF4-FFF2-40B4-BE49-F238E27FC236}">
                        <a16:creationId xmlns:a16="http://schemas.microsoft.com/office/drawing/2014/main" id="{9B8A8D34-D941-C5DB-3A71-BF7C00BF348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0" name="Rectángulo 59">
                    <a:extLst>
                      <a:ext uri="{FF2B5EF4-FFF2-40B4-BE49-F238E27FC236}">
                        <a16:creationId xmlns:a16="http://schemas.microsoft.com/office/drawing/2014/main" id="{580E44A4-49B5-FB68-5100-DF2A5FAF000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DE44DBA9-EE0F-EAA1-EC70-8FACD32D903D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30" name="Grupo 29">
                  <a:extLst>
                    <a:ext uri="{FF2B5EF4-FFF2-40B4-BE49-F238E27FC236}">
                      <a16:creationId xmlns:a16="http://schemas.microsoft.com/office/drawing/2014/main" id="{DD274463-4E1D-2938-577F-8E975A7C8788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35" name="Grupo 34">
                    <a:extLst>
                      <a:ext uri="{FF2B5EF4-FFF2-40B4-BE49-F238E27FC236}">
                        <a16:creationId xmlns:a16="http://schemas.microsoft.com/office/drawing/2014/main" id="{15EC8558-B51D-6838-3F56-E94C304388D6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37" name="Grupo 36">
                      <a:extLst>
                        <a:ext uri="{FF2B5EF4-FFF2-40B4-BE49-F238E27FC236}">
                          <a16:creationId xmlns:a16="http://schemas.microsoft.com/office/drawing/2014/main" id="{69C1F8A6-606F-561D-6C0C-4F59CE71BD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52" name="Elipse 51">
                        <a:extLst>
                          <a:ext uri="{FF2B5EF4-FFF2-40B4-BE49-F238E27FC236}">
                            <a16:creationId xmlns:a16="http://schemas.microsoft.com/office/drawing/2014/main" id="{514C096E-C87E-7B8C-DB8D-FB088861D0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6B52062-B160-192B-9837-A35585193C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54" name="Rectángulo 53">
                          <a:extLst>
                            <a:ext uri="{FF2B5EF4-FFF2-40B4-BE49-F238E27FC236}">
                              <a16:creationId xmlns:a16="http://schemas.microsoft.com/office/drawing/2014/main" id="{9C0D8E8D-C3B3-E062-90A4-0CF2A23C48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5" name="Rectángulo 54">
                          <a:extLst>
                            <a:ext uri="{FF2B5EF4-FFF2-40B4-BE49-F238E27FC236}">
                              <a16:creationId xmlns:a16="http://schemas.microsoft.com/office/drawing/2014/main" id="{0E053F5E-E479-DAC5-83D3-E358FAF5A0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8" name="Grupo 37">
                      <a:extLst>
                        <a:ext uri="{FF2B5EF4-FFF2-40B4-BE49-F238E27FC236}">
                          <a16:creationId xmlns:a16="http://schemas.microsoft.com/office/drawing/2014/main" id="{E035FEDE-4849-4A71-AF75-3560D465244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39" name="Grupo 38">
                        <a:extLst>
                          <a:ext uri="{FF2B5EF4-FFF2-40B4-BE49-F238E27FC236}">
                            <a16:creationId xmlns:a16="http://schemas.microsoft.com/office/drawing/2014/main" id="{739BD6C5-FCB4-1429-79A2-9E09158224E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44" name="Grupo 43">
                          <a:extLst>
                            <a:ext uri="{FF2B5EF4-FFF2-40B4-BE49-F238E27FC236}">
                              <a16:creationId xmlns:a16="http://schemas.microsoft.com/office/drawing/2014/main" id="{554F9CED-AF22-C473-143B-0F5B23432B0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49" name="Rectángulo 48">
                            <a:extLst>
                              <a:ext uri="{FF2B5EF4-FFF2-40B4-BE49-F238E27FC236}">
                                <a16:creationId xmlns:a16="http://schemas.microsoft.com/office/drawing/2014/main" id="{124AC4FC-718B-2DB9-8E32-26DF4FB0E04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50" name="Rectángulo 49">
                            <a:extLst>
                              <a:ext uri="{FF2B5EF4-FFF2-40B4-BE49-F238E27FC236}">
                                <a16:creationId xmlns:a16="http://schemas.microsoft.com/office/drawing/2014/main" id="{6EC02272-868E-B638-28FE-2BD5BFA116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51" name="Marco 50">
                            <a:extLst>
                              <a:ext uri="{FF2B5EF4-FFF2-40B4-BE49-F238E27FC236}">
                                <a16:creationId xmlns:a16="http://schemas.microsoft.com/office/drawing/2014/main" id="{61B28F5B-B73C-7292-D018-B9EAA87949B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5" name="Grupo 44">
                          <a:extLst>
                            <a:ext uri="{FF2B5EF4-FFF2-40B4-BE49-F238E27FC236}">
                              <a16:creationId xmlns:a16="http://schemas.microsoft.com/office/drawing/2014/main" id="{90197390-6748-B0E0-41D6-ED38B37B7E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46" name="Rectángulo 45">
                            <a:extLst>
                              <a:ext uri="{FF2B5EF4-FFF2-40B4-BE49-F238E27FC236}">
                                <a16:creationId xmlns:a16="http://schemas.microsoft.com/office/drawing/2014/main" id="{85E626B7-9978-DA80-0E83-F7F711A411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7" name="Rectángulo 46">
                            <a:extLst>
                              <a:ext uri="{FF2B5EF4-FFF2-40B4-BE49-F238E27FC236}">
                                <a16:creationId xmlns:a16="http://schemas.microsoft.com/office/drawing/2014/main" id="{89173D60-593E-BDD0-4323-362EEC079C9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8" name="Rectángulo 47">
                            <a:extLst>
                              <a:ext uri="{FF2B5EF4-FFF2-40B4-BE49-F238E27FC236}">
                                <a16:creationId xmlns:a16="http://schemas.microsoft.com/office/drawing/2014/main" id="{5A767A0B-C62E-7E42-63F6-4B779020DC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40" name="Grupo 39">
                        <a:extLst>
                          <a:ext uri="{FF2B5EF4-FFF2-40B4-BE49-F238E27FC236}">
                            <a16:creationId xmlns:a16="http://schemas.microsoft.com/office/drawing/2014/main" id="{FE3659B5-913B-8C0E-A7A2-AE14F38F6C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41" name="Rectángulo 40">
                          <a:extLst>
                            <a:ext uri="{FF2B5EF4-FFF2-40B4-BE49-F238E27FC236}">
                              <a16:creationId xmlns:a16="http://schemas.microsoft.com/office/drawing/2014/main" id="{B1FFC617-3D9C-D253-863B-2E0E8EC030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2" name="Rectángulo 41">
                          <a:extLst>
                            <a:ext uri="{FF2B5EF4-FFF2-40B4-BE49-F238E27FC236}">
                              <a16:creationId xmlns:a16="http://schemas.microsoft.com/office/drawing/2014/main" id="{18858F78-5982-8DD7-4D88-473869FC4F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3" name="Rectángulo 42">
                          <a:extLst>
                            <a:ext uri="{FF2B5EF4-FFF2-40B4-BE49-F238E27FC236}">
                              <a16:creationId xmlns:a16="http://schemas.microsoft.com/office/drawing/2014/main" id="{C85CE21E-7B19-6166-C810-3A3C8E75A7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998957E2-C751-6441-FA5E-181028178375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31" name="Grupo 30">
                  <a:extLst>
                    <a:ext uri="{FF2B5EF4-FFF2-40B4-BE49-F238E27FC236}">
                      <a16:creationId xmlns:a16="http://schemas.microsoft.com/office/drawing/2014/main" id="{5D018D2B-15E8-C235-AE71-FAD499D15FDC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9CDF96B4-A0D8-F54F-5EF5-F06AD467A32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3" name="Elipse 32">
                    <a:extLst>
                      <a:ext uri="{FF2B5EF4-FFF2-40B4-BE49-F238E27FC236}">
                        <a16:creationId xmlns:a16="http://schemas.microsoft.com/office/drawing/2014/main" id="{EC1A56ED-DB2A-01E8-B019-F8B9FAAB88FB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4" name="Elipse 33">
                    <a:extLst>
                      <a:ext uri="{FF2B5EF4-FFF2-40B4-BE49-F238E27FC236}">
                        <a16:creationId xmlns:a16="http://schemas.microsoft.com/office/drawing/2014/main" id="{3684E9BA-7E30-CF20-B671-01B60A4D519A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6839DE40-03A2-DE9F-81B3-A1C3D7B47636}"/>
                </a:ext>
              </a:extLst>
            </p:cNvPr>
            <p:cNvGrpSpPr/>
            <p:nvPr/>
          </p:nvGrpSpPr>
          <p:grpSpPr>
            <a:xfrm rot="19203449">
              <a:off x="7166785" y="2428073"/>
              <a:ext cx="2288079" cy="2013940"/>
              <a:chOff x="5734796" y="1871886"/>
              <a:chExt cx="2288079" cy="2013940"/>
            </a:xfrm>
            <a:grpFill/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7F829178-0220-7818-0E3D-4A5466596A2C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grpFill/>
            </p:grpSpPr>
            <p:grpSp>
              <p:nvGrpSpPr>
                <p:cNvPr id="24" name="Grupo 23">
                  <a:extLst>
                    <a:ext uri="{FF2B5EF4-FFF2-40B4-BE49-F238E27FC236}">
                      <a16:creationId xmlns:a16="http://schemas.microsoft.com/office/drawing/2014/main" id="{DE176E5F-651D-41D0-97A9-5B4BFD95A74C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26" name="Elipse 25">
                    <a:extLst>
                      <a:ext uri="{FF2B5EF4-FFF2-40B4-BE49-F238E27FC236}">
                        <a16:creationId xmlns:a16="http://schemas.microsoft.com/office/drawing/2014/main" id="{56217FDA-D25E-F407-7B78-349AD9E84A11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27" name="Diagrama de flujo: operación manual 26">
                    <a:extLst>
                      <a:ext uri="{FF2B5EF4-FFF2-40B4-BE49-F238E27FC236}">
                        <a16:creationId xmlns:a16="http://schemas.microsoft.com/office/drawing/2014/main" id="{3F351DF9-743D-3FF7-1394-71E0D53C5B24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982DB5A9-C937-E41F-4E7D-BE926AA5C630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3" name="Diagrama de flujo: operación manual 22">
                <a:extLst>
                  <a:ext uri="{FF2B5EF4-FFF2-40B4-BE49-F238E27FC236}">
                    <a16:creationId xmlns:a16="http://schemas.microsoft.com/office/drawing/2014/main" id="{5EFDB7C2-2C35-A537-6453-3F804065750E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A0486979-38CE-C918-38F6-80179528A555}"/>
                </a:ext>
              </a:extLst>
            </p:cNvPr>
            <p:cNvGrpSpPr/>
            <p:nvPr/>
          </p:nvGrpSpPr>
          <p:grpSpPr>
            <a:xfrm rot="19203449">
              <a:off x="6441712" y="3225590"/>
              <a:ext cx="1144431" cy="1266043"/>
              <a:chOff x="6089175" y="1851040"/>
              <a:chExt cx="1144431" cy="1266043"/>
            </a:xfrm>
            <a:grpFill/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D22B93FA-0073-B1C3-E95E-3BF287B90D79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  <a:grpFill/>
            </p:grpSpPr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68B7D6D3-C2CC-F4A5-93EC-068BD08ABE95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  <a:grpFill/>
              </p:grpSpPr>
              <p:grpSp>
                <p:nvGrpSpPr>
                  <p:cNvPr id="16" name="Grupo 15">
                    <a:extLst>
                      <a:ext uri="{FF2B5EF4-FFF2-40B4-BE49-F238E27FC236}">
                        <a16:creationId xmlns:a16="http://schemas.microsoft.com/office/drawing/2014/main" id="{A3D5A9B4-84E0-C0E5-9B63-471338CD295D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grpFill/>
                </p:grpSpPr>
                <p:grpSp>
                  <p:nvGrpSpPr>
                    <p:cNvPr id="18" name="Grupo 17">
                      <a:extLst>
                        <a:ext uri="{FF2B5EF4-FFF2-40B4-BE49-F238E27FC236}">
                          <a16:creationId xmlns:a16="http://schemas.microsoft.com/office/drawing/2014/main" id="{8AF36304-0F0D-9C5D-1C9A-D20E9A2E41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20" name="Elipse 19">
                        <a:extLst>
                          <a:ext uri="{FF2B5EF4-FFF2-40B4-BE49-F238E27FC236}">
                            <a16:creationId xmlns:a16="http://schemas.microsoft.com/office/drawing/2014/main" id="{B3124F97-99F6-1FC3-470A-8FBE519AE3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21" name="Diagrama de flujo: operación manual 20">
                        <a:extLst>
                          <a:ext uri="{FF2B5EF4-FFF2-40B4-BE49-F238E27FC236}">
                            <a16:creationId xmlns:a16="http://schemas.microsoft.com/office/drawing/2014/main" id="{F1B5F514-9318-84D2-C8E1-CE70901F62B4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9" name="Elipse 18">
                      <a:extLst>
                        <a:ext uri="{FF2B5EF4-FFF2-40B4-BE49-F238E27FC236}">
                          <a16:creationId xmlns:a16="http://schemas.microsoft.com/office/drawing/2014/main" id="{A4996E15-1EED-E35E-DF45-D681A6597D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7" name="Diagrama de flujo: operación manual 16">
                    <a:extLst>
                      <a:ext uri="{FF2B5EF4-FFF2-40B4-BE49-F238E27FC236}">
                        <a16:creationId xmlns:a16="http://schemas.microsoft.com/office/drawing/2014/main" id="{51CB00A3-B3F9-56FB-C10F-20E78E8A51D5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5" name="Elipse 14">
                  <a:extLst>
                    <a:ext uri="{FF2B5EF4-FFF2-40B4-BE49-F238E27FC236}">
                      <a16:creationId xmlns:a16="http://schemas.microsoft.com/office/drawing/2014/main" id="{F804A26D-4D52-3940-2595-3DDFD59C677D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F7F58E52-E827-3A28-7798-7101A437C0AE}"/>
                  </a:ext>
                </a:extLst>
              </p:cNvPr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43" y="322992"/>
            <a:ext cx="10595062" cy="6278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4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Escenario</a:t>
            </a:r>
            <a:endParaRPr lang="es-ES" sz="4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55BDAB-B6BD-F1A2-C804-F9F6A124E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343" y="806797"/>
            <a:ext cx="11365833" cy="5728211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sz="2800" b="1" dirty="0">
                <a:solidFill>
                  <a:srgbClr val="7030A0"/>
                </a:solidFill>
              </a:rPr>
              <a:t>Secuencia:</a:t>
            </a:r>
          </a:p>
          <a:p>
            <a:pPr algn="just"/>
            <a:r>
              <a:rPr lang="es-ES" dirty="0"/>
              <a:t>Se requiere transportar una bloque de un punto 1 a un punto 2, para ello se emplea el brazo de 6 GL.</a:t>
            </a:r>
          </a:p>
          <a:p>
            <a:pPr algn="just"/>
            <a:r>
              <a:rPr lang="es-ES" dirty="0"/>
              <a:t>Los bloques son posicionados en el punto 1 por medio de una cinta transportadora ubicándolos sobre una plataforma fija. </a:t>
            </a:r>
          </a:p>
          <a:p>
            <a:pPr algn="just"/>
            <a:r>
              <a:rPr lang="es-ES" dirty="0"/>
              <a:t>Estos bloques deben ser posicionados en otra plataforma que esta encargada de suministrar los bloques a otra cinta transportadora.</a:t>
            </a:r>
          </a:p>
          <a:p>
            <a:pPr algn="just"/>
            <a:r>
              <a:rPr lang="es-ES" sz="2800" b="1" dirty="0">
                <a:solidFill>
                  <a:srgbClr val="33CC33"/>
                </a:solidFill>
              </a:rPr>
              <a:t>Pasos:</a:t>
            </a:r>
          </a:p>
          <a:p>
            <a:pPr marL="457200" indent="-457200" algn="just">
              <a:buAutoNum type="arabicPeriod"/>
            </a:pPr>
            <a:r>
              <a:rPr lang="es-ES" dirty="0"/>
              <a:t>Se debe posicionar el brazo en el punto1.</a:t>
            </a:r>
          </a:p>
          <a:p>
            <a:pPr marL="457200" indent="-457200" algn="just">
              <a:buAutoNum type="arabicPeriod"/>
            </a:pPr>
            <a:r>
              <a:rPr lang="es-ES" dirty="0"/>
              <a:t>Tomar el bloque </a:t>
            </a:r>
          </a:p>
          <a:p>
            <a:pPr marL="457200" indent="-457200" algn="just">
              <a:buAutoNum type="arabicPeriod"/>
            </a:pPr>
            <a:r>
              <a:rPr lang="es-ES" dirty="0"/>
              <a:t>Iniciar la secuencia de transporte</a:t>
            </a:r>
          </a:p>
          <a:p>
            <a:pPr marL="457200" indent="-457200" algn="just">
              <a:buAutoNum type="arabicPeriod"/>
            </a:pPr>
            <a:r>
              <a:rPr lang="es-ES" dirty="0"/>
              <a:t>Dejar el bloque</a:t>
            </a:r>
          </a:p>
          <a:p>
            <a:pPr marL="457200" indent="-457200" algn="just">
              <a:buAutoNum type="arabicPeriod"/>
            </a:pPr>
            <a:r>
              <a:rPr lang="es-ES" dirty="0"/>
              <a:t>Iniciar secuencia de retorno</a:t>
            </a:r>
          </a:p>
          <a:p>
            <a:pPr marL="457200" indent="-457200" algn="just">
              <a:buAutoNum type="arabicPeriod"/>
            </a:pPr>
            <a:r>
              <a:rPr lang="es-ES" dirty="0"/>
              <a:t>Volver a ejecutarse desde el paso 2</a:t>
            </a:r>
          </a:p>
          <a:p>
            <a:pPr algn="just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506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Grupo 1002">
            <a:extLst>
              <a:ext uri="{FF2B5EF4-FFF2-40B4-BE49-F238E27FC236}">
                <a16:creationId xmlns:a16="http://schemas.microsoft.com/office/drawing/2014/main" id="{6D82B93B-9D56-A8D6-E30E-34C347F0DAD6}"/>
              </a:ext>
            </a:extLst>
          </p:cNvPr>
          <p:cNvGrpSpPr/>
          <p:nvPr/>
        </p:nvGrpSpPr>
        <p:grpSpPr>
          <a:xfrm>
            <a:off x="4792231" y="1526452"/>
            <a:ext cx="8745786" cy="3552282"/>
            <a:chOff x="4792231" y="1526452"/>
            <a:chExt cx="8745786" cy="3552282"/>
          </a:xfrm>
        </p:grpSpPr>
        <p:grpSp>
          <p:nvGrpSpPr>
            <p:cNvPr id="923" name="Grupo 922">
              <a:extLst>
                <a:ext uri="{FF2B5EF4-FFF2-40B4-BE49-F238E27FC236}">
                  <a16:creationId xmlns:a16="http://schemas.microsoft.com/office/drawing/2014/main" id="{3DAE602A-7D3F-3FC3-8D12-965A90898082}"/>
                </a:ext>
              </a:extLst>
            </p:cNvPr>
            <p:cNvGrpSpPr/>
            <p:nvPr/>
          </p:nvGrpSpPr>
          <p:grpSpPr>
            <a:xfrm>
              <a:off x="4792231" y="1526452"/>
              <a:ext cx="4903487" cy="2289665"/>
              <a:chOff x="4792231" y="1526452"/>
              <a:chExt cx="4903487" cy="2289665"/>
            </a:xfrm>
          </p:grpSpPr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1ABE0E64-0000-D8E4-7B2B-1E4CE5CE7925}"/>
                  </a:ext>
                </a:extLst>
              </p:cNvPr>
              <p:cNvGrpSpPr/>
              <p:nvPr/>
            </p:nvGrpSpPr>
            <p:grpSpPr>
              <a:xfrm rot="21597357">
                <a:off x="7407639" y="1802177"/>
                <a:ext cx="2288079" cy="2013940"/>
                <a:chOff x="5734796" y="1871886"/>
                <a:chExt cx="2288079" cy="2013940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5A51EEE2-064A-76DC-382F-90096D01D6DB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solidFill>
                  <a:schemeClr val="bg1">
                    <a:lumMod val="65000"/>
                  </a:schemeClr>
                </a:solidFill>
              </p:grpSpPr>
              <p:grpSp>
                <p:nvGrpSpPr>
                  <p:cNvPr id="708" name="Grupo 707">
                    <a:extLst>
                      <a:ext uri="{FF2B5EF4-FFF2-40B4-BE49-F238E27FC236}">
                        <a16:creationId xmlns:a16="http://schemas.microsoft.com/office/drawing/2014/main" id="{BFD73A20-1643-C5F1-93E3-BFC2CAF110B6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710" name="Elipse 709">
                      <a:extLst>
                        <a:ext uri="{FF2B5EF4-FFF2-40B4-BE49-F238E27FC236}">
                          <a16:creationId xmlns:a16="http://schemas.microsoft.com/office/drawing/2014/main" id="{50C75A14-7DE8-4730-EA9D-B8FF1813F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11" name="Diagrama de flujo: operación manual 710">
                      <a:extLst>
                        <a:ext uri="{FF2B5EF4-FFF2-40B4-BE49-F238E27FC236}">
                          <a16:creationId xmlns:a16="http://schemas.microsoft.com/office/drawing/2014/main" id="{CDCD649E-4A98-0D17-042E-9B9A72B20EF8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09" name="Elipse 708">
                    <a:extLst>
                      <a:ext uri="{FF2B5EF4-FFF2-40B4-BE49-F238E27FC236}">
                        <a16:creationId xmlns:a16="http://schemas.microsoft.com/office/drawing/2014/main" id="{8CF6547A-7775-893E-675F-97A1545F108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" name="Diagrama de flujo: operación manual 6">
                  <a:extLst>
                    <a:ext uri="{FF2B5EF4-FFF2-40B4-BE49-F238E27FC236}">
                      <a16:creationId xmlns:a16="http://schemas.microsoft.com/office/drawing/2014/main" id="{BA538EF7-7855-3919-F901-831A45D4BB71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841" name="Grupo 840">
                <a:extLst>
                  <a:ext uri="{FF2B5EF4-FFF2-40B4-BE49-F238E27FC236}">
                    <a16:creationId xmlns:a16="http://schemas.microsoft.com/office/drawing/2014/main" id="{D9DDC6D9-73DE-E959-9F4C-F5B0D4EB5F5B}"/>
                  </a:ext>
                </a:extLst>
              </p:cNvPr>
              <p:cNvGrpSpPr/>
              <p:nvPr/>
            </p:nvGrpSpPr>
            <p:grpSpPr>
              <a:xfrm rot="2751436">
                <a:off x="5900601" y="2440263"/>
                <a:ext cx="561266" cy="1692526"/>
                <a:chOff x="3254442" y="2847789"/>
                <a:chExt cx="678900" cy="2068116"/>
              </a:xfrm>
            </p:grpSpPr>
            <p:grpSp>
              <p:nvGrpSpPr>
                <p:cNvPr id="842" name="Grupo 841">
                  <a:extLst>
                    <a:ext uri="{FF2B5EF4-FFF2-40B4-BE49-F238E27FC236}">
                      <a16:creationId xmlns:a16="http://schemas.microsoft.com/office/drawing/2014/main" id="{4919ED69-D5ED-209F-DEEB-3A039F9C5B34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</p:grpSpPr>
              <p:grpSp>
                <p:nvGrpSpPr>
                  <p:cNvPr id="849" name="Grupo 848">
                    <a:extLst>
                      <a:ext uri="{FF2B5EF4-FFF2-40B4-BE49-F238E27FC236}">
                        <a16:creationId xmlns:a16="http://schemas.microsoft.com/office/drawing/2014/main" id="{3890B03B-E776-70DC-1152-45F3E7943FBA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</p:grpSpPr>
                <p:sp>
                  <p:nvSpPr>
                    <p:cNvPr id="852" name="Rectángulo: esquinas redondeadas 851">
                      <a:extLst>
                        <a:ext uri="{FF2B5EF4-FFF2-40B4-BE49-F238E27FC236}">
                          <a16:creationId xmlns:a16="http://schemas.microsoft.com/office/drawing/2014/main" id="{3B3700F9-100C-7F2B-773A-2DA56AA9E7DB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53" name="Rectángulo: esquinas redondeadas 852">
                      <a:extLst>
                        <a:ext uri="{FF2B5EF4-FFF2-40B4-BE49-F238E27FC236}">
                          <a16:creationId xmlns:a16="http://schemas.microsoft.com/office/drawing/2014/main" id="{DF71C5E9-0414-3C06-E8FB-326A0A70F847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50" name="Rectángulo 849">
                    <a:extLst>
                      <a:ext uri="{FF2B5EF4-FFF2-40B4-BE49-F238E27FC236}">
                        <a16:creationId xmlns:a16="http://schemas.microsoft.com/office/drawing/2014/main" id="{2523DA7C-FA11-FC50-4253-9A815BBBA92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51" name="Rectángulo 850">
                    <a:extLst>
                      <a:ext uri="{FF2B5EF4-FFF2-40B4-BE49-F238E27FC236}">
                        <a16:creationId xmlns:a16="http://schemas.microsoft.com/office/drawing/2014/main" id="{8C4F1E82-D799-E441-FAC6-661626BA70B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43" name="Grupo 842">
                  <a:extLst>
                    <a:ext uri="{FF2B5EF4-FFF2-40B4-BE49-F238E27FC236}">
                      <a16:creationId xmlns:a16="http://schemas.microsoft.com/office/drawing/2014/main" id="{7232DB06-1880-278D-BE96-C3517799FB19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844" name="Grupo 843">
                    <a:extLst>
                      <a:ext uri="{FF2B5EF4-FFF2-40B4-BE49-F238E27FC236}">
                        <a16:creationId xmlns:a16="http://schemas.microsoft.com/office/drawing/2014/main" id="{E8E49B0E-5137-E143-3231-50DC76EDBCBB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847" name="Rectángulo: esquinas redondeadas 846">
                      <a:extLst>
                        <a:ext uri="{FF2B5EF4-FFF2-40B4-BE49-F238E27FC236}">
                          <a16:creationId xmlns:a16="http://schemas.microsoft.com/office/drawing/2014/main" id="{2CA194D1-8345-ABC0-0B02-D88075957F69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48" name="Rectángulo: esquinas redondeadas 847">
                      <a:extLst>
                        <a:ext uri="{FF2B5EF4-FFF2-40B4-BE49-F238E27FC236}">
                          <a16:creationId xmlns:a16="http://schemas.microsoft.com/office/drawing/2014/main" id="{936CD3CA-3BD1-A4A3-736C-47D2CA78EB2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845" name="Rectángulo 844">
                    <a:extLst>
                      <a:ext uri="{FF2B5EF4-FFF2-40B4-BE49-F238E27FC236}">
                        <a16:creationId xmlns:a16="http://schemas.microsoft.com/office/drawing/2014/main" id="{8DCE7112-1614-A621-45A8-A8DB678AFF65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46" name="Rectángulo 845">
                    <a:extLst>
                      <a:ext uri="{FF2B5EF4-FFF2-40B4-BE49-F238E27FC236}">
                        <a16:creationId xmlns:a16="http://schemas.microsoft.com/office/drawing/2014/main" id="{6237AF90-8141-438B-9343-6B8D9E9970A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54" name="Grupo 853">
                <a:extLst>
                  <a:ext uri="{FF2B5EF4-FFF2-40B4-BE49-F238E27FC236}">
                    <a16:creationId xmlns:a16="http://schemas.microsoft.com/office/drawing/2014/main" id="{8EB67329-46BF-3700-7759-658F0BCA2BAE}"/>
                  </a:ext>
                </a:extLst>
              </p:cNvPr>
              <p:cNvGrpSpPr/>
              <p:nvPr/>
            </p:nvGrpSpPr>
            <p:grpSpPr>
              <a:xfrm rot="2751436">
                <a:off x="5354793" y="1889928"/>
                <a:ext cx="566675" cy="1691800"/>
                <a:chOff x="2374194" y="2848341"/>
                <a:chExt cx="685443" cy="2067229"/>
              </a:xfrm>
            </p:grpSpPr>
            <p:grpSp>
              <p:nvGrpSpPr>
                <p:cNvPr id="855" name="Grupo 854">
                  <a:extLst>
                    <a:ext uri="{FF2B5EF4-FFF2-40B4-BE49-F238E27FC236}">
                      <a16:creationId xmlns:a16="http://schemas.microsoft.com/office/drawing/2014/main" id="{361DA476-6DBC-5610-6694-0AF5DB1A5179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</p:grpSpPr>
              <p:grpSp>
                <p:nvGrpSpPr>
                  <p:cNvPr id="862" name="Grupo 861">
                    <a:extLst>
                      <a:ext uri="{FF2B5EF4-FFF2-40B4-BE49-F238E27FC236}">
                        <a16:creationId xmlns:a16="http://schemas.microsoft.com/office/drawing/2014/main" id="{324FFB59-F8AC-7D5C-C868-107A9F4DE1DA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</p:grpSpPr>
                <p:sp>
                  <p:nvSpPr>
                    <p:cNvPr id="865" name="Rectángulo: esquinas redondeadas 864">
                      <a:extLst>
                        <a:ext uri="{FF2B5EF4-FFF2-40B4-BE49-F238E27FC236}">
                          <a16:creationId xmlns:a16="http://schemas.microsoft.com/office/drawing/2014/main" id="{1B38A9C1-B204-BC2F-77EA-722D3E6C872E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66" name="Rectángulo: esquinas redondeadas 865">
                      <a:extLst>
                        <a:ext uri="{FF2B5EF4-FFF2-40B4-BE49-F238E27FC236}">
                          <a16:creationId xmlns:a16="http://schemas.microsoft.com/office/drawing/2014/main" id="{A8C09095-9EC0-747F-6CDF-775CC4C2856A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63" name="Rectángulo 862">
                    <a:extLst>
                      <a:ext uri="{FF2B5EF4-FFF2-40B4-BE49-F238E27FC236}">
                        <a16:creationId xmlns:a16="http://schemas.microsoft.com/office/drawing/2014/main" id="{C5E5D33A-583B-28A9-4F11-6B54A10C5F9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64" name="Rectángulo 863">
                    <a:extLst>
                      <a:ext uri="{FF2B5EF4-FFF2-40B4-BE49-F238E27FC236}">
                        <a16:creationId xmlns:a16="http://schemas.microsoft.com/office/drawing/2014/main" id="{BBB82A62-8751-273A-06C8-BA0FB9B6058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56" name="Grupo 855">
                  <a:extLst>
                    <a:ext uri="{FF2B5EF4-FFF2-40B4-BE49-F238E27FC236}">
                      <a16:creationId xmlns:a16="http://schemas.microsoft.com/office/drawing/2014/main" id="{57559A35-22EC-8E90-EF9E-1AF519DDACA7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857" name="Grupo 856">
                    <a:extLst>
                      <a:ext uri="{FF2B5EF4-FFF2-40B4-BE49-F238E27FC236}">
                        <a16:creationId xmlns:a16="http://schemas.microsoft.com/office/drawing/2014/main" id="{31271C57-1257-47EF-DB8A-203C59DF103C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860" name="Rectángulo: esquinas redondeadas 859">
                      <a:extLst>
                        <a:ext uri="{FF2B5EF4-FFF2-40B4-BE49-F238E27FC236}">
                          <a16:creationId xmlns:a16="http://schemas.microsoft.com/office/drawing/2014/main" id="{54D9EDD3-3CE2-DA86-415F-32171CF0635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61" name="Rectángulo: esquinas redondeadas 860">
                      <a:extLst>
                        <a:ext uri="{FF2B5EF4-FFF2-40B4-BE49-F238E27FC236}">
                          <a16:creationId xmlns:a16="http://schemas.microsoft.com/office/drawing/2014/main" id="{F73D1033-D2D0-1BBC-886C-8381BF91C5D7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858" name="Rectángulo 857">
                    <a:extLst>
                      <a:ext uri="{FF2B5EF4-FFF2-40B4-BE49-F238E27FC236}">
                        <a16:creationId xmlns:a16="http://schemas.microsoft.com/office/drawing/2014/main" id="{3B36E284-015C-5FE1-D659-04FFF8C3A92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59" name="Rectángulo 858">
                    <a:extLst>
                      <a:ext uri="{FF2B5EF4-FFF2-40B4-BE49-F238E27FC236}">
                        <a16:creationId xmlns:a16="http://schemas.microsoft.com/office/drawing/2014/main" id="{9F0C438F-0560-791F-BC52-6C76AEF28E6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67" name="Grupo 866">
                <a:extLst>
                  <a:ext uri="{FF2B5EF4-FFF2-40B4-BE49-F238E27FC236}">
                    <a16:creationId xmlns:a16="http://schemas.microsoft.com/office/drawing/2014/main" id="{EF8369D1-7579-337D-9CD7-6F0C0EDDA214}"/>
                  </a:ext>
                </a:extLst>
              </p:cNvPr>
              <p:cNvGrpSpPr/>
              <p:nvPr/>
            </p:nvGrpSpPr>
            <p:grpSpPr>
              <a:xfrm rot="2751436">
                <a:off x="5846250" y="1794943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868" name="Grupo 867">
                  <a:extLst>
                    <a:ext uri="{FF2B5EF4-FFF2-40B4-BE49-F238E27FC236}">
                      <a16:creationId xmlns:a16="http://schemas.microsoft.com/office/drawing/2014/main" id="{2DBA7776-9C9A-DB1E-5C8C-038AB6BC1F7D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870" name="Grupo 869">
                    <a:extLst>
                      <a:ext uri="{FF2B5EF4-FFF2-40B4-BE49-F238E27FC236}">
                        <a16:creationId xmlns:a16="http://schemas.microsoft.com/office/drawing/2014/main" id="{729E40D2-BA2F-D20F-0A3A-BF3363714269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solidFill>
                    <a:schemeClr val="tx1">
                      <a:lumMod val="75000"/>
                      <a:lumOff val="25000"/>
                    </a:schemeClr>
                  </a:solidFill>
                </p:grpSpPr>
                <p:sp>
                  <p:nvSpPr>
                    <p:cNvPr id="885" name="Elipse 884">
                      <a:extLst>
                        <a:ext uri="{FF2B5EF4-FFF2-40B4-BE49-F238E27FC236}">
                          <a16:creationId xmlns:a16="http://schemas.microsoft.com/office/drawing/2014/main" id="{637232DF-BE17-2B70-3C4B-B8AB61D18A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886" name="Grupo 885">
                      <a:extLst>
                        <a:ext uri="{FF2B5EF4-FFF2-40B4-BE49-F238E27FC236}">
                          <a16:creationId xmlns:a16="http://schemas.microsoft.com/office/drawing/2014/main" id="{51C6636B-40BE-557A-4BF2-33530A3BE6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887" name="Rectángulo 886">
                        <a:extLst>
                          <a:ext uri="{FF2B5EF4-FFF2-40B4-BE49-F238E27FC236}">
                            <a16:creationId xmlns:a16="http://schemas.microsoft.com/office/drawing/2014/main" id="{AEF80D92-AB5F-3103-D67B-748B069D7C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88" name="Rectángulo 887">
                        <a:extLst>
                          <a:ext uri="{FF2B5EF4-FFF2-40B4-BE49-F238E27FC236}">
                            <a16:creationId xmlns:a16="http://schemas.microsoft.com/office/drawing/2014/main" id="{1493D0B3-A2A3-BD1F-2B3D-28CB4357F0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871" name="Grupo 870">
                    <a:extLst>
                      <a:ext uri="{FF2B5EF4-FFF2-40B4-BE49-F238E27FC236}">
                        <a16:creationId xmlns:a16="http://schemas.microsoft.com/office/drawing/2014/main" id="{37EA1586-238D-47FE-D3A2-0BB614B41671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872" name="Grupo 871">
                      <a:extLst>
                        <a:ext uri="{FF2B5EF4-FFF2-40B4-BE49-F238E27FC236}">
                          <a16:creationId xmlns:a16="http://schemas.microsoft.com/office/drawing/2014/main" id="{E81F671D-DED7-2010-6F68-16D5A539DD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877" name="Grupo 876">
                        <a:extLst>
                          <a:ext uri="{FF2B5EF4-FFF2-40B4-BE49-F238E27FC236}">
                            <a16:creationId xmlns:a16="http://schemas.microsoft.com/office/drawing/2014/main" id="{D57331C4-319C-5E53-91D5-C4F79E16588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882" name="Rectángulo 881">
                          <a:extLst>
                            <a:ext uri="{FF2B5EF4-FFF2-40B4-BE49-F238E27FC236}">
                              <a16:creationId xmlns:a16="http://schemas.microsoft.com/office/drawing/2014/main" id="{8C6A9630-D134-7392-572B-CE2E93F2C6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883" name="Rectángulo 882">
                          <a:extLst>
                            <a:ext uri="{FF2B5EF4-FFF2-40B4-BE49-F238E27FC236}">
                              <a16:creationId xmlns:a16="http://schemas.microsoft.com/office/drawing/2014/main" id="{761C7C54-E275-953E-57D9-B6A606AB00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4" name="Marco 883">
                          <a:extLst>
                            <a:ext uri="{FF2B5EF4-FFF2-40B4-BE49-F238E27FC236}">
                              <a16:creationId xmlns:a16="http://schemas.microsoft.com/office/drawing/2014/main" id="{49436C43-E95B-32A6-80C4-9718EEE8F99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878" name="Grupo 877">
                        <a:extLst>
                          <a:ext uri="{FF2B5EF4-FFF2-40B4-BE49-F238E27FC236}">
                            <a16:creationId xmlns:a16="http://schemas.microsoft.com/office/drawing/2014/main" id="{1BC6CDDB-1E83-9BCC-FE1A-68CF008AC7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879" name="Rectángulo 878">
                          <a:extLst>
                            <a:ext uri="{FF2B5EF4-FFF2-40B4-BE49-F238E27FC236}">
                              <a16:creationId xmlns:a16="http://schemas.microsoft.com/office/drawing/2014/main" id="{E227108F-B0A6-CAE3-161C-0334925C9FA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0" name="Rectángulo 879">
                          <a:extLst>
                            <a:ext uri="{FF2B5EF4-FFF2-40B4-BE49-F238E27FC236}">
                              <a16:creationId xmlns:a16="http://schemas.microsoft.com/office/drawing/2014/main" id="{2FF8C2F9-4976-1E2D-F80B-DD004C56BB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1" name="Rectángulo 880">
                          <a:extLst>
                            <a:ext uri="{FF2B5EF4-FFF2-40B4-BE49-F238E27FC236}">
                              <a16:creationId xmlns:a16="http://schemas.microsoft.com/office/drawing/2014/main" id="{055E6257-0991-7F2B-B458-5E7B362E2F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873" name="Grupo 872">
                      <a:extLst>
                        <a:ext uri="{FF2B5EF4-FFF2-40B4-BE49-F238E27FC236}">
                          <a16:creationId xmlns:a16="http://schemas.microsoft.com/office/drawing/2014/main" id="{2D9A4E33-73DF-423E-98C9-B95CFF40D7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874" name="Rectángulo 873">
                        <a:extLst>
                          <a:ext uri="{FF2B5EF4-FFF2-40B4-BE49-F238E27FC236}">
                            <a16:creationId xmlns:a16="http://schemas.microsoft.com/office/drawing/2014/main" id="{C4A12EA1-BF97-EA99-0FF9-44D90C129B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75" name="Rectángulo 874">
                        <a:extLst>
                          <a:ext uri="{FF2B5EF4-FFF2-40B4-BE49-F238E27FC236}">
                            <a16:creationId xmlns:a16="http://schemas.microsoft.com/office/drawing/2014/main" id="{CD1FF0B8-D2CE-D960-8FB2-384A107237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76" name="Rectángulo 875">
                        <a:extLst>
                          <a:ext uri="{FF2B5EF4-FFF2-40B4-BE49-F238E27FC236}">
                            <a16:creationId xmlns:a16="http://schemas.microsoft.com/office/drawing/2014/main" id="{BE746120-F626-C2D8-EDE4-E16295F68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869" name="Rectángulo 868">
                  <a:extLst>
                    <a:ext uri="{FF2B5EF4-FFF2-40B4-BE49-F238E27FC236}">
                      <a16:creationId xmlns:a16="http://schemas.microsoft.com/office/drawing/2014/main" id="{A03D4235-CED9-01E1-4DC0-BEBDB0A9A7DA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pattFill prst="wdDnDiag">
                  <a:fgClr>
                    <a:schemeClr val="bg1"/>
                  </a:fgClr>
                  <a:bgClr>
                    <a:schemeClr val="bg1">
                      <a:lumMod val="65000"/>
                    </a:schemeClr>
                  </a:bgClr>
                </a:patt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889" name="Grupo 888">
                <a:extLst>
                  <a:ext uri="{FF2B5EF4-FFF2-40B4-BE49-F238E27FC236}">
                    <a16:creationId xmlns:a16="http://schemas.microsoft.com/office/drawing/2014/main" id="{05E8A3BC-C02D-A2C8-25CE-9DDF2E1BA795}"/>
                  </a:ext>
                </a:extLst>
              </p:cNvPr>
              <p:cNvGrpSpPr/>
              <p:nvPr/>
            </p:nvGrpSpPr>
            <p:grpSpPr>
              <a:xfrm rot="2751436">
                <a:off x="5329270" y="3100883"/>
                <a:ext cx="796736" cy="112283"/>
                <a:chOff x="2676060" y="4093308"/>
                <a:chExt cx="963722" cy="137200"/>
              </a:xfrm>
            </p:grpSpPr>
            <p:sp>
              <p:nvSpPr>
                <p:cNvPr id="890" name="Rectángulo 889">
                  <a:extLst>
                    <a:ext uri="{FF2B5EF4-FFF2-40B4-BE49-F238E27FC236}">
                      <a16:creationId xmlns:a16="http://schemas.microsoft.com/office/drawing/2014/main" id="{E6C2FF31-114B-796A-F420-6B1F0E035031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91" name="Grupo 890">
                  <a:extLst>
                    <a:ext uri="{FF2B5EF4-FFF2-40B4-BE49-F238E27FC236}">
                      <a16:creationId xmlns:a16="http://schemas.microsoft.com/office/drawing/2014/main" id="{7F2725B3-561B-530C-2B5C-5495D239F465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</p:grpSpPr>
              <p:grpSp>
                <p:nvGrpSpPr>
                  <p:cNvPr id="892" name="Grupo 891">
                    <a:extLst>
                      <a:ext uri="{FF2B5EF4-FFF2-40B4-BE49-F238E27FC236}">
                        <a16:creationId xmlns:a16="http://schemas.microsoft.com/office/drawing/2014/main" id="{B7278BDC-C4C4-43CA-97D5-76DAFDBC10E4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</p:grpSpPr>
                <p:sp>
                  <p:nvSpPr>
                    <p:cNvPr id="894" name="Rectángulo 893">
                      <a:extLst>
                        <a:ext uri="{FF2B5EF4-FFF2-40B4-BE49-F238E27FC236}">
                          <a16:creationId xmlns:a16="http://schemas.microsoft.com/office/drawing/2014/main" id="{4AD962AE-D26E-773E-B320-2ABDB974A6F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5" name="Elipse 894">
                      <a:extLst>
                        <a:ext uri="{FF2B5EF4-FFF2-40B4-BE49-F238E27FC236}">
                          <a16:creationId xmlns:a16="http://schemas.microsoft.com/office/drawing/2014/main" id="{0699BA9D-01C6-340F-8402-5CF07DB401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6" name="Elipse 895">
                      <a:extLst>
                        <a:ext uri="{FF2B5EF4-FFF2-40B4-BE49-F238E27FC236}">
                          <a16:creationId xmlns:a16="http://schemas.microsoft.com/office/drawing/2014/main" id="{C9D24C8D-8F6A-8FB8-FED4-7739B45951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93" name="Rectángulo 892">
                    <a:extLst>
                      <a:ext uri="{FF2B5EF4-FFF2-40B4-BE49-F238E27FC236}">
                        <a16:creationId xmlns:a16="http://schemas.microsoft.com/office/drawing/2014/main" id="{4D0417F7-BB54-C999-61DA-31E4A4915A0B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98" name="Grupo 897">
                <a:extLst>
                  <a:ext uri="{FF2B5EF4-FFF2-40B4-BE49-F238E27FC236}">
                    <a16:creationId xmlns:a16="http://schemas.microsoft.com/office/drawing/2014/main" id="{A2C35F7C-60AC-B297-BFED-2AFD6E57B157}"/>
                  </a:ext>
                </a:extLst>
              </p:cNvPr>
              <p:cNvGrpSpPr/>
              <p:nvPr/>
            </p:nvGrpSpPr>
            <p:grpSpPr>
              <a:xfrm>
                <a:off x="6641702" y="1526452"/>
                <a:ext cx="1318435" cy="1266043"/>
                <a:chOff x="6641702" y="1526452"/>
                <a:chExt cx="1318435" cy="1266043"/>
              </a:xfrm>
            </p:grpSpPr>
            <p:grpSp>
              <p:nvGrpSpPr>
                <p:cNvPr id="899" name="Grupo 898">
                  <a:extLst>
                    <a:ext uri="{FF2B5EF4-FFF2-40B4-BE49-F238E27FC236}">
                      <a16:creationId xmlns:a16="http://schemas.microsoft.com/office/drawing/2014/main" id="{4ECD905E-E6AF-BFB2-E1EA-1CDF36A4769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</p:grpSpPr>
              <p:grpSp>
                <p:nvGrpSpPr>
                  <p:cNvPr id="901" name="Grupo 900">
                    <a:extLst>
                      <a:ext uri="{FF2B5EF4-FFF2-40B4-BE49-F238E27FC236}">
                        <a16:creationId xmlns:a16="http://schemas.microsoft.com/office/drawing/2014/main" id="{EEB4F93E-B597-5BA1-57B7-186A3882F712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</p:grpSpPr>
                <p:grpSp>
                  <p:nvGrpSpPr>
                    <p:cNvPr id="903" name="Grupo 902">
                      <a:extLst>
                        <a:ext uri="{FF2B5EF4-FFF2-40B4-BE49-F238E27FC236}">
                          <a16:creationId xmlns:a16="http://schemas.microsoft.com/office/drawing/2014/main" id="{A4A7F015-9A42-DD42-A005-DE971363D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</p:grpSpPr>
                  <p:grpSp>
                    <p:nvGrpSpPr>
                      <p:cNvPr id="905" name="Grupo 904">
                        <a:extLst>
                          <a:ext uri="{FF2B5EF4-FFF2-40B4-BE49-F238E27FC236}">
                            <a16:creationId xmlns:a16="http://schemas.microsoft.com/office/drawing/2014/main" id="{AE93767B-3D16-E47A-F419-C0548B07E1A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</p:grpSpPr>
                    <p:grpSp>
                      <p:nvGrpSpPr>
                        <p:cNvPr id="907" name="Grupo 906">
                          <a:extLst>
                            <a:ext uri="{FF2B5EF4-FFF2-40B4-BE49-F238E27FC236}">
                              <a16:creationId xmlns:a16="http://schemas.microsoft.com/office/drawing/2014/main" id="{A6A9F1B6-6914-6E3E-6C7A-C1475A2329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solidFill>
                          <a:schemeClr val="bg1">
                            <a:lumMod val="65000"/>
                          </a:schemeClr>
                        </a:solidFill>
                      </p:grpSpPr>
                      <p:grpSp>
                        <p:nvGrpSpPr>
                          <p:cNvPr id="909" name="Grupo 908">
                            <a:extLst>
                              <a:ext uri="{FF2B5EF4-FFF2-40B4-BE49-F238E27FC236}">
                                <a16:creationId xmlns:a16="http://schemas.microsoft.com/office/drawing/2014/main" id="{48A15460-2B13-25D5-BE7C-33F439AE295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11" name="Elipse 910">
                              <a:extLst>
                                <a:ext uri="{FF2B5EF4-FFF2-40B4-BE49-F238E27FC236}">
                                  <a16:creationId xmlns:a16="http://schemas.microsoft.com/office/drawing/2014/main" id="{0CE69D44-D18C-5322-8E40-20B252D8AA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2" name="Diagrama de flujo: operación manual 911">
                              <a:extLst>
                                <a:ext uri="{FF2B5EF4-FFF2-40B4-BE49-F238E27FC236}">
                                  <a16:creationId xmlns:a16="http://schemas.microsoft.com/office/drawing/2014/main" id="{7170E10A-FCE2-E30A-9609-2F3B39FD5F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10" name="Elipse 909">
                            <a:extLst>
                              <a:ext uri="{FF2B5EF4-FFF2-40B4-BE49-F238E27FC236}">
                                <a16:creationId xmlns:a16="http://schemas.microsoft.com/office/drawing/2014/main" id="{8A16BDBB-88E8-EFE1-A970-D97329771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08" name="Diagrama de flujo: operación manual 907">
                          <a:extLst>
                            <a:ext uri="{FF2B5EF4-FFF2-40B4-BE49-F238E27FC236}">
                              <a16:creationId xmlns:a16="http://schemas.microsoft.com/office/drawing/2014/main" id="{D22AD5A4-5CE3-3887-14AC-653A2C5A6D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19050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06" name="Elipse 905">
                        <a:extLst>
                          <a:ext uri="{FF2B5EF4-FFF2-40B4-BE49-F238E27FC236}">
                            <a16:creationId xmlns:a16="http://schemas.microsoft.com/office/drawing/2014/main" id="{F6A362AF-DEDA-0437-E00B-E0C5E5C30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4" name="Elipse 903">
                      <a:extLst>
                        <a:ext uri="{FF2B5EF4-FFF2-40B4-BE49-F238E27FC236}">
                          <a16:creationId xmlns:a16="http://schemas.microsoft.com/office/drawing/2014/main" id="{AD260F28-9049-B9B1-7951-DB8F3F79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2" name="Elipse 901">
                    <a:extLst>
                      <a:ext uri="{FF2B5EF4-FFF2-40B4-BE49-F238E27FC236}">
                        <a16:creationId xmlns:a16="http://schemas.microsoft.com/office/drawing/2014/main" id="{8E70C639-CEC4-72ED-DEFC-7BE52CC6FBB1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0" name="Elipse 899">
                  <a:extLst>
                    <a:ext uri="{FF2B5EF4-FFF2-40B4-BE49-F238E27FC236}">
                      <a16:creationId xmlns:a16="http://schemas.microsoft.com/office/drawing/2014/main" id="{663C2139-1C74-F536-6879-50576C60A161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924" name="Grupo 923">
              <a:extLst>
                <a:ext uri="{FF2B5EF4-FFF2-40B4-BE49-F238E27FC236}">
                  <a16:creationId xmlns:a16="http://schemas.microsoft.com/office/drawing/2014/main" id="{D37F9183-C374-051B-0793-4FAB52604A28}"/>
                </a:ext>
              </a:extLst>
            </p:cNvPr>
            <p:cNvGrpSpPr/>
            <p:nvPr/>
          </p:nvGrpSpPr>
          <p:grpSpPr>
            <a:xfrm flipH="1" flipV="1">
              <a:off x="8634530" y="2789069"/>
              <a:ext cx="4903487" cy="2289665"/>
              <a:chOff x="4792231" y="1526452"/>
              <a:chExt cx="4903487" cy="2289665"/>
            </a:xfrm>
            <a:noFill/>
          </p:grpSpPr>
          <p:grpSp>
            <p:nvGrpSpPr>
              <p:cNvPr id="925" name="Grupo 924">
                <a:extLst>
                  <a:ext uri="{FF2B5EF4-FFF2-40B4-BE49-F238E27FC236}">
                    <a16:creationId xmlns:a16="http://schemas.microsoft.com/office/drawing/2014/main" id="{A9F57D7D-4F4A-15B1-F7AA-6927573B9A5A}"/>
                  </a:ext>
                </a:extLst>
              </p:cNvPr>
              <p:cNvGrpSpPr/>
              <p:nvPr/>
            </p:nvGrpSpPr>
            <p:grpSpPr>
              <a:xfrm rot="21597357">
                <a:off x="7407639" y="1802177"/>
                <a:ext cx="2288079" cy="2013940"/>
                <a:chOff x="5734796" y="1871886"/>
                <a:chExt cx="2288079" cy="2013940"/>
              </a:xfrm>
              <a:grpFill/>
            </p:grpSpPr>
            <p:grpSp>
              <p:nvGrpSpPr>
                <p:cNvPr id="997" name="Grupo 996">
                  <a:extLst>
                    <a:ext uri="{FF2B5EF4-FFF2-40B4-BE49-F238E27FC236}">
                      <a16:creationId xmlns:a16="http://schemas.microsoft.com/office/drawing/2014/main" id="{61115BA2-E5FE-959E-B8B2-CEE7320EB792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grpFill/>
              </p:grpSpPr>
              <p:grpSp>
                <p:nvGrpSpPr>
                  <p:cNvPr id="999" name="Grupo 998">
                    <a:extLst>
                      <a:ext uri="{FF2B5EF4-FFF2-40B4-BE49-F238E27FC236}">
                        <a16:creationId xmlns:a16="http://schemas.microsoft.com/office/drawing/2014/main" id="{1830C52C-D5EC-382C-305F-09CAA404B4BD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1001" name="Elipse 1000">
                      <a:extLst>
                        <a:ext uri="{FF2B5EF4-FFF2-40B4-BE49-F238E27FC236}">
                          <a16:creationId xmlns:a16="http://schemas.microsoft.com/office/drawing/2014/main" id="{90286259-93B7-8832-1454-789A331753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02" name="Diagrama de flujo: operación manual 1001">
                      <a:extLst>
                        <a:ext uri="{FF2B5EF4-FFF2-40B4-BE49-F238E27FC236}">
                          <a16:creationId xmlns:a16="http://schemas.microsoft.com/office/drawing/2014/main" id="{8F7C3D82-35DB-F55A-FBEB-B0FB93593300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00" name="Elipse 999">
                    <a:extLst>
                      <a:ext uri="{FF2B5EF4-FFF2-40B4-BE49-F238E27FC236}">
                        <a16:creationId xmlns:a16="http://schemas.microsoft.com/office/drawing/2014/main" id="{8D631DA5-6F09-5B2C-CD42-B60F4DFF996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98" name="Diagrama de flujo: operación manual 997">
                  <a:extLst>
                    <a:ext uri="{FF2B5EF4-FFF2-40B4-BE49-F238E27FC236}">
                      <a16:creationId xmlns:a16="http://schemas.microsoft.com/office/drawing/2014/main" id="{9B3799C6-8DA7-EEED-A67C-5701F56CB56B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926" name="Grupo 925">
                <a:extLst>
                  <a:ext uri="{FF2B5EF4-FFF2-40B4-BE49-F238E27FC236}">
                    <a16:creationId xmlns:a16="http://schemas.microsoft.com/office/drawing/2014/main" id="{3EC7D3A0-A8A2-9C69-D829-CECAFDA47AAB}"/>
                  </a:ext>
                </a:extLst>
              </p:cNvPr>
              <p:cNvGrpSpPr/>
              <p:nvPr/>
            </p:nvGrpSpPr>
            <p:grpSpPr>
              <a:xfrm rot="2751436">
                <a:off x="5900601" y="2440263"/>
                <a:ext cx="561266" cy="1692526"/>
                <a:chOff x="3254442" y="2847789"/>
                <a:chExt cx="678900" cy="2068116"/>
              </a:xfrm>
              <a:grpFill/>
            </p:grpSpPr>
            <p:grpSp>
              <p:nvGrpSpPr>
                <p:cNvPr id="985" name="Grupo 984">
                  <a:extLst>
                    <a:ext uri="{FF2B5EF4-FFF2-40B4-BE49-F238E27FC236}">
                      <a16:creationId xmlns:a16="http://schemas.microsoft.com/office/drawing/2014/main" id="{61C20FC3-CC34-F672-EDCA-DBBF5B634922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  <a:grpFill/>
              </p:grpSpPr>
              <p:grpSp>
                <p:nvGrpSpPr>
                  <p:cNvPr id="992" name="Grupo 991">
                    <a:extLst>
                      <a:ext uri="{FF2B5EF4-FFF2-40B4-BE49-F238E27FC236}">
                        <a16:creationId xmlns:a16="http://schemas.microsoft.com/office/drawing/2014/main" id="{FB959D70-316B-97FF-242D-9B552F68E06E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  <a:grpFill/>
                </p:grpSpPr>
                <p:sp>
                  <p:nvSpPr>
                    <p:cNvPr id="995" name="Rectángulo: esquinas redondeadas 994">
                      <a:extLst>
                        <a:ext uri="{FF2B5EF4-FFF2-40B4-BE49-F238E27FC236}">
                          <a16:creationId xmlns:a16="http://schemas.microsoft.com/office/drawing/2014/main" id="{1E510DF8-83C0-827F-1DE5-B6CA1B0187A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96" name="Rectángulo: esquinas redondeadas 995">
                      <a:extLst>
                        <a:ext uri="{FF2B5EF4-FFF2-40B4-BE49-F238E27FC236}">
                          <a16:creationId xmlns:a16="http://schemas.microsoft.com/office/drawing/2014/main" id="{97783734-9C1C-B37E-D14F-3D31AC05413A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93" name="Rectángulo 992">
                    <a:extLst>
                      <a:ext uri="{FF2B5EF4-FFF2-40B4-BE49-F238E27FC236}">
                        <a16:creationId xmlns:a16="http://schemas.microsoft.com/office/drawing/2014/main" id="{327EFAC8-8B76-CDDB-D67D-6AC2009D8604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94" name="Rectángulo 993">
                    <a:extLst>
                      <a:ext uri="{FF2B5EF4-FFF2-40B4-BE49-F238E27FC236}">
                        <a16:creationId xmlns:a16="http://schemas.microsoft.com/office/drawing/2014/main" id="{64109C74-E9D3-8E1E-D116-FB812E9CFD44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86" name="Grupo 985">
                  <a:extLst>
                    <a:ext uri="{FF2B5EF4-FFF2-40B4-BE49-F238E27FC236}">
                      <a16:creationId xmlns:a16="http://schemas.microsoft.com/office/drawing/2014/main" id="{A8FEF543-7E40-B5F3-8FE0-6397B342D3DC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987" name="Grupo 986">
                    <a:extLst>
                      <a:ext uri="{FF2B5EF4-FFF2-40B4-BE49-F238E27FC236}">
                        <a16:creationId xmlns:a16="http://schemas.microsoft.com/office/drawing/2014/main" id="{40CEAAD1-EDA2-D3D4-F146-41E0FF1BC1F7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990" name="Rectángulo: esquinas redondeadas 989">
                      <a:extLst>
                        <a:ext uri="{FF2B5EF4-FFF2-40B4-BE49-F238E27FC236}">
                          <a16:creationId xmlns:a16="http://schemas.microsoft.com/office/drawing/2014/main" id="{53AD0AAF-1D3F-5A3E-603E-287CFA7F84D4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91" name="Rectángulo: esquinas redondeadas 990">
                      <a:extLst>
                        <a:ext uri="{FF2B5EF4-FFF2-40B4-BE49-F238E27FC236}">
                          <a16:creationId xmlns:a16="http://schemas.microsoft.com/office/drawing/2014/main" id="{56DC6450-4D6B-12CF-220E-F62041E80D1C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988" name="Rectángulo 987">
                    <a:extLst>
                      <a:ext uri="{FF2B5EF4-FFF2-40B4-BE49-F238E27FC236}">
                        <a16:creationId xmlns:a16="http://schemas.microsoft.com/office/drawing/2014/main" id="{52157B67-9E62-4C6C-52DC-F687AB9039D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89" name="Rectángulo 988">
                    <a:extLst>
                      <a:ext uri="{FF2B5EF4-FFF2-40B4-BE49-F238E27FC236}">
                        <a16:creationId xmlns:a16="http://schemas.microsoft.com/office/drawing/2014/main" id="{BEAA137F-0B1F-AEF4-BC15-AE7550B6E25D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927" name="Grupo 926">
                <a:extLst>
                  <a:ext uri="{FF2B5EF4-FFF2-40B4-BE49-F238E27FC236}">
                    <a16:creationId xmlns:a16="http://schemas.microsoft.com/office/drawing/2014/main" id="{DF9320F8-C80A-17D9-A86D-079254F594A8}"/>
                  </a:ext>
                </a:extLst>
              </p:cNvPr>
              <p:cNvGrpSpPr/>
              <p:nvPr/>
            </p:nvGrpSpPr>
            <p:grpSpPr>
              <a:xfrm rot="2751436">
                <a:off x="5354793" y="1889928"/>
                <a:ext cx="566675" cy="1691800"/>
                <a:chOff x="2374194" y="2848341"/>
                <a:chExt cx="685443" cy="2067229"/>
              </a:xfrm>
              <a:grpFill/>
            </p:grpSpPr>
            <p:grpSp>
              <p:nvGrpSpPr>
                <p:cNvPr id="973" name="Grupo 972">
                  <a:extLst>
                    <a:ext uri="{FF2B5EF4-FFF2-40B4-BE49-F238E27FC236}">
                      <a16:creationId xmlns:a16="http://schemas.microsoft.com/office/drawing/2014/main" id="{0D0EFBED-5F19-8236-3BC6-707F0BBE2C29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  <a:grpFill/>
              </p:grpSpPr>
              <p:grpSp>
                <p:nvGrpSpPr>
                  <p:cNvPr id="980" name="Grupo 979">
                    <a:extLst>
                      <a:ext uri="{FF2B5EF4-FFF2-40B4-BE49-F238E27FC236}">
                        <a16:creationId xmlns:a16="http://schemas.microsoft.com/office/drawing/2014/main" id="{A0B1A62B-6CDE-7E2D-5BBD-CAD2B33C75B2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  <a:grpFill/>
                </p:grpSpPr>
                <p:sp>
                  <p:nvSpPr>
                    <p:cNvPr id="983" name="Rectángulo: esquinas redondeadas 982">
                      <a:extLst>
                        <a:ext uri="{FF2B5EF4-FFF2-40B4-BE49-F238E27FC236}">
                          <a16:creationId xmlns:a16="http://schemas.microsoft.com/office/drawing/2014/main" id="{815744C7-B418-7208-A6F1-B04FADAA3645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84" name="Rectángulo: esquinas redondeadas 983">
                      <a:extLst>
                        <a:ext uri="{FF2B5EF4-FFF2-40B4-BE49-F238E27FC236}">
                          <a16:creationId xmlns:a16="http://schemas.microsoft.com/office/drawing/2014/main" id="{5C47421C-A23D-9B90-A5DE-C68DC51DF9C1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81" name="Rectángulo 980">
                    <a:extLst>
                      <a:ext uri="{FF2B5EF4-FFF2-40B4-BE49-F238E27FC236}">
                        <a16:creationId xmlns:a16="http://schemas.microsoft.com/office/drawing/2014/main" id="{67369D02-7BBB-86E5-8612-21AF9056E70C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82" name="Rectángulo 981">
                    <a:extLst>
                      <a:ext uri="{FF2B5EF4-FFF2-40B4-BE49-F238E27FC236}">
                        <a16:creationId xmlns:a16="http://schemas.microsoft.com/office/drawing/2014/main" id="{E834E270-2F79-3291-F922-2AED292EACE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74" name="Grupo 973">
                  <a:extLst>
                    <a:ext uri="{FF2B5EF4-FFF2-40B4-BE49-F238E27FC236}">
                      <a16:creationId xmlns:a16="http://schemas.microsoft.com/office/drawing/2014/main" id="{A7F16D80-B8FD-13F5-3ABB-BF1DC0DDD2B6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975" name="Grupo 974">
                    <a:extLst>
                      <a:ext uri="{FF2B5EF4-FFF2-40B4-BE49-F238E27FC236}">
                        <a16:creationId xmlns:a16="http://schemas.microsoft.com/office/drawing/2014/main" id="{7EAB4A1E-DDD3-5D3F-CD67-F4B57DD4C221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978" name="Rectángulo: esquinas redondeadas 977">
                      <a:extLst>
                        <a:ext uri="{FF2B5EF4-FFF2-40B4-BE49-F238E27FC236}">
                          <a16:creationId xmlns:a16="http://schemas.microsoft.com/office/drawing/2014/main" id="{856B7F29-8171-07C6-F2C8-A6E4328DA4F7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79" name="Rectángulo: esquinas redondeadas 978">
                      <a:extLst>
                        <a:ext uri="{FF2B5EF4-FFF2-40B4-BE49-F238E27FC236}">
                          <a16:creationId xmlns:a16="http://schemas.microsoft.com/office/drawing/2014/main" id="{2D5F560A-F406-5A0E-5A2D-7D423604C689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976" name="Rectángulo 975">
                    <a:extLst>
                      <a:ext uri="{FF2B5EF4-FFF2-40B4-BE49-F238E27FC236}">
                        <a16:creationId xmlns:a16="http://schemas.microsoft.com/office/drawing/2014/main" id="{4947843A-0976-92FC-4BD2-2CC6E2281FCC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77" name="Rectángulo 976">
                    <a:extLst>
                      <a:ext uri="{FF2B5EF4-FFF2-40B4-BE49-F238E27FC236}">
                        <a16:creationId xmlns:a16="http://schemas.microsoft.com/office/drawing/2014/main" id="{8C3B1A4C-3FEB-3A3E-3989-D63FC2EF05B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928" name="Grupo 927">
                <a:extLst>
                  <a:ext uri="{FF2B5EF4-FFF2-40B4-BE49-F238E27FC236}">
                    <a16:creationId xmlns:a16="http://schemas.microsoft.com/office/drawing/2014/main" id="{356D3D73-9647-CFA3-5D99-5645E1DBAB8F}"/>
                  </a:ext>
                </a:extLst>
              </p:cNvPr>
              <p:cNvGrpSpPr/>
              <p:nvPr/>
            </p:nvGrpSpPr>
            <p:grpSpPr>
              <a:xfrm rot="2751436">
                <a:off x="5846250" y="1794943"/>
                <a:ext cx="796825" cy="1722615"/>
                <a:chOff x="5775707" y="2428623"/>
                <a:chExt cx="778396" cy="1666542"/>
              </a:xfrm>
              <a:grpFill/>
            </p:grpSpPr>
            <p:grpSp>
              <p:nvGrpSpPr>
                <p:cNvPr id="952" name="Grupo 951">
                  <a:extLst>
                    <a:ext uri="{FF2B5EF4-FFF2-40B4-BE49-F238E27FC236}">
                      <a16:creationId xmlns:a16="http://schemas.microsoft.com/office/drawing/2014/main" id="{8CF81DBB-9C1D-BE6C-318E-466432B2CB18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  <a:grpFill/>
              </p:grpSpPr>
              <p:grpSp>
                <p:nvGrpSpPr>
                  <p:cNvPr id="954" name="Grupo 953">
                    <a:extLst>
                      <a:ext uri="{FF2B5EF4-FFF2-40B4-BE49-F238E27FC236}">
                        <a16:creationId xmlns:a16="http://schemas.microsoft.com/office/drawing/2014/main" id="{AD529306-61DB-A569-4C42-17D3761CFBB9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grpFill/>
                </p:grpSpPr>
                <p:sp>
                  <p:nvSpPr>
                    <p:cNvPr id="969" name="Elipse 968">
                      <a:extLst>
                        <a:ext uri="{FF2B5EF4-FFF2-40B4-BE49-F238E27FC236}">
                          <a16:creationId xmlns:a16="http://schemas.microsoft.com/office/drawing/2014/main" id="{D5B9DA47-7251-F5F9-09B9-1A310096FD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970" name="Grupo 969">
                      <a:extLst>
                        <a:ext uri="{FF2B5EF4-FFF2-40B4-BE49-F238E27FC236}">
                          <a16:creationId xmlns:a16="http://schemas.microsoft.com/office/drawing/2014/main" id="{C27FA2D7-BCB1-EE49-03C4-7163C8CB4F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971" name="Rectángulo 970">
                        <a:extLst>
                          <a:ext uri="{FF2B5EF4-FFF2-40B4-BE49-F238E27FC236}">
                            <a16:creationId xmlns:a16="http://schemas.microsoft.com/office/drawing/2014/main" id="{1B703C9D-3B13-C664-5571-339D91BD2D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72" name="Rectángulo 971">
                        <a:extLst>
                          <a:ext uri="{FF2B5EF4-FFF2-40B4-BE49-F238E27FC236}">
                            <a16:creationId xmlns:a16="http://schemas.microsoft.com/office/drawing/2014/main" id="{5410608E-2C12-4016-6206-655C141D76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955" name="Grupo 954">
                    <a:extLst>
                      <a:ext uri="{FF2B5EF4-FFF2-40B4-BE49-F238E27FC236}">
                        <a16:creationId xmlns:a16="http://schemas.microsoft.com/office/drawing/2014/main" id="{E485B679-BFAA-0F00-355D-CADB64D1066E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  <a:grpFill/>
                </p:grpSpPr>
                <p:grpSp>
                  <p:nvGrpSpPr>
                    <p:cNvPr id="956" name="Grupo 955">
                      <a:extLst>
                        <a:ext uri="{FF2B5EF4-FFF2-40B4-BE49-F238E27FC236}">
                          <a16:creationId xmlns:a16="http://schemas.microsoft.com/office/drawing/2014/main" id="{61E2CA0E-A487-1967-D251-8A683468DC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961" name="Grupo 960">
                        <a:extLst>
                          <a:ext uri="{FF2B5EF4-FFF2-40B4-BE49-F238E27FC236}">
                            <a16:creationId xmlns:a16="http://schemas.microsoft.com/office/drawing/2014/main" id="{F938B1C7-265E-605A-0B7F-5464F0F0F4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  <a:grpFill/>
                    </p:grpSpPr>
                    <p:sp>
                      <p:nvSpPr>
                        <p:cNvPr id="966" name="Rectángulo 965">
                          <a:extLst>
                            <a:ext uri="{FF2B5EF4-FFF2-40B4-BE49-F238E27FC236}">
                              <a16:creationId xmlns:a16="http://schemas.microsoft.com/office/drawing/2014/main" id="{4F52D4C2-F734-3CE1-5C7F-A8E437E50B1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67" name="Rectángulo 966">
                          <a:extLst>
                            <a:ext uri="{FF2B5EF4-FFF2-40B4-BE49-F238E27FC236}">
                              <a16:creationId xmlns:a16="http://schemas.microsoft.com/office/drawing/2014/main" id="{76EDF2B5-79E4-5BE8-D876-294103EEF0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68" name="Marco 967">
                          <a:extLst>
                            <a:ext uri="{FF2B5EF4-FFF2-40B4-BE49-F238E27FC236}">
                              <a16:creationId xmlns:a16="http://schemas.microsoft.com/office/drawing/2014/main" id="{D176FEAA-961E-6252-EA29-2097104B5E4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962" name="Grupo 961">
                        <a:extLst>
                          <a:ext uri="{FF2B5EF4-FFF2-40B4-BE49-F238E27FC236}">
                            <a16:creationId xmlns:a16="http://schemas.microsoft.com/office/drawing/2014/main" id="{AE26A405-3E90-FC7A-4787-2CDA11660B1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  <a:grpFill/>
                    </p:grpSpPr>
                    <p:sp>
                      <p:nvSpPr>
                        <p:cNvPr id="963" name="Rectángulo 962">
                          <a:extLst>
                            <a:ext uri="{FF2B5EF4-FFF2-40B4-BE49-F238E27FC236}">
                              <a16:creationId xmlns:a16="http://schemas.microsoft.com/office/drawing/2014/main" id="{5464EA86-C5C5-AC25-B641-864A1644984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64" name="Rectángulo 963">
                          <a:extLst>
                            <a:ext uri="{FF2B5EF4-FFF2-40B4-BE49-F238E27FC236}">
                              <a16:creationId xmlns:a16="http://schemas.microsoft.com/office/drawing/2014/main" id="{136720D5-7205-8452-B43F-27FA28274B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65" name="Rectángulo 964">
                          <a:extLst>
                            <a:ext uri="{FF2B5EF4-FFF2-40B4-BE49-F238E27FC236}">
                              <a16:creationId xmlns:a16="http://schemas.microsoft.com/office/drawing/2014/main" id="{21327895-F410-00B5-5221-73F05F16D4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957" name="Grupo 956">
                      <a:extLst>
                        <a:ext uri="{FF2B5EF4-FFF2-40B4-BE49-F238E27FC236}">
                          <a16:creationId xmlns:a16="http://schemas.microsoft.com/office/drawing/2014/main" id="{5E434A6F-AEE4-D18E-87BF-4862691260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  <a:grpFill/>
                  </p:grpSpPr>
                  <p:sp>
                    <p:nvSpPr>
                      <p:cNvPr id="958" name="Rectángulo 957">
                        <a:extLst>
                          <a:ext uri="{FF2B5EF4-FFF2-40B4-BE49-F238E27FC236}">
                            <a16:creationId xmlns:a16="http://schemas.microsoft.com/office/drawing/2014/main" id="{51601BE2-FF26-7232-28A4-B9EEEF961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959" name="Rectángulo 958">
                        <a:extLst>
                          <a:ext uri="{FF2B5EF4-FFF2-40B4-BE49-F238E27FC236}">
                            <a16:creationId xmlns:a16="http://schemas.microsoft.com/office/drawing/2014/main" id="{8B0E135E-53F5-DAAA-9F19-0C8480281E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60" name="Rectángulo 959">
                        <a:extLst>
                          <a:ext uri="{FF2B5EF4-FFF2-40B4-BE49-F238E27FC236}">
                            <a16:creationId xmlns:a16="http://schemas.microsoft.com/office/drawing/2014/main" id="{04A01ED6-C00B-CA9B-902E-EBC13F3F98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953" name="Rectángulo 952">
                  <a:extLst>
                    <a:ext uri="{FF2B5EF4-FFF2-40B4-BE49-F238E27FC236}">
                      <a16:creationId xmlns:a16="http://schemas.microsoft.com/office/drawing/2014/main" id="{576B4E0B-14D6-02C8-3EDE-495CD23E9E50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929" name="Grupo 928">
                <a:extLst>
                  <a:ext uri="{FF2B5EF4-FFF2-40B4-BE49-F238E27FC236}">
                    <a16:creationId xmlns:a16="http://schemas.microsoft.com/office/drawing/2014/main" id="{A5CC8014-20C4-B1D9-4A03-25AF3B04C859}"/>
                  </a:ext>
                </a:extLst>
              </p:cNvPr>
              <p:cNvGrpSpPr/>
              <p:nvPr/>
            </p:nvGrpSpPr>
            <p:grpSpPr>
              <a:xfrm rot="2751436">
                <a:off x="5329270" y="3100883"/>
                <a:ext cx="796736" cy="112283"/>
                <a:chOff x="2676060" y="4093308"/>
                <a:chExt cx="963722" cy="137200"/>
              </a:xfrm>
              <a:grpFill/>
            </p:grpSpPr>
            <p:sp>
              <p:nvSpPr>
                <p:cNvPr id="945" name="Rectángulo 944">
                  <a:extLst>
                    <a:ext uri="{FF2B5EF4-FFF2-40B4-BE49-F238E27FC236}">
                      <a16:creationId xmlns:a16="http://schemas.microsoft.com/office/drawing/2014/main" id="{C6F789D4-859D-FE6C-2A1D-26FAAFA6135E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946" name="Grupo 945">
                  <a:extLst>
                    <a:ext uri="{FF2B5EF4-FFF2-40B4-BE49-F238E27FC236}">
                      <a16:creationId xmlns:a16="http://schemas.microsoft.com/office/drawing/2014/main" id="{1BF2358B-5493-FCEE-E0C9-7AE5D82CC6A7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  <a:grpFill/>
              </p:grpSpPr>
              <p:grpSp>
                <p:nvGrpSpPr>
                  <p:cNvPr id="947" name="Grupo 946">
                    <a:extLst>
                      <a:ext uri="{FF2B5EF4-FFF2-40B4-BE49-F238E27FC236}">
                        <a16:creationId xmlns:a16="http://schemas.microsoft.com/office/drawing/2014/main" id="{2D2CDA25-231B-8A4E-ACA9-53A48BBC590D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  <a:grpFill/>
                </p:grpSpPr>
                <p:sp>
                  <p:nvSpPr>
                    <p:cNvPr id="949" name="Rectángulo 948">
                      <a:extLst>
                        <a:ext uri="{FF2B5EF4-FFF2-40B4-BE49-F238E27FC236}">
                          <a16:creationId xmlns:a16="http://schemas.microsoft.com/office/drawing/2014/main" id="{F068CFA7-192B-1A90-6D8F-7EFD2F2919B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950" name="Elipse 949">
                      <a:extLst>
                        <a:ext uri="{FF2B5EF4-FFF2-40B4-BE49-F238E27FC236}">
                          <a16:creationId xmlns:a16="http://schemas.microsoft.com/office/drawing/2014/main" id="{4E444831-BAF7-D12A-147B-EB47AC769E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951" name="Elipse 950">
                      <a:extLst>
                        <a:ext uri="{FF2B5EF4-FFF2-40B4-BE49-F238E27FC236}">
                          <a16:creationId xmlns:a16="http://schemas.microsoft.com/office/drawing/2014/main" id="{AD0DC5EA-BB51-068F-9895-61212C25AA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48" name="Rectángulo 947">
                    <a:extLst>
                      <a:ext uri="{FF2B5EF4-FFF2-40B4-BE49-F238E27FC236}">
                        <a16:creationId xmlns:a16="http://schemas.microsoft.com/office/drawing/2014/main" id="{EF12CEF3-F7EC-FC8F-4A60-D7246572DF68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930" name="Grupo 929">
                <a:extLst>
                  <a:ext uri="{FF2B5EF4-FFF2-40B4-BE49-F238E27FC236}">
                    <a16:creationId xmlns:a16="http://schemas.microsoft.com/office/drawing/2014/main" id="{A5FF921A-C30D-B001-8973-9B89ED6E06C1}"/>
                  </a:ext>
                </a:extLst>
              </p:cNvPr>
              <p:cNvGrpSpPr/>
              <p:nvPr/>
            </p:nvGrpSpPr>
            <p:grpSpPr>
              <a:xfrm>
                <a:off x="6641702" y="1526452"/>
                <a:ext cx="1318435" cy="1266043"/>
                <a:chOff x="6641702" y="1526452"/>
                <a:chExt cx="1318435" cy="1266043"/>
              </a:xfrm>
              <a:grpFill/>
            </p:grpSpPr>
            <p:grpSp>
              <p:nvGrpSpPr>
                <p:cNvPr id="931" name="Grupo 930">
                  <a:extLst>
                    <a:ext uri="{FF2B5EF4-FFF2-40B4-BE49-F238E27FC236}">
                      <a16:creationId xmlns:a16="http://schemas.microsoft.com/office/drawing/2014/main" id="{6E588921-674B-9E0E-3340-D16FE8FC475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  <a:grpFill/>
              </p:grpSpPr>
              <p:grpSp>
                <p:nvGrpSpPr>
                  <p:cNvPr id="933" name="Grupo 932">
                    <a:extLst>
                      <a:ext uri="{FF2B5EF4-FFF2-40B4-BE49-F238E27FC236}">
                        <a16:creationId xmlns:a16="http://schemas.microsoft.com/office/drawing/2014/main" id="{E0F91076-01F4-A4CA-A3BC-F7C8A4EE14BA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  <a:grpFill/>
                </p:grpSpPr>
                <p:grpSp>
                  <p:nvGrpSpPr>
                    <p:cNvPr id="935" name="Grupo 934">
                      <a:extLst>
                        <a:ext uri="{FF2B5EF4-FFF2-40B4-BE49-F238E27FC236}">
                          <a16:creationId xmlns:a16="http://schemas.microsoft.com/office/drawing/2014/main" id="{F96BC538-F5DB-6F2C-83F1-DE05448EB9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  <a:grpFill/>
                  </p:grpSpPr>
                  <p:grpSp>
                    <p:nvGrpSpPr>
                      <p:cNvPr id="937" name="Grupo 936">
                        <a:extLst>
                          <a:ext uri="{FF2B5EF4-FFF2-40B4-BE49-F238E27FC236}">
                            <a16:creationId xmlns:a16="http://schemas.microsoft.com/office/drawing/2014/main" id="{8CF5E0BC-F0E1-FB12-DFE5-F3844636A33D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  <a:grpFill/>
                    </p:grpSpPr>
                    <p:grpSp>
                      <p:nvGrpSpPr>
                        <p:cNvPr id="939" name="Grupo 938">
                          <a:extLst>
                            <a:ext uri="{FF2B5EF4-FFF2-40B4-BE49-F238E27FC236}">
                              <a16:creationId xmlns:a16="http://schemas.microsoft.com/office/drawing/2014/main" id="{2CD60470-87D9-8326-0746-BEF01AB6DA3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grpFill/>
                      </p:grpSpPr>
                      <p:grpSp>
                        <p:nvGrpSpPr>
                          <p:cNvPr id="941" name="Grupo 940">
                            <a:extLst>
                              <a:ext uri="{FF2B5EF4-FFF2-40B4-BE49-F238E27FC236}">
                                <a16:creationId xmlns:a16="http://schemas.microsoft.com/office/drawing/2014/main" id="{274F3D11-D4C2-5725-E893-5A28C1A86D4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43" name="Elipse 942">
                              <a:extLst>
                                <a:ext uri="{FF2B5EF4-FFF2-40B4-BE49-F238E27FC236}">
                                  <a16:creationId xmlns:a16="http://schemas.microsoft.com/office/drawing/2014/main" id="{2A643BBC-C50C-4E47-745B-E0BA8A2CAA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44" name="Diagrama de flujo: operación manual 943">
                              <a:extLst>
                                <a:ext uri="{FF2B5EF4-FFF2-40B4-BE49-F238E27FC236}">
                                  <a16:creationId xmlns:a16="http://schemas.microsoft.com/office/drawing/2014/main" id="{BDBECFC2-F0DA-3BBB-D0F7-B3D2FACAEC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42" name="Elipse 941">
                            <a:extLst>
                              <a:ext uri="{FF2B5EF4-FFF2-40B4-BE49-F238E27FC236}">
                                <a16:creationId xmlns:a16="http://schemas.microsoft.com/office/drawing/2014/main" id="{45E5BC8D-D45A-783B-E918-1F374A1FC41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40" name="Diagrama de flujo: operación manual 939">
                          <a:extLst>
                            <a:ext uri="{FF2B5EF4-FFF2-40B4-BE49-F238E27FC236}">
                              <a16:creationId xmlns:a16="http://schemas.microsoft.com/office/drawing/2014/main" id="{7E77B127-69D7-8F7A-4C11-94FA35F434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38" name="Elipse 937">
                        <a:extLst>
                          <a:ext uri="{FF2B5EF4-FFF2-40B4-BE49-F238E27FC236}">
                            <a16:creationId xmlns:a16="http://schemas.microsoft.com/office/drawing/2014/main" id="{826A8F1C-2AC8-7C0A-FB89-A6157095CC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36" name="Elipse 935">
                      <a:extLst>
                        <a:ext uri="{FF2B5EF4-FFF2-40B4-BE49-F238E27FC236}">
                          <a16:creationId xmlns:a16="http://schemas.microsoft.com/office/drawing/2014/main" id="{FA2B0E92-EDFF-86EF-122A-20B1BC0773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34" name="Elipse 933">
                    <a:extLst>
                      <a:ext uri="{FF2B5EF4-FFF2-40B4-BE49-F238E27FC236}">
                        <a16:creationId xmlns:a16="http://schemas.microsoft.com/office/drawing/2014/main" id="{4B0150C7-A288-7B77-7483-CD5B6DB16FF4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32" name="Elipse 931">
                  <a:extLst>
                    <a:ext uri="{FF2B5EF4-FFF2-40B4-BE49-F238E27FC236}">
                      <a16:creationId xmlns:a16="http://schemas.microsoft.com/office/drawing/2014/main" id="{12FE4B8F-5E64-26EC-FC5D-E25140F95BA0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676" y="63580"/>
            <a:ext cx="11068575" cy="62789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Rutina automática Nro. 1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B308FB-D26C-B870-6D97-0B05ED54E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07" name="Cerrar llave 1006">
            <a:extLst>
              <a:ext uri="{FF2B5EF4-FFF2-40B4-BE49-F238E27FC236}">
                <a16:creationId xmlns:a16="http://schemas.microsoft.com/office/drawing/2014/main" id="{707596FD-CABA-6356-7E7C-4EFD087345BE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10" name="CuadroTexto 1009">
            <a:extLst>
              <a:ext uri="{FF2B5EF4-FFF2-40B4-BE49-F238E27FC236}">
                <a16:creationId xmlns:a16="http://schemas.microsoft.com/office/drawing/2014/main" id="{A07DDA26-CD3D-2214-8A62-6D2D3E0470E0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30964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6" dur="10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1ABE0E64-0000-D8E4-7B2B-1E4CE5CE7925}"/>
              </a:ext>
            </a:extLst>
          </p:cNvPr>
          <p:cNvGrpSpPr/>
          <p:nvPr/>
        </p:nvGrpSpPr>
        <p:grpSpPr>
          <a:xfrm rot="297357">
            <a:off x="7452980" y="1750589"/>
            <a:ext cx="2288079" cy="2013940"/>
            <a:chOff x="5734796" y="1871886"/>
            <a:chExt cx="2288079" cy="201394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A51EEE2-064A-76DC-382F-90096D01D6DB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08" name="Grupo 707">
                <a:extLst>
                  <a:ext uri="{FF2B5EF4-FFF2-40B4-BE49-F238E27FC236}">
                    <a16:creationId xmlns:a16="http://schemas.microsoft.com/office/drawing/2014/main" id="{BFD73A20-1643-C5F1-93E3-BFC2CAF110B6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10" name="Elipse 709">
                  <a:extLst>
                    <a:ext uri="{FF2B5EF4-FFF2-40B4-BE49-F238E27FC236}">
                      <a16:creationId xmlns:a16="http://schemas.microsoft.com/office/drawing/2014/main" id="{50C75A14-7DE8-4730-EA9D-B8FF1813F252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1" name="Diagrama de flujo: operación manual 710">
                  <a:extLst>
                    <a:ext uri="{FF2B5EF4-FFF2-40B4-BE49-F238E27FC236}">
                      <a16:creationId xmlns:a16="http://schemas.microsoft.com/office/drawing/2014/main" id="{CDCD649E-4A98-0D17-042E-9B9A72B20EF8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09" name="Elipse 708">
                <a:extLst>
                  <a:ext uri="{FF2B5EF4-FFF2-40B4-BE49-F238E27FC236}">
                    <a16:creationId xmlns:a16="http://schemas.microsoft.com/office/drawing/2014/main" id="{8CF6547A-7775-893E-675F-97A1545F1084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" name="Diagrama de flujo: operación manual 6">
              <a:extLst>
                <a:ext uri="{FF2B5EF4-FFF2-40B4-BE49-F238E27FC236}">
                  <a16:creationId xmlns:a16="http://schemas.microsoft.com/office/drawing/2014/main" id="{BA538EF7-7855-3919-F901-831A45D4BB7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1074" name="Grupo 1073">
            <a:extLst>
              <a:ext uri="{FF2B5EF4-FFF2-40B4-BE49-F238E27FC236}">
                <a16:creationId xmlns:a16="http://schemas.microsoft.com/office/drawing/2014/main" id="{0E0CBCD6-0DDA-0872-0864-DC182AE609CE}"/>
              </a:ext>
            </a:extLst>
          </p:cNvPr>
          <p:cNvGrpSpPr/>
          <p:nvPr/>
        </p:nvGrpSpPr>
        <p:grpSpPr>
          <a:xfrm>
            <a:off x="4855049" y="683524"/>
            <a:ext cx="5914663" cy="2623633"/>
            <a:chOff x="4855049" y="683524"/>
            <a:chExt cx="5914663" cy="2623633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675065CF-403D-87F4-70BC-0C32DCD64CA1}"/>
                </a:ext>
              </a:extLst>
            </p:cNvPr>
            <p:cNvGrpSpPr/>
            <p:nvPr/>
          </p:nvGrpSpPr>
          <p:grpSpPr>
            <a:xfrm>
              <a:off x="4855049" y="1368326"/>
              <a:ext cx="3211812" cy="1938831"/>
              <a:chOff x="4855049" y="1368326"/>
              <a:chExt cx="3211812" cy="1938831"/>
            </a:xfrm>
          </p:grpSpPr>
          <p:grpSp>
            <p:nvGrpSpPr>
              <p:cNvPr id="841" name="Grupo 840">
                <a:extLst>
                  <a:ext uri="{FF2B5EF4-FFF2-40B4-BE49-F238E27FC236}">
                    <a16:creationId xmlns:a16="http://schemas.microsoft.com/office/drawing/2014/main" id="{D9DDC6D9-73DE-E959-9F4C-F5B0D4EB5F5B}"/>
                  </a:ext>
                </a:extLst>
              </p:cNvPr>
              <p:cNvGrpSpPr/>
              <p:nvPr/>
            </p:nvGrpSpPr>
            <p:grpSpPr>
              <a:xfrm rot="3051436">
                <a:off x="5913356" y="2180261"/>
                <a:ext cx="561266" cy="1692526"/>
                <a:chOff x="3254442" y="2847789"/>
                <a:chExt cx="678900" cy="2068116"/>
              </a:xfrm>
            </p:grpSpPr>
            <p:grpSp>
              <p:nvGrpSpPr>
                <p:cNvPr id="842" name="Grupo 841">
                  <a:extLst>
                    <a:ext uri="{FF2B5EF4-FFF2-40B4-BE49-F238E27FC236}">
                      <a16:creationId xmlns:a16="http://schemas.microsoft.com/office/drawing/2014/main" id="{4919ED69-D5ED-209F-DEEB-3A039F9C5B34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</p:grpSpPr>
              <p:grpSp>
                <p:nvGrpSpPr>
                  <p:cNvPr id="849" name="Grupo 848">
                    <a:extLst>
                      <a:ext uri="{FF2B5EF4-FFF2-40B4-BE49-F238E27FC236}">
                        <a16:creationId xmlns:a16="http://schemas.microsoft.com/office/drawing/2014/main" id="{3890B03B-E776-70DC-1152-45F3E7943FBA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</p:grpSpPr>
                <p:sp>
                  <p:nvSpPr>
                    <p:cNvPr id="852" name="Rectángulo: esquinas redondeadas 851">
                      <a:extLst>
                        <a:ext uri="{FF2B5EF4-FFF2-40B4-BE49-F238E27FC236}">
                          <a16:creationId xmlns:a16="http://schemas.microsoft.com/office/drawing/2014/main" id="{3B3700F9-100C-7F2B-773A-2DA56AA9E7DB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53" name="Rectángulo: esquinas redondeadas 852">
                      <a:extLst>
                        <a:ext uri="{FF2B5EF4-FFF2-40B4-BE49-F238E27FC236}">
                          <a16:creationId xmlns:a16="http://schemas.microsoft.com/office/drawing/2014/main" id="{DF71C5E9-0414-3C06-E8FB-326A0A70F847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50" name="Rectángulo 849">
                    <a:extLst>
                      <a:ext uri="{FF2B5EF4-FFF2-40B4-BE49-F238E27FC236}">
                        <a16:creationId xmlns:a16="http://schemas.microsoft.com/office/drawing/2014/main" id="{2523DA7C-FA11-FC50-4253-9A815BBBA92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51" name="Rectángulo 850">
                    <a:extLst>
                      <a:ext uri="{FF2B5EF4-FFF2-40B4-BE49-F238E27FC236}">
                        <a16:creationId xmlns:a16="http://schemas.microsoft.com/office/drawing/2014/main" id="{8C4F1E82-D799-E441-FAC6-661626BA70B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43" name="Grupo 842">
                  <a:extLst>
                    <a:ext uri="{FF2B5EF4-FFF2-40B4-BE49-F238E27FC236}">
                      <a16:creationId xmlns:a16="http://schemas.microsoft.com/office/drawing/2014/main" id="{7232DB06-1880-278D-BE96-C3517799FB19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844" name="Grupo 843">
                    <a:extLst>
                      <a:ext uri="{FF2B5EF4-FFF2-40B4-BE49-F238E27FC236}">
                        <a16:creationId xmlns:a16="http://schemas.microsoft.com/office/drawing/2014/main" id="{E8E49B0E-5137-E143-3231-50DC76EDBCBB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847" name="Rectángulo: esquinas redondeadas 846">
                      <a:extLst>
                        <a:ext uri="{FF2B5EF4-FFF2-40B4-BE49-F238E27FC236}">
                          <a16:creationId xmlns:a16="http://schemas.microsoft.com/office/drawing/2014/main" id="{2CA194D1-8345-ABC0-0B02-D88075957F69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48" name="Rectángulo: esquinas redondeadas 847">
                      <a:extLst>
                        <a:ext uri="{FF2B5EF4-FFF2-40B4-BE49-F238E27FC236}">
                          <a16:creationId xmlns:a16="http://schemas.microsoft.com/office/drawing/2014/main" id="{936CD3CA-3BD1-A4A3-736C-47D2CA78EB2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845" name="Rectángulo 844">
                    <a:extLst>
                      <a:ext uri="{FF2B5EF4-FFF2-40B4-BE49-F238E27FC236}">
                        <a16:creationId xmlns:a16="http://schemas.microsoft.com/office/drawing/2014/main" id="{8DCE7112-1614-A621-45A8-A8DB678AFF65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46" name="Rectángulo 845">
                    <a:extLst>
                      <a:ext uri="{FF2B5EF4-FFF2-40B4-BE49-F238E27FC236}">
                        <a16:creationId xmlns:a16="http://schemas.microsoft.com/office/drawing/2014/main" id="{6237AF90-8141-438B-9343-6B8D9E9970A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54" name="Grupo 853">
                <a:extLst>
                  <a:ext uri="{FF2B5EF4-FFF2-40B4-BE49-F238E27FC236}">
                    <a16:creationId xmlns:a16="http://schemas.microsoft.com/office/drawing/2014/main" id="{8EB67329-46BF-3700-7759-658F0BCA2BAE}"/>
                  </a:ext>
                </a:extLst>
              </p:cNvPr>
              <p:cNvGrpSpPr/>
              <p:nvPr/>
            </p:nvGrpSpPr>
            <p:grpSpPr>
              <a:xfrm rot="3051436">
                <a:off x="5417611" y="1584687"/>
                <a:ext cx="566675" cy="1691800"/>
                <a:chOff x="2374194" y="2848341"/>
                <a:chExt cx="685443" cy="2067229"/>
              </a:xfrm>
            </p:grpSpPr>
            <p:grpSp>
              <p:nvGrpSpPr>
                <p:cNvPr id="855" name="Grupo 854">
                  <a:extLst>
                    <a:ext uri="{FF2B5EF4-FFF2-40B4-BE49-F238E27FC236}">
                      <a16:creationId xmlns:a16="http://schemas.microsoft.com/office/drawing/2014/main" id="{361DA476-6DBC-5610-6694-0AF5DB1A5179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</p:grpSpPr>
              <p:grpSp>
                <p:nvGrpSpPr>
                  <p:cNvPr id="862" name="Grupo 861">
                    <a:extLst>
                      <a:ext uri="{FF2B5EF4-FFF2-40B4-BE49-F238E27FC236}">
                        <a16:creationId xmlns:a16="http://schemas.microsoft.com/office/drawing/2014/main" id="{324FFB59-F8AC-7D5C-C868-107A9F4DE1DA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</p:grpSpPr>
                <p:sp>
                  <p:nvSpPr>
                    <p:cNvPr id="865" name="Rectángulo: esquinas redondeadas 864">
                      <a:extLst>
                        <a:ext uri="{FF2B5EF4-FFF2-40B4-BE49-F238E27FC236}">
                          <a16:creationId xmlns:a16="http://schemas.microsoft.com/office/drawing/2014/main" id="{1B38A9C1-B204-BC2F-77EA-722D3E6C872E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66" name="Rectángulo: esquinas redondeadas 865">
                      <a:extLst>
                        <a:ext uri="{FF2B5EF4-FFF2-40B4-BE49-F238E27FC236}">
                          <a16:creationId xmlns:a16="http://schemas.microsoft.com/office/drawing/2014/main" id="{A8C09095-9EC0-747F-6CDF-775CC4C2856A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63" name="Rectángulo 862">
                    <a:extLst>
                      <a:ext uri="{FF2B5EF4-FFF2-40B4-BE49-F238E27FC236}">
                        <a16:creationId xmlns:a16="http://schemas.microsoft.com/office/drawing/2014/main" id="{C5E5D33A-583B-28A9-4F11-6B54A10C5F9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64" name="Rectángulo 863">
                    <a:extLst>
                      <a:ext uri="{FF2B5EF4-FFF2-40B4-BE49-F238E27FC236}">
                        <a16:creationId xmlns:a16="http://schemas.microsoft.com/office/drawing/2014/main" id="{BBB82A62-8751-273A-06C8-BA0FB9B6058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56" name="Grupo 855">
                  <a:extLst>
                    <a:ext uri="{FF2B5EF4-FFF2-40B4-BE49-F238E27FC236}">
                      <a16:creationId xmlns:a16="http://schemas.microsoft.com/office/drawing/2014/main" id="{57559A35-22EC-8E90-EF9E-1AF519DDACA7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857" name="Grupo 856">
                    <a:extLst>
                      <a:ext uri="{FF2B5EF4-FFF2-40B4-BE49-F238E27FC236}">
                        <a16:creationId xmlns:a16="http://schemas.microsoft.com/office/drawing/2014/main" id="{31271C57-1257-47EF-DB8A-203C59DF103C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860" name="Rectángulo: esquinas redondeadas 859">
                      <a:extLst>
                        <a:ext uri="{FF2B5EF4-FFF2-40B4-BE49-F238E27FC236}">
                          <a16:creationId xmlns:a16="http://schemas.microsoft.com/office/drawing/2014/main" id="{54D9EDD3-3CE2-DA86-415F-32171CF0635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61" name="Rectángulo: esquinas redondeadas 860">
                      <a:extLst>
                        <a:ext uri="{FF2B5EF4-FFF2-40B4-BE49-F238E27FC236}">
                          <a16:creationId xmlns:a16="http://schemas.microsoft.com/office/drawing/2014/main" id="{F73D1033-D2D0-1BBC-886C-8381BF91C5D7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858" name="Rectángulo 857">
                    <a:extLst>
                      <a:ext uri="{FF2B5EF4-FFF2-40B4-BE49-F238E27FC236}">
                        <a16:creationId xmlns:a16="http://schemas.microsoft.com/office/drawing/2014/main" id="{3B36E284-015C-5FE1-D659-04FFF8C3A92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59" name="Rectángulo 858">
                    <a:extLst>
                      <a:ext uri="{FF2B5EF4-FFF2-40B4-BE49-F238E27FC236}">
                        <a16:creationId xmlns:a16="http://schemas.microsoft.com/office/drawing/2014/main" id="{9F0C438F-0560-791F-BC52-6C76AEF28E6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67" name="Grupo 866">
                <a:extLst>
                  <a:ext uri="{FF2B5EF4-FFF2-40B4-BE49-F238E27FC236}">
                    <a16:creationId xmlns:a16="http://schemas.microsoft.com/office/drawing/2014/main" id="{EF8369D1-7579-337D-9CD7-6F0C0EDDA214}"/>
                  </a:ext>
                </a:extLst>
              </p:cNvPr>
              <p:cNvGrpSpPr/>
              <p:nvPr/>
            </p:nvGrpSpPr>
            <p:grpSpPr>
              <a:xfrm rot="3051436">
                <a:off x="5913696" y="1542867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868" name="Grupo 867">
                  <a:extLst>
                    <a:ext uri="{FF2B5EF4-FFF2-40B4-BE49-F238E27FC236}">
                      <a16:creationId xmlns:a16="http://schemas.microsoft.com/office/drawing/2014/main" id="{2DBA7776-9C9A-DB1E-5C8C-038AB6BC1F7D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870" name="Grupo 869">
                    <a:extLst>
                      <a:ext uri="{FF2B5EF4-FFF2-40B4-BE49-F238E27FC236}">
                        <a16:creationId xmlns:a16="http://schemas.microsoft.com/office/drawing/2014/main" id="{729E40D2-BA2F-D20F-0A3A-BF3363714269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solidFill>
                    <a:schemeClr val="tx1">
                      <a:lumMod val="75000"/>
                      <a:lumOff val="25000"/>
                    </a:schemeClr>
                  </a:solidFill>
                </p:grpSpPr>
                <p:sp>
                  <p:nvSpPr>
                    <p:cNvPr id="885" name="Elipse 884">
                      <a:extLst>
                        <a:ext uri="{FF2B5EF4-FFF2-40B4-BE49-F238E27FC236}">
                          <a16:creationId xmlns:a16="http://schemas.microsoft.com/office/drawing/2014/main" id="{637232DF-BE17-2B70-3C4B-B8AB61D18A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886" name="Grupo 885">
                      <a:extLst>
                        <a:ext uri="{FF2B5EF4-FFF2-40B4-BE49-F238E27FC236}">
                          <a16:creationId xmlns:a16="http://schemas.microsoft.com/office/drawing/2014/main" id="{51C6636B-40BE-557A-4BF2-33530A3BE6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887" name="Rectángulo 886">
                        <a:extLst>
                          <a:ext uri="{FF2B5EF4-FFF2-40B4-BE49-F238E27FC236}">
                            <a16:creationId xmlns:a16="http://schemas.microsoft.com/office/drawing/2014/main" id="{AEF80D92-AB5F-3103-D67B-748B069D7C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88" name="Rectángulo 887">
                        <a:extLst>
                          <a:ext uri="{FF2B5EF4-FFF2-40B4-BE49-F238E27FC236}">
                            <a16:creationId xmlns:a16="http://schemas.microsoft.com/office/drawing/2014/main" id="{1493D0B3-A2A3-BD1F-2B3D-28CB4357F0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871" name="Grupo 870">
                    <a:extLst>
                      <a:ext uri="{FF2B5EF4-FFF2-40B4-BE49-F238E27FC236}">
                        <a16:creationId xmlns:a16="http://schemas.microsoft.com/office/drawing/2014/main" id="{37EA1586-238D-47FE-D3A2-0BB614B41671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872" name="Grupo 871">
                      <a:extLst>
                        <a:ext uri="{FF2B5EF4-FFF2-40B4-BE49-F238E27FC236}">
                          <a16:creationId xmlns:a16="http://schemas.microsoft.com/office/drawing/2014/main" id="{E81F671D-DED7-2010-6F68-16D5A539DD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877" name="Grupo 876">
                        <a:extLst>
                          <a:ext uri="{FF2B5EF4-FFF2-40B4-BE49-F238E27FC236}">
                            <a16:creationId xmlns:a16="http://schemas.microsoft.com/office/drawing/2014/main" id="{D57331C4-319C-5E53-91D5-C4F79E16588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882" name="Rectángulo 881">
                          <a:extLst>
                            <a:ext uri="{FF2B5EF4-FFF2-40B4-BE49-F238E27FC236}">
                              <a16:creationId xmlns:a16="http://schemas.microsoft.com/office/drawing/2014/main" id="{8C6A9630-D134-7392-572B-CE2E93F2C6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883" name="Rectángulo 882">
                          <a:extLst>
                            <a:ext uri="{FF2B5EF4-FFF2-40B4-BE49-F238E27FC236}">
                              <a16:creationId xmlns:a16="http://schemas.microsoft.com/office/drawing/2014/main" id="{761C7C54-E275-953E-57D9-B6A606AB00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4" name="Marco 883">
                          <a:extLst>
                            <a:ext uri="{FF2B5EF4-FFF2-40B4-BE49-F238E27FC236}">
                              <a16:creationId xmlns:a16="http://schemas.microsoft.com/office/drawing/2014/main" id="{49436C43-E95B-32A6-80C4-9718EEE8F99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878" name="Grupo 877">
                        <a:extLst>
                          <a:ext uri="{FF2B5EF4-FFF2-40B4-BE49-F238E27FC236}">
                            <a16:creationId xmlns:a16="http://schemas.microsoft.com/office/drawing/2014/main" id="{1BC6CDDB-1E83-9BCC-FE1A-68CF008AC7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879" name="Rectángulo 878">
                          <a:extLst>
                            <a:ext uri="{FF2B5EF4-FFF2-40B4-BE49-F238E27FC236}">
                              <a16:creationId xmlns:a16="http://schemas.microsoft.com/office/drawing/2014/main" id="{E227108F-B0A6-CAE3-161C-0334925C9FA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0" name="Rectángulo 879">
                          <a:extLst>
                            <a:ext uri="{FF2B5EF4-FFF2-40B4-BE49-F238E27FC236}">
                              <a16:creationId xmlns:a16="http://schemas.microsoft.com/office/drawing/2014/main" id="{2FF8C2F9-4976-1E2D-F80B-DD004C56BB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1" name="Rectángulo 880">
                          <a:extLst>
                            <a:ext uri="{FF2B5EF4-FFF2-40B4-BE49-F238E27FC236}">
                              <a16:creationId xmlns:a16="http://schemas.microsoft.com/office/drawing/2014/main" id="{055E6257-0991-7F2B-B458-5E7B362E2F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873" name="Grupo 872">
                      <a:extLst>
                        <a:ext uri="{FF2B5EF4-FFF2-40B4-BE49-F238E27FC236}">
                          <a16:creationId xmlns:a16="http://schemas.microsoft.com/office/drawing/2014/main" id="{2D9A4E33-73DF-423E-98C9-B95CFF40D7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874" name="Rectángulo 873">
                        <a:extLst>
                          <a:ext uri="{FF2B5EF4-FFF2-40B4-BE49-F238E27FC236}">
                            <a16:creationId xmlns:a16="http://schemas.microsoft.com/office/drawing/2014/main" id="{C4A12EA1-BF97-EA99-0FF9-44D90C129B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75" name="Rectángulo 874">
                        <a:extLst>
                          <a:ext uri="{FF2B5EF4-FFF2-40B4-BE49-F238E27FC236}">
                            <a16:creationId xmlns:a16="http://schemas.microsoft.com/office/drawing/2014/main" id="{CD1FF0B8-D2CE-D960-8FB2-384A107237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76" name="Rectángulo 875">
                        <a:extLst>
                          <a:ext uri="{FF2B5EF4-FFF2-40B4-BE49-F238E27FC236}">
                            <a16:creationId xmlns:a16="http://schemas.microsoft.com/office/drawing/2014/main" id="{BE746120-F626-C2D8-EDE4-E16295F68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869" name="Rectángulo 868">
                  <a:extLst>
                    <a:ext uri="{FF2B5EF4-FFF2-40B4-BE49-F238E27FC236}">
                      <a16:creationId xmlns:a16="http://schemas.microsoft.com/office/drawing/2014/main" id="{A03D4235-CED9-01E1-4DC0-BEBDB0A9A7DA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pattFill prst="wdDnDiag">
                  <a:fgClr>
                    <a:schemeClr val="bg1"/>
                  </a:fgClr>
                  <a:bgClr>
                    <a:schemeClr val="bg1">
                      <a:lumMod val="65000"/>
                    </a:schemeClr>
                  </a:bgClr>
                </a:patt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889" name="Grupo 888">
                <a:extLst>
                  <a:ext uri="{FF2B5EF4-FFF2-40B4-BE49-F238E27FC236}">
                    <a16:creationId xmlns:a16="http://schemas.microsoft.com/office/drawing/2014/main" id="{05E8A3BC-C02D-A2C8-25CE-9DDF2E1BA795}"/>
                  </a:ext>
                </a:extLst>
              </p:cNvPr>
              <p:cNvGrpSpPr/>
              <p:nvPr/>
            </p:nvGrpSpPr>
            <p:grpSpPr>
              <a:xfrm rot="3051436">
                <a:off x="5355038" y="2801840"/>
                <a:ext cx="796736" cy="112283"/>
                <a:chOff x="2676060" y="4093308"/>
                <a:chExt cx="963722" cy="137200"/>
              </a:xfrm>
            </p:grpSpPr>
            <p:sp>
              <p:nvSpPr>
                <p:cNvPr id="890" name="Rectángulo 889">
                  <a:extLst>
                    <a:ext uri="{FF2B5EF4-FFF2-40B4-BE49-F238E27FC236}">
                      <a16:creationId xmlns:a16="http://schemas.microsoft.com/office/drawing/2014/main" id="{E6C2FF31-114B-796A-F420-6B1F0E035031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91" name="Grupo 890">
                  <a:extLst>
                    <a:ext uri="{FF2B5EF4-FFF2-40B4-BE49-F238E27FC236}">
                      <a16:creationId xmlns:a16="http://schemas.microsoft.com/office/drawing/2014/main" id="{7F2725B3-561B-530C-2B5C-5495D239F465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</p:grpSpPr>
              <p:grpSp>
                <p:nvGrpSpPr>
                  <p:cNvPr id="892" name="Grupo 891">
                    <a:extLst>
                      <a:ext uri="{FF2B5EF4-FFF2-40B4-BE49-F238E27FC236}">
                        <a16:creationId xmlns:a16="http://schemas.microsoft.com/office/drawing/2014/main" id="{B7278BDC-C4C4-43CA-97D5-76DAFDBC10E4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</p:grpSpPr>
                <p:sp>
                  <p:nvSpPr>
                    <p:cNvPr id="894" name="Rectángulo 893">
                      <a:extLst>
                        <a:ext uri="{FF2B5EF4-FFF2-40B4-BE49-F238E27FC236}">
                          <a16:creationId xmlns:a16="http://schemas.microsoft.com/office/drawing/2014/main" id="{4AD962AE-D26E-773E-B320-2ABDB974A6F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5" name="Elipse 894">
                      <a:extLst>
                        <a:ext uri="{FF2B5EF4-FFF2-40B4-BE49-F238E27FC236}">
                          <a16:creationId xmlns:a16="http://schemas.microsoft.com/office/drawing/2014/main" id="{0699BA9D-01C6-340F-8402-5CF07DB401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6" name="Elipse 895">
                      <a:extLst>
                        <a:ext uri="{FF2B5EF4-FFF2-40B4-BE49-F238E27FC236}">
                          <a16:creationId xmlns:a16="http://schemas.microsoft.com/office/drawing/2014/main" id="{C9D24C8D-8F6A-8FB8-FED4-7739B45951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93" name="Rectángulo 892">
                    <a:extLst>
                      <a:ext uri="{FF2B5EF4-FFF2-40B4-BE49-F238E27FC236}">
                        <a16:creationId xmlns:a16="http://schemas.microsoft.com/office/drawing/2014/main" id="{4D0417F7-BB54-C999-61DA-31E4A4915A0B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98" name="Grupo 897">
                <a:extLst>
                  <a:ext uri="{FF2B5EF4-FFF2-40B4-BE49-F238E27FC236}">
                    <a16:creationId xmlns:a16="http://schemas.microsoft.com/office/drawing/2014/main" id="{A2C35F7C-60AC-B297-BFED-2AFD6E57B157}"/>
                  </a:ext>
                </a:extLst>
              </p:cNvPr>
              <p:cNvGrpSpPr/>
              <p:nvPr/>
            </p:nvGrpSpPr>
            <p:grpSpPr>
              <a:xfrm rot="300000">
                <a:off x="6748426" y="1368326"/>
                <a:ext cx="1318435" cy="1266043"/>
                <a:chOff x="6641702" y="1526452"/>
                <a:chExt cx="1318435" cy="1266043"/>
              </a:xfrm>
            </p:grpSpPr>
            <p:grpSp>
              <p:nvGrpSpPr>
                <p:cNvPr id="899" name="Grupo 898">
                  <a:extLst>
                    <a:ext uri="{FF2B5EF4-FFF2-40B4-BE49-F238E27FC236}">
                      <a16:creationId xmlns:a16="http://schemas.microsoft.com/office/drawing/2014/main" id="{4ECD905E-E6AF-BFB2-E1EA-1CDF36A4769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</p:grpSpPr>
              <p:grpSp>
                <p:nvGrpSpPr>
                  <p:cNvPr id="901" name="Grupo 900">
                    <a:extLst>
                      <a:ext uri="{FF2B5EF4-FFF2-40B4-BE49-F238E27FC236}">
                        <a16:creationId xmlns:a16="http://schemas.microsoft.com/office/drawing/2014/main" id="{EEB4F93E-B597-5BA1-57B7-186A3882F712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</p:grpSpPr>
                <p:grpSp>
                  <p:nvGrpSpPr>
                    <p:cNvPr id="903" name="Grupo 902">
                      <a:extLst>
                        <a:ext uri="{FF2B5EF4-FFF2-40B4-BE49-F238E27FC236}">
                          <a16:creationId xmlns:a16="http://schemas.microsoft.com/office/drawing/2014/main" id="{A4A7F015-9A42-DD42-A005-DE971363D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</p:grpSpPr>
                  <p:grpSp>
                    <p:nvGrpSpPr>
                      <p:cNvPr id="905" name="Grupo 904">
                        <a:extLst>
                          <a:ext uri="{FF2B5EF4-FFF2-40B4-BE49-F238E27FC236}">
                            <a16:creationId xmlns:a16="http://schemas.microsoft.com/office/drawing/2014/main" id="{AE93767B-3D16-E47A-F419-C0548B07E1A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</p:grpSpPr>
                    <p:grpSp>
                      <p:nvGrpSpPr>
                        <p:cNvPr id="907" name="Grupo 906">
                          <a:extLst>
                            <a:ext uri="{FF2B5EF4-FFF2-40B4-BE49-F238E27FC236}">
                              <a16:creationId xmlns:a16="http://schemas.microsoft.com/office/drawing/2014/main" id="{A6A9F1B6-6914-6E3E-6C7A-C1475A2329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solidFill>
                          <a:schemeClr val="bg1">
                            <a:lumMod val="65000"/>
                          </a:schemeClr>
                        </a:solidFill>
                      </p:grpSpPr>
                      <p:grpSp>
                        <p:nvGrpSpPr>
                          <p:cNvPr id="909" name="Grupo 908">
                            <a:extLst>
                              <a:ext uri="{FF2B5EF4-FFF2-40B4-BE49-F238E27FC236}">
                                <a16:creationId xmlns:a16="http://schemas.microsoft.com/office/drawing/2014/main" id="{48A15460-2B13-25D5-BE7C-33F439AE295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11" name="Elipse 910">
                              <a:extLst>
                                <a:ext uri="{FF2B5EF4-FFF2-40B4-BE49-F238E27FC236}">
                                  <a16:creationId xmlns:a16="http://schemas.microsoft.com/office/drawing/2014/main" id="{0CE69D44-D18C-5322-8E40-20B252D8AA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2" name="Diagrama de flujo: operación manual 911">
                              <a:extLst>
                                <a:ext uri="{FF2B5EF4-FFF2-40B4-BE49-F238E27FC236}">
                                  <a16:creationId xmlns:a16="http://schemas.microsoft.com/office/drawing/2014/main" id="{7170E10A-FCE2-E30A-9609-2F3B39FD5F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10" name="Elipse 909">
                            <a:extLst>
                              <a:ext uri="{FF2B5EF4-FFF2-40B4-BE49-F238E27FC236}">
                                <a16:creationId xmlns:a16="http://schemas.microsoft.com/office/drawing/2014/main" id="{8A16BDBB-88E8-EFE1-A970-D97329771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08" name="Diagrama de flujo: operación manual 907">
                          <a:extLst>
                            <a:ext uri="{FF2B5EF4-FFF2-40B4-BE49-F238E27FC236}">
                              <a16:creationId xmlns:a16="http://schemas.microsoft.com/office/drawing/2014/main" id="{D22AD5A4-5CE3-3887-14AC-653A2C5A6D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19050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06" name="Elipse 905">
                        <a:extLst>
                          <a:ext uri="{FF2B5EF4-FFF2-40B4-BE49-F238E27FC236}">
                            <a16:creationId xmlns:a16="http://schemas.microsoft.com/office/drawing/2014/main" id="{F6A362AF-DEDA-0437-E00B-E0C5E5C30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4" name="Elipse 903">
                      <a:extLst>
                        <a:ext uri="{FF2B5EF4-FFF2-40B4-BE49-F238E27FC236}">
                          <a16:creationId xmlns:a16="http://schemas.microsoft.com/office/drawing/2014/main" id="{AD260F28-9049-B9B1-7951-DB8F3F79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2" name="Elipse 901">
                    <a:extLst>
                      <a:ext uri="{FF2B5EF4-FFF2-40B4-BE49-F238E27FC236}">
                        <a16:creationId xmlns:a16="http://schemas.microsoft.com/office/drawing/2014/main" id="{8E70C639-CEC4-72ED-DEFC-7BE52CC6FBB1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0" name="Elipse 899">
                  <a:extLst>
                    <a:ext uri="{FF2B5EF4-FFF2-40B4-BE49-F238E27FC236}">
                      <a16:creationId xmlns:a16="http://schemas.microsoft.com/office/drawing/2014/main" id="{663C2139-1C74-F536-6879-50576C60A161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897" name="Grupo 896">
              <a:extLst>
                <a:ext uri="{FF2B5EF4-FFF2-40B4-BE49-F238E27FC236}">
                  <a16:creationId xmlns:a16="http://schemas.microsoft.com/office/drawing/2014/main" id="{5BE59AEE-DD3C-ACA7-238A-D80048259C1B}"/>
                </a:ext>
              </a:extLst>
            </p:cNvPr>
            <p:cNvGrpSpPr/>
            <p:nvPr/>
          </p:nvGrpSpPr>
          <p:grpSpPr>
            <a:xfrm flipH="1" flipV="1">
              <a:off x="7557900" y="683524"/>
              <a:ext cx="3211812" cy="1938831"/>
              <a:chOff x="4855049" y="1368326"/>
              <a:chExt cx="3211812" cy="1938831"/>
            </a:xfrm>
            <a:noFill/>
          </p:grpSpPr>
          <p:grpSp>
            <p:nvGrpSpPr>
              <p:cNvPr id="922" name="Grupo 921">
                <a:extLst>
                  <a:ext uri="{FF2B5EF4-FFF2-40B4-BE49-F238E27FC236}">
                    <a16:creationId xmlns:a16="http://schemas.microsoft.com/office/drawing/2014/main" id="{B695C73B-385A-4996-3126-71EB7797E5F0}"/>
                  </a:ext>
                </a:extLst>
              </p:cNvPr>
              <p:cNvGrpSpPr/>
              <p:nvPr/>
            </p:nvGrpSpPr>
            <p:grpSpPr>
              <a:xfrm rot="3051436">
                <a:off x="5913356" y="2180261"/>
                <a:ext cx="561266" cy="1692526"/>
                <a:chOff x="3254442" y="2847789"/>
                <a:chExt cx="678900" cy="2068116"/>
              </a:xfrm>
              <a:grpFill/>
            </p:grpSpPr>
            <p:grpSp>
              <p:nvGrpSpPr>
                <p:cNvPr id="1061" name="Grupo 1060">
                  <a:extLst>
                    <a:ext uri="{FF2B5EF4-FFF2-40B4-BE49-F238E27FC236}">
                      <a16:creationId xmlns:a16="http://schemas.microsoft.com/office/drawing/2014/main" id="{2EE34C43-8973-6A7E-1FA4-7E567DE7F61C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  <a:grpFill/>
              </p:grpSpPr>
              <p:grpSp>
                <p:nvGrpSpPr>
                  <p:cNvPr id="1068" name="Grupo 1067">
                    <a:extLst>
                      <a:ext uri="{FF2B5EF4-FFF2-40B4-BE49-F238E27FC236}">
                        <a16:creationId xmlns:a16="http://schemas.microsoft.com/office/drawing/2014/main" id="{F68A374D-11FB-B4DF-C833-CCC76E59FA9D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  <a:grpFill/>
                </p:grpSpPr>
                <p:sp>
                  <p:nvSpPr>
                    <p:cNvPr id="1071" name="Rectángulo: esquinas redondeadas 1070">
                      <a:extLst>
                        <a:ext uri="{FF2B5EF4-FFF2-40B4-BE49-F238E27FC236}">
                          <a16:creationId xmlns:a16="http://schemas.microsoft.com/office/drawing/2014/main" id="{E524DBD7-ED79-7942-F7B6-03C1EF517160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72" name="Rectángulo: esquinas redondeadas 1071">
                      <a:extLst>
                        <a:ext uri="{FF2B5EF4-FFF2-40B4-BE49-F238E27FC236}">
                          <a16:creationId xmlns:a16="http://schemas.microsoft.com/office/drawing/2014/main" id="{566DBE48-5958-53B4-7D58-885C695ADD39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69" name="Rectángulo 1068">
                    <a:extLst>
                      <a:ext uri="{FF2B5EF4-FFF2-40B4-BE49-F238E27FC236}">
                        <a16:creationId xmlns:a16="http://schemas.microsoft.com/office/drawing/2014/main" id="{FE0C1116-B087-4226-8B0D-10E77F4B01B2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1070" name="Rectángulo 1069">
                    <a:extLst>
                      <a:ext uri="{FF2B5EF4-FFF2-40B4-BE49-F238E27FC236}">
                        <a16:creationId xmlns:a16="http://schemas.microsoft.com/office/drawing/2014/main" id="{016AA6DC-AE7E-F59B-58B7-3246204D28C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062" name="Grupo 1061">
                  <a:extLst>
                    <a:ext uri="{FF2B5EF4-FFF2-40B4-BE49-F238E27FC236}">
                      <a16:creationId xmlns:a16="http://schemas.microsoft.com/office/drawing/2014/main" id="{D3C7B6A6-0C0B-8090-DF9D-987F20F4EF3E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1063" name="Grupo 1062">
                    <a:extLst>
                      <a:ext uri="{FF2B5EF4-FFF2-40B4-BE49-F238E27FC236}">
                        <a16:creationId xmlns:a16="http://schemas.microsoft.com/office/drawing/2014/main" id="{D1BD48F3-30D4-DBC8-B7D1-2BDF6945E905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1066" name="Rectángulo: esquinas redondeadas 1065">
                      <a:extLst>
                        <a:ext uri="{FF2B5EF4-FFF2-40B4-BE49-F238E27FC236}">
                          <a16:creationId xmlns:a16="http://schemas.microsoft.com/office/drawing/2014/main" id="{25211658-2A65-42E9-519E-2546991F89A1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67" name="Rectángulo: esquinas redondeadas 1066">
                      <a:extLst>
                        <a:ext uri="{FF2B5EF4-FFF2-40B4-BE49-F238E27FC236}">
                          <a16:creationId xmlns:a16="http://schemas.microsoft.com/office/drawing/2014/main" id="{D2F7A06F-553E-0C2E-EBE2-7FBF37BE54C2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064" name="Rectángulo 1063">
                    <a:extLst>
                      <a:ext uri="{FF2B5EF4-FFF2-40B4-BE49-F238E27FC236}">
                        <a16:creationId xmlns:a16="http://schemas.microsoft.com/office/drawing/2014/main" id="{5253835E-2248-1E60-4191-0FF6F6637904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1065" name="Rectángulo 1064">
                    <a:extLst>
                      <a:ext uri="{FF2B5EF4-FFF2-40B4-BE49-F238E27FC236}">
                        <a16:creationId xmlns:a16="http://schemas.microsoft.com/office/drawing/2014/main" id="{E2833D84-F68E-C7B3-9AC5-59110F7A487F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004" name="Grupo 1003">
                <a:extLst>
                  <a:ext uri="{FF2B5EF4-FFF2-40B4-BE49-F238E27FC236}">
                    <a16:creationId xmlns:a16="http://schemas.microsoft.com/office/drawing/2014/main" id="{DF33C748-5E81-B26B-6105-357063D01056}"/>
                  </a:ext>
                </a:extLst>
              </p:cNvPr>
              <p:cNvGrpSpPr/>
              <p:nvPr/>
            </p:nvGrpSpPr>
            <p:grpSpPr>
              <a:xfrm rot="3051436">
                <a:off x="5417611" y="1584687"/>
                <a:ext cx="566675" cy="1691800"/>
                <a:chOff x="2374194" y="2848341"/>
                <a:chExt cx="685443" cy="2067229"/>
              </a:xfrm>
              <a:grpFill/>
            </p:grpSpPr>
            <p:grpSp>
              <p:nvGrpSpPr>
                <p:cNvPr id="1049" name="Grupo 1048">
                  <a:extLst>
                    <a:ext uri="{FF2B5EF4-FFF2-40B4-BE49-F238E27FC236}">
                      <a16:creationId xmlns:a16="http://schemas.microsoft.com/office/drawing/2014/main" id="{DB0A822F-1909-4EF8-D913-B474671C01F4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  <a:grpFill/>
              </p:grpSpPr>
              <p:grpSp>
                <p:nvGrpSpPr>
                  <p:cNvPr id="1056" name="Grupo 1055">
                    <a:extLst>
                      <a:ext uri="{FF2B5EF4-FFF2-40B4-BE49-F238E27FC236}">
                        <a16:creationId xmlns:a16="http://schemas.microsoft.com/office/drawing/2014/main" id="{6911EB04-4506-5C06-C8A5-E0A40351CE68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  <a:grpFill/>
                </p:grpSpPr>
                <p:sp>
                  <p:nvSpPr>
                    <p:cNvPr id="1059" name="Rectángulo: esquinas redondeadas 1058">
                      <a:extLst>
                        <a:ext uri="{FF2B5EF4-FFF2-40B4-BE49-F238E27FC236}">
                          <a16:creationId xmlns:a16="http://schemas.microsoft.com/office/drawing/2014/main" id="{D0E0BFA8-A93A-05B7-8C4B-53579F7735A1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60" name="Rectángulo: esquinas redondeadas 1059">
                      <a:extLst>
                        <a:ext uri="{FF2B5EF4-FFF2-40B4-BE49-F238E27FC236}">
                          <a16:creationId xmlns:a16="http://schemas.microsoft.com/office/drawing/2014/main" id="{2EC6F01C-9990-D21B-FC6A-7F93F45CF173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57" name="Rectángulo 1056">
                    <a:extLst>
                      <a:ext uri="{FF2B5EF4-FFF2-40B4-BE49-F238E27FC236}">
                        <a16:creationId xmlns:a16="http://schemas.microsoft.com/office/drawing/2014/main" id="{1C792A5A-6C67-794C-1D88-5E3F9D0ABC75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058" name="Rectángulo 1057">
                    <a:extLst>
                      <a:ext uri="{FF2B5EF4-FFF2-40B4-BE49-F238E27FC236}">
                        <a16:creationId xmlns:a16="http://schemas.microsoft.com/office/drawing/2014/main" id="{C3BF915B-B4E1-A536-56D7-98B8CFC4CDF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050" name="Grupo 1049">
                  <a:extLst>
                    <a:ext uri="{FF2B5EF4-FFF2-40B4-BE49-F238E27FC236}">
                      <a16:creationId xmlns:a16="http://schemas.microsoft.com/office/drawing/2014/main" id="{C1A60DFC-AC58-B768-F39B-417CEF5E041C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1051" name="Grupo 1050">
                    <a:extLst>
                      <a:ext uri="{FF2B5EF4-FFF2-40B4-BE49-F238E27FC236}">
                        <a16:creationId xmlns:a16="http://schemas.microsoft.com/office/drawing/2014/main" id="{04F41620-7DA5-6086-850B-EB7A2518F297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1054" name="Rectángulo: esquinas redondeadas 1053">
                      <a:extLst>
                        <a:ext uri="{FF2B5EF4-FFF2-40B4-BE49-F238E27FC236}">
                          <a16:creationId xmlns:a16="http://schemas.microsoft.com/office/drawing/2014/main" id="{1F2A4C51-F078-01F5-930C-FE9B28329E3C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55" name="Rectángulo: esquinas redondeadas 1054">
                      <a:extLst>
                        <a:ext uri="{FF2B5EF4-FFF2-40B4-BE49-F238E27FC236}">
                          <a16:creationId xmlns:a16="http://schemas.microsoft.com/office/drawing/2014/main" id="{0E9FEE94-9E93-EA89-66E0-44BE4193C250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052" name="Rectángulo 1051">
                    <a:extLst>
                      <a:ext uri="{FF2B5EF4-FFF2-40B4-BE49-F238E27FC236}">
                        <a16:creationId xmlns:a16="http://schemas.microsoft.com/office/drawing/2014/main" id="{CD492544-963F-5262-5D38-01CFF258C939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053" name="Rectángulo 1052">
                    <a:extLst>
                      <a:ext uri="{FF2B5EF4-FFF2-40B4-BE49-F238E27FC236}">
                        <a16:creationId xmlns:a16="http://schemas.microsoft.com/office/drawing/2014/main" id="{36D26482-7037-7DD2-4B95-05252E870767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006" name="Grupo 1005">
                <a:extLst>
                  <a:ext uri="{FF2B5EF4-FFF2-40B4-BE49-F238E27FC236}">
                    <a16:creationId xmlns:a16="http://schemas.microsoft.com/office/drawing/2014/main" id="{B8D3F262-3279-E675-F53D-7C16881A99A1}"/>
                  </a:ext>
                </a:extLst>
              </p:cNvPr>
              <p:cNvGrpSpPr/>
              <p:nvPr/>
            </p:nvGrpSpPr>
            <p:grpSpPr>
              <a:xfrm rot="3051436">
                <a:off x="5913696" y="1542867"/>
                <a:ext cx="796825" cy="1722615"/>
                <a:chOff x="5775707" y="2428623"/>
                <a:chExt cx="778396" cy="1666542"/>
              </a:xfrm>
              <a:grpFill/>
            </p:grpSpPr>
            <p:grpSp>
              <p:nvGrpSpPr>
                <p:cNvPr id="1028" name="Grupo 1027">
                  <a:extLst>
                    <a:ext uri="{FF2B5EF4-FFF2-40B4-BE49-F238E27FC236}">
                      <a16:creationId xmlns:a16="http://schemas.microsoft.com/office/drawing/2014/main" id="{582345DE-9CB9-35D3-A320-DD6B0BA5D88B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  <a:grpFill/>
              </p:grpSpPr>
              <p:grpSp>
                <p:nvGrpSpPr>
                  <p:cNvPr id="1030" name="Grupo 1029">
                    <a:extLst>
                      <a:ext uri="{FF2B5EF4-FFF2-40B4-BE49-F238E27FC236}">
                        <a16:creationId xmlns:a16="http://schemas.microsoft.com/office/drawing/2014/main" id="{C5FED0DC-6D31-CFC0-C3B3-A3CEC69C37AE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grpFill/>
                </p:grpSpPr>
                <p:sp>
                  <p:nvSpPr>
                    <p:cNvPr id="1045" name="Elipse 1044">
                      <a:extLst>
                        <a:ext uri="{FF2B5EF4-FFF2-40B4-BE49-F238E27FC236}">
                          <a16:creationId xmlns:a16="http://schemas.microsoft.com/office/drawing/2014/main" id="{899D1522-A58D-D139-8F29-746147E1E7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1046" name="Grupo 1045">
                      <a:extLst>
                        <a:ext uri="{FF2B5EF4-FFF2-40B4-BE49-F238E27FC236}">
                          <a16:creationId xmlns:a16="http://schemas.microsoft.com/office/drawing/2014/main" id="{FD23FF8B-ED9E-D31D-7EEE-E2C3455E5A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1047" name="Rectángulo 1046">
                        <a:extLst>
                          <a:ext uri="{FF2B5EF4-FFF2-40B4-BE49-F238E27FC236}">
                            <a16:creationId xmlns:a16="http://schemas.microsoft.com/office/drawing/2014/main" id="{615642E8-741E-4427-DCE6-EB30138EEA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48" name="Rectángulo 1047">
                        <a:extLst>
                          <a:ext uri="{FF2B5EF4-FFF2-40B4-BE49-F238E27FC236}">
                            <a16:creationId xmlns:a16="http://schemas.microsoft.com/office/drawing/2014/main" id="{21AB0758-6D23-116A-68D9-FD0CB0D02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1031" name="Grupo 1030">
                    <a:extLst>
                      <a:ext uri="{FF2B5EF4-FFF2-40B4-BE49-F238E27FC236}">
                        <a16:creationId xmlns:a16="http://schemas.microsoft.com/office/drawing/2014/main" id="{4B572A06-7BA3-3869-5EF7-8EA1064F216C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  <a:grpFill/>
                </p:grpSpPr>
                <p:grpSp>
                  <p:nvGrpSpPr>
                    <p:cNvPr id="1032" name="Grupo 1031">
                      <a:extLst>
                        <a:ext uri="{FF2B5EF4-FFF2-40B4-BE49-F238E27FC236}">
                          <a16:creationId xmlns:a16="http://schemas.microsoft.com/office/drawing/2014/main" id="{0225976A-8144-178E-E7D9-9CFA9836CD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1037" name="Grupo 1036">
                        <a:extLst>
                          <a:ext uri="{FF2B5EF4-FFF2-40B4-BE49-F238E27FC236}">
                            <a16:creationId xmlns:a16="http://schemas.microsoft.com/office/drawing/2014/main" id="{66720180-FC91-D528-6CA3-94A15432720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  <a:grpFill/>
                    </p:grpSpPr>
                    <p:sp>
                      <p:nvSpPr>
                        <p:cNvPr id="1042" name="Rectángulo 1041">
                          <a:extLst>
                            <a:ext uri="{FF2B5EF4-FFF2-40B4-BE49-F238E27FC236}">
                              <a16:creationId xmlns:a16="http://schemas.microsoft.com/office/drawing/2014/main" id="{553FB687-F25F-D407-27E8-BF3ACB9679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43" name="Rectángulo 1042">
                          <a:extLst>
                            <a:ext uri="{FF2B5EF4-FFF2-40B4-BE49-F238E27FC236}">
                              <a16:creationId xmlns:a16="http://schemas.microsoft.com/office/drawing/2014/main" id="{C323EDF8-AB52-831A-DB06-B38B604F41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44" name="Marco 1043">
                          <a:extLst>
                            <a:ext uri="{FF2B5EF4-FFF2-40B4-BE49-F238E27FC236}">
                              <a16:creationId xmlns:a16="http://schemas.microsoft.com/office/drawing/2014/main" id="{938343E3-9D4A-AA0B-D2CA-A0890F177C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1038" name="Grupo 1037">
                        <a:extLst>
                          <a:ext uri="{FF2B5EF4-FFF2-40B4-BE49-F238E27FC236}">
                            <a16:creationId xmlns:a16="http://schemas.microsoft.com/office/drawing/2014/main" id="{C223E381-78E5-EAF8-E787-C65A735A54A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  <a:grpFill/>
                    </p:grpSpPr>
                    <p:sp>
                      <p:nvSpPr>
                        <p:cNvPr id="1039" name="Rectángulo 1038">
                          <a:extLst>
                            <a:ext uri="{FF2B5EF4-FFF2-40B4-BE49-F238E27FC236}">
                              <a16:creationId xmlns:a16="http://schemas.microsoft.com/office/drawing/2014/main" id="{9CE4C6A6-BD91-8398-5B2B-AAAD8131753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40" name="Rectángulo 1039">
                          <a:extLst>
                            <a:ext uri="{FF2B5EF4-FFF2-40B4-BE49-F238E27FC236}">
                              <a16:creationId xmlns:a16="http://schemas.microsoft.com/office/drawing/2014/main" id="{00AB067E-E0CD-9E39-C435-C38012B1B2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41" name="Rectángulo 1040">
                          <a:extLst>
                            <a:ext uri="{FF2B5EF4-FFF2-40B4-BE49-F238E27FC236}">
                              <a16:creationId xmlns:a16="http://schemas.microsoft.com/office/drawing/2014/main" id="{67CA3B71-7B87-CA21-D6D1-95CE34E2445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1033" name="Grupo 1032">
                      <a:extLst>
                        <a:ext uri="{FF2B5EF4-FFF2-40B4-BE49-F238E27FC236}">
                          <a16:creationId xmlns:a16="http://schemas.microsoft.com/office/drawing/2014/main" id="{72C64D92-7CD7-E0CF-FDD3-EC5DBFC6B5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  <a:grpFill/>
                  </p:grpSpPr>
                  <p:sp>
                    <p:nvSpPr>
                      <p:cNvPr id="1034" name="Rectángulo 1033">
                        <a:extLst>
                          <a:ext uri="{FF2B5EF4-FFF2-40B4-BE49-F238E27FC236}">
                            <a16:creationId xmlns:a16="http://schemas.microsoft.com/office/drawing/2014/main" id="{28C4827D-ADD7-E184-E4D2-B2AE650815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35" name="Rectángulo 1034">
                        <a:extLst>
                          <a:ext uri="{FF2B5EF4-FFF2-40B4-BE49-F238E27FC236}">
                            <a16:creationId xmlns:a16="http://schemas.microsoft.com/office/drawing/2014/main" id="{B4FB8560-74AD-DD80-B254-65B72B2E55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36" name="Rectángulo 1035">
                        <a:extLst>
                          <a:ext uri="{FF2B5EF4-FFF2-40B4-BE49-F238E27FC236}">
                            <a16:creationId xmlns:a16="http://schemas.microsoft.com/office/drawing/2014/main" id="{12EEC621-E6B1-420C-1064-713196B65B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1029" name="Rectángulo 1028">
                  <a:extLst>
                    <a:ext uri="{FF2B5EF4-FFF2-40B4-BE49-F238E27FC236}">
                      <a16:creationId xmlns:a16="http://schemas.microsoft.com/office/drawing/2014/main" id="{D2721668-9091-1D5A-3226-FF51410E5217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007" name="Grupo 1006">
                <a:extLst>
                  <a:ext uri="{FF2B5EF4-FFF2-40B4-BE49-F238E27FC236}">
                    <a16:creationId xmlns:a16="http://schemas.microsoft.com/office/drawing/2014/main" id="{06452692-737F-A3FC-FE3A-03EECF71FEE5}"/>
                  </a:ext>
                </a:extLst>
              </p:cNvPr>
              <p:cNvGrpSpPr/>
              <p:nvPr/>
            </p:nvGrpSpPr>
            <p:grpSpPr>
              <a:xfrm rot="3051436">
                <a:off x="5355038" y="2801840"/>
                <a:ext cx="796736" cy="112283"/>
                <a:chOff x="2676060" y="4093308"/>
                <a:chExt cx="963722" cy="137200"/>
              </a:xfrm>
              <a:grpFill/>
            </p:grpSpPr>
            <p:sp>
              <p:nvSpPr>
                <p:cNvPr id="1023" name="Rectángulo 1022">
                  <a:extLst>
                    <a:ext uri="{FF2B5EF4-FFF2-40B4-BE49-F238E27FC236}">
                      <a16:creationId xmlns:a16="http://schemas.microsoft.com/office/drawing/2014/main" id="{28F40B97-34A7-334A-7722-4EA9D5004DF0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7" name="Grupo 836">
                  <a:extLst>
                    <a:ext uri="{FF2B5EF4-FFF2-40B4-BE49-F238E27FC236}">
                      <a16:creationId xmlns:a16="http://schemas.microsoft.com/office/drawing/2014/main" id="{34769352-37F6-29E6-F603-ED82D5786A74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  <a:grpFill/>
              </p:grpSpPr>
              <p:grpSp>
                <p:nvGrpSpPr>
                  <p:cNvPr id="838" name="Grupo 837">
                    <a:extLst>
                      <a:ext uri="{FF2B5EF4-FFF2-40B4-BE49-F238E27FC236}">
                        <a16:creationId xmlns:a16="http://schemas.microsoft.com/office/drawing/2014/main" id="{D2926F7C-C95F-0D4C-B3A3-689EF3F78FFB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  <a:grpFill/>
                </p:grpSpPr>
                <p:sp>
                  <p:nvSpPr>
                    <p:cNvPr id="1025" name="Rectángulo 1024">
                      <a:extLst>
                        <a:ext uri="{FF2B5EF4-FFF2-40B4-BE49-F238E27FC236}">
                          <a16:creationId xmlns:a16="http://schemas.microsoft.com/office/drawing/2014/main" id="{AA1244DD-2110-3CD6-ED1E-89DDBA67BA1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26" name="Elipse 1025">
                      <a:extLst>
                        <a:ext uri="{FF2B5EF4-FFF2-40B4-BE49-F238E27FC236}">
                          <a16:creationId xmlns:a16="http://schemas.microsoft.com/office/drawing/2014/main" id="{DECB7A5E-9CAA-88F5-5F42-2FEA554169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27" name="Elipse 1026">
                      <a:extLst>
                        <a:ext uri="{FF2B5EF4-FFF2-40B4-BE49-F238E27FC236}">
                          <a16:creationId xmlns:a16="http://schemas.microsoft.com/office/drawing/2014/main" id="{1520068C-A93D-38AA-FD0D-2E58852DF7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24" name="Rectángulo 1023">
                    <a:extLst>
                      <a:ext uri="{FF2B5EF4-FFF2-40B4-BE49-F238E27FC236}">
                        <a16:creationId xmlns:a16="http://schemas.microsoft.com/office/drawing/2014/main" id="{37E0722B-CE75-3F0D-8C63-7F19CEDAF46D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008" name="Grupo 1007">
                <a:extLst>
                  <a:ext uri="{FF2B5EF4-FFF2-40B4-BE49-F238E27FC236}">
                    <a16:creationId xmlns:a16="http://schemas.microsoft.com/office/drawing/2014/main" id="{AA4FD9BF-B73D-2A11-C3BD-EC73170EB149}"/>
                  </a:ext>
                </a:extLst>
              </p:cNvPr>
              <p:cNvGrpSpPr/>
              <p:nvPr/>
            </p:nvGrpSpPr>
            <p:grpSpPr>
              <a:xfrm rot="300000">
                <a:off x="6748426" y="1368326"/>
                <a:ext cx="1318435" cy="1266043"/>
                <a:chOff x="6641702" y="1526452"/>
                <a:chExt cx="1318435" cy="1266043"/>
              </a:xfrm>
              <a:grpFill/>
            </p:grpSpPr>
            <p:grpSp>
              <p:nvGrpSpPr>
                <p:cNvPr id="1009" name="Grupo 1008">
                  <a:extLst>
                    <a:ext uri="{FF2B5EF4-FFF2-40B4-BE49-F238E27FC236}">
                      <a16:creationId xmlns:a16="http://schemas.microsoft.com/office/drawing/2014/main" id="{9D67FD78-3D82-C4B0-AE88-9DC3D55D8283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  <a:grpFill/>
              </p:grpSpPr>
              <p:grpSp>
                <p:nvGrpSpPr>
                  <p:cNvPr id="1011" name="Grupo 1010">
                    <a:extLst>
                      <a:ext uri="{FF2B5EF4-FFF2-40B4-BE49-F238E27FC236}">
                        <a16:creationId xmlns:a16="http://schemas.microsoft.com/office/drawing/2014/main" id="{387BE042-87AF-A7D4-77AF-55FC25D795DD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  <a:grpFill/>
                </p:grpSpPr>
                <p:grpSp>
                  <p:nvGrpSpPr>
                    <p:cNvPr id="1013" name="Grupo 1012">
                      <a:extLst>
                        <a:ext uri="{FF2B5EF4-FFF2-40B4-BE49-F238E27FC236}">
                          <a16:creationId xmlns:a16="http://schemas.microsoft.com/office/drawing/2014/main" id="{4BE87384-1A27-0DE8-E35C-6088611B2E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  <a:grpFill/>
                  </p:grpSpPr>
                  <p:grpSp>
                    <p:nvGrpSpPr>
                      <p:cNvPr id="1015" name="Grupo 1014">
                        <a:extLst>
                          <a:ext uri="{FF2B5EF4-FFF2-40B4-BE49-F238E27FC236}">
                            <a16:creationId xmlns:a16="http://schemas.microsoft.com/office/drawing/2014/main" id="{53EAFE7E-92E0-324D-F380-804B14ABA8D5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  <a:grpFill/>
                    </p:grpSpPr>
                    <p:grpSp>
                      <p:nvGrpSpPr>
                        <p:cNvPr id="1017" name="Grupo 1016">
                          <a:extLst>
                            <a:ext uri="{FF2B5EF4-FFF2-40B4-BE49-F238E27FC236}">
                              <a16:creationId xmlns:a16="http://schemas.microsoft.com/office/drawing/2014/main" id="{E54A400C-771C-0EE1-59AD-9A3E6673C4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grpFill/>
                      </p:grpSpPr>
                      <p:grpSp>
                        <p:nvGrpSpPr>
                          <p:cNvPr id="1019" name="Grupo 1018">
                            <a:extLst>
                              <a:ext uri="{FF2B5EF4-FFF2-40B4-BE49-F238E27FC236}">
                                <a16:creationId xmlns:a16="http://schemas.microsoft.com/office/drawing/2014/main" id="{46818688-7690-3105-0F46-C97E5CE22EE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1021" name="Elipse 1020">
                              <a:extLst>
                                <a:ext uri="{FF2B5EF4-FFF2-40B4-BE49-F238E27FC236}">
                                  <a16:creationId xmlns:a16="http://schemas.microsoft.com/office/drawing/2014/main" id="{76AC3C48-DACF-219D-6E06-F918EE338F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22" name="Diagrama de flujo: operación manual 1021">
                              <a:extLst>
                                <a:ext uri="{FF2B5EF4-FFF2-40B4-BE49-F238E27FC236}">
                                  <a16:creationId xmlns:a16="http://schemas.microsoft.com/office/drawing/2014/main" id="{794E1D91-B12E-FAAF-BE73-2E153140FE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1020" name="Elipse 1019">
                            <a:extLst>
                              <a:ext uri="{FF2B5EF4-FFF2-40B4-BE49-F238E27FC236}">
                                <a16:creationId xmlns:a16="http://schemas.microsoft.com/office/drawing/2014/main" id="{5F9543C9-4145-64BC-F965-E72CD1E2B02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1018" name="Diagrama de flujo: operación manual 1017">
                          <a:extLst>
                            <a:ext uri="{FF2B5EF4-FFF2-40B4-BE49-F238E27FC236}">
                              <a16:creationId xmlns:a16="http://schemas.microsoft.com/office/drawing/2014/main" id="{5777BC3E-55AC-EC02-7E7C-D43E3CAECE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16" name="Elipse 1015">
                        <a:extLst>
                          <a:ext uri="{FF2B5EF4-FFF2-40B4-BE49-F238E27FC236}">
                            <a16:creationId xmlns:a16="http://schemas.microsoft.com/office/drawing/2014/main" id="{32E365D1-6A00-7CB7-91DB-280A02675B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14" name="Elipse 1013">
                      <a:extLst>
                        <a:ext uri="{FF2B5EF4-FFF2-40B4-BE49-F238E27FC236}">
                          <a16:creationId xmlns:a16="http://schemas.microsoft.com/office/drawing/2014/main" id="{5C244E5A-AF36-80A0-26D9-A2070AF377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12" name="Elipse 1011">
                    <a:extLst>
                      <a:ext uri="{FF2B5EF4-FFF2-40B4-BE49-F238E27FC236}">
                        <a16:creationId xmlns:a16="http://schemas.microsoft.com/office/drawing/2014/main" id="{99804A91-03F8-2A15-CFCF-08EC3BA20E1F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010" name="Elipse 1009">
                  <a:extLst>
                    <a:ext uri="{FF2B5EF4-FFF2-40B4-BE49-F238E27FC236}">
                      <a16:creationId xmlns:a16="http://schemas.microsoft.com/office/drawing/2014/main" id="{FC461734-AFA5-B4DB-F2EC-791E92AEB9A7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sp>
        <p:nvSpPr>
          <p:cNvPr id="1083" name="Subtítulo 2">
            <a:extLst>
              <a:ext uri="{FF2B5EF4-FFF2-40B4-BE49-F238E27FC236}">
                <a16:creationId xmlns:a16="http://schemas.microsoft.com/office/drawing/2014/main" id="{99B681CF-52AE-19D8-6D4A-60DAF7381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1084" name="Cerrar llave 1083">
            <a:extLst>
              <a:ext uri="{FF2B5EF4-FFF2-40B4-BE49-F238E27FC236}">
                <a16:creationId xmlns:a16="http://schemas.microsoft.com/office/drawing/2014/main" id="{DEB2E448-E8AC-8719-A428-71445665C0FB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85" name="CuadroTexto 1084">
            <a:extLst>
              <a:ext uri="{FF2B5EF4-FFF2-40B4-BE49-F238E27FC236}">
                <a16:creationId xmlns:a16="http://schemas.microsoft.com/office/drawing/2014/main" id="{C4E4E252-D574-FD39-DBE2-6F6219E318DF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213767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6" dur="1000" fill="hold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rupo 980">
            <a:extLst>
              <a:ext uri="{FF2B5EF4-FFF2-40B4-BE49-F238E27FC236}">
                <a16:creationId xmlns:a16="http://schemas.microsoft.com/office/drawing/2014/main" id="{C29165CC-20CA-0B15-0303-E0A8BB2EB4A1}"/>
              </a:ext>
            </a:extLst>
          </p:cNvPr>
          <p:cNvGrpSpPr/>
          <p:nvPr/>
        </p:nvGrpSpPr>
        <p:grpSpPr>
          <a:xfrm>
            <a:off x="4825149" y="686995"/>
            <a:ext cx="3942684" cy="2475186"/>
            <a:chOff x="4825149" y="686995"/>
            <a:chExt cx="3942684" cy="2475186"/>
          </a:xfrm>
        </p:grpSpPr>
        <p:grpSp>
          <p:nvGrpSpPr>
            <p:cNvPr id="923" name="Grupo 922">
              <a:extLst>
                <a:ext uri="{FF2B5EF4-FFF2-40B4-BE49-F238E27FC236}">
                  <a16:creationId xmlns:a16="http://schemas.microsoft.com/office/drawing/2014/main" id="{E0C499D9-A6A4-FD63-1EEC-1A81C74B168E}"/>
                </a:ext>
              </a:extLst>
            </p:cNvPr>
            <p:cNvGrpSpPr/>
            <p:nvPr/>
          </p:nvGrpSpPr>
          <p:grpSpPr>
            <a:xfrm>
              <a:off x="4825149" y="1873449"/>
              <a:ext cx="2318343" cy="1288732"/>
              <a:chOff x="4825149" y="1873449"/>
              <a:chExt cx="2318343" cy="1288732"/>
            </a:xfrm>
          </p:grpSpPr>
          <p:grpSp>
            <p:nvGrpSpPr>
              <p:cNvPr id="841" name="Grupo 840">
                <a:extLst>
                  <a:ext uri="{FF2B5EF4-FFF2-40B4-BE49-F238E27FC236}">
                    <a16:creationId xmlns:a16="http://schemas.microsoft.com/office/drawing/2014/main" id="{D9DDC6D9-73DE-E959-9F4C-F5B0D4EB5F5B}"/>
                  </a:ext>
                </a:extLst>
              </p:cNvPr>
              <p:cNvGrpSpPr/>
              <p:nvPr/>
            </p:nvGrpSpPr>
            <p:grpSpPr>
              <a:xfrm rot="3351436">
                <a:off x="5829641" y="2035285"/>
                <a:ext cx="561266" cy="1692526"/>
                <a:chOff x="3254442" y="2847789"/>
                <a:chExt cx="678900" cy="2068116"/>
              </a:xfrm>
            </p:grpSpPr>
            <p:grpSp>
              <p:nvGrpSpPr>
                <p:cNvPr id="842" name="Grupo 841">
                  <a:extLst>
                    <a:ext uri="{FF2B5EF4-FFF2-40B4-BE49-F238E27FC236}">
                      <a16:creationId xmlns:a16="http://schemas.microsoft.com/office/drawing/2014/main" id="{4919ED69-D5ED-209F-DEEB-3A039F9C5B34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</p:grpSpPr>
              <p:grpSp>
                <p:nvGrpSpPr>
                  <p:cNvPr id="849" name="Grupo 848">
                    <a:extLst>
                      <a:ext uri="{FF2B5EF4-FFF2-40B4-BE49-F238E27FC236}">
                        <a16:creationId xmlns:a16="http://schemas.microsoft.com/office/drawing/2014/main" id="{3890B03B-E776-70DC-1152-45F3E7943FBA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</p:grpSpPr>
                <p:sp>
                  <p:nvSpPr>
                    <p:cNvPr id="852" name="Rectángulo: esquinas redondeadas 851">
                      <a:extLst>
                        <a:ext uri="{FF2B5EF4-FFF2-40B4-BE49-F238E27FC236}">
                          <a16:creationId xmlns:a16="http://schemas.microsoft.com/office/drawing/2014/main" id="{3B3700F9-100C-7F2B-773A-2DA56AA9E7DB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53" name="Rectángulo: esquinas redondeadas 852">
                      <a:extLst>
                        <a:ext uri="{FF2B5EF4-FFF2-40B4-BE49-F238E27FC236}">
                          <a16:creationId xmlns:a16="http://schemas.microsoft.com/office/drawing/2014/main" id="{DF71C5E9-0414-3C06-E8FB-326A0A70F847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50" name="Rectángulo 849">
                    <a:extLst>
                      <a:ext uri="{FF2B5EF4-FFF2-40B4-BE49-F238E27FC236}">
                        <a16:creationId xmlns:a16="http://schemas.microsoft.com/office/drawing/2014/main" id="{2523DA7C-FA11-FC50-4253-9A815BBBA92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51" name="Rectángulo 850">
                    <a:extLst>
                      <a:ext uri="{FF2B5EF4-FFF2-40B4-BE49-F238E27FC236}">
                        <a16:creationId xmlns:a16="http://schemas.microsoft.com/office/drawing/2014/main" id="{8C4F1E82-D799-E441-FAC6-661626BA70B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43" name="Grupo 842">
                  <a:extLst>
                    <a:ext uri="{FF2B5EF4-FFF2-40B4-BE49-F238E27FC236}">
                      <a16:creationId xmlns:a16="http://schemas.microsoft.com/office/drawing/2014/main" id="{7232DB06-1880-278D-BE96-C3517799FB19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844" name="Grupo 843">
                    <a:extLst>
                      <a:ext uri="{FF2B5EF4-FFF2-40B4-BE49-F238E27FC236}">
                        <a16:creationId xmlns:a16="http://schemas.microsoft.com/office/drawing/2014/main" id="{E8E49B0E-5137-E143-3231-50DC76EDBCBB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847" name="Rectángulo: esquinas redondeadas 846">
                      <a:extLst>
                        <a:ext uri="{FF2B5EF4-FFF2-40B4-BE49-F238E27FC236}">
                          <a16:creationId xmlns:a16="http://schemas.microsoft.com/office/drawing/2014/main" id="{2CA194D1-8345-ABC0-0B02-D88075957F69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48" name="Rectángulo: esquinas redondeadas 847">
                      <a:extLst>
                        <a:ext uri="{FF2B5EF4-FFF2-40B4-BE49-F238E27FC236}">
                          <a16:creationId xmlns:a16="http://schemas.microsoft.com/office/drawing/2014/main" id="{936CD3CA-3BD1-A4A3-736C-47D2CA78EB2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845" name="Rectángulo 844">
                    <a:extLst>
                      <a:ext uri="{FF2B5EF4-FFF2-40B4-BE49-F238E27FC236}">
                        <a16:creationId xmlns:a16="http://schemas.microsoft.com/office/drawing/2014/main" id="{8DCE7112-1614-A621-45A8-A8DB678AFF65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46" name="Rectángulo 845">
                    <a:extLst>
                      <a:ext uri="{FF2B5EF4-FFF2-40B4-BE49-F238E27FC236}">
                        <a16:creationId xmlns:a16="http://schemas.microsoft.com/office/drawing/2014/main" id="{6237AF90-8141-438B-9343-6B8D9E9970A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54" name="Grupo 853">
                <a:extLst>
                  <a:ext uri="{FF2B5EF4-FFF2-40B4-BE49-F238E27FC236}">
                    <a16:creationId xmlns:a16="http://schemas.microsoft.com/office/drawing/2014/main" id="{8EB67329-46BF-3700-7759-658F0BCA2BAE}"/>
                  </a:ext>
                </a:extLst>
              </p:cNvPr>
              <p:cNvGrpSpPr/>
              <p:nvPr/>
            </p:nvGrpSpPr>
            <p:grpSpPr>
              <a:xfrm rot="3351436">
                <a:off x="5387711" y="1399008"/>
                <a:ext cx="566675" cy="1691800"/>
                <a:chOff x="2374194" y="2848341"/>
                <a:chExt cx="685443" cy="2067229"/>
              </a:xfrm>
            </p:grpSpPr>
            <p:grpSp>
              <p:nvGrpSpPr>
                <p:cNvPr id="855" name="Grupo 854">
                  <a:extLst>
                    <a:ext uri="{FF2B5EF4-FFF2-40B4-BE49-F238E27FC236}">
                      <a16:creationId xmlns:a16="http://schemas.microsoft.com/office/drawing/2014/main" id="{361DA476-6DBC-5610-6694-0AF5DB1A5179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</p:grpSpPr>
              <p:grpSp>
                <p:nvGrpSpPr>
                  <p:cNvPr id="862" name="Grupo 861">
                    <a:extLst>
                      <a:ext uri="{FF2B5EF4-FFF2-40B4-BE49-F238E27FC236}">
                        <a16:creationId xmlns:a16="http://schemas.microsoft.com/office/drawing/2014/main" id="{324FFB59-F8AC-7D5C-C868-107A9F4DE1DA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</p:grpSpPr>
                <p:sp>
                  <p:nvSpPr>
                    <p:cNvPr id="865" name="Rectángulo: esquinas redondeadas 864">
                      <a:extLst>
                        <a:ext uri="{FF2B5EF4-FFF2-40B4-BE49-F238E27FC236}">
                          <a16:creationId xmlns:a16="http://schemas.microsoft.com/office/drawing/2014/main" id="{1B38A9C1-B204-BC2F-77EA-722D3E6C872E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66" name="Rectángulo: esquinas redondeadas 865">
                      <a:extLst>
                        <a:ext uri="{FF2B5EF4-FFF2-40B4-BE49-F238E27FC236}">
                          <a16:creationId xmlns:a16="http://schemas.microsoft.com/office/drawing/2014/main" id="{A8C09095-9EC0-747F-6CDF-775CC4C2856A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63" name="Rectángulo 862">
                    <a:extLst>
                      <a:ext uri="{FF2B5EF4-FFF2-40B4-BE49-F238E27FC236}">
                        <a16:creationId xmlns:a16="http://schemas.microsoft.com/office/drawing/2014/main" id="{C5E5D33A-583B-28A9-4F11-6B54A10C5F9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64" name="Rectángulo 863">
                    <a:extLst>
                      <a:ext uri="{FF2B5EF4-FFF2-40B4-BE49-F238E27FC236}">
                        <a16:creationId xmlns:a16="http://schemas.microsoft.com/office/drawing/2014/main" id="{BBB82A62-8751-273A-06C8-BA0FB9B6058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56" name="Grupo 855">
                  <a:extLst>
                    <a:ext uri="{FF2B5EF4-FFF2-40B4-BE49-F238E27FC236}">
                      <a16:creationId xmlns:a16="http://schemas.microsoft.com/office/drawing/2014/main" id="{57559A35-22EC-8E90-EF9E-1AF519DDACA7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857" name="Grupo 856">
                    <a:extLst>
                      <a:ext uri="{FF2B5EF4-FFF2-40B4-BE49-F238E27FC236}">
                        <a16:creationId xmlns:a16="http://schemas.microsoft.com/office/drawing/2014/main" id="{31271C57-1257-47EF-DB8A-203C59DF103C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860" name="Rectángulo: esquinas redondeadas 859">
                      <a:extLst>
                        <a:ext uri="{FF2B5EF4-FFF2-40B4-BE49-F238E27FC236}">
                          <a16:creationId xmlns:a16="http://schemas.microsoft.com/office/drawing/2014/main" id="{54D9EDD3-3CE2-DA86-415F-32171CF0635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61" name="Rectángulo: esquinas redondeadas 860">
                      <a:extLst>
                        <a:ext uri="{FF2B5EF4-FFF2-40B4-BE49-F238E27FC236}">
                          <a16:creationId xmlns:a16="http://schemas.microsoft.com/office/drawing/2014/main" id="{F73D1033-D2D0-1BBC-886C-8381BF91C5D7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858" name="Rectángulo 857">
                    <a:extLst>
                      <a:ext uri="{FF2B5EF4-FFF2-40B4-BE49-F238E27FC236}">
                        <a16:creationId xmlns:a16="http://schemas.microsoft.com/office/drawing/2014/main" id="{3B36E284-015C-5FE1-D659-04FFF8C3A92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59" name="Rectángulo 858">
                    <a:extLst>
                      <a:ext uri="{FF2B5EF4-FFF2-40B4-BE49-F238E27FC236}">
                        <a16:creationId xmlns:a16="http://schemas.microsoft.com/office/drawing/2014/main" id="{9F0C438F-0560-791F-BC52-6C76AEF28E6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67" name="Grupo 866">
                <a:extLst>
                  <a:ext uri="{FF2B5EF4-FFF2-40B4-BE49-F238E27FC236}">
                    <a16:creationId xmlns:a16="http://schemas.microsoft.com/office/drawing/2014/main" id="{EF8369D1-7579-337D-9CD7-6F0C0EDDA214}"/>
                  </a:ext>
                </a:extLst>
              </p:cNvPr>
              <p:cNvGrpSpPr/>
              <p:nvPr/>
            </p:nvGrpSpPr>
            <p:grpSpPr>
              <a:xfrm rot="3351436">
                <a:off x="5883772" y="1410554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868" name="Grupo 867">
                  <a:extLst>
                    <a:ext uri="{FF2B5EF4-FFF2-40B4-BE49-F238E27FC236}">
                      <a16:creationId xmlns:a16="http://schemas.microsoft.com/office/drawing/2014/main" id="{2DBA7776-9C9A-DB1E-5C8C-038AB6BC1F7D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870" name="Grupo 869">
                    <a:extLst>
                      <a:ext uri="{FF2B5EF4-FFF2-40B4-BE49-F238E27FC236}">
                        <a16:creationId xmlns:a16="http://schemas.microsoft.com/office/drawing/2014/main" id="{729E40D2-BA2F-D20F-0A3A-BF3363714269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solidFill>
                    <a:schemeClr val="tx1">
                      <a:lumMod val="75000"/>
                      <a:lumOff val="25000"/>
                    </a:schemeClr>
                  </a:solidFill>
                </p:grpSpPr>
                <p:sp>
                  <p:nvSpPr>
                    <p:cNvPr id="885" name="Elipse 884">
                      <a:extLst>
                        <a:ext uri="{FF2B5EF4-FFF2-40B4-BE49-F238E27FC236}">
                          <a16:creationId xmlns:a16="http://schemas.microsoft.com/office/drawing/2014/main" id="{637232DF-BE17-2B70-3C4B-B8AB61D18A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886" name="Grupo 885">
                      <a:extLst>
                        <a:ext uri="{FF2B5EF4-FFF2-40B4-BE49-F238E27FC236}">
                          <a16:creationId xmlns:a16="http://schemas.microsoft.com/office/drawing/2014/main" id="{51C6636B-40BE-557A-4BF2-33530A3BE6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887" name="Rectángulo 886">
                        <a:extLst>
                          <a:ext uri="{FF2B5EF4-FFF2-40B4-BE49-F238E27FC236}">
                            <a16:creationId xmlns:a16="http://schemas.microsoft.com/office/drawing/2014/main" id="{AEF80D92-AB5F-3103-D67B-748B069D7C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88" name="Rectángulo 887">
                        <a:extLst>
                          <a:ext uri="{FF2B5EF4-FFF2-40B4-BE49-F238E27FC236}">
                            <a16:creationId xmlns:a16="http://schemas.microsoft.com/office/drawing/2014/main" id="{1493D0B3-A2A3-BD1F-2B3D-28CB4357F0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871" name="Grupo 870">
                    <a:extLst>
                      <a:ext uri="{FF2B5EF4-FFF2-40B4-BE49-F238E27FC236}">
                        <a16:creationId xmlns:a16="http://schemas.microsoft.com/office/drawing/2014/main" id="{37EA1586-238D-47FE-D3A2-0BB614B41671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872" name="Grupo 871">
                      <a:extLst>
                        <a:ext uri="{FF2B5EF4-FFF2-40B4-BE49-F238E27FC236}">
                          <a16:creationId xmlns:a16="http://schemas.microsoft.com/office/drawing/2014/main" id="{E81F671D-DED7-2010-6F68-16D5A539DD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877" name="Grupo 876">
                        <a:extLst>
                          <a:ext uri="{FF2B5EF4-FFF2-40B4-BE49-F238E27FC236}">
                            <a16:creationId xmlns:a16="http://schemas.microsoft.com/office/drawing/2014/main" id="{D57331C4-319C-5E53-91D5-C4F79E16588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882" name="Rectángulo 881">
                          <a:extLst>
                            <a:ext uri="{FF2B5EF4-FFF2-40B4-BE49-F238E27FC236}">
                              <a16:creationId xmlns:a16="http://schemas.microsoft.com/office/drawing/2014/main" id="{8C6A9630-D134-7392-572B-CE2E93F2C6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883" name="Rectángulo 882">
                          <a:extLst>
                            <a:ext uri="{FF2B5EF4-FFF2-40B4-BE49-F238E27FC236}">
                              <a16:creationId xmlns:a16="http://schemas.microsoft.com/office/drawing/2014/main" id="{761C7C54-E275-953E-57D9-B6A606AB00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4" name="Marco 883">
                          <a:extLst>
                            <a:ext uri="{FF2B5EF4-FFF2-40B4-BE49-F238E27FC236}">
                              <a16:creationId xmlns:a16="http://schemas.microsoft.com/office/drawing/2014/main" id="{49436C43-E95B-32A6-80C4-9718EEE8F99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878" name="Grupo 877">
                        <a:extLst>
                          <a:ext uri="{FF2B5EF4-FFF2-40B4-BE49-F238E27FC236}">
                            <a16:creationId xmlns:a16="http://schemas.microsoft.com/office/drawing/2014/main" id="{1BC6CDDB-1E83-9BCC-FE1A-68CF008AC7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879" name="Rectángulo 878">
                          <a:extLst>
                            <a:ext uri="{FF2B5EF4-FFF2-40B4-BE49-F238E27FC236}">
                              <a16:creationId xmlns:a16="http://schemas.microsoft.com/office/drawing/2014/main" id="{E227108F-B0A6-CAE3-161C-0334925C9FA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0" name="Rectángulo 879">
                          <a:extLst>
                            <a:ext uri="{FF2B5EF4-FFF2-40B4-BE49-F238E27FC236}">
                              <a16:creationId xmlns:a16="http://schemas.microsoft.com/office/drawing/2014/main" id="{2FF8C2F9-4976-1E2D-F80B-DD004C56BB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1" name="Rectángulo 880">
                          <a:extLst>
                            <a:ext uri="{FF2B5EF4-FFF2-40B4-BE49-F238E27FC236}">
                              <a16:creationId xmlns:a16="http://schemas.microsoft.com/office/drawing/2014/main" id="{055E6257-0991-7F2B-B458-5E7B362E2F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873" name="Grupo 872">
                      <a:extLst>
                        <a:ext uri="{FF2B5EF4-FFF2-40B4-BE49-F238E27FC236}">
                          <a16:creationId xmlns:a16="http://schemas.microsoft.com/office/drawing/2014/main" id="{2D9A4E33-73DF-423E-98C9-B95CFF40D7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874" name="Rectángulo 873">
                        <a:extLst>
                          <a:ext uri="{FF2B5EF4-FFF2-40B4-BE49-F238E27FC236}">
                            <a16:creationId xmlns:a16="http://schemas.microsoft.com/office/drawing/2014/main" id="{C4A12EA1-BF97-EA99-0FF9-44D90C129B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75" name="Rectángulo 874">
                        <a:extLst>
                          <a:ext uri="{FF2B5EF4-FFF2-40B4-BE49-F238E27FC236}">
                            <a16:creationId xmlns:a16="http://schemas.microsoft.com/office/drawing/2014/main" id="{CD1FF0B8-D2CE-D960-8FB2-384A107237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76" name="Rectángulo 875">
                        <a:extLst>
                          <a:ext uri="{FF2B5EF4-FFF2-40B4-BE49-F238E27FC236}">
                            <a16:creationId xmlns:a16="http://schemas.microsoft.com/office/drawing/2014/main" id="{BE746120-F626-C2D8-EDE4-E16295F68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869" name="Rectángulo 868">
                  <a:extLst>
                    <a:ext uri="{FF2B5EF4-FFF2-40B4-BE49-F238E27FC236}">
                      <a16:creationId xmlns:a16="http://schemas.microsoft.com/office/drawing/2014/main" id="{A03D4235-CED9-01E1-4DC0-BEBDB0A9A7DA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pattFill prst="wdDnDiag">
                  <a:fgClr>
                    <a:schemeClr val="bg1"/>
                  </a:fgClr>
                  <a:bgClr>
                    <a:schemeClr val="bg1">
                      <a:lumMod val="65000"/>
                    </a:schemeClr>
                  </a:bgClr>
                </a:patt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889" name="Grupo 888">
                <a:extLst>
                  <a:ext uri="{FF2B5EF4-FFF2-40B4-BE49-F238E27FC236}">
                    <a16:creationId xmlns:a16="http://schemas.microsoft.com/office/drawing/2014/main" id="{05E8A3BC-C02D-A2C8-25CE-9DDF2E1BA795}"/>
                  </a:ext>
                </a:extLst>
              </p:cNvPr>
              <p:cNvGrpSpPr/>
              <p:nvPr/>
            </p:nvGrpSpPr>
            <p:grpSpPr>
              <a:xfrm rot="3351436">
                <a:off x="5287689" y="2619106"/>
                <a:ext cx="796736" cy="112283"/>
                <a:chOff x="2676060" y="4093308"/>
                <a:chExt cx="963722" cy="137200"/>
              </a:xfrm>
            </p:grpSpPr>
            <p:sp>
              <p:nvSpPr>
                <p:cNvPr id="890" name="Rectángulo 889">
                  <a:extLst>
                    <a:ext uri="{FF2B5EF4-FFF2-40B4-BE49-F238E27FC236}">
                      <a16:creationId xmlns:a16="http://schemas.microsoft.com/office/drawing/2014/main" id="{E6C2FF31-114B-796A-F420-6B1F0E035031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91" name="Grupo 890">
                  <a:extLst>
                    <a:ext uri="{FF2B5EF4-FFF2-40B4-BE49-F238E27FC236}">
                      <a16:creationId xmlns:a16="http://schemas.microsoft.com/office/drawing/2014/main" id="{7F2725B3-561B-530C-2B5C-5495D239F465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</p:grpSpPr>
              <p:grpSp>
                <p:nvGrpSpPr>
                  <p:cNvPr id="892" name="Grupo 891">
                    <a:extLst>
                      <a:ext uri="{FF2B5EF4-FFF2-40B4-BE49-F238E27FC236}">
                        <a16:creationId xmlns:a16="http://schemas.microsoft.com/office/drawing/2014/main" id="{B7278BDC-C4C4-43CA-97D5-76DAFDBC10E4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</p:grpSpPr>
                <p:sp>
                  <p:nvSpPr>
                    <p:cNvPr id="894" name="Rectángulo 893">
                      <a:extLst>
                        <a:ext uri="{FF2B5EF4-FFF2-40B4-BE49-F238E27FC236}">
                          <a16:creationId xmlns:a16="http://schemas.microsoft.com/office/drawing/2014/main" id="{4AD962AE-D26E-773E-B320-2ABDB974A6F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5" name="Elipse 894">
                      <a:extLst>
                        <a:ext uri="{FF2B5EF4-FFF2-40B4-BE49-F238E27FC236}">
                          <a16:creationId xmlns:a16="http://schemas.microsoft.com/office/drawing/2014/main" id="{0699BA9D-01C6-340F-8402-5CF07DB401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6" name="Elipse 895">
                      <a:extLst>
                        <a:ext uri="{FF2B5EF4-FFF2-40B4-BE49-F238E27FC236}">
                          <a16:creationId xmlns:a16="http://schemas.microsoft.com/office/drawing/2014/main" id="{C9D24C8D-8F6A-8FB8-FED4-7739B45951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93" name="Rectángulo 892">
                    <a:extLst>
                      <a:ext uri="{FF2B5EF4-FFF2-40B4-BE49-F238E27FC236}">
                        <a16:creationId xmlns:a16="http://schemas.microsoft.com/office/drawing/2014/main" id="{4D0417F7-BB54-C999-61DA-31E4A4915A0B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  <p:grpSp>
          <p:nvGrpSpPr>
            <p:cNvPr id="924" name="Grupo 923">
              <a:extLst>
                <a:ext uri="{FF2B5EF4-FFF2-40B4-BE49-F238E27FC236}">
                  <a16:creationId xmlns:a16="http://schemas.microsoft.com/office/drawing/2014/main" id="{066F7681-F86B-7AFB-11DA-87B30D0911F6}"/>
                </a:ext>
              </a:extLst>
            </p:cNvPr>
            <p:cNvGrpSpPr/>
            <p:nvPr/>
          </p:nvGrpSpPr>
          <p:grpSpPr>
            <a:xfrm flipH="1" flipV="1">
              <a:off x="6449490" y="686995"/>
              <a:ext cx="2318343" cy="1288732"/>
              <a:chOff x="4825149" y="1873449"/>
              <a:chExt cx="2318343" cy="1288732"/>
            </a:xfrm>
            <a:noFill/>
          </p:grpSpPr>
          <p:grpSp>
            <p:nvGrpSpPr>
              <p:cNvPr id="925" name="Grupo 924">
                <a:extLst>
                  <a:ext uri="{FF2B5EF4-FFF2-40B4-BE49-F238E27FC236}">
                    <a16:creationId xmlns:a16="http://schemas.microsoft.com/office/drawing/2014/main" id="{EE1980F1-6AE5-E709-F109-FABFE4B57627}"/>
                  </a:ext>
                </a:extLst>
              </p:cNvPr>
              <p:cNvGrpSpPr/>
              <p:nvPr/>
            </p:nvGrpSpPr>
            <p:grpSpPr>
              <a:xfrm rot="3351436">
                <a:off x="5829641" y="2035285"/>
                <a:ext cx="561266" cy="1692526"/>
                <a:chOff x="3254442" y="2847789"/>
                <a:chExt cx="678900" cy="2068116"/>
              </a:xfrm>
              <a:grpFill/>
            </p:grpSpPr>
            <p:grpSp>
              <p:nvGrpSpPr>
                <p:cNvPr id="969" name="Grupo 968">
                  <a:extLst>
                    <a:ext uri="{FF2B5EF4-FFF2-40B4-BE49-F238E27FC236}">
                      <a16:creationId xmlns:a16="http://schemas.microsoft.com/office/drawing/2014/main" id="{64726E77-9E7E-20DD-8E00-1F9702A7C9FE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  <a:grpFill/>
              </p:grpSpPr>
              <p:grpSp>
                <p:nvGrpSpPr>
                  <p:cNvPr id="976" name="Grupo 975">
                    <a:extLst>
                      <a:ext uri="{FF2B5EF4-FFF2-40B4-BE49-F238E27FC236}">
                        <a16:creationId xmlns:a16="http://schemas.microsoft.com/office/drawing/2014/main" id="{FEBB44D2-46DA-5304-471E-A94C35E62E69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  <a:grpFill/>
                </p:grpSpPr>
                <p:sp>
                  <p:nvSpPr>
                    <p:cNvPr id="979" name="Rectángulo: esquinas redondeadas 978">
                      <a:extLst>
                        <a:ext uri="{FF2B5EF4-FFF2-40B4-BE49-F238E27FC236}">
                          <a16:creationId xmlns:a16="http://schemas.microsoft.com/office/drawing/2014/main" id="{0117969A-3587-45A0-7EEF-E1FF0ADE33BF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80" name="Rectángulo: esquinas redondeadas 979">
                      <a:extLst>
                        <a:ext uri="{FF2B5EF4-FFF2-40B4-BE49-F238E27FC236}">
                          <a16:creationId xmlns:a16="http://schemas.microsoft.com/office/drawing/2014/main" id="{A87613B0-2CF9-6C5D-F224-21E81F1DAFD2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77" name="Rectángulo 976">
                    <a:extLst>
                      <a:ext uri="{FF2B5EF4-FFF2-40B4-BE49-F238E27FC236}">
                        <a16:creationId xmlns:a16="http://schemas.microsoft.com/office/drawing/2014/main" id="{CE26D34B-6D90-49B4-D522-38ADB115301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78" name="Rectángulo 977">
                    <a:extLst>
                      <a:ext uri="{FF2B5EF4-FFF2-40B4-BE49-F238E27FC236}">
                        <a16:creationId xmlns:a16="http://schemas.microsoft.com/office/drawing/2014/main" id="{3F1E4406-B627-98B1-8A5F-A3751DB6D347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70" name="Grupo 969">
                  <a:extLst>
                    <a:ext uri="{FF2B5EF4-FFF2-40B4-BE49-F238E27FC236}">
                      <a16:creationId xmlns:a16="http://schemas.microsoft.com/office/drawing/2014/main" id="{11A675B4-BE17-7FBF-A09A-F994C5EBBFDC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971" name="Grupo 970">
                    <a:extLst>
                      <a:ext uri="{FF2B5EF4-FFF2-40B4-BE49-F238E27FC236}">
                        <a16:creationId xmlns:a16="http://schemas.microsoft.com/office/drawing/2014/main" id="{FBE44B1A-13FA-3F30-C324-0C31F8A8B1B7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974" name="Rectángulo: esquinas redondeadas 973">
                      <a:extLst>
                        <a:ext uri="{FF2B5EF4-FFF2-40B4-BE49-F238E27FC236}">
                          <a16:creationId xmlns:a16="http://schemas.microsoft.com/office/drawing/2014/main" id="{8985CF91-B26D-5A5D-720E-3413348447BF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75" name="Rectángulo: esquinas redondeadas 974">
                      <a:extLst>
                        <a:ext uri="{FF2B5EF4-FFF2-40B4-BE49-F238E27FC236}">
                          <a16:creationId xmlns:a16="http://schemas.microsoft.com/office/drawing/2014/main" id="{87C1966D-8A0E-E90F-9043-BDD673A0C5C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972" name="Rectángulo 971">
                    <a:extLst>
                      <a:ext uri="{FF2B5EF4-FFF2-40B4-BE49-F238E27FC236}">
                        <a16:creationId xmlns:a16="http://schemas.microsoft.com/office/drawing/2014/main" id="{9D0C64A6-FD17-BE33-E9EA-923D885A150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73" name="Rectángulo 972">
                    <a:extLst>
                      <a:ext uri="{FF2B5EF4-FFF2-40B4-BE49-F238E27FC236}">
                        <a16:creationId xmlns:a16="http://schemas.microsoft.com/office/drawing/2014/main" id="{52875EF2-ACFA-519E-9F64-361C3F2FBC0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926" name="Grupo 925">
                <a:extLst>
                  <a:ext uri="{FF2B5EF4-FFF2-40B4-BE49-F238E27FC236}">
                    <a16:creationId xmlns:a16="http://schemas.microsoft.com/office/drawing/2014/main" id="{0112E59E-EAE7-67B7-E5F8-79FD056764F1}"/>
                  </a:ext>
                </a:extLst>
              </p:cNvPr>
              <p:cNvGrpSpPr/>
              <p:nvPr/>
            </p:nvGrpSpPr>
            <p:grpSpPr>
              <a:xfrm rot="3351436">
                <a:off x="5387711" y="1399008"/>
                <a:ext cx="566675" cy="1691800"/>
                <a:chOff x="2374194" y="2848341"/>
                <a:chExt cx="685443" cy="2067229"/>
              </a:xfrm>
              <a:grpFill/>
            </p:grpSpPr>
            <p:grpSp>
              <p:nvGrpSpPr>
                <p:cNvPr id="957" name="Grupo 956">
                  <a:extLst>
                    <a:ext uri="{FF2B5EF4-FFF2-40B4-BE49-F238E27FC236}">
                      <a16:creationId xmlns:a16="http://schemas.microsoft.com/office/drawing/2014/main" id="{721F9BD6-519B-06E7-E4D8-A448F581BB3E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  <a:grpFill/>
              </p:grpSpPr>
              <p:grpSp>
                <p:nvGrpSpPr>
                  <p:cNvPr id="964" name="Grupo 963">
                    <a:extLst>
                      <a:ext uri="{FF2B5EF4-FFF2-40B4-BE49-F238E27FC236}">
                        <a16:creationId xmlns:a16="http://schemas.microsoft.com/office/drawing/2014/main" id="{2C6EADAA-5C0F-09C8-D39D-F455AFC28565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  <a:grpFill/>
                </p:grpSpPr>
                <p:sp>
                  <p:nvSpPr>
                    <p:cNvPr id="967" name="Rectángulo: esquinas redondeadas 966">
                      <a:extLst>
                        <a:ext uri="{FF2B5EF4-FFF2-40B4-BE49-F238E27FC236}">
                          <a16:creationId xmlns:a16="http://schemas.microsoft.com/office/drawing/2014/main" id="{23197729-90A6-1927-3002-EFE777C8CB72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68" name="Rectángulo: esquinas redondeadas 967">
                      <a:extLst>
                        <a:ext uri="{FF2B5EF4-FFF2-40B4-BE49-F238E27FC236}">
                          <a16:creationId xmlns:a16="http://schemas.microsoft.com/office/drawing/2014/main" id="{28A1C20B-A298-700C-C4FA-6AEB945BC3FB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65" name="Rectángulo 964">
                    <a:extLst>
                      <a:ext uri="{FF2B5EF4-FFF2-40B4-BE49-F238E27FC236}">
                        <a16:creationId xmlns:a16="http://schemas.microsoft.com/office/drawing/2014/main" id="{8E489A1B-AB40-6BA1-405C-67ED0EC09DE5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66" name="Rectángulo 965">
                    <a:extLst>
                      <a:ext uri="{FF2B5EF4-FFF2-40B4-BE49-F238E27FC236}">
                        <a16:creationId xmlns:a16="http://schemas.microsoft.com/office/drawing/2014/main" id="{0E718882-F97A-CD52-F4B5-A09EAEFFC1CC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58" name="Grupo 957">
                  <a:extLst>
                    <a:ext uri="{FF2B5EF4-FFF2-40B4-BE49-F238E27FC236}">
                      <a16:creationId xmlns:a16="http://schemas.microsoft.com/office/drawing/2014/main" id="{8DBFF845-AAB9-09A7-9C8D-6E22B024C3F9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959" name="Grupo 958">
                    <a:extLst>
                      <a:ext uri="{FF2B5EF4-FFF2-40B4-BE49-F238E27FC236}">
                        <a16:creationId xmlns:a16="http://schemas.microsoft.com/office/drawing/2014/main" id="{F43E0560-CBCC-20CF-B8B8-E84568EEE0F4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962" name="Rectángulo: esquinas redondeadas 961">
                      <a:extLst>
                        <a:ext uri="{FF2B5EF4-FFF2-40B4-BE49-F238E27FC236}">
                          <a16:creationId xmlns:a16="http://schemas.microsoft.com/office/drawing/2014/main" id="{CCD5B391-BA16-1ABC-8C4C-76A29E4A24DF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63" name="Rectángulo: esquinas redondeadas 962">
                      <a:extLst>
                        <a:ext uri="{FF2B5EF4-FFF2-40B4-BE49-F238E27FC236}">
                          <a16:creationId xmlns:a16="http://schemas.microsoft.com/office/drawing/2014/main" id="{58C95A4F-650E-C3EB-72AD-ABF5B4E303F8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960" name="Rectángulo 959">
                    <a:extLst>
                      <a:ext uri="{FF2B5EF4-FFF2-40B4-BE49-F238E27FC236}">
                        <a16:creationId xmlns:a16="http://schemas.microsoft.com/office/drawing/2014/main" id="{191E2F22-C4F5-E89D-AE20-DC99C9CD53B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61" name="Rectángulo 960">
                    <a:extLst>
                      <a:ext uri="{FF2B5EF4-FFF2-40B4-BE49-F238E27FC236}">
                        <a16:creationId xmlns:a16="http://schemas.microsoft.com/office/drawing/2014/main" id="{A6DCCC4F-B0FE-D99B-9028-2870290D1230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927" name="Grupo 926">
                <a:extLst>
                  <a:ext uri="{FF2B5EF4-FFF2-40B4-BE49-F238E27FC236}">
                    <a16:creationId xmlns:a16="http://schemas.microsoft.com/office/drawing/2014/main" id="{CD5A632C-5D1F-5133-55D4-546EF1B19123}"/>
                  </a:ext>
                </a:extLst>
              </p:cNvPr>
              <p:cNvGrpSpPr/>
              <p:nvPr/>
            </p:nvGrpSpPr>
            <p:grpSpPr>
              <a:xfrm rot="3351436">
                <a:off x="5883772" y="1410554"/>
                <a:ext cx="796825" cy="1722615"/>
                <a:chOff x="5775707" y="2428623"/>
                <a:chExt cx="778396" cy="1666542"/>
              </a:xfrm>
              <a:grpFill/>
            </p:grpSpPr>
            <p:grpSp>
              <p:nvGrpSpPr>
                <p:cNvPr id="936" name="Grupo 935">
                  <a:extLst>
                    <a:ext uri="{FF2B5EF4-FFF2-40B4-BE49-F238E27FC236}">
                      <a16:creationId xmlns:a16="http://schemas.microsoft.com/office/drawing/2014/main" id="{7CEDE0BB-6641-CE2D-4EE7-551619E96AC3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  <a:grpFill/>
              </p:grpSpPr>
              <p:grpSp>
                <p:nvGrpSpPr>
                  <p:cNvPr id="938" name="Grupo 937">
                    <a:extLst>
                      <a:ext uri="{FF2B5EF4-FFF2-40B4-BE49-F238E27FC236}">
                        <a16:creationId xmlns:a16="http://schemas.microsoft.com/office/drawing/2014/main" id="{FE4EAB2A-8258-10C8-16FD-7669080FF727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grpFill/>
                </p:grpSpPr>
                <p:sp>
                  <p:nvSpPr>
                    <p:cNvPr id="953" name="Elipse 952">
                      <a:extLst>
                        <a:ext uri="{FF2B5EF4-FFF2-40B4-BE49-F238E27FC236}">
                          <a16:creationId xmlns:a16="http://schemas.microsoft.com/office/drawing/2014/main" id="{BABB3C7C-6A4A-D338-46DD-3782D0EE30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954" name="Grupo 953">
                      <a:extLst>
                        <a:ext uri="{FF2B5EF4-FFF2-40B4-BE49-F238E27FC236}">
                          <a16:creationId xmlns:a16="http://schemas.microsoft.com/office/drawing/2014/main" id="{47346E74-ECBD-F227-11DB-E9FD719B66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955" name="Rectángulo 954">
                        <a:extLst>
                          <a:ext uri="{FF2B5EF4-FFF2-40B4-BE49-F238E27FC236}">
                            <a16:creationId xmlns:a16="http://schemas.microsoft.com/office/drawing/2014/main" id="{269AB936-B378-3494-C397-AAF913441D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56" name="Rectángulo 955">
                        <a:extLst>
                          <a:ext uri="{FF2B5EF4-FFF2-40B4-BE49-F238E27FC236}">
                            <a16:creationId xmlns:a16="http://schemas.microsoft.com/office/drawing/2014/main" id="{F3F820A9-3CF0-8C88-0230-55644BB346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939" name="Grupo 938">
                    <a:extLst>
                      <a:ext uri="{FF2B5EF4-FFF2-40B4-BE49-F238E27FC236}">
                        <a16:creationId xmlns:a16="http://schemas.microsoft.com/office/drawing/2014/main" id="{11941347-7989-3337-C821-6883E0C3F220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  <a:grpFill/>
                </p:grpSpPr>
                <p:grpSp>
                  <p:nvGrpSpPr>
                    <p:cNvPr id="940" name="Grupo 939">
                      <a:extLst>
                        <a:ext uri="{FF2B5EF4-FFF2-40B4-BE49-F238E27FC236}">
                          <a16:creationId xmlns:a16="http://schemas.microsoft.com/office/drawing/2014/main" id="{0AC36830-9FE1-3CF3-CE98-1407CE177F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945" name="Grupo 944">
                        <a:extLst>
                          <a:ext uri="{FF2B5EF4-FFF2-40B4-BE49-F238E27FC236}">
                            <a16:creationId xmlns:a16="http://schemas.microsoft.com/office/drawing/2014/main" id="{E889FD4F-A3AF-4259-381D-71FE0DEA7C9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  <a:grpFill/>
                    </p:grpSpPr>
                    <p:sp>
                      <p:nvSpPr>
                        <p:cNvPr id="950" name="Rectángulo 949">
                          <a:extLst>
                            <a:ext uri="{FF2B5EF4-FFF2-40B4-BE49-F238E27FC236}">
                              <a16:creationId xmlns:a16="http://schemas.microsoft.com/office/drawing/2014/main" id="{7224796C-73D7-8C9F-F1C8-8FB12C9682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51" name="Rectángulo 950">
                          <a:extLst>
                            <a:ext uri="{FF2B5EF4-FFF2-40B4-BE49-F238E27FC236}">
                              <a16:creationId xmlns:a16="http://schemas.microsoft.com/office/drawing/2014/main" id="{4BDFABB5-8337-23BE-E081-7B255280E0D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52" name="Marco 951">
                          <a:extLst>
                            <a:ext uri="{FF2B5EF4-FFF2-40B4-BE49-F238E27FC236}">
                              <a16:creationId xmlns:a16="http://schemas.microsoft.com/office/drawing/2014/main" id="{580BAFE1-4175-6435-79E0-0F30646DCCF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946" name="Grupo 945">
                        <a:extLst>
                          <a:ext uri="{FF2B5EF4-FFF2-40B4-BE49-F238E27FC236}">
                            <a16:creationId xmlns:a16="http://schemas.microsoft.com/office/drawing/2014/main" id="{61F906A8-7385-E2B4-06E2-FA358041AFF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  <a:grpFill/>
                    </p:grpSpPr>
                    <p:sp>
                      <p:nvSpPr>
                        <p:cNvPr id="947" name="Rectángulo 946">
                          <a:extLst>
                            <a:ext uri="{FF2B5EF4-FFF2-40B4-BE49-F238E27FC236}">
                              <a16:creationId xmlns:a16="http://schemas.microsoft.com/office/drawing/2014/main" id="{CDCE2856-8882-FF47-EB15-BEC1CF4DD0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48" name="Rectángulo 947">
                          <a:extLst>
                            <a:ext uri="{FF2B5EF4-FFF2-40B4-BE49-F238E27FC236}">
                              <a16:creationId xmlns:a16="http://schemas.microsoft.com/office/drawing/2014/main" id="{538EDFA3-5061-C626-CF21-A23EAC3E5E1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49" name="Rectángulo 948">
                          <a:extLst>
                            <a:ext uri="{FF2B5EF4-FFF2-40B4-BE49-F238E27FC236}">
                              <a16:creationId xmlns:a16="http://schemas.microsoft.com/office/drawing/2014/main" id="{3E6871FF-55C5-2EC0-946B-632EDEF70E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941" name="Grupo 940">
                      <a:extLst>
                        <a:ext uri="{FF2B5EF4-FFF2-40B4-BE49-F238E27FC236}">
                          <a16:creationId xmlns:a16="http://schemas.microsoft.com/office/drawing/2014/main" id="{CF4D6433-FB95-A6CE-4AB1-1DCE37FD38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  <a:grpFill/>
                  </p:grpSpPr>
                  <p:sp>
                    <p:nvSpPr>
                      <p:cNvPr id="942" name="Rectángulo 941">
                        <a:extLst>
                          <a:ext uri="{FF2B5EF4-FFF2-40B4-BE49-F238E27FC236}">
                            <a16:creationId xmlns:a16="http://schemas.microsoft.com/office/drawing/2014/main" id="{7F5A02DD-0587-D7D9-04DE-BE866EBAFE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943" name="Rectángulo 942">
                        <a:extLst>
                          <a:ext uri="{FF2B5EF4-FFF2-40B4-BE49-F238E27FC236}">
                            <a16:creationId xmlns:a16="http://schemas.microsoft.com/office/drawing/2014/main" id="{ACE11DF9-FB85-550C-E199-2510729ED1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44" name="Rectángulo 943">
                        <a:extLst>
                          <a:ext uri="{FF2B5EF4-FFF2-40B4-BE49-F238E27FC236}">
                            <a16:creationId xmlns:a16="http://schemas.microsoft.com/office/drawing/2014/main" id="{25DC37EB-6785-E0FE-E5B3-ED717039B4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937" name="Rectángulo 936">
                  <a:extLst>
                    <a:ext uri="{FF2B5EF4-FFF2-40B4-BE49-F238E27FC236}">
                      <a16:creationId xmlns:a16="http://schemas.microsoft.com/office/drawing/2014/main" id="{6C3AFB84-9DD5-AA85-A0A5-6D37A9523414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928" name="Grupo 927">
                <a:extLst>
                  <a:ext uri="{FF2B5EF4-FFF2-40B4-BE49-F238E27FC236}">
                    <a16:creationId xmlns:a16="http://schemas.microsoft.com/office/drawing/2014/main" id="{686FC2FF-5F9E-872F-B15A-064B23621BCF}"/>
                  </a:ext>
                </a:extLst>
              </p:cNvPr>
              <p:cNvGrpSpPr/>
              <p:nvPr/>
            </p:nvGrpSpPr>
            <p:grpSpPr>
              <a:xfrm rot="3351436">
                <a:off x="5287689" y="2619106"/>
                <a:ext cx="796736" cy="112283"/>
                <a:chOff x="2676060" y="4093308"/>
                <a:chExt cx="963722" cy="137200"/>
              </a:xfrm>
              <a:grpFill/>
            </p:grpSpPr>
            <p:sp>
              <p:nvSpPr>
                <p:cNvPr id="929" name="Rectángulo 928">
                  <a:extLst>
                    <a:ext uri="{FF2B5EF4-FFF2-40B4-BE49-F238E27FC236}">
                      <a16:creationId xmlns:a16="http://schemas.microsoft.com/office/drawing/2014/main" id="{9C5DA418-C3AC-E41A-8C08-FCED5E6F8F8C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930" name="Grupo 929">
                  <a:extLst>
                    <a:ext uri="{FF2B5EF4-FFF2-40B4-BE49-F238E27FC236}">
                      <a16:creationId xmlns:a16="http://schemas.microsoft.com/office/drawing/2014/main" id="{6AC80BD8-EB4C-7ADA-3307-8D413D6BF9AA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  <a:grpFill/>
              </p:grpSpPr>
              <p:grpSp>
                <p:nvGrpSpPr>
                  <p:cNvPr id="931" name="Grupo 930">
                    <a:extLst>
                      <a:ext uri="{FF2B5EF4-FFF2-40B4-BE49-F238E27FC236}">
                        <a16:creationId xmlns:a16="http://schemas.microsoft.com/office/drawing/2014/main" id="{EB4A1846-F946-970F-5ECD-658FA46D5539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  <a:grpFill/>
                </p:grpSpPr>
                <p:sp>
                  <p:nvSpPr>
                    <p:cNvPr id="933" name="Rectángulo 932">
                      <a:extLst>
                        <a:ext uri="{FF2B5EF4-FFF2-40B4-BE49-F238E27FC236}">
                          <a16:creationId xmlns:a16="http://schemas.microsoft.com/office/drawing/2014/main" id="{B254CA12-44CD-BC08-F231-0F904AC0485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934" name="Elipse 933">
                      <a:extLst>
                        <a:ext uri="{FF2B5EF4-FFF2-40B4-BE49-F238E27FC236}">
                          <a16:creationId xmlns:a16="http://schemas.microsoft.com/office/drawing/2014/main" id="{BD8C4450-6C74-B7B6-A92C-B031D2FB86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935" name="Elipse 934">
                      <a:extLst>
                        <a:ext uri="{FF2B5EF4-FFF2-40B4-BE49-F238E27FC236}">
                          <a16:creationId xmlns:a16="http://schemas.microsoft.com/office/drawing/2014/main" id="{2D3F7A70-DA01-3F2E-9B7A-0ABF7B0FF6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32" name="Rectángulo 931">
                    <a:extLst>
                      <a:ext uri="{FF2B5EF4-FFF2-40B4-BE49-F238E27FC236}">
                        <a16:creationId xmlns:a16="http://schemas.microsoft.com/office/drawing/2014/main" id="{0A82D776-BEFE-D93F-CD7B-647C56D61E83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ABE0E64-0000-D8E4-7B2B-1E4CE5CE7925}"/>
              </a:ext>
            </a:extLst>
          </p:cNvPr>
          <p:cNvGrpSpPr/>
          <p:nvPr/>
        </p:nvGrpSpPr>
        <p:grpSpPr>
          <a:xfrm rot="297357">
            <a:off x="7452980" y="1750589"/>
            <a:ext cx="2288079" cy="2013940"/>
            <a:chOff x="5734796" y="1871886"/>
            <a:chExt cx="2288079" cy="201394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A51EEE2-064A-76DC-382F-90096D01D6DB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08" name="Grupo 707">
                <a:extLst>
                  <a:ext uri="{FF2B5EF4-FFF2-40B4-BE49-F238E27FC236}">
                    <a16:creationId xmlns:a16="http://schemas.microsoft.com/office/drawing/2014/main" id="{BFD73A20-1643-C5F1-93E3-BFC2CAF110B6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10" name="Elipse 709">
                  <a:extLst>
                    <a:ext uri="{FF2B5EF4-FFF2-40B4-BE49-F238E27FC236}">
                      <a16:creationId xmlns:a16="http://schemas.microsoft.com/office/drawing/2014/main" id="{50C75A14-7DE8-4730-EA9D-B8FF1813F252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1" name="Diagrama de flujo: operación manual 710">
                  <a:extLst>
                    <a:ext uri="{FF2B5EF4-FFF2-40B4-BE49-F238E27FC236}">
                      <a16:creationId xmlns:a16="http://schemas.microsoft.com/office/drawing/2014/main" id="{CDCD649E-4A98-0D17-042E-9B9A72B20EF8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09" name="Elipse 708">
                <a:extLst>
                  <a:ext uri="{FF2B5EF4-FFF2-40B4-BE49-F238E27FC236}">
                    <a16:creationId xmlns:a16="http://schemas.microsoft.com/office/drawing/2014/main" id="{8CF6547A-7775-893E-675F-97A1545F1084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" name="Diagrama de flujo: operación manual 6">
              <a:extLst>
                <a:ext uri="{FF2B5EF4-FFF2-40B4-BE49-F238E27FC236}">
                  <a16:creationId xmlns:a16="http://schemas.microsoft.com/office/drawing/2014/main" id="{BA538EF7-7855-3919-F901-831A45D4BB7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898" name="Grupo 897">
            <a:extLst>
              <a:ext uri="{FF2B5EF4-FFF2-40B4-BE49-F238E27FC236}">
                <a16:creationId xmlns:a16="http://schemas.microsoft.com/office/drawing/2014/main" id="{A2C35F7C-60AC-B297-BFED-2AFD6E57B157}"/>
              </a:ext>
            </a:extLst>
          </p:cNvPr>
          <p:cNvGrpSpPr/>
          <p:nvPr/>
        </p:nvGrpSpPr>
        <p:grpSpPr>
          <a:xfrm rot="600000">
            <a:off x="6749442" y="1333028"/>
            <a:ext cx="1318435" cy="1266043"/>
            <a:chOff x="6641702" y="1526452"/>
            <a:chExt cx="1318435" cy="1266043"/>
          </a:xfrm>
        </p:grpSpPr>
        <p:grpSp>
          <p:nvGrpSpPr>
            <p:cNvPr id="899" name="Grupo 898">
              <a:extLst>
                <a:ext uri="{FF2B5EF4-FFF2-40B4-BE49-F238E27FC236}">
                  <a16:creationId xmlns:a16="http://schemas.microsoft.com/office/drawing/2014/main" id="{4ECD905E-E6AF-BFB2-E1EA-1CDF36A4769D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</p:grpSpPr>
          <p:grpSp>
            <p:nvGrpSpPr>
              <p:cNvPr id="901" name="Grupo 900">
                <a:extLst>
                  <a:ext uri="{FF2B5EF4-FFF2-40B4-BE49-F238E27FC236}">
                    <a16:creationId xmlns:a16="http://schemas.microsoft.com/office/drawing/2014/main" id="{EEB4F93E-B597-5BA1-57B7-186A3882F712}"/>
                  </a:ext>
                </a:extLst>
              </p:cNvPr>
              <p:cNvGrpSpPr/>
              <p:nvPr/>
            </p:nvGrpSpPr>
            <p:grpSpPr>
              <a:xfrm rot="785047">
                <a:off x="6641702" y="1526452"/>
                <a:ext cx="1192937" cy="1266043"/>
                <a:chOff x="6040669" y="1851040"/>
                <a:chExt cx="1192937" cy="1266043"/>
              </a:xfrm>
            </p:grpSpPr>
            <p:grpSp>
              <p:nvGrpSpPr>
                <p:cNvPr id="903" name="Grupo 902">
                  <a:extLst>
                    <a:ext uri="{FF2B5EF4-FFF2-40B4-BE49-F238E27FC236}">
                      <a16:creationId xmlns:a16="http://schemas.microsoft.com/office/drawing/2014/main" id="{A4A7F015-9A42-DD42-A005-DE971363D27E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</p:grpSpPr>
              <p:grpSp>
                <p:nvGrpSpPr>
                  <p:cNvPr id="905" name="Grupo 904">
                    <a:extLst>
                      <a:ext uri="{FF2B5EF4-FFF2-40B4-BE49-F238E27FC236}">
                        <a16:creationId xmlns:a16="http://schemas.microsoft.com/office/drawing/2014/main" id="{AE93767B-3D16-E47A-F419-C0548B07E1AB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</p:grpSpPr>
                <p:grpSp>
                  <p:nvGrpSpPr>
                    <p:cNvPr id="907" name="Grupo 906">
                      <a:extLst>
                        <a:ext uri="{FF2B5EF4-FFF2-40B4-BE49-F238E27FC236}">
                          <a16:creationId xmlns:a16="http://schemas.microsoft.com/office/drawing/2014/main" id="{A6A9F1B6-6914-6E3E-6C7A-C1475A2329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grpSp>
                    <p:nvGrpSpPr>
                      <p:cNvPr id="909" name="Grupo 908">
                        <a:extLst>
                          <a:ext uri="{FF2B5EF4-FFF2-40B4-BE49-F238E27FC236}">
                            <a16:creationId xmlns:a16="http://schemas.microsoft.com/office/drawing/2014/main" id="{48A15460-2B13-25D5-BE7C-33F439AE29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911" name="Elipse 910">
                          <a:extLst>
                            <a:ext uri="{FF2B5EF4-FFF2-40B4-BE49-F238E27FC236}">
                              <a16:creationId xmlns:a16="http://schemas.microsoft.com/office/drawing/2014/main" id="{0CE69D44-D18C-5322-8E40-20B252D8AA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12" name="Diagrama de flujo: operación manual 911">
                          <a:extLst>
                            <a:ext uri="{FF2B5EF4-FFF2-40B4-BE49-F238E27FC236}">
                              <a16:creationId xmlns:a16="http://schemas.microsoft.com/office/drawing/2014/main" id="{7170E10A-FCE2-E30A-9609-2F3B39FD5F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10" name="Elipse 909">
                        <a:extLst>
                          <a:ext uri="{FF2B5EF4-FFF2-40B4-BE49-F238E27FC236}">
                            <a16:creationId xmlns:a16="http://schemas.microsoft.com/office/drawing/2014/main" id="{8A16BDBB-88E8-EFE1-A970-D97329771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8" name="Diagrama de flujo: operación manual 907">
                      <a:extLst>
                        <a:ext uri="{FF2B5EF4-FFF2-40B4-BE49-F238E27FC236}">
                          <a16:creationId xmlns:a16="http://schemas.microsoft.com/office/drawing/2014/main" id="{D22AD5A4-5CE3-3887-14AC-653A2C5A6D7D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6" name="Elipse 905">
                    <a:extLst>
                      <a:ext uri="{FF2B5EF4-FFF2-40B4-BE49-F238E27FC236}">
                        <a16:creationId xmlns:a16="http://schemas.microsoft.com/office/drawing/2014/main" id="{F6A362AF-DEDA-0437-E00B-E0C5E5C30BB7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4" name="Elipse 903">
                  <a:extLst>
                    <a:ext uri="{FF2B5EF4-FFF2-40B4-BE49-F238E27FC236}">
                      <a16:creationId xmlns:a16="http://schemas.microsoft.com/office/drawing/2014/main" id="{AD260F28-9049-B9B1-7951-DB8F3F79C27A}"/>
                    </a:ext>
                  </a:extLst>
                </p:cNvPr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02" name="Elipse 901">
                <a:extLst>
                  <a:ext uri="{FF2B5EF4-FFF2-40B4-BE49-F238E27FC236}">
                    <a16:creationId xmlns:a16="http://schemas.microsoft.com/office/drawing/2014/main" id="{8E70C639-CEC4-72ED-DEFC-7BE52CC6FBB1}"/>
                  </a:ext>
                </a:extLst>
              </p:cNvPr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00" name="Elipse 899">
              <a:extLst>
                <a:ext uri="{FF2B5EF4-FFF2-40B4-BE49-F238E27FC236}">
                  <a16:creationId xmlns:a16="http://schemas.microsoft.com/office/drawing/2014/main" id="{663C2139-1C74-F536-6879-50576C60A161}"/>
                </a:ext>
              </a:extLst>
            </p:cNvPr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990" name="Subtítulo 2">
            <a:extLst>
              <a:ext uri="{FF2B5EF4-FFF2-40B4-BE49-F238E27FC236}">
                <a16:creationId xmlns:a16="http://schemas.microsoft.com/office/drawing/2014/main" id="{1D0A84D7-2A29-375A-A3B0-8F48105D8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991" name="Cerrar llave 990">
            <a:extLst>
              <a:ext uri="{FF2B5EF4-FFF2-40B4-BE49-F238E27FC236}">
                <a16:creationId xmlns:a16="http://schemas.microsoft.com/office/drawing/2014/main" id="{9292996D-4556-6FFD-099E-DD44C25E1C72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2" name="CuadroTexto 991">
            <a:extLst>
              <a:ext uri="{FF2B5EF4-FFF2-40B4-BE49-F238E27FC236}">
                <a16:creationId xmlns:a16="http://schemas.microsoft.com/office/drawing/2014/main" id="{97A452BD-28BE-757A-E341-64DFB174C756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326094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6" dur="10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" name="Grupo 840">
            <a:extLst>
              <a:ext uri="{FF2B5EF4-FFF2-40B4-BE49-F238E27FC236}">
                <a16:creationId xmlns:a16="http://schemas.microsoft.com/office/drawing/2014/main" id="{D9DDC6D9-73DE-E959-9F4C-F5B0D4EB5F5B}"/>
              </a:ext>
            </a:extLst>
          </p:cNvPr>
          <p:cNvGrpSpPr/>
          <p:nvPr/>
        </p:nvGrpSpPr>
        <p:grpSpPr>
          <a:xfrm rot="5151436">
            <a:off x="5443097" y="1563968"/>
            <a:ext cx="561266" cy="1692526"/>
            <a:chOff x="3254442" y="2847789"/>
            <a:chExt cx="678900" cy="2068116"/>
          </a:xfrm>
        </p:grpSpPr>
        <p:grpSp>
          <p:nvGrpSpPr>
            <p:cNvPr id="842" name="Grupo 841">
              <a:extLst>
                <a:ext uri="{FF2B5EF4-FFF2-40B4-BE49-F238E27FC236}">
                  <a16:creationId xmlns:a16="http://schemas.microsoft.com/office/drawing/2014/main" id="{4919ED69-D5ED-209F-DEEB-3A039F9C5B34}"/>
                </a:ext>
              </a:extLst>
            </p:cNvPr>
            <p:cNvGrpSpPr/>
            <p:nvPr/>
          </p:nvGrpSpPr>
          <p:grpSpPr>
            <a:xfrm flipH="1">
              <a:off x="3254442" y="3860029"/>
              <a:ext cx="342598" cy="1055876"/>
              <a:chOff x="5808469" y="3718708"/>
              <a:chExt cx="276684" cy="835990"/>
            </a:xfrm>
          </p:grpSpPr>
          <p:grpSp>
            <p:nvGrpSpPr>
              <p:cNvPr id="849" name="Grupo 848">
                <a:extLst>
                  <a:ext uri="{FF2B5EF4-FFF2-40B4-BE49-F238E27FC236}">
                    <a16:creationId xmlns:a16="http://schemas.microsoft.com/office/drawing/2014/main" id="{3890B03B-E776-70DC-1152-45F3E7943FBA}"/>
                  </a:ext>
                </a:extLst>
              </p:cNvPr>
              <p:cNvGrpSpPr/>
              <p:nvPr/>
            </p:nvGrpSpPr>
            <p:grpSpPr>
              <a:xfrm>
                <a:off x="5808469" y="3718708"/>
                <a:ext cx="181848" cy="473941"/>
                <a:chOff x="6165919" y="3717694"/>
                <a:chExt cx="181848" cy="473941"/>
              </a:xfrm>
            </p:grpSpPr>
            <p:sp>
              <p:nvSpPr>
                <p:cNvPr id="852" name="Rectángulo: esquinas redondeadas 851">
                  <a:extLst>
                    <a:ext uri="{FF2B5EF4-FFF2-40B4-BE49-F238E27FC236}">
                      <a16:creationId xmlns:a16="http://schemas.microsoft.com/office/drawing/2014/main" id="{3B3700F9-100C-7F2B-773A-2DA56AA9E7DB}"/>
                    </a:ext>
                  </a:extLst>
                </p:cNvPr>
                <p:cNvSpPr/>
                <p:nvPr/>
              </p:nvSpPr>
              <p:spPr>
                <a:xfrm rot="20522031">
                  <a:off x="6165919" y="3717694"/>
                  <a:ext cx="181848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53" name="Rectángulo: esquinas redondeadas 852">
                  <a:extLst>
                    <a:ext uri="{FF2B5EF4-FFF2-40B4-BE49-F238E27FC236}">
                      <a16:creationId xmlns:a16="http://schemas.microsoft.com/office/drawing/2014/main" id="{DF71C5E9-0414-3C06-E8FB-326A0A70F847}"/>
                    </a:ext>
                  </a:extLst>
                </p:cNvPr>
                <p:cNvSpPr/>
                <p:nvPr/>
              </p:nvSpPr>
              <p:spPr>
                <a:xfrm rot="655801" flipH="1">
                  <a:off x="6207416" y="3774548"/>
                  <a:ext cx="49476" cy="223589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50" name="Rectángulo 849">
                <a:extLst>
                  <a:ext uri="{FF2B5EF4-FFF2-40B4-BE49-F238E27FC236}">
                    <a16:creationId xmlns:a16="http://schemas.microsoft.com/office/drawing/2014/main" id="{2523DA7C-FA11-FC50-4253-9A815BBBA92B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51" name="Rectángulo 850">
                <a:extLst>
                  <a:ext uri="{FF2B5EF4-FFF2-40B4-BE49-F238E27FC236}">
                    <a16:creationId xmlns:a16="http://schemas.microsoft.com/office/drawing/2014/main" id="{8C4F1E82-D799-E441-FAC6-661626BA70B6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43" name="Grupo 842">
              <a:extLst>
                <a:ext uri="{FF2B5EF4-FFF2-40B4-BE49-F238E27FC236}">
                  <a16:creationId xmlns:a16="http://schemas.microsoft.com/office/drawing/2014/main" id="{7232DB06-1880-278D-BE96-C3517799FB19}"/>
                </a:ext>
              </a:extLst>
            </p:cNvPr>
            <p:cNvGrpSpPr/>
            <p:nvPr/>
          </p:nvGrpSpPr>
          <p:grpSpPr>
            <a:xfrm flipV="1">
              <a:off x="3591454" y="2847789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844" name="Grupo 843">
                <a:extLst>
                  <a:ext uri="{FF2B5EF4-FFF2-40B4-BE49-F238E27FC236}">
                    <a16:creationId xmlns:a16="http://schemas.microsoft.com/office/drawing/2014/main" id="{E8E49B0E-5137-E143-3231-50DC76EDBCBB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847" name="Rectángulo: esquinas redondeadas 846">
                  <a:extLst>
                    <a:ext uri="{FF2B5EF4-FFF2-40B4-BE49-F238E27FC236}">
                      <a16:creationId xmlns:a16="http://schemas.microsoft.com/office/drawing/2014/main" id="{2CA194D1-8345-ABC0-0B02-D88075957F69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48" name="Rectángulo: esquinas redondeadas 847">
                  <a:extLst>
                    <a:ext uri="{FF2B5EF4-FFF2-40B4-BE49-F238E27FC236}">
                      <a16:creationId xmlns:a16="http://schemas.microsoft.com/office/drawing/2014/main" id="{936CD3CA-3BD1-A4A3-736C-47D2CA78EB2E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845" name="Rectángulo 844">
                <a:extLst>
                  <a:ext uri="{FF2B5EF4-FFF2-40B4-BE49-F238E27FC236}">
                    <a16:creationId xmlns:a16="http://schemas.microsoft.com/office/drawing/2014/main" id="{8DCE7112-1614-A621-45A8-A8DB678AFF65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46" name="Rectángulo 845">
                <a:extLst>
                  <a:ext uri="{FF2B5EF4-FFF2-40B4-BE49-F238E27FC236}">
                    <a16:creationId xmlns:a16="http://schemas.microsoft.com/office/drawing/2014/main" id="{6237AF90-8141-438B-9343-6B8D9E9970A8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854" name="Grupo 853">
            <a:extLst>
              <a:ext uri="{FF2B5EF4-FFF2-40B4-BE49-F238E27FC236}">
                <a16:creationId xmlns:a16="http://schemas.microsoft.com/office/drawing/2014/main" id="{8EB67329-46BF-3700-7759-658F0BCA2BAE}"/>
              </a:ext>
            </a:extLst>
          </p:cNvPr>
          <p:cNvGrpSpPr/>
          <p:nvPr/>
        </p:nvGrpSpPr>
        <p:grpSpPr>
          <a:xfrm rot="5151436">
            <a:off x="5378332" y="793372"/>
            <a:ext cx="566675" cy="1691800"/>
            <a:chOff x="2374194" y="2848341"/>
            <a:chExt cx="685443" cy="2067229"/>
          </a:xfrm>
        </p:grpSpPr>
        <p:grpSp>
          <p:nvGrpSpPr>
            <p:cNvPr id="855" name="Grupo 854">
              <a:extLst>
                <a:ext uri="{FF2B5EF4-FFF2-40B4-BE49-F238E27FC236}">
                  <a16:creationId xmlns:a16="http://schemas.microsoft.com/office/drawing/2014/main" id="{361DA476-6DBC-5610-6694-0AF5DB1A5179}"/>
                </a:ext>
              </a:extLst>
            </p:cNvPr>
            <p:cNvGrpSpPr/>
            <p:nvPr/>
          </p:nvGrpSpPr>
          <p:grpSpPr>
            <a:xfrm>
              <a:off x="2716948" y="3859120"/>
              <a:ext cx="342689" cy="1056450"/>
              <a:chOff x="5808395" y="3718253"/>
              <a:chExt cx="276758" cy="836445"/>
            </a:xfrm>
          </p:grpSpPr>
          <p:grpSp>
            <p:nvGrpSpPr>
              <p:cNvPr id="862" name="Grupo 861">
                <a:extLst>
                  <a:ext uri="{FF2B5EF4-FFF2-40B4-BE49-F238E27FC236}">
                    <a16:creationId xmlns:a16="http://schemas.microsoft.com/office/drawing/2014/main" id="{324FFB59-F8AC-7D5C-C868-107A9F4DE1DA}"/>
                  </a:ext>
                </a:extLst>
              </p:cNvPr>
              <p:cNvGrpSpPr/>
              <p:nvPr/>
            </p:nvGrpSpPr>
            <p:grpSpPr>
              <a:xfrm>
                <a:off x="5808395" y="3718253"/>
                <a:ext cx="184852" cy="473941"/>
                <a:chOff x="6165845" y="3717239"/>
                <a:chExt cx="184852" cy="473941"/>
              </a:xfrm>
            </p:grpSpPr>
            <p:sp>
              <p:nvSpPr>
                <p:cNvPr id="865" name="Rectángulo: esquinas redondeadas 864">
                  <a:extLst>
                    <a:ext uri="{FF2B5EF4-FFF2-40B4-BE49-F238E27FC236}">
                      <a16:creationId xmlns:a16="http://schemas.microsoft.com/office/drawing/2014/main" id="{1B38A9C1-B204-BC2F-77EA-722D3E6C872E}"/>
                    </a:ext>
                  </a:extLst>
                </p:cNvPr>
                <p:cNvSpPr/>
                <p:nvPr/>
              </p:nvSpPr>
              <p:spPr>
                <a:xfrm rot="20522031">
                  <a:off x="6165845" y="3717239"/>
                  <a:ext cx="184852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66" name="Rectángulo: esquinas redondeadas 865">
                  <a:extLst>
                    <a:ext uri="{FF2B5EF4-FFF2-40B4-BE49-F238E27FC236}">
                      <a16:creationId xmlns:a16="http://schemas.microsoft.com/office/drawing/2014/main" id="{A8C09095-9EC0-747F-6CDF-775CC4C2856A}"/>
                    </a:ext>
                  </a:extLst>
                </p:cNvPr>
                <p:cNvSpPr/>
                <p:nvPr/>
              </p:nvSpPr>
              <p:spPr>
                <a:xfrm rot="622646" flipH="1">
                  <a:off x="6207873" y="3795106"/>
                  <a:ext cx="46037" cy="203887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63" name="Rectángulo 862">
                <a:extLst>
                  <a:ext uri="{FF2B5EF4-FFF2-40B4-BE49-F238E27FC236}">
                    <a16:creationId xmlns:a16="http://schemas.microsoft.com/office/drawing/2014/main" id="{C5E5D33A-583B-28A9-4F11-6B54A10C5F91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64" name="Rectángulo 863">
                <a:extLst>
                  <a:ext uri="{FF2B5EF4-FFF2-40B4-BE49-F238E27FC236}">
                    <a16:creationId xmlns:a16="http://schemas.microsoft.com/office/drawing/2014/main" id="{BBB82A62-8751-273A-06C8-BA0FB9B60583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56" name="Grupo 855">
              <a:extLst>
                <a:ext uri="{FF2B5EF4-FFF2-40B4-BE49-F238E27FC236}">
                  <a16:creationId xmlns:a16="http://schemas.microsoft.com/office/drawing/2014/main" id="{57559A35-22EC-8E90-EF9E-1AF519DDACA7}"/>
                </a:ext>
              </a:extLst>
            </p:cNvPr>
            <p:cNvGrpSpPr/>
            <p:nvPr/>
          </p:nvGrpSpPr>
          <p:grpSpPr>
            <a:xfrm flipH="1" flipV="1">
              <a:off x="2374194" y="2848341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857" name="Grupo 856">
                <a:extLst>
                  <a:ext uri="{FF2B5EF4-FFF2-40B4-BE49-F238E27FC236}">
                    <a16:creationId xmlns:a16="http://schemas.microsoft.com/office/drawing/2014/main" id="{31271C57-1257-47EF-DB8A-203C59DF103C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860" name="Rectángulo: esquinas redondeadas 859">
                  <a:extLst>
                    <a:ext uri="{FF2B5EF4-FFF2-40B4-BE49-F238E27FC236}">
                      <a16:creationId xmlns:a16="http://schemas.microsoft.com/office/drawing/2014/main" id="{54D9EDD3-3CE2-DA86-415F-32171CF06353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61" name="Rectángulo: esquinas redondeadas 860">
                  <a:extLst>
                    <a:ext uri="{FF2B5EF4-FFF2-40B4-BE49-F238E27FC236}">
                      <a16:creationId xmlns:a16="http://schemas.microsoft.com/office/drawing/2014/main" id="{F73D1033-D2D0-1BBC-886C-8381BF91C5D7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858" name="Rectángulo 857">
                <a:extLst>
                  <a:ext uri="{FF2B5EF4-FFF2-40B4-BE49-F238E27FC236}">
                    <a16:creationId xmlns:a16="http://schemas.microsoft.com/office/drawing/2014/main" id="{3B36E284-015C-5FE1-D659-04FFF8C3A92A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59" name="Rectángulo 858">
                <a:extLst>
                  <a:ext uri="{FF2B5EF4-FFF2-40B4-BE49-F238E27FC236}">
                    <a16:creationId xmlns:a16="http://schemas.microsoft.com/office/drawing/2014/main" id="{9F0C438F-0560-791F-BC52-6C76AEF28E68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867" name="Grupo 866">
            <a:extLst>
              <a:ext uri="{FF2B5EF4-FFF2-40B4-BE49-F238E27FC236}">
                <a16:creationId xmlns:a16="http://schemas.microsoft.com/office/drawing/2014/main" id="{EF8369D1-7579-337D-9CD7-6F0C0EDDA214}"/>
              </a:ext>
            </a:extLst>
          </p:cNvPr>
          <p:cNvGrpSpPr/>
          <p:nvPr/>
        </p:nvGrpSpPr>
        <p:grpSpPr>
          <a:xfrm rot="5151436">
            <a:off x="5779040" y="1106875"/>
            <a:ext cx="796825" cy="1722615"/>
            <a:chOff x="5775707" y="2428623"/>
            <a:chExt cx="778396" cy="1666542"/>
          </a:xfrm>
        </p:grpSpPr>
        <p:grpSp>
          <p:nvGrpSpPr>
            <p:cNvPr id="868" name="Grupo 867">
              <a:extLst>
                <a:ext uri="{FF2B5EF4-FFF2-40B4-BE49-F238E27FC236}">
                  <a16:creationId xmlns:a16="http://schemas.microsoft.com/office/drawing/2014/main" id="{2DBA7776-9C9A-DB1E-5C8C-038AB6BC1F7D}"/>
                </a:ext>
              </a:extLst>
            </p:cNvPr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870" name="Grupo 869">
                <a:extLst>
                  <a:ext uri="{FF2B5EF4-FFF2-40B4-BE49-F238E27FC236}">
                    <a16:creationId xmlns:a16="http://schemas.microsoft.com/office/drawing/2014/main" id="{729E40D2-BA2F-D20F-0A3A-BF3363714269}"/>
                  </a:ext>
                </a:extLst>
              </p:cNvPr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885" name="Elipse 884">
                  <a:extLst>
                    <a:ext uri="{FF2B5EF4-FFF2-40B4-BE49-F238E27FC236}">
                      <a16:creationId xmlns:a16="http://schemas.microsoft.com/office/drawing/2014/main" id="{637232DF-BE17-2B70-3C4B-B8AB61D18A73}"/>
                    </a:ext>
                  </a:extLst>
                </p:cNvPr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grpSp>
              <p:nvGrpSpPr>
                <p:cNvPr id="886" name="Grupo 885">
                  <a:extLst>
                    <a:ext uri="{FF2B5EF4-FFF2-40B4-BE49-F238E27FC236}">
                      <a16:creationId xmlns:a16="http://schemas.microsoft.com/office/drawing/2014/main" id="{51C6636B-40BE-557A-4BF2-33530A3BE6A4}"/>
                    </a:ext>
                  </a:extLst>
                </p:cNvPr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  <a:grpFill/>
              </p:grpSpPr>
              <p:sp>
                <p:nvSpPr>
                  <p:cNvPr id="887" name="Rectángulo 886">
                    <a:extLst>
                      <a:ext uri="{FF2B5EF4-FFF2-40B4-BE49-F238E27FC236}">
                        <a16:creationId xmlns:a16="http://schemas.microsoft.com/office/drawing/2014/main" id="{AEF80D92-AB5F-3103-D67B-748B069D7C9F}"/>
                      </a:ext>
                    </a:extLst>
                  </p:cNvPr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88" name="Rectángulo 887">
                    <a:extLst>
                      <a:ext uri="{FF2B5EF4-FFF2-40B4-BE49-F238E27FC236}">
                        <a16:creationId xmlns:a16="http://schemas.microsoft.com/office/drawing/2014/main" id="{1493D0B3-A2A3-BD1F-2B3D-28CB4357F00C}"/>
                      </a:ext>
                    </a:extLst>
                  </p:cNvPr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  <p:grpSp>
            <p:nvGrpSpPr>
              <p:cNvPr id="871" name="Grupo 870">
                <a:extLst>
                  <a:ext uri="{FF2B5EF4-FFF2-40B4-BE49-F238E27FC236}">
                    <a16:creationId xmlns:a16="http://schemas.microsoft.com/office/drawing/2014/main" id="{37EA1586-238D-47FE-D3A2-0BB614B41671}"/>
                  </a:ext>
                </a:extLst>
              </p:cNvPr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872" name="Grupo 871">
                  <a:extLst>
                    <a:ext uri="{FF2B5EF4-FFF2-40B4-BE49-F238E27FC236}">
                      <a16:creationId xmlns:a16="http://schemas.microsoft.com/office/drawing/2014/main" id="{E81F671D-DED7-2010-6F68-16D5A539DDED}"/>
                    </a:ext>
                  </a:extLst>
                </p:cNvPr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877" name="Grupo 876">
                    <a:extLst>
                      <a:ext uri="{FF2B5EF4-FFF2-40B4-BE49-F238E27FC236}">
                        <a16:creationId xmlns:a16="http://schemas.microsoft.com/office/drawing/2014/main" id="{D57331C4-319C-5E53-91D5-C4F79E16588A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882" name="Rectángulo 881">
                      <a:extLst>
                        <a:ext uri="{FF2B5EF4-FFF2-40B4-BE49-F238E27FC236}">
                          <a16:creationId xmlns:a16="http://schemas.microsoft.com/office/drawing/2014/main" id="{8C6A9630-D134-7392-572B-CE2E93F2C6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83" name="Rectángulo 882">
                      <a:extLst>
                        <a:ext uri="{FF2B5EF4-FFF2-40B4-BE49-F238E27FC236}">
                          <a16:creationId xmlns:a16="http://schemas.microsoft.com/office/drawing/2014/main" id="{761C7C54-E275-953E-57D9-B6A606AB00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84" name="Marco 883">
                      <a:extLst>
                        <a:ext uri="{FF2B5EF4-FFF2-40B4-BE49-F238E27FC236}">
                          <a16:creationId xmlns:a16="http://schemas.microsoft.com/office/drawing/2014/main" id="{49436C43-E95B-32A6-80C4-9718EEE8F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name="adj1" fmla="val 7853"/>
                      </a:avLst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878" name="Grupo 877">
                    <a:extLst>
                      <a:ext uri="{FF2B5EF4-FFF2-40B4-BE49-F238E27FC236}">
                        <a16:creationId xmlns:a16="http://schemas.microsoft.com/office/drawing/2014/main" id="{1BC6CDDB-1E83-9BCC-FE1A-68CF008AC759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879" name="Rectángulo 878">
                      <a:extLst>
                        <a:ext uri="{FF2B5EF4-FFF2-40B4-BE49-F238E27FC236}">
                          <a16:creationId xmlns:a16="http://schemas.microsoft.com/office/drawing/2014/main" id="{E227108F-B0A6-CAE3-161C-0334925C9F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80" name="Rectángulo 879">
                      <a:extLst>
                        <a:ext uri="{FF2B5EF4-FFF2-40B4-BE49-F238E27FC236}">
                          <a16:creationId xmlns:a16="http://schemas.microsoft.com/office/drawing/2014/main" id="{2FF8C2F9-4976-1E2D-F80B-DD004C56BB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81" name="Rectángulo 880">
                      <a:extLst>
                        <a:ext uri="{FF2B5EF4-FFF2-40B4-BE49-F238E27FC236}">
                          <a16:creationId xmlns:a16="http://schemas.microsoft.com/office/drawing/2014/main" id="{055E6257-0991-7F2B-B458-5E7B362E2F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873" name="Grupo 872">
                  <a:extLst>
                    <a:ext uri="{FF2B5EF4-FFF2-40B4-BE49-F238E27FC236}">
                      <a16:creationId xmlns:a16="http://schemas.microsoft.com/office/drawing/2014/main" id="{2D9A4E33-73DF-423E-98C9-B95CFF40D7CE}"/>
                    </a:ext>
                  </a:extLst>
                </p:cNvPr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874" name="Rectángulo 873">
                    <a:extLst>
                      <a:ext uri="{FF2B5EF4-FFF2-40B4-BE49-F238E27FC236}">
                        <a16:creationId xmlns:a16="http://schemas.microsoft.com/office/drawing/2014/main" id="{C4A12EA1-BF97-EA99-0FF9-44D90C129BCD}"/>
                      </a:ext>
                    </a:extLst>
                  </p:cNvPr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75" name="Rectángulo 874">
                    <a:extLst>
                      <a:ext uri="{FF2B5EF4-FFF2-40B4-BE49-F238E27FC236}">
                        <a16:creationId xmlns:a16="http://schemas.microsoft.com/office/drawing/2014/main" id="{CD1FF0B8-D2CE-D960-8FB2-384A1072371C}"/>
                      </a:ext>
                    </a:extLst>
                  </p:cNvPr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76" name="Rectángulo 875">
                    <a:extLst>
                      <a:ext uri="{FF2B5EF4-FFF2-40B4-BE49-F238E27FC236}">
                        <a16:creationId xmlns:a16="http://schemas.microsoft.com/office/drawing/2014/main" id="{BE746120-F626-C2D8-EDE4-E16295F683DD}"/>
                      </a:ext>
                    </a:extLst>
                  </p:cNvPr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sp>
          <p:nvSpPr>
            <p:cNvPr id="869" name="Rectángulo 868">
              <a:extLst>
                <a:ext uri="{FF2B5EF4-FFF2-40B4-BE49-F238E27FC236}">
                  <a16:creationId xmlns:a16="http://schemas.microsoft.com/office/drawing/2014/main" id="{A03D4235-CED9-01E1-4DC0-BEBDB0A9A7DA}"/>
                </a:ext>
              </a:extLst>
            </p:cNvPr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bg1">
                  <a:lumMod val="65000"/>
                </a:schemeClr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889" name="Grupo 888">
            <a:extLst>
              <a:ext uri="{FF2B5EF4-FFF2-40B4-BE49-F238E27FC236}">
                <a16:creationId xmlns:a16="http://schemas.microsoft.com/office/drawing/2014/main" id="{05E8A3BC-C02D-A2C8-25CE-9DDF2E1BA795}"/>
              </a:ext>
            </a:extLst>
          </p:cNvPr>
          <p:cNvGrpSpPr/>
          <p:nvPr/>
        </p:nvGrpSpPr>
        <p:grpSpPr>
          <a:xfrm rot="5151436">
            <a:off x="5061129" y="1963319"/>
            <a:ext cx="796736" cy="112283"/>
            <a:chOff x="2676060" y="4093308"/>
            <a:chExt cx="963722" cy="137200"/>
          </a:xfrm>
        </p:grpSpPr>
        <p:sp>
          <p:nvSpPr>
            <p:cNvPr id="890" name="Rectángulo 889">
              <a:extLst>
                <a:ext uri="{FF2B5EF4-FFF2-40B4-BE49-F238E27FC236}">
                  <a16:creationId xmlns:a16="http://schemas.microsoft.com/office/drawing/2014/main" id="{E6C2FF31-114B-796A-F420-6B1F0E035031}"/>
                </a:ext>
              </a:extLst>
            </p:cNvPr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891" name="Grupo 890">
              <a:extLst>
                <a:ext uri="{FF2B5EF4-FFF2-40B4-BE49-F238E27FC236}">
                  <a16:creationId xmlns:a16="http://schemas.microsoft.com/office/drawing/2014/main" id="{7F2725B3-561B-530C-2B5C-5495D239F465}"/>
                </a:ext>
              </a:extLst>
            </p:cNvPr>
            <p:cNvGrpSpPr/>
            <p:nvPr/>
          </p:nvGrpSpPr>
          <p:grpSpPr>
            <a:xfrm>
              <a:off x="2676060" y="4130453"/>
              <a:ext cx="963722" cy="100055"/>
              <a:chOff x="2676060" y="4130453"/>
              <a:chExt cx="963722" cy="100055"/>
            </a:xfrm>
          </p:grpSpPr>
          <p:grpSp>
            <p:nvGrpSpPr>
              <p:cNvPr id="892" name="Grupo 891">
                <a:extLst>
                  <a:ext uri="{FF2B5EF4-FFF2-40B4-BE49-F238E27FC236}">
                    <a16:creationId xmlns:a16="http://schemas.microsoft.com/office/drawing/2014/main" id="{B7278BDC-C4C4-43CA-97D5-76DAFDBC10E4}"/>
                  </a:ext>
                </a:extLst>
              </p:cNvPr>
              <p:cNvGrpSpPr/>
              <p:nvPr/>
            </p:nvGrpSpPr>
            <p:grpSpPr>
              <a:xfrm>
                <a:off x="2676060" y="4130453"/>
                <a:ext cx="963722" cy="75413"/>
                <a:chOff x="5775047" y="3892550"/>
                <a:chExt cx="778309" cy="59708"/>
              </a:xfrm>
            </p:grpSpPr>
            <p:sp>
              <p:nvSpPr>
                <p:cNvPr id="894" name="Rectángulo 893">
                  <a:extLst>
                    <a:ext uri="{FF2B5EF4-FFF2-40B4-BE49-F238E27FC236}">
                      <a16:creationId xmlns:a16="http://schemas.microsoft.com/office/drawing/2014/main" id="{4AD962AE-D26E-773E-B320-2ABDB974A6F6}"/>
                    </a:ext>
                  </a:extLst>
                </p:cNvPr>
                <p:cNvSpPr/>
                <p:nvPr/>
              </p:nvSpPr>
              <p:spPr>
                <a:xfrm rot="162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95" name="Elipse 894">
                  <a:extLst>
                    <a:ext uri="{FF2B5EF4-FFF2-40B4-BE49-F238E27FC236}">
                      <a16:creationId xmlns:a16="http://schemas.microsoft.com/office/drawing/2014/main" id="{0699BA9D-01C6-340F-8402-5CF07DB40147}"/>
                    </a:ext>
                  </a:extLst>
                </p:cNvPr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96" name="Elipse 895">
                  <a:extLst>
                    <a:ext uri="{FF2B5EF4-FFF2-40B4-BE49-F238E27FC236}">
                      <a16:creationId xmlns:a16="http://schemas.microsoft.com/office/drawing/2014/main" id="{C9D24C8D-8F6A-8FB8-FED4-7739B4595189}"/>
                    </a:ext>
                  </a:extLst>
                </p:cNvPr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93" name="Rectángulo 892">
                <a:extLst>
                  <a:ext uri="{FF2B5EF4-FFF2-40B4-BE49-F238E27FC236}">
                    <a16:creationId xmlns:a16="http://schemas.microsoft.com/office/drawing/2014/main" id="{4D0417F7-BB54-C999-61DA-31E4A4915A0B}"/>
                  </a:ext>
                </a:extLst>
              </p:cNvPr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ABE0E64-0000-D8E4-7B2B-1E4CE5CE7925}"/>
              </a:ext>
            </a:extLst>
          </p:cNvPr>
          <p:cNvGrpSpPr/>
          <p:nvPr/>
        </p:nvGrpSpPr>
        <p:grpSpPr>
          <a:xfrm rot="297357">
            <a:off x="7452980" y="1750589"/>
            <a:ext cx="2288079" cy="2013940"/>
            <a:chOff x="5734796" y="1871886"/>
            <a:chExt cx="2288079" cy="201394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A51EEE2-064A-76DC-382F-90096D01D6DB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08" name="Grupo 707">
                <a:extLst>
                  <a:ext uri="{FF2B5EF4-FFF2-40B4-BE49-F238E27FC236}">
                    <a16:creationId xmlns:a16="http://schemas.microsoft.com/office/drawing/2014/main" id="{BFD73A20-1643-C5F1-93E3-BFC2CAF110B6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10" name="Elipse 709">
                  <a:extLst>
                    <a:ext uri="{FF2B5EF4-FFF2-40B4-BE49-F238E27FC236}">
                      <a16:creationId xmlns:a16="http://schemas.microsoft.com/office/drawing/2014/main" id="{50C75A14-7DE8-4730-EA9D-B8FF1813F252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1" name="Diagrama de flujo: operación manual 710">
                  <a:extLst>
                    <a:ext uri="{FF2B5EF4-FFF2-40B4-BE49-F238E27FC236}">
                      <a16:creationId xmlns:a16="http://schemas.microsoft.com/office/drawing/2014/main" id="{CDCD649E-4A98-0D17-042E-9B9A72B20EF8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09" name="Elipse 708">
                <a:extLst>
                  <a:ext uri="{FF2B5EF4-FFF2-40B4-BE49-F238E27FC236}">
                    <a16:creationId xmlns:a16="http://schemas.microsoft.com/office/drawing/2014/main" id="{8CF6547A-7775-893E-675F-97A1545F1084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" name="Diagrama de flujo: operación manual 6">
              <a:extLst>
                <a:ext uri="{FF2B5EF4-FFF2-40B4-BE49-F238E27FC236}">
                  <a16:creationId xmlns:a16="http://schemas.microsoft.com/office/drawing/2014/main" id="{BA538EF7-7855-3919-F901-831A45D4BB7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898" name="Grupo 897">
            <a:extLst>
              <a:ext uri="{FF2B5EF4-FFF2-40B4-BE49-F238E27FC236}">
                <a16:creationId xmlns:a16="http://schemas.microsoft.com/office/drawing/2014/main" id="{A2C35F7C-60AC-B297-BFED-2AFD6E57B157}"/>
              </a:ext>
            </a:extLst>
          </p:cNvPr>
          <p:cNvGrpSpPr/>
          <p:nvPr/>
        </p:nvGrpSpPr>
        <p:grpSpPr>
          <a:xfrm rot="600000">
            <a:off x="6749442" y="1333028"/>
            <a:ext cx="1318435" cy="1266043"/>
            <a:chOff x="6641702" y="1526452"/>
            <a:chExt cx="1318435" cy="1266043"/>
          </a:xfrm>
        </p:grpSpPr>
        <p:grpSp>
          <p:nvGrpSpPr>
            <p:cNvPr id="899" name="Grupo 898">
              <a:extLst>
                <a:ext uri="{FF2B5EF4-FFF2-40B4-BE49-F238E27FC236}">
                  <a16:creationId xmlns:a16="http://schemas.microsoft.com/office/drawing/2014/main" id="{4ECD905E-E6AF-BFB2-E1EA-1CDF36A4769D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</p:grpSpPr>
          <p:grpSp>
            <p:nvGrpSpPr>
              <p:cNvPr id="901" name="Grupo 900">
                <a:extLst>
                  <a:ext uri="{FF2B5EF4-FFF2-40B4-BE49-F238E27FC236}">
                    <a16:creationId xmlns:a16="http://schemas.microsoft.com/office/drawing/2014/main" id="{EEB4F93E-B597-5BA1-57B7-186A3882F712}"/>
                  </a:ext>
                </a:extLst>
              </p:cNvPr>
              <p:cNvGrpSpPr/>
              <p:nvPr/>
            </p:nvGrpSpPr>
            <p:grpSpPr>
              <a:xfrm rot="785047">
                <a:off x="6641702" y="1526452"/>
                <a:ext cx="1192937" cy="1266043"/>
                <a:chOff x="6040669" y="1851040"/>
                <a:chExt cx="1192937" cy="1266043"/>
              </a:xfrm>
            </p:grpSpPr>
            <p:grpSp>
              <p:nvGrpSpPr>
                <p:cNvPr id="903" name="Grupo 902">
                  <a:extLst>
                    <a:ext uri="{FF2B5EF4-FFF2-40B4-BE49-F238E27FC236}">
                      <a16:creationId xmlns:a16="http://schemas.microsoft.com/office/drawing/2014/main" id="{A4A7F015-9A42-DD42-A005-DE971363D27E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</p:grpSpPr>
              <p:grpSp>
                <p:nvGrpSpPr>
                  <p:cNvPr id="905" name="Grupo 904">
                    <a:extLst>
                      <a:ext uri="{FF2B5EF4-FFF2-40B4-BE49-F238E27FC236}">
                        <a16:creationId xmlns:a16="http://schemas.microsoft.com/office/drawing/2014/main" id="{AE93767B-3D16-E47A-F419-C0548B07E1AB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</p:grpSpPr>
                <p:grpSp>
                  <p:nvGrpSpPr>
                    <p:cNvPr id="907" name="Grupo 906">
                      <a:extLst>
                        <a:ext uri="{FF2B5EF4-FFF2-40B4-BE49-F238E27FC236}">
                          <a16:creationId xmlns:a16="http://schemas.microsoft.com/office/drawing/2014/main" id="{A6A9F1B6-6914-6E3E-6C7A-C1475A2329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grpSp>
                    <p:nvGrpSpPr>
                      <p:cNvPr id="909" name="Grupo 908">
                        <a:extLst>
                          <a:ext uri="{FF2B5EF4-FFF2-40B4-BE49-F238E27FC236}">
                            <a16:creationId xmlns:a16="http://schemas.microsoft.com/office/drawing/2014/main" id="{48A15460-2B13-25D5-BE7C-33F439AE29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911" name="Elipse 910">
                          <a:extLst>
                            <a:ext uri="{FF2B5EF4-FFF2-40B4-BE49-F238E27FC236}">
                              <a16:creationId xmlns:a16="http://schemas.microsoft.com/office/drawing/2014/main" id="{0CE69D44-D18C-5322-8E40-20B252D8AA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12" name="Diagrama de flujo: operación manual 911">
                          <a:extLst>
                            <a:ext uri="{FF2B5EF4-FFF2-40B4-BE49-F238E27FC236}">
                              <a16:creationId xmlns:a16="http://schemas.microsoft.com/office/drawing/2014/main" id="{7170E10A-FCE2-E30A-9609-2F3B39FD5F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10" name="Elipse 909">
                        <a:extLst>
                          <a:ext uri="{FF2B5EF4-FFF2-40B4-BE49-F238E27FC236}">
                            <a16:creationId xmlns:a16="http://schemas.microsoft.com/office/drawing/2014/main" id="{8A16BDBB-88E8-EFE1-A970-D97329771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8" name="Diagrama de flujo: operación manual 907">
                      <a:extLst>
                        <a:ext uri="{FF2B5EF4-FFF2-40B4-BE49-F238E27FC236}">
                          <a16:creationId xmlns:a16="http://schemas.microsoft.com/office/drawing/2014/main" id="{D22AD5A4-5CE3-3887-14AC-653A2C5A6D7D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6" name="Elipse 905">
                    <a:extLst>
                      <a:ext uri="{FF2B5EF4-FFF2-40B4-BE49-F238E27FC236}">
                        <a16:creationId xmlns:a16="http://schemas.microsoft.com/office/drawing/2014/main" id="{F6A362AF-DEDA-0437-E00B-E0C5E5C30BB7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4" name="Elipse 903">
                  <a:extLst>
                    <a:ext uri="{FF2B5EF4-FFF2-40B4-BE49-F238E27FC236}">
                      <a16:creationId xmlns:a16="http://schemas.microsoft.com/office/drawing/2014/main" id="{AD260F28-9049-B9B1-7951-DB8F3F79C27A}"/>
                    </a:ext>
                  </a:extLst>
                </p:cNvPr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02" name="Elipse 901">
                <a:extLst>
                  <a:ext uri="{FF2B5EF4-FFF2-40B4-BE49-F238E27FC236}">
                    <a16:creationId xmlns:a16="http://schemas.microsoft.com/office/drawing/2014/main" id="{8E70C639-CEC4-72ED-DEFC-7BE52CC6FBB1}"/>
                  </a:ext>
                </a:extLst>
              </p:cNvPr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00" name="Elipse 899">
              <a:extLst>
                <a:ext uri="{FF2B5EF4-FFF2-40B4-BE49-F238E27FC236}">
                  <a16:creationId xmlns:a16="http://schemas.microsoft.com/office/drawing/2014/main" id="{663C2139-1C74-F536-6879-50576C60A161}"/>
                </a:ext>
              </a:extLst>
            </p:cNvPr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989" name="Subtítulo 2">
            <a:extLst>
              <a:ext uri="{FF2B5EF4-FFF2-40B4-BE49-F238E27FC236}">
                <a16:creationId xmlns:a16="http://schemas.microsoft.com/office/drawing/2014/main" id="{B5F47DCD-386B-B0CB-564E-2165D1523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990" name="Cerrar llave 989">
            <a:extLst>
              <a:ext uri="{FF2B5EF4-FFF2-40B4-BE49-F238E27FC236}">
                <a16:creationId xmlns:a16="http://schemas.microsoft.com/office/drawing/2014/main" id="{95251F99-5469-C142-9EA0-1A93EBE97A38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1" name="CuadroTexto 990">
            <a:extLst>
              <a:ext uri="{FF2B5EF4-FFF2-40B4-BE49-F238E27FC236}">
                <a16:creationId xmlns:a16="http://schemas.microsoft.com/office/drawing/2014/main" id="{7D450E8A-A893-F715-0991-83BEB0125AEF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348488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6" dur="100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200000">
                                      <p:cBhvr>
                                        <p:cTn id="8" dur="1000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4.44444E-6 L 0.01237 -0.0009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" name="Grupo 840">
            <a:extLst>
              <a:ext uri="{FF2B5EF4-FFF2-40B4-BE49-F238E27FC236}">
                <a16:creationId xmlns:a16="http://schemas.microsoft.com/office/drawing/2014/main" id="{D9DDC6D9-73DE-E959-9F4C-F5B0D4EB5F5B}"/>
              </a:ext>
            </a:extLst>
          </p:cNvPr>
          <p:cNvGrpSpPr/>
          <p:nvPr/>
        </p:nvGrpSpPr>
        <p:grpSpPr>
          <a:xfrm rot="3960000">
            <a:off x="5443097" y="1563968"/>
            <a:ext cx="561266" cy="1692526"/>
            <a:chOff x="3254442" y="2847789"/>
            <a:chExt cx="678900" cy="2068116"/>
          </a:xfrm>
        </p:grpSpPr>
        <p:grpSp>
          <p:nvGrpSpPr>
            <p:cNvPr id="842" name="Grupo 841">
              <a:extLst>
                <a:ext uri="{FF2B5EF4-FFF2-40B4-BE49-F238E27FC236}">
                  <a16:creationId xmlns:a16="http://schemas.microsoft.com/office/drawing/2014/main" id="{4919ED69-D5ED-209F-DEEB-3A039F9C5B34}"/>
                </a:ext>
              </a:extLst>
            </p:cNvPr>
            <p:cNvGrpSpPr/>
            <p:nvPr/>
          </p:nvGrpSpPr>
          <p:grpSpPr>
            <a:xfrm flipH="1">
              <a:off x="3254442" y="3860029"/>
              <a:ext cx="342598" cy="1055876"/>
              <a:chOff x="5808469" y="3718708"/>
              <a:chExt cx="276684" cy="835990"/>
            </a:xfrm>
          </p:grpSpPr>
          <p:grpSp>
            <p:nvGrpSpPr>
              <p:cNvPr id="849" name="Grupo 848">
                <a:extLst>
                  <a:ext uri="{FF2B5EF4-FFF2-40B4-BE49-F238E27FC236}">
                    <a16:creationId xmlns:a16="http://schemas.microsoft.com/office/drawing/2014/main" id="{3890B03B-E776-70DC-1152-45F3E7943FBA}"/>
                  </a:ext>
                </a:extLst>
              </p:cNvPr>
              <p:cNvGrpSpPr/>
              <p:nvPr/>
            </p:nvGrpSpPr>
            <p:grpSpPr>
              <a:xfrm>
                <a:off x="5808469" y="3718708"/>
                <a:ext cx="181848" cy="473941"/>
                <a:chOff x="6165919" y="3717694"/>
                <a:chExt cx="181848" cy="473941"/>
              </a:xfrm>
            </p:grpSpPr>
            <p:sp>
              <p:nvSpPr>
                <p:cNvPr id="852" name="Rectángulo: esquinas redondeadas 851">
                  <a:extLst>
                    <a:ext uri="{FF2B5EF4-FFF2-40B4-BE49-F238E27FC236}">
                      <a16:creationId xmlns:a16="http://schemas.microsoft.com/office/drawing/2014/main" id="{3B3700F9-100C-7F2B-773A-2DA56AA9E7DB}"/>
                    </a:ext>
                  </a:extLst>
                </p:cNvPr>
                <p:cNvSpPr/>
                <p:nvPr/>
              </p:nvSpPr>
              <p:spPr>
                <a:xfrm rot="20522031">
                  <a:off x="6165919" y="3717694"/>
                  <a:ext cx="181848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53" name="Rectángulo: esquinas redondeadas 852">
                  <a:extLst>
                    <a:ext uri="{FF2B5EF4-FFF2-40B4-BE49-F238E27FC236}">
                      <a16:creationId xmlns:a16="http://schemas.microsoft.com/office/drawing/2014/main" id="{DF71C5E9-0414-3C06-E8FB-326A0A70F847}"/>
                    </a:ext>
                  </a:extLst>
                </p:cNvPr>
                <p:cNvSpPr/>
                <p:nvPr/>
              </p:nvSpPr>
              <p:spPr>
                <a:xfrm rot="655801" flipH="1">
                  <a:off x="6207416" y="3774548"/>
                  <a:ext cx="49476" cy="223589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50" name="Rectángulo 849">
                <a:extLst>
                  <a:ext uri="{FF2B5EF4-FFF2-40B4-BE49-F238E27FC236}">
                    <a16:creationId xmlns:a16="http://schemas.microsoft.com/office/drawing/2014/main" id="{2523DA7C-FA11-FC50-4253-9A815BBBA92B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51" name="Rectángulo 850">
                <a:extLst>
                  <a:ext uri="{FF2B5EF4-FFF2-40B4-BE49-F238E27FC236}">
                    <a16:creationId xmlns:a16="http://schemas.microsoft.com/office/drawing/2014/main" id="{8C4F1E82-D799-E441-FAC6-661626BA70B6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43" name="Grupo 842">
              <a:extLst>
                <a:ext uri="{FF2B5EF4-FFF2-40B4-BE49-F238E27FC236}">
                  <a16:creationId xmlns:a16="http://schemas.microsoft.com/office/drawing/2014/main" id="{7232DB06-1880-278D-BE96-C3517799FB19}"/>
                </a:ext>
              </a:extLst>
            </p:cNvPr>
            <p:cNvGrpSpPr/>
            <p:nvPr/>
          </p:nvGrpSpPr>
          <p:grpSpPr>
            <a:xfrm flipV="1">
              <a:off x="3591454" y="2847789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844" name="Grupo 843">
                <a:extLst>
                  <a:ext uri="{FF2B5EF4-FFF2-40B4-BE49-F238E27FC236}">
                    <a16:creationId xmlns:a16="http://schemas.microsoft.com/office/drawing/2014/main" id="{E8E49B0E-5137-E143-3231-50DC76EDBCBB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847" name="Rectángulo: esquinas redondeadas 846">
                  <a:extLst>
                    <a:ext uri="{FF2B5EF4-FFF2-40B4-BE49-F238E27FC236}">
                      <a16:creationId xmlns:a16="http://schemas.microsoft.com/office/drawing/2014/main" id="{2CA194D1-8345-ABC0-0B02-D88075957F69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48" name="Rectángulo: esquinas redondeadas 847">
                  <a:extLst>
                    <a:ext uri="{FF2B5EF4-FFF2-40B4-BE49-F238E27FC236}">
                      <a16:creationId xmlns:a16="http://schemas.microsoft.com/office/drawing/2014/main" id="{936CD3CA-3BD1-A4A3-736C-47D2CA78EB2E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845" name="Rectángulo 844">
                <a:extLst>
                  <a:ext uri="{FF2B5EF4-FFF2-40B4-BE49-F238E27FC236}">
                    <a16:creationId xmlns:a16="http://schemas.microsoft.com/office/drawing/2014/main" id="{8DCE7112-1614-A621-45A8-A8DB678AFF65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46" name="Rectángulo 845">
                <a:extLst>
                  <a:ext uri="{FF2B5EF4-FFF2-40B4-BE49-F238E27FC236}">
                    <a16:creationId xmlns:a16="http://schemas.microsoft.com/office/drawing/2014/main" id="{6237AF90-8141-438B-9343-6B8D9E9970A8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854" name="Grupo 853">
            <a:extLst>
              <a:ext uri="{FF2B5EF4-FFF2-40B4-BE49-F238E27FC236}">
                <a16:creationId xmlns:a16="http://schemas.microsoft.com/office/drawing/2014/main" id="{8EB67329-46BF-3700-7759-658F0BCA2BAE}"/>
              </a:ext>
            </a:extLst>
          </p:cNvPr>
          <p:cNvGrpSpPr/>
          <p:nvPr/>
        </p:nvGrpSpPr>
        <p:grpSpPr>
          <a:xfrm rot="6360000">
            <a:off x="5378332" y="793372"/>
            <a:ext cx="566675" cy="1691800"/>
            <a:chOff x="2374194" y="2848341"/>
            <a:chExt cx="685443" cy="2067229"/>
          </a:xfrm>
        </p:grpSpPr>
        <p:grpSp>
          <p:nvGrpSpPr>
            <p:cNvPr id="855" name="Grupo 854">
              <a:extLst>
                <a:ext uri="{FF2B5EF4-FFF2-40B4-BE49-F238E27FC236}">
                  <a16:creationId xmlns:a16="http://schemas.microsoft.com/office/drawing/2014/main" id="{361DA476-6DBC-5610-6694-0AF5DB1A5179}"/>
                </a:ext>
              </a:extLst>
            </p:cNvPr>
            <p:cNvGrpSpPr/>
            <p:nvPr/>
          </p:nvGrpSpPr>
          <p:grpSpPr>
            <a:xfrm>
              <a:off x="2716948" y="3859120"/>
              <a:ext cx="342689" cy="1056450"/>
              <a:chOff x="5808395" y="3718253"/>
              <a:chExt cx="276758" cy="836445"/>
            </a:xfrm>
          </p:grpSpPr>
          <p:grpSp>
            <p:nvGrpSpPr>
              <p:cNvPr id="862" name="Grupo 861">
                <a:extLst>
                  <a:ext uri="{FF2B5EF4-FFF2-40B4-BE49-F238E27FC236}">
                    <a16:creationId xmlns:a16="http://schemas.microsoft.com/office/drawing/2014/main" id="{324FFB59-F8AC-7D5C-C868-107A9F4DE1DA}"/>
                  </a:ext>
                </a:extLst>
              </p:cNvPr>
              <p:cNvGrpSpPr/>
              <p:nvPr/>
            </p:nvGrpSpPr>
            <p:grpSpPr>
              <a:xfrm>
                <a:off x="5808395" y="3718253"/>
                <a:ext cx="184852" cy="473941"/>
                <a:chOff x="6165845" y="3717239"/>
                <a:chExt cx="184852" cy="473941"/>
              </a:xfrm>
            </p:grpSpPr>
            <p:sp>
              <p:nvSpPr>
                <p:cNvPr id="865" name="Rectángulo: esquinas redondeadas 864">
                  <a:extLst>
                    <a:ext uri="{FF2B5EF4-FFF2-40B4-BE49-F238E27FC236}">
                      <a16:creationId xmlns:a16="http://schemas.microsoft.com/office/drawing/2014/main" id="{1B38A9C1-B204-BC2F-77EA-722D3E6C872E}"/>
                    </a:ext>
                  </a:extLst>
                </p:cNvPr>
                <p:cNvSpPr/>
                <p:nvPr/>
              </p:nvSpPr>
              <p:spPr>
                <a:xfrm rot="20522031">
                  <a:off x="6165845" y="3717239"/>
                  <a:ext cx="184852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66" name="Rectángulo: esquinas redondeadas 865">
                  <a:extLst>
                    <a:ext uri="{FF2B5EF4-FFF2-40B4-BE49-F238E27FC236}">
                      <a16:creationId xmlns:a16="http://schemas.microsoft.com/office/drawing/2014/main" id="{A8C09095-9EC0-747F-6CDF-775CC4C2856A}"/>
                    </a:ext>
                  </a:extLst>
                </p:cNvPr>
                <p:cNvSpPr/>
                <p:nvPr/>
              </p:nvSpPr>
              <p:spPr>
                <a:xfrm rot="622646" flipH="1">
                  <a:off x="6207873" y="3795106"/>
                  <a:ext cx="46037" cy="203887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63" name="Rectángulo 862">
                <a:extLst>
                  <a:ext uri="{FF2B5EF4-FFF2-40B4-BE49-F238E27FC236}">
                    <a16:creationId xmlns:a16="http://schemas.microsoft.com/office/drawing/2014/main" id="{C5E5D33A-583B-28A9-4F11-6B54A10C5F91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64" name="Rectángulo 863">
                <a:extLst>
                  <a:ext uri="{FF2B5EF4-FFF2-40B4-BE49-F238E27FC236}">
                    <a16:creationId xmlns:a16="http://schemas.microsoft.com/office/drawing/2014/main" id="{BBB82A62-8751-273A-06C8-BA0FB9B60583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56" name="Grupo 855">
              <a:extLst>
                <a:ext uri="{FF2B5EF4-FFF2-40B4-BE49-F238E27FC236}">
                  <a16:creationId xmlns:a16="http://schemas.microsoft.com/office/drawing/2014/main" id="{57559A35-22EC-8E90-EF9E-1AF519DDACA7}"/>
                </a:ext>
              </a:extLst>
            </p:cNvPr>
            <p:cNvGrpSpPr/>
            <p:nvPr/>
          </p:nvGrpSpPr>
          <p:grpSpPr>
            <a:xfrm flipH="1" flipV="1">
              <a:off x="2374194" y="2848341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857" name="Grupo 856">
                <a:extLst>
                  <a:ext uri="{FF2B5EF4-FFF2-40B4-BE49-F238E27FC236}">
                    <a16:creationId xmlns:a16="http://schemas.microsoft.com/office/drawing/2014/main" id="{31271C57-1257-47EF-DB8A-203C59DF103C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860" name="Rectángulo: esquinas redondeadas 859">
                  <a:extLst>
                    <a:ext uri="{FF2B5EF4-FFF2-40B4-BE49-F238E27FC236}">
                      <a16:creationId xmlns:a16="http://schemas.microsoft.com/office/drawing/2014/main" id="{54D9EDD3-3CE2-DA86-415F-32171CF06353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61" name="Rectángulo: esquinas redondeadas 860">
                  <a:extLst>
                    <a:ext uri="{FF2B5EF4-FFF2-40B4-BE49-F238E27FC236}">
                      <a16:creationId xmlns:a16="http://schemas.microsoft.com/office/drawing/2014/main" id="{F73D1033-D2D0-1BBC-886C-8381BF91C5D7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858" name="Rectángulo 857">
                <a:extLst>
                  <a:ext uri="{FF2B5EF4-FFF2-40B4-BE49-F238E27FC236}">
                    <a16:creationId xmlns:a16="http://schemas.microsoft.com/office/drawing/2014/main" id="{3B36E284-015C-5FE1-D659-04FFF8C3A92A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59" name="Rectángulo 858">
                <a:extLst>
                  <a:ext uri="{FF2B5EF4-FFF2-40B4-BE49-F238E27FC236}">
                    <a16:creationId xmlns:a16="http://schemas.microsoft.com/office/drawing/2014/main" id="{9F0C438F-0560-791F-BC52-6C76AEF28E68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867" name="Grupo 866">
            <a:extLst>
              <a:ext uri="{FF2B5EF4-FFF2-40B4-BE49-F238E27FC236}">
                <a16:creationId xmlns:a16="http://schemas.microsoft.com/office/drawing/2014/main" id="{EF8369D1-7579-337D-9CD7-6F0C0EDDA214}"/>
              </a:ext>
            </a:extLst>
          </p:cNvPr>
          <p:cNvGrpSpPr/>
          <p:nvPr/>
        </p:nvGrpSpPr>
        <p:grpSpPr>
          <a:xfrm rot="5151436">
            <a:off x="5779040" y="1106875"/>
            <a:ext cx="796825" cy="1722615"/>
            <a:chOff x="5775707" y="2428623"/>
            <a:chExt cx="778396" cy="1666542"/>
          </a:xfrm>
        </p:grpSpPr>
        <p:grpSp>
          <p:nvGrpSpPr>
            <p:cNvPr id="868" name="Grupo 867">
              <a:extLst>
                <a:ext uri="{FF2B5EF4-FFF2-40B4-BE49-F238E27FC236}">
                  <a16:creationId xmlns:a16="http://schemas.microsoft.com/office/drawing/2014/main" id="{2DBA7776-9C9A-DB1E-5C8C-038AB6BC1F7D}"/>
                </a:ext>
              </a:extLst>
            </p:cNvPr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870" name="Grupo 869">
                <a:extLst>
                  <a:ext uri="{FF2B5EF4-FFF2-40B4-BE49-F238E27FC236}">
                    <a16:creationId xmlns:a16="http://schemas.microsoft.com/office/drawing/2014/main" id="{729E40D2-BA2F-D20F-0A3A-BF3363714269}"/>
                  </a:ext>
                </a:extLst>
              </p:cNvPr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885" name="Elipse 884">
                  <a:extLst>
                    <a:ext uri="{FF2B5EF4-FFF2-40B4-BE49-F238E27FC236}">
                      <a16:creationId xmlns:a16="http://schemas.microsoft.com/office/drawing/2014/main" id="{637232DF-BE17-2B70-3C4B-B8AB61D18A73}"/>
                    </a:ext>
                  </a:extLst>
                </p:cNvPr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grpSp>
              <p:nvGrpSpPr>
                <p:cNvPr id="886" name="Grupo 885">
                  <a:extLst>
                    <a:ext uri="{FF2B5EF4-FFF2-40B4-BE49-F238E27FC236}">
                      <a16:creationId xmlns:a16="http://schemas.microsoft.com/office/drawing/2014/main" id="{51C6636B-40BE-557A-4BF2-33530A3BE6A4}"/>
                    </a:ext>
                  </a:extLst>
                </p:cNvPr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  <a:grpFill/>
              </p:grpSpPr>
              <p:sp>
                <p:nvSpPr>
                  <p:cNvPr id="887" name="Rectángulo 886">
                    <a:extLst>
                      <a:ext uri="{FF2B5EF4-FFF2-40B4-BE49-F238E27FC236}">
                        <a16:creationId xmlns:a16="http://schemas.microsoft.com/office/drawing/2014/main" id="{AEF80D92-AB5F-3103-D67B-748B069D7C9F}"/>
                      </a:ext>
                    </a:extLst>
                  </p:cNvPr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88" name="Rectángulo 887">
                    <a:extLst>
                      <a:ext uri="{FF2B5EF4-FFF2-40B4-BE49-F238E27FC236}">
                        <a16:creationId xmlns:a16="http://schemas.microsoft.com/office/drawing/2014/main" id="{1493D0B3-A2A3-BD1F-2B3D-28CB4357F00C}"/>
                      </a:ext>
                    </a:extLst>
                  </p:cNvPr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  <p:grpSp>
            <p:nvGrpSpPr>
              <p:cNvPr id="871" name="Grupo 870">
                <a:extLst>
                  <a:ext uri="{FF2B5EF4-FFF2-40B4-BE49-F238E27FC236}">
                    <a16:creationId xmlns:a16="http://schemas.microsoft.com/office/drawing/2014/main" id="{37EA1586-238D-47FE-D3A2-0BB614B41671}"/>
                  </a:ext>
                </a:extLst>
              </p:cNvPr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872" name="Grupo 871">
                  <a:extLst>
                    <a:ext uri="{FF2B5EF4-FFF2-40B4-BE49-F238E27FC236}">
                      <a16:creationId xmlns:a16="http://schemas.microsoft.com/office/drawing/2014/main" id="{E81F671D-DED7-2010-6F68-16D5A539DDED}"/>
                    </a:ext>
                  </a:extLst>
                </p:cNvPr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877" name="Grupo 876">
                    <a:extLst>
                      <a:ext uri="{FF2B5EF4-FFF2-40B4-BE49-F238E27FC236}">
                        <a16:creationId xmlns:a16="http://schemas.microsoft.com/office/drawing/2014/main" id="{D57331C4-319C-5E53-91D5-C4F79E16588A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882" name="Rectángulo 881">
                      <a:extLst>
                        <a:ext uri="{FF2B5EF4-FFF2-40B4-BE49-F238E27FC236}">
                          <a16:creationId xmlns:a16="http://schemas.microsoft.com/office/drawing/2014/main" id="{8C6A9630-D134-7392-572B-CE2E93F2C6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83" name="Rectángulo 882">
                      <a:extLst>
                        <a:ext uri="{FF2B5EF4-FFF2-40B4-BE49-F238E27FC236}">
                          <a16:creationId xmlns:a16="http://schemas.microsoft.com/office/drawing/2014/main" id="{761C7C54-E275-953E-57D9-B6A606AB00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84" name="Marco 883">
                      <a:extLst>
                        <a:ext uri="{FF2B5EF4-FFF2-40B4-BE49-F238E27FC236}">
                          <a16:creationId xmlns:a16="http://schemas.microsoft.com/office/drawing/2014/main" id="{49436C43-E95B-32A6-80C4-9718EEE8F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name="adj1" fmla="val 7853"/>
                      </a:avLst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878" name="Grupo 877">
                    <a:extLst>
                      <a:ext uri="{FF2B5EF4-FFF2-40B4-BE49-F238E27FC236}">
                        <a16:creationId xmlns:a16="http://schemas.microsoft.com/office/drawing/2014/main" id="{1BC6CDDB-1E83-9BCC-FE1A-68CF008AC759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879" name="Rectángulo 878">
                      <a:extLst>
                        <a:ext uri="{FF2B5EF4-FFF2-40B4-BE49-F238E27FC236}">
                          <a16:creationId xmlns:a16="http://schemas.microsoft.com/office/drawing/2014/main" id="{E227108F-B0A6-CAE3-161C-0334925C9F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80" name="Rectángulo 879">
                      <a:extLst>
                        <a:ext uri="{FF2B5EF4-FFF2-40B4-BE49-F238E27FC236}">
                          <a16:creationId xmlns:a16="http://schemas.microsoft.com/office/drawing/2014/main" id="{2FF8C2F9-4976-1E2D-F80B-DD004C56BB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81" name="Rectángulo 880">
                      <a:extLst>
                        <a:ext uri="{FF2B5EF4-FFF2-40B4-BE49-F238E27FC236}">
                          <a16:creationId xmlns:a16="http://schemas.microsoft.com/office/drawing/2014/main" id="{055E6257-0991-7F2B-B458-5E7B362E2F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873" name="Grupo 872">
                  <a:extLst>
                    <a:ext uri="{FF2B5EF4-FFF2-40B4-BE49-F238E27FC236}">
                      <a16:creationId xmlns:a16="http://schemas.microsoft.com/office/drawing/2014/main" id="{2D9A4E33-73DF-423E-98C9-B95CFF40D7CE}"/>
                    </a:ext>
                  </a:extLst>
                </p:cNvPr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874" name="Rectángulo 873">
                    <a:extLst>
                      <a:ext uri="{FF2B5EF4-FFF2-40B4-BE49-F238E27FC236}">
                        <a16:creationId xmlns:a16="http://schemas.microsoft.com/office/drawing/2014/main" id="{C4A12EA1-BF97-EA99-0FF9-44D90C129BCD}"/>
                      </a:ext>
                    </a:extLst>
                  </p:cNvPr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75" name="Rectángulo 874">
                    <a:extLst>
                      <a:ext uri="{FF2B5EF4-FFF2-40B4-BE49-F238E27FC236}">
                        <a16:creationId xmlns:a16="http://schemas.microsoft.com/office/drawing/2014/main" id="{CD1FF0B8-D2CE-D960-8FB2-384A1072371C}"/>
                      </a:ext>
                    </a:extLst>
                  </p:cNvPr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76" name="Rectángulo 875">
                    <a:extLst>
                      <a:ext uri="{FF2B5EF4-FFF2-40B4-BE49-F238E27FC236}">
                        <a16:creationId xmlns:a16="http://schemas.microsoft.com/office/drawing/2014/main" id="{BE746120-F626-C2D8-EDE4-E16295F683DD}"/>
                      </a:ext>
                    </a:extLst>
                  </p:cNvPr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sp>
          <p:nvSpPr>
            <p:cNvPr id="869" name="Rectángulo 868">
              <a:extLst>
                <a:ext uri="{FF2B5EF4-FFF2-40B4-BE49-F238E27FC236}">
                  <a16:creationId xmlns:a16="http://schemas.microsoft.com/office/drawing/2014/main" id="{A03D4235-CED9-01E1-4DC0-BEBDB0A9A7DA}"/>
                </a:ext>
              </a:extLst>
            </p:cNvPr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bg1">
                  <a:lumMod val="65000"/>
                </a:schemeClr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889" name="Grupo 888">
            <a:extLst>
              <a:ext uri="{FF2B5EF4-FFF2-40B4-BE49-F238E27FC236}">
                <a16:creationId xmlns:a16="http://schemas.microsoft.com/office/drawing/2014/main" id="{05E8A3BC-C02D-A2C8-25CE-9DDF2E1BA795}"/>
              </a:ext>
            </a:extLst>
          </p:cNvPr>
          <p:cNvGrpSpPr/>
          <p:nvPr/>
        </p:nvGrpSpPr>
        <p:grpSpPr>
          <a:xfrm rot="5151436">
            <a:off x="5213985" y="1962552"/>
            <a:ext cx="796736" cy="112283"/>
            <a:chOff x="2676060" y="4093308"/>
            <a:chExt cx="963722" cy="137200"/>
          </a:xfrm>
        </p:grpSpPr>
        <p:sp>
          <p:nvSpPr>
            <p:cNvPr id="890" name="Rectángulo 889">
              <a:extLst>
                <a:ext uri="{FF2B5EF4-FFF2-40B4-BE49-F238E27FC236}">
                  <a16:creationId xmlns:a16="http://schemas.microsoft.com/office/drawing/2014/main" id="{E6C2FF31-114B-796A-F420-6B1F0E035031}"/>
                </a:ext>
              </a:extLst>
            </p:cNvPr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891" name="Grupo 890">
              <a:extLst>
                <a:ext uri="{FF2B5EF4-FFF2-40B4-BE49-F238E27FC236}">
                  <a16:creationId xmlns:a16="http://schemas.microsoft.com/office/drawing/2014/main" id="{7F2725B3-561B-530C-2B5C-5495D239F465}"/>
                </a:ext>
              </a:extLst>
            </p:cNvPr>
            <p:cNvGrpSpPr/>
            <p:nvPr/>
          </p:nvGrpSpPr>
          <p:grpSpPr>
            <a:xfrm>
              <a:off x="2676060" y="4130453"/>
              <a:ext cx="963722" cy="100055"/>
              <a:chOff x="2676060" y="4130453"/>
              <a:chExt cx="963722" cy="100055"/>
            </a:xfrm>
          </p:grpSpPr>
          <p:grpSp>
            <p:nvGrpSpPr>
              <p:cNvPr id="892" name="Grupo 891">
                <a:extLst>
                  <a:ext uri="{FF2B5EF4-FFF2-40B4-BE49-F238E27FC236}">
                    <a16:creationId xmlns:a16="http://schemas.microsoft.com/office/drawing/2014/main" id="{B7278BDC-C4C4-43CA-97D5-76DAFDBC10E4}"/>
                  </a:ext>
                </a:extLst>
              </p:cNvPr>
              <p:cNvGrpSpPr/>
              <p:nvPr/>
            </p:nvGrpSpPr>
            <p:grpSpPr>
              <a:xfrm>
                <a:off x="2676060" y="4130453"/>
                <a:ext cx="963722" cy="75413"/>
                <a:chOff x="5775047" y="3892550"/>
                <a:chExt cx="778309" cy="59708"/>
              </a:xfrm>
            </p:grpSpPr>
            <p:sp>
              <p:nvSpPr>
                <p:cNvPr id="894" name="Rectángulo 893">
                  <a:extLst>
                    <a:ext uri="{FF2B5EF4-FFF2-40B4-BE49-F238E27FC236}">
                      <a16:creationId xmlns:a16="http://schemas.microsoft.com/office/drawing/2014/main" id="{4AD962AE-D26E-773E-B320-2ABDB974A6F6}"/>
                    </a:ext>
                  </a:extLst>
                </p:cNvPr>
                <p:cNvSpPr/>
                <p:nvPr/>
              </p:nvSpPr>
              <p:spPr>
                <a:xfrm rot="162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95" name="Elipse 894">
                  <a:extLst>
                    <a:ext uri="{FF2B5EF4-FFF2-40B4-BE49-F238E27FC236}">
                      <a16:creationId xmlns:a16="http://schemas.microsoft.com/office/drawing/2014/main" id="{0699BA9D-01C6-340F-8402-5CF07DB40147}"/>
                    </a:ext>
                  </a:extLst>
                </p:cNvPr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96" name="Elipse 895">
                  <a:extLst>
                    <a:ext uri="{FF2B5EF4-FFF2-40B4-BE49-F238E27FC236}">
                      <a16:creationId xmlns:a16="http://schemas.microsoft.com/office/drawing/2014/main" id="{C9D24C8D-8F6A-8FB8-FED4-7739B4595189}"/>
                    </a:ext>
                  </a:extLst>
                </p:cNvPr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93" name="Rectángulo 892">
                <a:extLst>
                  <a:ext uri="{FF2B5EF4-FFF2-40B4-BE49-F238E27FC236}">
                    <a16:creationId xmlns:a16="http://schemas.microsoft.com/office/drawing/2014/main" id="{4D0417F7-BB54-C999-61DA-31E4A4915A0B}"/>
                  </a:ext>
                </a:extLst>
              </p:cNvPr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ABE0E64-0000-D8E4-7B2B-1E4CE5CE7925}"/>
              </a:ext>
            </a:extLst>
          </p:cNvPr>
          <p:cNvGrpSpPr/>
          <p:nvPr/>
        </p:nvGrpSpPr>
        <p:grpSpPr>
          <a:xfrm rot="297357">
            <a:off x="7452980" y="1750589"/>
            <a:ext cx="2288079" cy="2013940"/>
            <a:chOff x="5734796" y="1871886"/>
            <a:chExt cx="2288079" cy="201394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A51EEE2-064A-76DC-382F-90096D01D6DB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08" name="Grupo 707">
                <a:extLst>
                  <a:ext uri="{FF2B5EF4-FFF2-40B4-BE49-F238E27FC236}">
                    <a16:creationId xmlns:a16="http://schemas.microsoft.com/office/drawing/2014/main" id="{BFD73A20-1643-C5F1-93E3-BFC2CAF110B6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10" name="Elipse 709">
                  <a:extLst>
                    <a:ext uri="{FF2B5EF4-FFF2-40B4-BE49-F238E27FC236}">
                      <a16:creationId xmlns:a16="http://schemas.microsoft.com/office/drawing/2014/main" id="{50C75A14-7DE8-4730-EA9D-B8FF1813F252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1" name="Diagrama de flujo: operación manual 710">
                  <a:extLst>
                    <a:ext uri="{FF2B5EF4-FFF2-40B4-BE49-F238E27FC236}">
                      <a16:creationId xmlns:a16="http://schemas.microsoft.com/office/drawing/2014/main" id="{CDCD649E-4A98-0D17-042E-9B9A72B20EF8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09" name="Elipse 708">
                <a:extLst>
                  <a:ext uri="{FF2B5EF4-FFF2-40B4-BE49-F238E27FC236}">
                    <a16:creationId xmlns:a16="http://schemas.microsoft.com/office/drawing/2014/main" id="{8CF6547A-7775-893E-675F-97A1545F1084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" name="Diagrama de flujo: operación manual 6">
              <a:extLst>
                <a:ext uri="{FF2B5EF4-FFF2-40B4-BE49-F238E27FC236}">
                  <a16:creationId xmlns:a16="http://schemas.microsoft.com/office/drawing/2014/main" id="{BA538EF7-7855-3919-F901-831A45D4BB7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898" name="Grupo 897">
            <a:extLst>
              <a:ext uri="{FF2B5EF4-FFF2-40B4-BE49-F238E27FC236}">
                <a16:creationId xmlns:a16="http://schemas.microsoft.com/office/drawing/2014/main" id="{A2C35F7C-60AC-B297-BFED-2AFD6E57B157}"/>
              </a:ext>
            </a:extLst>
          </p:cNvPr>
          <p:cNvGrpSpPr/>
          <p:nvPr/>
        </p:nvGrpSpPr>
        <p:grpSpPr>
          <a:xfrm rot="600000">
            <a:off x="6749442" y="1333028"/>
            <a:ext cx="1318435" cy="1266043"/>
            <a:chOff x="6641702" y="1526452"/>
            <a:chExt cx="1318435" cy="1266043"/>
          </a:xfrm>
        </p:grpSpPr>
        <p:grpSp>
          <p:nvGrpSpPr>
            <p:cNvPr id="899" name="Grupo 898">
              <a:extLst>
                <a:ext uri="{FF2B5EF4-FFF2-40B4-BE49-F238E27FC236}">
                  <a16:creationId xmlns:a16="http://schemas.microsoft.com/office/drawing/2014/main" id="{4ECD905E-E6AF-BFB2-E1EA-1CDF36A4769D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</p:grpSpPr>
          <p:grpSp>
            <p:nvGrpSpPr>
              <p:cNvPr id="901" name="Grupo 900">
                <a:extLst>
                  <a:ext uri="{FF2B5EF4-FFF2-40B4-BE49-F238E27FC236}">
                    <a16:creationId xmlns:a16="http://schemas.microsoft.com/office/drawing/2014/main" id="{EEB4F93E-B597-5BA1-57B7-186A3882F712}"/>
                  </a:ext>
                </a:extLst>
              </p:cNvPr>
              <p:cNvGrpSpPr/>
              <p:nvPr/>
            </p:nvGrpSpPr>
            <p:grpSpPr>
              <a:xfrm rot="785047">
                <a:off x="6641702" y="1526452"/>
                <a:ext cx="1192937" cy="1266043"/>
                <a:chOff x="6040669" y="1851040"/>
                <a:chExt cx="1192937" cy="1266043"/>
              </a:xfrm>
            </p:grpSpPr>
            <p:grpSp>
              <p:nvGrpSpPr>
                <p:cNvPr id="903" name="Grupo 902">
                  <a:extLst>
                    <a:ext uri="{FF2B5EF4-FFF2-40B4-BE49-F238E27FC236}">
                      <a16:creationId xmlns:a16="http://schemas.microsoft.com/office/drawing/2014/main" id="{A4A7F015-9A42-DD42-A005-DE971363D27E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</p:grpSpPr>
              <p:grpSp>
                <p:nvGrpSpPr>
                  <p:cNvPr id="905" name="Grupo 904">
                    <a:extLst>
                      <a:ext uri="{FF2B5EF4-FFF2-40B4-BE49-F238E27FC236}">
                        <a16:creationId xmlns:a16="http://schemas.microsoft.com/office/drawing/2014/main" id="{AE93767B-3D16-E47A-F419-C0548B07E1AB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</p:grpSpPr>
                <p:grpSp>
                  <p:nvGrpSpPr>
                    <p:cNvPr id="907" name="Grupo 906">
                      <a:extLst>
                        <a:ext uri="{FF2B5EF4-FFF2-40B4-BE49-F238E27FC236}">
                          <a16:creationId xmlns:a16="http://schemas.microsoft.com/office/drawing/2014/main" id="{A6A9F1B6-6914-6E3E-6C7A-C1475A2329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grpSp>
                    <p:nvGrpSpPr>
                      <p:cNvPr id="909" name="Grupo 908">
                        <a:extLst>
                          <a:ext uri="{FF2B5EF4-FFF2-40B4-BE49-F238E27FC236}">
                            <a16:creationId xmlns:a16="http://schemas.microsoft.com/office/drawing/2014/main" id="{48A15460-2B13-25D5-BE7C-33F439AE29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911" name="Elipse 910">
                          <a:extLst>
                            <a:ext uri="{FF2B5EF4-FFF2-40B4-BE49-F238E27FC236}">
                              <a16:creationId xmlns:a16="http://schemas.microsoft.com/office/drawing/2014/main" id="{0CE69D44-D18C-5322-8E40-20B252D8AA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12" name="Diagrama de flujo: operación manual 911">
                          <a:extLst>
                            <a:ext uri="{FF2B5EF4-FFF2-40B4-BE49-F238E27FC236}">
                              <a16:creationId xmlns:a16="http://schemas.microsoft.com/office/drawing/2014/main" id="{7170E10A-FCE2-E30A-9609-2F3B39FD5F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10" name="Elipse 909">
                        <a:extLst>
                          <a:ext uri="{FF2B5EF4-FFF2-40B4-BE49-F238E27FC236}">
                            <a16:creationId xmlns:a16="http://schemas.microsoft.com/office/drawing/2014/main" id="{8A16BDBB-88E8-EFE1-A970-D97329771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8" name="Diagrama de flujo: operación manual 907">
                      <a:extLst>
                        <a:ext uri="{FF2B5EF4-FFF2-40B4-BE49-F238E27FC236}">
                          <a16:creationId xmlns:a16="http://schemas.microsoft.com/office/drawing/2014/main" id="{D22AD5A4-5CE3-3887-14AC-653A2C5A6D7D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6" name="Elipse 905">
                    <a:extLst>
                      <a:ext uri="{FF2B5EF4-FFF2-40B4-BE49-F238E27FC236}">
                        <a16:creationId xmlns:a16="http://schemas.microsoft.com/office/drawing/2014/main" id="{F6A362AF-DEDA-0437-E00B-E0C5E5C30BB7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4" name="Elipse 903">
                  <a:extLst>
                    <a:ext uri="{FF2B5EF4-FFF2-40B4-BE49-F238E27FC236}">
                      <a16:creationId xmlns:a16="http://schemas.microsoft.com/office/drawing/2014/main" id="{AD260F28-9049-B9B1-7951-DB8F3F79C27A}"/>
                    </a:ext>
                  </a:extLst>
                </p:cNvPr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02" name="Elipse 901">
                <a:extLst>
                  <a:ext uri="{FF2B5EF4-FFF2-40B4-BE49-F238E27FC236}">
                    <a16:creationId xmlns:a16="http://schemas.microsoft.com/office/drawing/2014/main" id="{8E70C639-CEC4-72ED-DEFC-7BE52CC6FBB1}"/>
                  </a:ext>
                </a:extLst>
              </p:cNvPr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00" name="Elipse 899">
              <a:extLst>
                <a:ext uri="{FF2B5EF4-FFF2-40B4-BE49-F238E27FC236}">
                  <a16:creationId xmlns:a16="http://schemas.microsoft.com/office/drawing/2014/main" id="{663C2139-1C74-F536-6879-50576C60A161}"/>
                </a:ext>
              </a:extLst>
            </p:cNvPr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990" name="Subtítulo 2">
            <a:extLst>
              <a:ext uri="{FF2B5EF4-FFF2-40B4-BE49-F238E27FC236}">
                <a16:creationId xmlns:a16="http://schemas.microsoft.com/office/drawing/2014/main" id="{DC83DE78-5506-4F5E-F4B6-8985297DF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991" name="Cerrar llave 990">
            <a:extLst>
              <a:ext uri="{FF2B5EF4-FFF2-40B4-BE49-F238E27FC236}">
                <a16:creationId xmlns:a16="http://schemas.microsoft.com/office/drawing/2014/main" id="{F423E111-E770-0729-4A2C-48A0227BF977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2" name="CuadroTexto 991">
            <a:extLst>
              <a:ext uri="{FF2B5EF4-FFF2-40B4-BE49-F238E27FC236}">
                <a16:creationId xmlns:a16="http://schemas.microsoft.com/office/drawing/2014/main" id="{9E3A1C68-1ED9-4A7E-A3E3-37EBE67B07AA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151222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200000">
                                      <p:cBhvr>
                                        <p:cTn id="6" dur="100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8" dur="1000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96296E-6 L -0.01485 0.00093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rupo 977">
            <a:extLst>
              <a:ext uri="{FF2B5EF4-FFF2-40B4-BE49-F238E27FC236}">
                <a16:creationId xmlns:a16="http://schemas.microsoft.com/office/drawing/2014/main" id="{C331A4C7-9BBA-F95F-5CE1-1420B88CB76C}"/>
              </a:ext>
            </a:extLst>
          </p:cNvPr>
          <p:cNvGrpSpPr/>
          <p:nvPr/>
        </p:nvGrpSpPr>
        <p:grpSpPr>
          <a:xfrm>
            <a:off x="4815770" y="1152661"/>
            <a:ext cx="3959146" cy="1538203"/>
            <a:chOff x="4815770" y="1152661"/>
            <a:chExt cx="3959146" cy="1538203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76C9BF7-D47D-C4A3-6E41-0CB035A9D685}"/>
                </a:ext>
              </a:extLst>
            </p:cNvPr>
            <p:cNvGrpSpPr/>
            <p:nvPr/>
          </p:nvGrpSpPr>
          <p:grpSpPr>
            <a:xfrm>
              <a:off x="4815770" y="1355934"/>
              <a:ext cx="2222990" cy="1334930"/>
              <a:chOff x="4815770" y="1355934"/>
              <a:chExt cx="2222990" cy="1334930"/>
            </a:xfrm>
          </p:grpSpPr>
          <p:grpSp>
            <p:nvGrpSpPr>
              <p:cNvPr id="841" name="Grupo 840">
                <a:extLst>
                  <a:ext uri="{FF2B5EF4-FFF2-40B4-BE49-F238E27FC236}">
                    <a16:creationId xmlns:a16="http://schemas.microsoft.com/office/drawing/2014/main" id="{D9DDC6D9-73DE-E959-9F4C-F5B0D4EB5F5B}"/>
                  </a:ext>
                </a:extLst>
              </p:cNvPr>
              <p:cNvGrpSpPr/>
              <p:nvPr/>
            </p:nvGrpSpPr>
            <p:grpSpPr>
              <a:xfrm rot="5151436">
                <a:off x="5443097" y="1563968"/>
                <a:ext cx="561266" cy="1692526"/>
                <a:chOff x="3254442" y="2847789"/>
                <a:chExt cx="678900" cy="2068116"/>
              </a:xfrm>
            </p:grpSpPr>
            <p:grpSp>
              <p:nvGrpSpPr>
                <p:cNvPr id="842" name="Grupo 841">
                  <a:extLst>
                    <a:ext uri="{FF2B5EF4-FFF2-40B4-BE49-F238E27FC236}">
                      <a16:creationId xmlns:a16="http://schemas.microsoft.com/office/drawing/2014/main" id="{4919ED69-D5ED-209F-DEEB-3A039F9C5B34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</p:grpSpPr>
              <p:grpSp>
                <p:nvGrpSpPr>
                  <p:cNvPr id="849" name="Grupo 848">
                    <a:extLst>
                      <a:ext uri="{FF2B5EF4-FFF2-40B4-BE49-F238E27FC236}">
                        <a16:creationId xmlns:a16="http://schemas.microsoft.com/office/drawing/2014/main" id="{3890B03B-E776-70DC-1152-45F3E7943FBA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</p:grpSpPr>
                <p:sp>
                  <p:nvSpPr>
                    <p:cNvPr id="852" name="Rectángulo: esquinas redondeadas 851">
                      <a:extLst>
                        <a:ext uri="{FF2B5EF4-FFF2-40B4-BE49-F238E27FC236}">
                          <a16:creationId xmlns:a16="http://schemas.microsoft.com/office/drawing/2014/main" id="{3B3700F9-100C-7F2B-773A-2DA56AA9E7DB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53" name="Rectángulo: esquinas redondeadas 852">
                      <a:extLst>
                        <a:ext uri="{FF2B5EF4-FFF2-40B4-BE49-F238E27FC236}">
                          <a16:creationId xmlns:a16="http://schemas.microsoft.com/office/drawing/2014/main" id="{DF71C5E9-0414-3C06-E8FB-326A0A70F847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50" name="Rectángulo 849">
                    <a:extLst>
                      <a:ext uri="{FF2B5EF4-FFF2-40B4-BE49-F238E27FC236}">
                        <a16:creationId xmlns:a16="http://schemas.microsoft.com/office/drawing/2014/main" id="{2523DA7C-FA11-FC50-4253-9A815BBBA92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51" name="Rectángulo 850">
                    <a:extLst>
                      <a:ext uri="{FF2B5EF4-FFF2-40B4-BE49-F238E27FC236}">
                        <a16:creationId xmlns:a16="http://schemas.microsoft.com/office/drawing/2014/main" id="{8C4F1E82-D799-E441-FAC6-661626BA70B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43" name="Grupo 842">
                  <a:extLst>
                    <a:ext uri="{FF2B5EF4-FFF2-40B4-BE49-F238E27FC236}">
                      <a16:creationId xmlns:a16="http://schemas.microsoft.com/office/drawing/2014/main" id="{7232DB06-1880-278D-BE96-C3517799FB19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844" name="Grupo 843">
                    <a:extLst>
                      <a:ext uri="{FF2B5EF4-FFF2-40B4-BE49-F238E27FC236}">
                        <a16:creationId xmlns:a16="http://schemas.microsoft.com/office/drawing/2014/main" id="{E8E49B0E-5137-E143-3231-50DC76EDBCBB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847" name="Rectángulo: esquinas redondeadas 846">
                      <a:extLst>
                        <a:ext uri="{FF2B5EF4-FFF2-40B4-BE49-F238E27FC236}">
                          <a16:creationId xmlns:a16="http://schemas.microsoft.com/office/drawing/2014/main" id="{2CA194D1-8345-ABC0-0B02-D88075957F69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48" name="Rectángulo: esquinas redondeadas 847">
                      <a:extLst>
                        <a:ext uri="{FF2B5EF4-FFF2-40B4-BE49-F238E27FC236}">
                          <a16:creationId xmlns:a16="http://schemas.microsoft.com/office/drawing/2014/main" id="{936CD3CA-3BD1-A4A3-736C-47D2CA78EB2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845" name="Rectángulo 844">
                    <a:extLst>
                      <a:ext uri="{FF2B5EF4-FFF2-40B4-BE49-F238E27FC236}">
                        <a16:creationId xmlns:a16="http://schemas.microsoft.com/office/drawing/2014/main" id="{8DCE7112-1614-A621-45A8-A8DB678AFF65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46" name="Rectángulo 845">
                    <a:extLst>
                      <a:ext uri="{FF2B5EF4-FFF2-40B4-BE49-F238E27FC236}">
                        <a16:creationId xmlns:a16="http://schemas.microsoft.com/office/drawing/2014/main" id="{6237AF90-8141-438B-9343-6B8D9E9970A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54" name="Grupo 853">
                <a:extLst>
                  <a:ext uri="{FF2B5EF4-FFF2-40B4-BE49-F238E27FC236}">
                    <a16:creationId xmlns:a16="http://schemas.microsoft.com/office/drawing/2014/main" id="{8EB67329-46BF-3700-7759-658F0BCA2BAE}"/>
                  </a:ext>
                </a:extLst>
              </p:cNvPr>
              <p:cNvGrpSpPr/>
              <p:nvPr/>
            </p:nvGrpSpPr>
            <p:grpSpPr>
              <a:xfrm rot="5151436">
                <a:off x="5378332" y="793372"/>
                <a:ext cx="566675" cy="1691800"/>
                <a:chOff x="2374194" y="2848341"/>
                <a:chExt cx="685443" cy="2067229"/>
              </a:xfrm>
            </p:grpSpPr>
            <p:grpSp>
              <p:nvGrpSpPr>
                <p:cNvPr id="855" name="Grupo 854">
                  <a:extLst>
                    <a:ext uri="{FF2B5EF4-FFF2-40B4-BE49-F238E27FC236}">
                      <a16:creationId xmlns:a16="http://schemas.microsoft.com/office/drawing/2014/main" id="{361DA476-6DBC-5610-6694-0AF5DB1A5179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</p:grpSpPr>
              <p:grpSp>
                <p:nvGrpSpPr>
                  <p:cNvPr id="862" name="Grupo 861">
                    <a:extLst>
                      <a:ext uri="{FF2B5EF4-FFF2-40B4-BE49-F238E27FC236}">
                        <a16:creationId xmlns:a16="http://schemas.microsoft.com/office/drawing/2014/main" id="{324FFB59-F8AC-7D5C-C868-107A9F4DE1DA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</p:grpSpPr>
                <p:sp>
                  <p:nvSpPr>
                    <p:cNvPr id="865" name="Rectángulo: esquinas redondeadas 864">
                      <a:extLst>
                        <a:ext uri="{FF2B5EF4-FFF2-40B4-BE49-F238E27FC236}">
                          <a16:creationId xmlns:a16="http://schemas.microsoft.com/office/drawing/2014/main" id="{1B38A9C1-B204-BC2F-77EA-722D3E6C872E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66" name="Rectángulo: esquinas redondeadas 865">
                      <a:extLst>
                        <a:ext uri="{FF2B5EF4-FFF2-40B4-BE49-F238E27FC236}">
                          <a16:creationId xmlns:a16="http://schemas.microsoft.com/office/drawing/2014/main" id="{A8C09095-9EC0-747F-6CDF-775CC4C2856A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63" name="Rectángulo 862">
                    <a:extLst>
                      <a:ext uri="{FF2B5EF4-FFF2-40B4-BE49-F238E27FC236}">
                        <a16:creationId xmlns:a16="http://schemas.microsoft.com/office/drawing/2014/main" id="{C5E5D33A-583B-28A9-4F11-6B54A10C5F9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64" name="Rectángulo 863">
                    <a:extLst>
                      <a:ext uri="{FF2B5EF4-FFF2-40B4-BE49-F238E27FC236}">
                        <a16:creationId xmlns:a16="http://schemas.microsoft.com/office/drawing/2014/main" id="{BBB82A62-8751-273A-06C8-BA0FB9B6058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56" name="Grupo 855">
                  <a:extLst>
                    <a:ext uri="{FF2B5EF4-FFF2-40B4-BE49-F238E27FC236}">
                      <a16:creationId xmlns:a16="http://schemas.microsoft.com/office/drawing/2014/main" id="{57559A35-22EC-8E90-EF9E-1AF519DDACA7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857" name="Grupo 856">
                    <a:extLst>
                      <a:ext uri="{FF2B5EF4-FFF2-40B4-BE49-F238E27FC236}">
                        <a16:creationId xmlns:a16="http://schemas.microsoft.com/office/drawing/2014/main" id="{31271C57-1257-47EF-DB8A-203C59DF103C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860" name="Rectángulo: esquinas redondeadas 859">
                      <a:extLst>
                        <a:ext uri="{FF2B5EF4-FFF2-40B4-BE49-F238E27FC236}">
                          <a16:creationId xmlns:a16="http://schemas.microsoft.com/office/drawing/2014/main" id="{54D9EDD3-3CE2-DA86-415F-32171CF0635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61" name="Rectángulo: esquinas redondeadas 860">
                      <a:extLst>
                        <a:ext uri="{FF2B5EF4-FFF2-40B4-BE49-F238E27FC236}">
                          <a16:creationId xmlns:a16="http://schemas.microsoft.com/office/drawing/2014/main" id="{F73D1033-D2D0-1BBC-886C-8381BF91C5D7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858" name="Rectángulo 857">
                    <a:extLst>
                      <a:ext uri="{FF2B5EF4-FFF2-40B4-BE49-F238E27FC236}">
                        <a16:creationId xmlns:a16="http://schemas.microsoft.com/office/drawing/2014/main" id="{3B36E284-015C-5FE1-D659-04FFF8C3A92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59" name="Rectángulo 858">
                    <a:extLst>
                      <a:ext uri="{FF2B5EF4-FFF2-40B4-BE49-F238E27FC236}">
                        <a16:creationId xmlns:a16="http://schemas.microsoft.com/office/drawing/2014/main" id="{9F0C438F-0560-791F-BC52-6C76AEF28E6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67" name="Grupo 866">
                <a:extLst>
                  <a:ext uri="{FF2B5EF4-FFF2-40B4-BE49-F238E27FC236}">
                    <a16:creationId xmlns:a16="http://schemas.microsoft.com/office/drawing/2014/main" id="{EF8369D1-7579-337D-9CD7-6F0C0EDDA214}"/>
                  </a:ext>
                </a:extLst>
              </p:cNvPr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868" name="Grupo 867">
                  <a:extLst>
                    <a:ext uri="{FF2B5EF4-FFF2-40B4-BE49-F238E27FC236}">
                      <a16:creationId xmlns:a16="http://schemas.microsoft.com/office/drawing/2014/main" id="{2DBA7776-9C9A-DB1E-5C8C-038AB6BC1F7D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870" name="Grupo 869">
                    <a:extLst>
                      <a:ext uri="{FF2B5EF4-FFF2-40B4-BE49-F238E27FC236}">
                        <a16:creationId xmlns:a16="http://schemas.microsoft.com/office/drawing/2014/main" id="{729E40D2-BA2F-D20F-0A3A-BF3363714269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solidFill>
                    <a:schemeClr val="tx1">
                      <a:lumMod val="75000"/>
                      <a:lumOff val="25000"/>
                    </a:schemeClr>
                  </a:solidFill>
                </p:grpSpPr>
                <p:sp>
                  <p:nvSpPr>
                    <p:cNvPr id="885" name="Elipse 884">
                      <a:extLst>
                        <a:ext uri="{FF2B5EF4-FFF2-40B4-BE49-F238E27FC236}">
                          <a16:creationId xmlns:a16="http://schemas.microsoft.com/office/drawing/2014/main" id="{637232DF-BE17-2B70-3C4B-B8AB61D18A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886" name="Grupo 885">
                      <a:extLst>
                        <a:ext uri="{FF2B5EF4-FFF2-40B4-BE49-F238E27FC236}">
                          <a16:creationId xmlns:a16="http://schemas.microsoft.com/office/drawing/2014/main" id="{51C6636B-40BE-557A-4BF2-33530A3BE6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887" name="Rectángulo 886">
                        <a:extLst>
                          <a:ext uri="{FF2B5EF4-FFF2-40B4-BE49-F238E27FC236}">
                            <a16:creationId xmlns:a16="http://schemas.microsoft.com/office/drawing/2014/main" id="{AEF80D92-AB5F-3103-D67B-748B069D7C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88" name="Rectángulo 887">
                        <a:extLst>
                          <a:ext uri="{FF2B5EF4-FFF2-40B4-BE49-F238E27FC236}">
                            <a16:creationId xmlns:a16="http://schemas.microsoft.com/office/drawing/2014/main" id="{1493D0B3-A2A3-BD1F-2B3D-28CB4357F0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871" name="Grupo 870">
                    <a:extLst>
                      <a:ext uri="{FF2B5EF4-FFF2-40B4-BE49-F238E27FC236}">
                        <a16:creationId xmlns:a16="http://schemas.microsoft.com/office/drawing/2014/main" id="{37EA1586-238D-47FE-D3A2-0BB614B41671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872" name="Grupo 871">
                      <a:extLst>
                        <a:ext uri="{FF2B5EF4-FFF2-40B4-BE49-F238E27FC236}">
                          <a16:creationId xmlns:a16="http://schemas.microsoft.com/office/drawing/2014/main" id="{E81F671D-DED7-2010-6F68-16D5A539DD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877" name="Grupo 876">
                        <a:extLst>
                          <a:ext uri="{FF2B5EF4-FFF2-40B4-BE49-F238E27FC236}">
                            <a16:creationId xmlns:a16="http://schemas.microsoft.com/office/drawing/2014/main" id="{D57331C4-319C-5E53-91D5-C4F79E16588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882" name="Rectángulo 881">
                          <a:extLst>
                            <a:ext uri="{FF2B5EF4-FFF2-40B4-BE49-F238E27FC236}">
                              <a16:creationId xmlns:a16="http://schemas.microsoft.com/office/drawing/2014/main" id="{8C6A9630-D134-7392-572B-CE2E93F2C6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883" name="Rectángulo 882">
                          <a:extLst>
                            <a:ext uri="{FF2B5EF4-FFF2-40B4-BE49-F238E27FC236}">
                              <a16:creationId xmlns:a16="http://schemas.microsoft.com/office/drawing/2014/main" id="{761C7C54-E275-953E-57D9-B6A606AB00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4" name="Marco 883">
                          <a:extLst>
                            <a:ext uri="{FF2B5EF4-FFF2-40B4-BE49-F238E27FC236}">
                              <a16:creationId xmlns:a16="http://schemas.microsoft.com/office/drawing/2014/main" id="{49436C43-E95B-32A6-80C4-9718EEE8F99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878" name="Grupo 877">
                        <a:extLst>
                          <a:ext uri="{FF2B5EF4-FFF2-40B4-BE49-F238E27FC236}">
                            <a16:creationId xmlns:a16="http://schemas.microsoft.com/office/drawing/2014/main" id="{1BC6CDDB-1E83-9BCC-FE1A-68CF008AC7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879" name="Rectángulo 878">
                          <a:extLst>
                            <a:ext uri="{FF2B5EF4-FFF2-40B4-BE49-F238E27FC236}">
                              <a16:creationId xmlns:a16="http://schemas.microsoft.com/office/drawing/2014/main" id="{E227108F-B0A6-CAE3-161C-0334925C9FA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0" name="Rectángulo 879">
                          <a:extLst>
                            <a:ext uri="{FF2B5EF4-FFF2-40B4-BE49-F238E27FC236}">
                              <a16:creationId xmlns:a16="http://schemas.microsoft.com/office/drawing/2014/main" id="{2FF8C2F9-4976-1E2D-F80B-DD004C56BB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1" name="Rectángulo 880">
                          <a:extLst>
                            <a:ext uri="{FF2B5EF4-FFF2-40B4-BE49-F238E27FC236}">
                              <a16:creationId xmlns:a16="http://schemas.microsoft.com/office/drawing/2014/main" id="{055E6257-0991-7F2B-B458-5E7B362E2F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873" name="Grupo 872">
                      <a:extLst>
                        <a:ext uri="{FF2B5EF4-FFF2-40B4-BE49-F238E27FC236}">
                          <a16:creationId xmlns:a16="http://schemas.microsoft.com/office/drawing/2014/main" id="{2D9A4E33-73DF-423E-98C9-B95CFF40D7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874" name="Rectángulo 873">
                        <a:extLst>
                          <a:ext uri="{FF2B5EF4-FFF2-40B4-BE49-F238E27FC236}">
                            <a16:creationId xmlns:a16="http://schemas.microsoft.com/office/drawing/2014/main" id="{C4A12EA1-BF97-EA99-0FF9-44D90C129B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75" name="Rectángulo 874">
                        <a:extLst>
                          <a:ext uri="{FF2B5EF4-FFF2-40B4-BE49-F238E27FC236}">
                            <a16:creationId xmlns:a16="http://schemas.microsoft.com/office/drawing/2014/main" id="{CD1FF0B8-D2CE-D960-8FB2-384A107237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76" name="Rectángulo 875">
                        <a:extLst>
                          <a:ext uri="{FF2B5EF4-FFF2-40B4-BE49-F238E27FC236}">
                            <a16:creationId xmlns:a16="http://schemas.microsoft.com/office/drawing/2014/main" id="{BE746120-F626-C2D8-EDE4-E16295F68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869" name="Rectángulo 868">
                  <a:extLst>
                    <a:ext uri="{FF2B5EF4-FFF2-40B4-BE49-F238E27FC236}">
                      <a16:creationId xmlns:a16="http://schemas.microsoft.com/office/drawing/2014/main" id="{A03D4235-CED9-01E1-4DC0-BEBDB0A9A7DA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pattFill prst="wdDnDiag">
                  <a:fgClr>
                    <a:schemeClr val="bg1"/>
                  </a:fgClr>
                  <a:bgClr>
                    <a:schemeClr val="bg1">
                      <a:lumMod val="65000"/>
                    </a:schemeClr>
                  </a:bgClr>
                </a:patt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889" name="Grupo 888">
                <a:extLst>
                  <a:ext uri="{FF2B5EF4-FFF2-40B4-BE49-F238E27FC236}">
                    <a16:creationId xmlns:a16="http://schemas.microsoft.com/office/drawing/2014/main" id="{05E8A3BC-C02D-A2C8-25CE-9DDF2E1BA795}"/>
                  </a:ext>
                </a:extLst>
              </p:cNvPr>
              <p:cNvGrpSpPr/>
              <p:nvPr/>
            </p:nvGrpSpPr>
            <p:grpSpPr>
              <a:xfrm rot="5151436">
                <a:off x="5061129" y="1963319"/>
                <a:ext cx="796736" cy="112283"/>
                <a:chOff x="2676060" y="4093308"/>
                <a:chExt cx="963722" cy="137200"/>
              </a:xfrm>
            </p:grpSpPr>
            <p:sp>
              <p:nvSpPr>
                <p:cNvPr id="890" name="Rectángulo 889">
                  <a:extLst>
                    <a:ext uri="{FF2B5EF4-FFF2-40B4-BE49-F238E27FC236}">
                      <a16:creationId xmlns:a16="http://schemas.microsoft.com/office/drawing/2014/main" id="{E6C2FF31-114B-796A-F420-6B1F0E035031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91" name="Grupo 890">
                  <a:extLst>
                    <a:ext uri="{FF2B5EF4-FFF2-40B4-BE49-F238E27FC236}">
                      <a16:creationId xmlns:a16="http://schemas.microsoft.com/office/drawing/2014/main" id="{7F2725B3-561B-530C-2B5C-5495D239F465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</p:grpSpPr>
              <p:grpSp>
                <p:nvGrpSpPr>
                  <p:cNvPr id="892" name="Grupo 891">
                    <a:extLst>
                      <a:ext uri="{FF2B5EF4-FFF2-40B4-BE49-F238E27FC236}">
                        <a16:creationId xmlns:a16="http://schemas.microsoft.com/office/drawing/2014/main" id="{B7278BDC-C4C4-43CA-97D5-76DAFDBC10E4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</p:grpSpPr>
                <p:sp>
                  <p:nvSpPr>
                    <p:cNvPr id="894" name="Rectángulo 893">
                      <a:extLst>
                        <a:ext uri="{FF2B5EF4-FFF2-40B4-BE49-F238E27FC236}">
                          <a16:creationId xmlns:a16="http://schemas.microsoft.com/office/drawing/2014/main" id="{4AD962AE-D26E-773E-B320-2ABDB974A6F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5" name="Elipse 894">
                      <a:extLst>
                        <a:ext uri="{FF2B5EF4-FFF2-40B4-BE49-F238E27FC236}">
                          <a16:creationId xmlns:a16="http://schemas.microsoft.com/office/drawing/2014/main" id="{0699BA9D-01C6-340F-8402-5CF07DB401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6" name="Elipse 895">
                      <a:extLst>
                        <a:ext uri="{FF2B5EF4-FFF2-40B4-BE49-F238E27FC236}">
                          <a16:creationId xmlns:a16="http://schemas.microsoft.com/office/drawing/2014/main" id="{C9D24C8D-8F6A-8FB8-FED4-7739B45951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93" name="Rectángulo 892">
                    <a:extLst>
                      <a:ext uri="{FF2B5EF4-FFF2-40B4-BE49-F238E27FC236}">
                        <a16:creationId xmlns:a16="http://schemas.microsoft.com/office/drawing/2014/main" id="{4D0417F7-BB54-C999-61DA-31E4A4915A0B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  <p:grpSp>
          <p:nvGrpSpPr>
            <p:cNvPr id="897" name="Grupo 896">
              <a:extLst>
                <a:ext uri="{FF2B5EF4-FFF2-40B4-BE49-F238E27FC236}">
                  <a16:creationId xmlns:a16="http://schemas.microsoft.com/office/drawing/2014/main" id="{2F52836E-1E4C-B5BB-6360-CA73D0A2663A}"/>
                </a:ext>
              </a:extLst>
            </p:cNvPr>
            <p:cNvGrpSpPr/>
            <p:nvPr/>
          </p:nvGrpSpPr>
          <p:grpSpPr>
            <a:xfrm flipH="1" flipV="1">
              <a:off x="6551926" y="1152661"/>
              <a:ext cx="2222990" cy="1334930"/>
              <a:chOff x="4815770" y="1355934"/>
              <a:chExt cx="2222990" cy="1334930"/>
            </a:xfrm>
            <a:noFill/>
          </p:grpSpPr>
          <p:grpSp>
            <p:nvGrpSpPr>
              <p:cNvPr id="922" name="Grupo 921">
                <a:extLst>
                  <a:ext uri="{FF2B5EF4-FFF2-40B4-BE49-F238E27FC236}">
                    <a16:creationId xmlns:a16="http://schemas.microsoft.com/office/drawing/2014/main" id="{63C04B1F-663F-3B17-4384-A7F0777EBAE0}"/>
                  </a:ext>
                </a:extLst>
              </p:cNvPr>
              <p:cNvGrpSpPr/>
              <p:nvPr/>
            </p:nvGrpSpPr>
            <p:grpSpPr>
              <a:xfrm rot="5151436">
                <a:off x="5443097" y="1563968"/>
                <a:ext cx="561266" cy="1692526"/>
                <a:chOff x="3254442" y="2847789"/>
                <a:chExt cx="678900" cy="2068116"/>
              </a:xfrm>
              <a:grpFill/>
            </p:grpSpPr>
            <p:grpSp>
              <p:nvGrpSpPr>
                <p:cNvPr id="966" name="Grupo 965">
                  <a:extLst>
                    <a:ext uri="{FF2B5EF4-FFF2-40B4-BE49-F238E27FC236}">
                      <a16:creationId xmlns:a16="http://schemas.microsoft.com/office/drawing/2014/main" id="{291FFAEA-8C00-2883-6EAD-6890C0379153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  <a:grpFill/>
              </p:grpSpPr>
              <p:grpSp>
                <p:nvGrpSpPr>
                  <p:cNvPr id="973" name="Grupo 972">
                    <a:extLst>
                      <a:ext uri="{FF2B5EF4-FFF2-40B4-BE49-F238E27FC236}">
                        <a16:creationId xmlns:a16="http://schemas.microsoft.com/office/drawing/2014/main" id="{8EBCF65E-A527-4FF2-F0C8-A281C533537B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  <a:grpFill/>
                </p:grpSpPr>
                <p:sp>
                  <p:nvSpPr>
                    <p:cNvPr id="976" name="Rectángulo: esquinas redondeadas 975">
                      <a:extLst>
                        <a:ext uri="{FF2B5EF4-FFF2-40B4-BE49-F238E27FC236}">
                          <a16:creationId xmlns:a16="http://schemas.microsoft.com/office/drawing/2014/main" id="{767A4903-AE23-85DC-DF70-ADB9D1546F8B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77" name="Rectángulo: esquinas redondeadas 976">
                      <a:extLst>
                        <a:ext uri="{FF2B5EF4-FFF2-40B4-BE49-F238E27FC236}">
                          <a16:creationId xmlns:a16="http://schemas.microsoft.com/office/drawing/2014/main" id="{6C404FBD-A4E4-3B3D-A241-3F3F2CA20F3F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74" name="Rectángulo 973">
                    <a:extLst>
                      <a:ext uri="{FF2B5EF4-FFF2-40B4-BE49-F238E27FC236}">
                        <a16:creationId xmlns:a16="http://schemas.microsoft.com/office/drawing/2014/main" id="{48AAC786-C560-E3EB-1FBE-7F581452F7D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75" name="Rectángulo 974">
                    <a:extLst>
                      <a:ext uri="{FF2B5EF4-FFF2-40B4-BE49-F238E27FC236}">
                        <a16:creationId xmlns:a16="http://schemas.microsoft.com/office/drawing/2014/main" id="{5EA59E4C-6CA4-04AB-54D5-C07A6B385EBD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67" name="Grupo 966">
                  <a:extLst>
                    <a:ext uri="{FF2B5EF4-FFF2-40B4-BE49-F238E27FC236}">
                      <a16:creationId xmlns:a16="http://schemas.microsoft.com/office/drawing/2014/main" id="{D967CDDD-E271-5C67-2A95-6C1BEED6060B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968" name="Grupo 967">
                    <a:extLst>
                      <a:ext uri="{FF2B5EF4-FFF2-40B4-BE49-F238E27FC236}">
                        <a16:creationId xmlns:a16="http://schemas.microsoft.com/office/drawing/2014/main" id="{BC710739-6108-3EF8-1368-7323C394040F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971" name="Rectángulo: esquinas redondeadas 970">
                      <a:extLst>
                        <a:ext uri="{FF2B5EF4-FFF2-40B4-BE49-F238E27FC236}">
                          <a16:creationId xmlns:a16="http://schemas.microsoft.com/office/drawing/2014/main" id="{F434C772-DE27-8C27-6819-1A2714AB665E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72" name="Rectángulo: esquinas redondeadas 971">
                      <a:extLst>
                        <a:ext uri="{FF2B5EF4-FFF2-40B4-BE49-F238E27FC236}">
                          <a16:creationId xmlns:a16="http://schemas.microsoft.com/office/drawing/2014/main" id="{214C19F7-995D-7F56-9685-D4F6B5474B21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969" name="Rectángulo 968">
                    <a:extLst>
                      <a:ext uri="{FF2B5EF4-FFF2-40B4-BE49-F238E27FC236}">
                        <a16:creationId xmlns:a16="http://schemas.microsoft.com/office/drawing/2014/main" id="{B40243C0-BF45-4624-6F90-64537D6D4077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70" name="Rectángulo 969">
                    <a:extLst>
                      <a:ext uri="{FF2B5EF4-FFF2-40B4-BE49-F238E27FC236}">
                        <a16:creationId xmlns:a16="http://schemas.microsoft.com/office/drawing/2014/main" id="{E80694FF-1AAA-7EE5-83DB-20FF35743C2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923" name="Grupo 922">
                <a:extLst>
                  <a:ext uri="{FF2B5EF4-FFF2-40B4-BE49-F238E27FC236}">
                    <a16:creationId xmlns:a16="http://schemas.microsoft.com/office/drawing/2014/main" id="{4EC0D6E1-1FDA-E0AA-8496-7F133F3F2B49}"/>
                  </a:ext>
                </a:extLst>
              </p:cNvPr>
              <p:cNvGrpSpPr/>
              <p:nvPr/>
            </p:nvGrpSpPr>
            <p:grpSpPr>
              <a:xfrm rot="5151436">
                <a:off x="5378332" y="793372"/>
                <a:ext cx="566675" cy="1691800"/>
                <a:chOff x="2374194" y="2848341"/>
                <a:chExt cx="685443" cy="2067229"/>
              </a:xfrm>
              <a:grpFill/>
            </p:grpSpPr>
            <p:grpSp>
              <p:nvGrpSpPr>
                <p:cNvPr id="954" name="Grupo 953">
                  <a:extLst>
                    <a:ext uri="{FF2B5EF4-FFF2-40B4-BE49-F238E27FC236}">
                      <a16:creationId xmlns:a16="http://schemas.microsoft.com/office/drawing/2014/main" id="{10212197-ECEA-B14F-420E-08756B9F5B8F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  <a:grpFill/>
              </p:grpSpPr>
              <p:grpSp>
                <p:nvGrpSpPr>
                  <p:cNvPr id="961" name="Grupo 960">
                    <a:extLst>
                      <a:ext uri="{FF2B5EF4-FFF2-40B4-BE49-F238E27FC236}">
                        <a16:creationId xmlns:a16="http://schemas.microsoft.com/office/drawing/2014/main" id="{82881080-356B-19CD-AE8D-73A586D11C16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  <a:grpFill/>
                </p:grpSpPr>
                <p:sp>
                  <p:nvSpPr>
                    <p:cNvPr id="964" name="Rectángulo: esquinas redondeadas 963">
                      <a:extLst>
                        <a:ext uri="{FF2B5EF4-FFF2-40B4-BE49-F238E27FC236}">
                          <a16:creationId xmlns:a16="http://schemas.microsoft.com/office/drawing/2014/main" id="{B35E8DAB-908E-7894-227B-283283B7B6D1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65" name="Rectángulo: esquinas redondeadas 964">
                      <a:extLst>
                        <a:ext uri="{FF2B5EF4-FFF2-40B4-BE49-F238E27FC236}">
                          <a16:creationId xmlns:a16="http://schemas.microsoft.com/office/drawing/2014/main" id="{148D7BB1-B624-2E1A-6F1D-33ED937E7A93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62" name="Rectángulo 961">
                    <a:extLst>
                      <a:ext uri="{FF2B5EF4-FFF2-40B4-BE49-F238E27FC236}">
                        <a16:creationId xmlns:a16="http://schemas.microsoft.com/office/drawing/2014/main" id="{EAC54C98-ED41-9ADC-FDC2-B12126326130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63" name="Rectángulo 962">
                    <a:extLst>
                      <a:ext uri="{FF2B5EF4-FFF2-40B4-BE49-F238E27FC236}">
                        <a16:creationId xmlns:a16="http://schemas.microsoft.com/office/drawing/2014/main" id="{CCBA05E5-9E8A-579D-244A-9B392DA647D2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55" name="Grupo 954">
                  <a:extLst>
                    <a:ext uri="{FF2B5EF4-FFF2-40B4-BE49-F238E27FC236}">
                      <a16:creationId xmlns:a16="http://schemas.microsoft.com/office/drawing/2014/main" id="{966E510F-6CE3-6888-5FFF-28E2D11F769D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956" name="Grupo 955">
                    <a:extLst>
                      <a:ext uri="{FF2B5EF4-FFF2-40B4-BE49-F238E27FC236}">
                        <a16:creationId xmlns:a16="http://schemas.microsoft.com/office/drawing/2014/main" id="{C617E8CD-3836-78B4-A5BC-074A82E87D78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959" name="Rectángulo: esquinas redondeadas 958">
                      <a:extLst>
                        <a:ext uri="{FF2B5EF4-FFF2-40B4-BE49-F238E27FC236}">
                          <a16:creationId xmlns:a16="http://schemas.microsoft.com/office/drawing/2014/main" id="{42BCBD62-C85D-E559-74E2-0FC2B8155974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60" name="Rectángulo: esquinas redondeadas 959">
                      <a:extLst>
                        <a:ext uri="{FF2B5EF4-FFF2-40B4-BE49-F238E27FC236}">
                          <a16:creationId xmlns:a16="http://schemas.microsoft.com/office/drawing/2014/main" id="{BA1E5C58-0E5D-3683-C6D4-285BDC7E7BE2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957" name="Rectángulo 956">
                    <a:extLst>
                      <a:ext uri="{FF2B5EF4-FFF2-40B4-BE49-F238E27FC236}">
                        <a16:creationId xmlns:a16="http://schemas.microsoft.com/office/drawing/2014/main" id="{DC83E493-9042-382F-D142-05C28C3CBCEF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58" name="Rectángulo 957">
                    <a:extLst>
                      <a:ext uri="{FF2B5EF4-FFF2-40B4-BE49-F238E27FC236}">
                        <a16:creationId xmlns:a16="http://schemas.microsoft.com/office/drawing/2014/main" id="{F9A89E49-1E13-75FB-746B-44E317D929C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924" name="Grupo 923">
                <a:extLst>
                  <a:ext uri="{FF2B5EF4-FFF2-40B4-BE49-F238E27FC236}">
                    <a16:creationId xmlns:a16="http://schemas.microsoft.com/office/drawing/2014/main" id="{62825244-4D3A-E95E-8428-E072C0CF1D5E}"/>
                  </a:ext>
                </a:extLst>
              </p:cNvPr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  <a:grpFill/>
            </p:grpSpPr>
            <p:grpSp>
              <p:nvGrpSpPr>
                <p:cNvPr id="933" name="Grupo 932">
                  <a:extLst>
                    <a:ext uri="{FF2B5EF4-FFF2-40B4-BE49-F238E27FC236}">
                      <a16:creationId xmlns:a16="http://schemas.microsoft.com/office/drawing/2014/main" id="{0FB50B88-CC10-9D50-4D3A-4A29CE875E76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  <a:grpFill/>
              </p:grpSpPr>
              <p:grpSp>
                <p:nvGrpSpPr>
                  <p:cNvPr id="935" name="Grupo 934">
                    <a:extLst>
                      <a:ext uri="{FF2B5EF4-FFF2-40B4-BE49-F238E27FC236}">
                        <a16:creationId xmlns:a16="http://schemas.microsoft.com/office/drawing/2014/main" id="{02981D42-49C5-9E66-A2F3-4133D3E5E768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grpFill/>
                </p:grpSpPr>
                <p:sp>
                  <p:nvSpPr>
                    <p:cNvPr id="950" name="Elipse 949">
                      <a:extLst>
                        <a:ext uri="{FF2B5EF4-FFF2-40B4-BE49-F238E27FC236}">
                          <a16:creationId xmlns:a16="http://schemas.microsoft.com/office/drawing/2014/main" id="{B08E1AFF-5D7E-3900-41BF-53625C1BE2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951" name="Grupo 950">
                      <a:extLst>
                        <a:ext uri="{FF2B5EF4-FFF2-40B4-BE49-F238E27FC236}">
                          <a16:creationId xmlns:a16="http://schemas.microsoft.com/office/drawing/2014/main" id="{CBB3D7D9-52C3-9490-DADA-FE53667CE8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952" name="Rectángulo 951">
                        <a:extLst>
                          <a:ext uri="{FF2B5EF4-FFF2-40B4-BE49-F238E27FC236}">
                            <a16:creationId xmlns:a16="http://schemas.microsoft.com/office/drawing/2014/main" id="{D5A0B575-2328-A018-17BC-0974CE53EB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53" name="Rectángulo 952">
                        <a:extLst>
                          <a:ext uri="{FF2B5EF4-FFF2-40B4-BE49-F238E27FC236}">
                            <a16:creationId xmlns:a16="http://schemas.microsoft.com/office/drawing/2014/main" id="{B8ACE481-2B37-DF02-C28A-44D436CBF9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936" name="Grupo 935">
                    <a:extLst>
                      <a:ext uri="{FF2B5EF4-FFF2-40B4-BE49-F238E27FC236}">
                        <a16:creationId xmlns:a16="http://schemas.microsoft.com/office/drawing/2014/main" id="{95FCA00F-8BE4-B904-AE82-45F4571E9C4C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  <a:grpFill/>
                </p:grpSpPr>
                <p:grpSp>
                  <p:nvGrpSpPr>
                    <p:cNvPr id="937" name="Grupo 936">
                      <a:extLst>
                        <a:ext uri="{FF2B5EF4-FFF2-40B4-BE49-F238E27FC236}">
                          <a16:creationId xmlns:a16="http://schemas.microsoft.com/office/drawing/2014/main" id="{9A8037F6-B091-E539-415D-00622ABB378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942" name="Grupo 941">
                        <a:extLst>
                          <a:ext uri="{FF2B5EF4-FFF2-40B4-BE49-F238E27FC236}">
                            <a16:creationId xmlns:a16="http://schemas.microsoft.com/office/drawing/2014/main" id="{99288CAF-A33D-136C-44F1-1DD9C22D49C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  <a:grpFill/>
                    </p:grpSpPr>
                    <p:sp>
                      <p:nvSpPr>
                        <p:cNvPr id="947" name="Rectángulo 946">
                          <a:extLst>
                            <a:ext uri="{FF2B5EF4-FFF2-40B4-BE49-F238E27FC236}">
                              <a16:creationId xmlns:a16="http://schemas.microsoft.com/office/drawing/2014/main" id="{B649E3A8-3C47-2F39-220C-90BFB2DB8E4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48" name="Rectángulo 947">
                          <a:extLst>
                            <a:ext uri="{FF2B5EF4-FFF2-40B4-BE49-F238E27FC236}">
                              <a16:creationId xmlns:a16="http://schemas.microsoft.com/office/drawing/2014/main" id="{8A9BAACB-D725-2BFE-3FD8-A0166FEBD5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49" name="Marco 948">
                          <a:extLst>
                            <a:ext uri="{FF2B5EF4-FFF2-40B4-BE49-F238E27FC236}">
                              <a16:creationId xmlns:a16="http://schemas.microsoft.com/office/drawing/2014/main" id="{CAC3E0F9-8B89-03AB-381F-0A1E81E0088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943" name="Grupo 942">
                        <a:extLst>
                          <a:ext uri="{FF2B5EF4-FFF2-40B4-BE49-F238E27FC236}">
                            <a16:creationId xmlns:a16="http://schemas.microsoft.com/office/drawing/2014/main" id="{D61EA1F6-6369-A587-E3C3-7DBF9EABCED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  <a:grpFill/>
                    </p:grpSpPr>
                    <p:sp>
                      <p:nvSpPr>
                        <p:cNvPr id="944" name="Rectángulo 943">
                          <a:extLst>
                            <a:ext uri="{FF2B5EF4-FFF2-40B4-BE49-F238E27FC236}">
                              <a16:creationId xmlns:a16="http://schemas.microsoft.com/office/drawing/2014/main" id="{C424CAF0-4004-CEA5-D001-2EBA99D7387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45" name="Rectángulo 944">
                          <a:extLst>
                            <a:ext uri="{FF2B5EF4-FFF2-40B4-BE49-F238E27FC236}">
                              <a16:creationId xmlns:a16="http://schemas.microsoft.com/office/drawing/2014/main" id="{CF5DA39B-732C-D772-2BDD-4B24693A4F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46" name="Rectángulo 945">
                          <a:extLst>
                            <a:ext uri="{FF2B5EF4-FFF2-40B4-BE49-F238E27FC236}">
                              <a16:creationId xmlns:a16="http://schemas.microsoft.com/office/drawing/2014/main" id="{E236EB6A-E97A-776A-A0F0-36EC54F7BF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938" name="Grupo 937">
                      <a:extLst>
                        <a:ext uri="{FF2B5EF4-FFF2-40B4-BE49-F238E27FC236}">
                          <a16:creationId xmlns:a16="http://schemas.microsoft.com/office/drawing/2014/main" id="{C51970E4-22C1-847B-5825-D36C4CFB84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  <a:grpFill/>
                  </p:grpSpPr>
                  <p:sp>
                    <p:nvSpPr>
                      <p:cNvPr id="939" name="Rectángulo 938">
                        <a:extLst>
                          <a:ext uri="{FF2B5EF4-FFF2-40B4-BE49-F238E27FC236}">
                            <a16:creationId xmlns:a16="http://schemas.microsoft.com/office/drawing/2014/main" id="{454DB394-15A9-9000-3361-9832DAB14F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940" name="Rectángulo 939">
                        <a:extLst>
                          <a:ext uri="{FF2B5EF4-FFF2-40B4-BE49-F238E27FC236}">
                            <a16:creationId xmlns:a16="http://schemas.microsoft.com/office/drawing/2014/main" id="{F3303275-6BF2-B649-016F-8C91FA5B0E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41" name="Rectángulo 940">
                        <a:extLst>
                          <a:ext uri="{FF2B5EF4-FFF2-40B4-BE49-F238E27FC236}">
                            <a16:creationId xmlns:a16="http://schemas.microsoft.com/office/drawing/2014/main" id="{4530B622-6E55-9CDB-0343-2C870F6EBB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934" name="Rectángulo 933">
                  <a:extLst>
                    <a:ext uri="{FF2B5EF4-FFF2-40B4-BE49-F238E27FC236}">
                      <a16:creationId xmlns:a16="http://schemas.microsoft.com/office/drawing/2014/main" id="{5EA7EA4B-0CAC-5F17-CA22-81828682E993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925" name="Grupo 924">
                <a:extLst>
                  <a:ext uri="{FF2B5EF4-FFF2-40B4-BE49-F238E27FC236}">
                    <a16:creationId xmlns:a16="http://schemas.microsoft.com/office/drawing/2014/main" id="{D9C8D7BB-B8B8-15CC-8DEF-FB6F62698F5D}"/>
                  </a:ext>
                </a:extLst>
              </p:cNvPr>
              <p:cNvGrpSpPr/>
              <p:nvPr/>
            </p:nvGrpSpPr>
            <p:grpSpPr>
              <a:xfrm rot="5151436">
                <a:off x="5061129" y="1963319"/>
                <a:ext cx="796736" cy="112283"/>
                <a:chOff x="2676060" y="4093308"/>
                <a:chExt cx="963722" cy="137200"/>
              </a:xfrm>
              <a:grpFill/>
            </p:grpSpPr>
            <p:sp>
              <p:nvSpPr>
                <p:cNvPr id="926" name="Rectángulo 925">
                  <a:extLst>
                    <a:ext uri="{FF2B5EF4-FFF2-40B4-BE49-F238E27FC236}">
                      <a16:creationId xmlns:a16="http://schemas.microsoft.com/office/drawing/2014/main" id="{8E279D7F-1466-54C7-D1DC-23C5C077B4F7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927" name="Grupo 926">
                  <a:extLst>
                    <a:ext uri="{FF2B5EF4-FFF2-40B4-BE49-F238E27FC236}">
                      <a16:creationId xmlns:a16="http://schemas.microsoft.com/office/drawing/2014/main" id="{8D37BB47-8DE2-510C-F5A0-21542AECB375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  <a:grpFill/>
              </p:grpSpPr>
              <p:grpSp>
                <p:nvGrpSpPr>
                  <p:cNvPr id="928" name="Grupo 927">
                    <a:extLst>
                      <a:ext uri="{FF2B5EF4-FFF2-40B4-BE49-F238E27FC236}">
                        <a16:creationId xmlns:a16="http://schemas.microsoft.com/office/drawing/2014/main" id="{8157E808-41E5-28FB-792E-B20869F7C0FF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  <a:grpFill/>
                </p:grpSpPr>
                <p:sp>
                  <p:nvSpPr>
                    <p:cNvPr id="930" name="Rectángulo 929">
                      <a:extLst>
                        <a:ext uri="{FF2B5EF4-FFF2-40B4-BE49-F238E27FC236}">
                          <a16:creationId xmlns:a16="http://schemas.microsoft.com/office/drawing/2014/main" id="{B12F3032-0DE8-8BFE-A482-FC67EF8BB6F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931" name="Elipse 930">
                      <a:extLst>
                        <a:ext uri="{FF2B5EF4-FFF2-40B4-BE49-F238E27FC236}">
                          <a16:creationId xmlns:a16="http://schemas.microsoft.com/office/drawing/2014/main" id="{7ABE8164-9678-9CFD-FA47-F78B25416C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932" name="Elipse 931">
                      <a:extLst>
                        <a:ext uri="{FF2B5EF4-FFF2-40B4-BE49-F238E27FC236}">
                          <a16:creationId xmlns:a16="http://schemas.microsoft.com/office/drawing/2014/main" id="{64C6AFE5-960C-7606-5E90-02A8B882A6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29" name="Rectángulo 928">
                    <a:extLst>
                      <a:ext uri="{FF2B5EF4-FFF2-40B4-BE49-F238E27FC236}">
                        <a16:creationId xmlns:a16="http://schemas.microsoft.com/office/drawing/2014/main" id="{7EE93D1B-7A62-0BFB-AF8E-8CBC061D9171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ABE0E64-0000-D8E4-7B2B-1E4CE5CE7925}"/>
              </a:ext>
            </a:extLst>
          </p:cNvPr>
          <p:cNvGrpSpPr/>
          <p:nvPr/>
        </p:nvGrpSpPr>
        <p:grpSpPr>
          <a:xfrm rot="297357">
            <a:off x="7452980" y="1750589"/>
            <a:ext cx="2288079" cy="2013940"/>
            <a:chOff x="5734796" y="1871886"/>
            <a:chExt cx="2288079" cy="201394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A51EEE2-064A-76DC-382F-90096D01D6DB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08" name="Grupo 707">
                <a:extLst>
                  <a:ext uri="{FF2B5EF4-FFF2-40B4-BE49-F238E27FC236}">
                    <a16:creationId xmlns:a16="http://schemas.microsoft.com/office/drawing/2014/main" id="{BFD73A20-1643-C5F1-93E3-BFC2CAF110B6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10" name="Elipse 709">
                  <a:extLst>
                    <a:ext uri="{FF2B5EF4-FFF2-40B4-BE49-F238E27FC236}">
                      <a16:creationId xmlns:a16="http://schemas.microsoft.com/office/drawing/2014/main" id="{50C75A14-7DE8-4730-EA9D-B8FF1813F252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1" name="Diagrama de flujo: operación manual 710">
                  <a:extLst>
                    <a:ext uri="{FF2B5EF4-FFF2-40B4-BE49-F238E27FC236}">
                      <a16:creationId xmlns:a16="http://schemas.microsoft.com/office/drawing/2014/main" id="{CDCD649E-4A98-0D17-042E-9B9A72B20EF8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09" name="Elipse 708">
                <a:extLst>
                  <a:ext uri="{FF2B5EF4-FFF2-40B4-BE49-F238E27FC236}">
                    <a16:creationId xmlns:a16="http://schemas.microsoft.com/office/drawing/2014/main" id="{8CF6547A-7775-893E-675F-97A1545F1084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" name="Diagrama de flujo: operación manual 6">
              <a:extLst>
                <a:ext uri="{FF2B5EF4-FFF2-40B4-BE49-F238E27FC236}">
                  <a16:creationId xmlns:a16="http://schemas.microsoft.com/office/drawing/2014/main" id="{BA538EF7-7855-3919-F901-831A45D4BB7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898" name="Grupo 897">
            <a:extLst>
              <a:ext uri="{FF2B5EF4-FFF2-40B4-BE49-F238E27FC236}">
                <a16:creationId xmlns:a16="http://schemas.microsoft.com/office/drawing/2014/main" id="{A2C35F7C-60AC-B297-BFED-2AFD6E57B157}"/>
              </a:ext>
            </a:extLst>
          </p:cNvPr>
          <p:cNvGrpSpPr/>
          <p:nvPr/>
        </p:nvGrpSpPr>
        <p:grpSpPr>
          <a:xfrm rot="600000">
            <a:off x="6749442" y="1333028"/>
            <a:ext cx="1318435" cy="1266043"/>
            <a:chOff x="6641702" y="1526452"/>
            <a:chExt cx="1318435" cy="1266043"/>
          </a:xfrm>
        </p:grpSpPr>
        <p:grpSp>
          <p:nvGrpSpPr>
            <p:cNvPr id="899" name="Grupo 898">
              <a:extLst>
                <a:ext uri="{FF2B5EF4-FFF2-40B4-BE49-F238E27FC236}">
                  <a16:creationId xmlns:a16="http://schemas.microsoft.com/office/drawing/2014/main" id="{4ECD905E-E6AF-BFB2-E1EA-1CDF36A4769D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</p:grpSpPr>
          <p:grpSp>
            <p:nvGrpSpPr>
              <p:cNvPr id="901" name="Grupo 900">
                <a:extLst>
                  <a:ext uri="{FF2B5EF4-FFF2-40B4-BE49-F238E27FC236}">
                    <a16:creationId xmlns:a16="http://schemas.microsoft.com/office/drawing/2014/main" id="{EEB4F93E-B597-5BA1-57B7-186A3882F712}"/>
                  </a:ext>
                </a:extLst>
              </p:cNvPr>
              <p:cNvGrpSpPr/>
              <p:nvPr/>
            </p:nvGrpSpPr>
            <p:grpSpPr>
              <a:xfrm rot="785047">
                <a:off x="6641702" y="1526452"/>
                <a:ext cx="1192937" cy="1266043"/>
                <a:chOff x="6040669" y="1851040"/>
                <a:chExt cx="1192937" cy="1266043"/>
              </a:xfrm>
            </p:grpSpPr>
            <p:grpSp>
              <p:nvGrpSpPr>
                <p:cNvPr id="903" name="Grupo 902">
                  <a:extLst>
                    <a:ext uri="{FF2B5EF4-FFF2-40B4-BE49-F238E27FC236}">
                      <a16:creationId xmlns:a16="http://schemas.microsoft.com/office/drawing/2014/main" id="{A4A7F015-9A42-DD42-A005-DE971363D27E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</p:grpSpPr>
              <p:grpSp>
                <p:nvGrpSpPr>
                  <p:cNvPr id="905" name="Grupo 904">
                    <a:extLst>
                      <a:ext uri="{FF2B5EF4-FFF2-40B4-BE49-F238E27FC236}">
                        <a16:creationId xmlns:a16="http://schemas.microsoft.com/office/drawing/2014/main" id="{AE93767B-3D16-E47A-F419-C0548B07E1AB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</p:grpSpPr>
                <p:grpSp>
                  <p:nvGrpSpPr>
                    <p:cNvPr id="907" name="Grupo 906">
                      <a:extLst>
                        <a:ext uri="{FF2B5EF4-FFF2-40B4-BE49-F238E27FC236}">
                          <a16:creationId xmlns:a16="http://schemas.microsoft.com/office/drawing/2014/main" id="{A6A9F1B6-6914-6E3E-6C7A-C1475A2329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grpSp>
                    <p:nvGrpSpPr>
                      <p:cNvPr id="909" name="Grupo 908">
                        <a:extLst>
                          <a:ext uri="{FF2B5EF4-FFF2-40B4-BE49-F238E27FC236}">
                            <a16:creationId xmlns:a16="http://schemas.microsoft.com/office/drawing/2014/main" id="{48A15460-2B13-25D5-BE7C-33F439AE29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911" name="Elipse 910">
                          <a:extLst>
                            <a:ext uri="{FF2B5EF4-FFF2-40B4-BE49-F238E27FC236}">
                              <a16:creationId xmlns:a16="http://schemas.microsoft.com/office/drawing/2014/main" id="{0CE69D44-D18C-5322-8E40-20B252D8AA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12" name="Diagrama de flujo: operación manual 911">
                          <a:extLst>
                            <a:ext uri="{FF2B5EF4-FFF2-40B4-BE49-F238E27FC236}">
                              <a16:creationId xmlns:a16="http://schemas.microsoft.com/office/drawing/2014/main" id="{7170E10A-FCE2-E30A-9609-2F3B39FD5F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10" name="Elipse 909">
                        <a:extLst>
                          <a:ext uri="{FF2B5EF4-FFF2-40B4-BE49-F238E27FC236}">
                            <a16:creationId xmlns:a16="http://schemas.microsoft.com/office/drawing/2014/main" id="{8A16BDBB-88E8-EFE1-A970-D97329771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8" name="Diagrama de flujo: operación manual 907">
                      <a:extLst>
                        <a:ext uri="{FF2B5EF4-FFF2-40B4-BE49-F238E27FC236}">
                          <a16:creationId xmlns:a16="http://schemas.microsoft.com/office/drawing/2014/main" id="{D22AD5A4-5CE3-3887-14AC-653A2C5A6D7D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6" name="Elipse 905">
                    <a:extLst>
                      <a:ext uri="{FF2B5EF4-FFF2-40B4-BE49-F238E27FC236}">
                        <a16:creationId xmlns:a16="http://schemas.microsoft.com/office/drawing/2014/main" id="{F6A362AF-DEDA-0437-E00B-E0C5E5C30BB7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4" name="Elipse 903">
                  <a:extLst>
                    <a:ext uri="{FF2B5EF4-FFF2-40B4-BE49-F238E27FC236}">
                      <a16:creationId xmlns:a16="http://schemas.microsoft.com/office/drawing/2014/main" id="{AD260F28-9049-B9B1-7951-DB8F3F79C27A}"/>
                    </a:ext>
                  </a:extLst>
                </p:cNvPr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02" name="Elipse 901">
                <a:extLst>
                  <a:ext uri="{FF2B5EF4-FFF2-40B4-BE49-F238E27FC236}">
                    <a16:creationId xmlns:a16="http://schemas.microsoft.com/office/drawing/2014/main" id="{8E70C639-CEC4-72ED-DEFC-7BE52CC6FBB1}"/>
                  </a:ext>
                </a:extLst>
              </p:cNvPr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00" name="Elipse 899">
              <a:extLst>
                <a:ext uri="{FF2B5EF4-FFF2-40B4-BE49-F238E27FC236}">
                  <a16:creationId xmlns:a16="http://schemas.microsoft.com/office/drawing/2014/main" id="{663C2139-1C74-F536-6879-50576C60A161}"/>
                </a:ext>
              </a:extLst>
            </p:cNvPr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988" name="Subtítulo 2">
            <a:extLst>
              <a:ext uri="{FF2B5EF4-FFF2-40B4-BE49-F238E27FC236}">
                <a16:creationId xmlns:a16="http://schemas.microsoft.com/office/drawing/2014/main" id="{21702286-AAB9-02EA-420E-1B16EC1C7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989" name="Cerrar llave 988">
            <a:extLst>
              <a:ext uri="{FF2B5EF4-FFF2-40B4-BE49-F238E27FC236}">
                <a16:creationId xmlns:a16="http://schemas.microsoft.com/office/drawing/2014/main" id="{73CB6B1A-A92E-8DA7-1251-71B2538B4FCA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0" name="CuadroTexto 989">
            <a:extLst>
              <a:ext uri="{FF2B5EF4-FFF2-40B4-BE49-F238E27FC236}">
                <a16:creationId xmlns:a16="http://schemas.microsoft.com/office/drawing/2014/main" id="{AE4074F3-AC0A-F632-E8DD-371BC543D367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404937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6" dur="1000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2" name="Grupo 1061">
            <a:extLst>
              <a:ext uri="{FF2B5EF4-FFF2-40B4-BE49-F238E27FC236}">
                <a16:creationId xmlns:a16="http://schemas.microsoft.com/office/drawing/2014/main" id="{64B152FA-CC1E-1179-338B-BF7A1ECF6CA8}"/>
              </a:ext>
            </a:extLst>
          </p:cNvPr>
          <p:cNvGrpSpPr/>
          <p:nvPr/>
        </p:nvGrpSpPr>
        <p:grpSpPr>
          <a:xfrm>
            <a:off x="4881252" y="908278"/>
            <a:ext cx="8576060" cy="4786603"/>
            <a:chOff x="4881252" y="908278"/>
            <a:chExt cx="8576060" cy="4786603"/>
          </a:xfrm>
        </p:grpSpPr>
        <p:grpSp>
          <p:nvGrpSpPr>
            <p:cNvPr id="981" name="Grupo 980">
              <a:extLst>
                <a:ext uri="{FF2B5EF4-FFF2-40B4-BE49-F238E27FC236}">
                  <a16:creationId xmlns:a16="http://schemas.microsoft.com/office/drawing/2014/main" id="{29AC7FDE-5F5D-6C4D-F9F4-8892EC92C4DD}"/>
                </a:ext>
              </a:extLst>
            </p:cNvPr>
            <p:cNvGrpSpPr/>
            <p:nvPr/>
          </p:nvGrpSpPr>
          <p:grpSpPr>
            <a:xfrm>
              <a:off x="4881252" y="908278"/>
              <a:ext cx="4859807" cy="2856251"/>
              <a:chOff x="4881252" y="908278"/>
              <a:chExt cx="4859807" cy="2856251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D76C9BF7-D47D-C4A3-6E41-0CB035A9D685}"/>
                  </a:ext>
                </a:extLst>
              </p:cNvPr>
              <p:cNvGrpSpPr/>
              <p:nvPr/>
            </p:nvGrpSpPr>
            <p:grpSpPr>
              <a:xfrm rot="1800000">
                <a:off x="4881252" y="908278"/>
                <a:ext cx="2222990" cy="1334930"/>
                <a:chOff x="4815770" y="1355934"/>
                <a:chExt cx="2222990" cy="1334930"/>
              </a:xfrm>
            </p:grpSpPr>
            <p:grpSp>
              <p:nvGrpSpPr>
                <p:cNvPr id="841" name="Grupo 840">
                  <a:extLst>
                    <a:ext uri="{FF2B5EF4-FFF2-40B4-BE49-F238E27FC236}">
                      <a16:creationId xmlns:a16="http://schemas.microsoft.com/office/drawing/2014/main" id="{D9DDC6D9-73DE-E959-9F4C-F5B0D4EB5F5B}"/>
                    </a:ext>
                  </a:extLst>
                </p:cNvPr>
                <p:cNvGrpSpPr/>
                <p:nvPr/>
              </p:nvGrpSpPr>
              <p:grpSpPr>
                <a:xfrm rot="5151436">
                  <a:off x="5443097" y="1563968"/>
                  <a:ext cx="561266" cy="1692526"/>
                  <a:chOff x="3254442" y="2847789"/>
                  <a:chExt cx="678900" cy="2068116"/>
                </a:xfrm>
              </p:grpSpPr>
              <p:grpSp>
                <p:nvGrpSpPr>
                  <p:cNvPr id="842" name="Grupo 841">
                    <a:extLst>
                      <a:ext uri="{FF2B5EF4-FFF2-40B4-BE49-F238E27FC236}">
                        <a16:creationId xmlns:a16="http://schemas.microsoft.com/office/drawing/2014/main" id="{4919ED69-D5ED-209F-DEEB-3A039F9C5B34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3254442" y="3860029"/>
                    <a:ext cx="342598" cy="1055876"/>
                    <a:chOff x="5808469" y="3718708"/>
                    <a:chExt cx="276684" cy="835990"/>
                  </a:xfrm>
                </p:grpSpPr>
                <p:grpSp>
                  <p:nvGrpSpPr>
                    <p:cNvPr id="849" name="Grupo 848">
                      <a:extLst>
                        <a:ext uri="{FF2B5EF4-FFF2-40B4-BE49-F238E27FC236}">
                          <a16:creationId xmlns:a16="http://schemas.microsoft.com/office/drawing/2014/main" id="{3890B03B-E776-70DC-1152-45F3E7943F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469" y="3718708"/>
                      <a:ext cx="181848" cy="473941"/>
                      <a:chOff x="6165919" y="3717694"/>
                      <a:chExt cx="181848" cy="473941"/>
                    </a:xfrm>
                  </p:grpSpPr>
                  <p:sp>
                    <p:nvSpPr>
                      <p:cNvPr id="852" name="Rectángulo: esquinas redondeadas 851">
                        <a:extLst>
                          <a:ext uri="{FF2B5EF4-FFF2-40B4-BE49-F238E27FC236}">
                            <a16:creationId xmlns:a16="http://schemas.microsoft.com/office/drawing/2014/main" id="{3B3700F9-100C-7F2B-773A-2DA56AA9E7DB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919" y="3717694"/>
                        <a:ext cx="181848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53" name="Rectángulo: esquinas redondeadas 852">
                        <a:extLst>
                          <a:ext uri="{FF2B5EF4-FFF2-40B4-BE49-F238E27FC236}">
                            <a16:creationId xmlns:a16="http://schemas.microsoft.com/office/drawing/2014/main" id="{DF71C5E9-0414-3C06-E8FB-326A0A70F847}"/>
                          </a:ext>
                        </a:extLst>
                      </p:cNvPr>
                      <p:cNvSpPr/>
                      <p:nvPr/>
                    </p:nvSpPr>
                    <p:spPr>
                      <a:xfrm rot="655801" flipH="1">
                        <a:off x="6207416" y="3774548"/>
                        <a:ext cx="49476" cy="223589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850" name="Rectángulo 849">
                      <a:extLst>
                        <a:ext uri="{FF2B5EF4-FFF2-40B4-BE49-F238E27FC236}">
                          <a16:creationId xmlns:a16="http://schemas.microsoft.com/office/drawing/2014/main" id="{2523DA7C-FA11-FC50-4253-9A815BBBA92B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51" name="Rectángulo 850">
                      <a:extLst>
                        <a:ext uri="{FF2B5EF4-FFF2-40B4-BE49-F238E27FC236}">
                          <a16:creationId xmlns:a16="http://schemas.microsoft.com/office/drawing/2014/main" id="{8C4F1E82-D799-E441-FAC6-661626BA70B6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43" name="Grupo 842">
                    <a:extLst>
                      <a:ext uri="{FF2B5EF4-FFF2-40B4-BE49-F238E27FC236}">
                        <a16:creationId xmlns:a16="http://schemas.microsoft.com/office/drawing/2014/main" id="{7232DB06-1880-278D-BE96-C3517799FB19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3591454" y="2847789"/>
                    <a:ext cx="341888" cy="1051388"/>
                    <a:chOff x="5809042" y="3722261"/>
                    <a:chExt cx="276111" cy="832437"/>
                  </a:xfrm>
                  <a:noFill/>
                </p:grpSpPr>
                <p:grpSp>
                  <p:nvGrpSpPr>
                    <p:cNvPr id="844" name="Grupo 843">
                      <a:extLst>
                        <a:ext uri="{FF2B5EF4-FFF2-40B4-BE49-F238E27FC236}">
                          <a16:creationId xmlns:a16="http://schemas.microsoft.com/office/drawing/2014/main" id="{E8E49B0E-5137-E143-3231-50DC76EDBC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847" name="Rectángulo: esquinas redondeadas 846">
                        <a:extLst>
                          <a:ext uri="{FF2B5EF4-FFF2-40B4-BE49-F238E27FC236}">
                            <a16:creationId xmlns:a16="http://schemas.microsoft.com/office/drawing/2014/main" id="{2CA194D1-8345-ABC0-0B02-D88075957F69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48" name="Rectángulo: esquinas redondeadas 847">
                        <a:extLst>
                          <a:ext uri="{FF2B5EF4-FFF2-40B4-BE49-F238E27FC236}">
                            <a16:creationId xmlns:a16="http://schemas.microsoft.com/office/drawing/2014/main" id="{936CD3CA-3BD1-A4A3-736C-47D2CA78EB2E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845" name="Rectángulo 844">
                      <a:extLst>
                        <a:ext uri="{FF2B5EF4-FFF2-40B4-BE49-F238E27FC236}">
                          <a16:creationId xmlns:a16="http://schemas.microsoft.com/office/drawing/2014/main" id="{8DCE7112-1614-A621-45A8-A8DB678AFF65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46" name="Rectángulo 845">
                      <a:extLst>
                        <a:ext uri="{FF2B5EF4-FFF2-40B4-BE49-F238E27FC236}">
                          <a16:creationId xmlns:a16="http://schemas.microsoft.com/office/drawing/2014/main" id="{6237AF90-8141-438B-9343-6B8D9E9970A8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854" name="Grupo 853">
                  <a:extLst>
                    <a:ext uri="{FF2B5EF4-FFF2-40B4-BE49-F238E27FC236}">
                      <a16:creationId xmlns:a16="http://schemas.microsoft.com/office/drawing/2014/main" id="{8EB67329-46BF-3700-7759-658F0BCA2BAE}"/>
                    </a:ext>
                  </a:extLst>
                </p:cNvPr>
                <p:cNvGrpSpPr/>
                <p:nvPr/>
              </p:nvGrpSpPr>
              <p:grpSpPr>
                <a:xfrm rot="5151436">
                  <a:off x="5378332" y="793372"/>
                  <a:ext cx="566675" cy="1691800"/>
                  <a:chOff x="2374194" y="2848341"/>
                  <a:chExt cx="685443" cy="2067229"/>
                </a:xfrm>
              </p:grpSpPr>
              <p:grpSp>
                <p:nvGrpSpPr>
                  <p:cNvPr id="855" name="Grupo 854">
                    <a:extLst>
                      <a:ext uri="{FF2B5EF4-FFF2-40B4-BE49-F238E27FC236}">
                        <a16:creationId xmlns:a16="http://schemas.microsoft.com/office/drawing/2014/main" id="{361DA476-6DBC-5610-6694-0AF5DB1A5179}"/>
                      </a:ext>
                    </a:extLst>
                  </p:cNvPr>
                  <p:cNvGrpSpPr/>
                  <p:nvPr/>
                </p:nvGrpSpPr>
                <p:grpSpPr>
                  <a:xfrm>
                    <a:off x="2716948" y="3859120"/>
                    <a:ext cx="342689" cy="1056450"/>
                    <a:chOff x="5808395" y="3718253"/>
                    <a:chExt cx="276758" cy="836445"/>
                  </a:xfrm>
                </p:grpSpPr>
                <p:grpSp>
                  <p:nvGrpSpPr>
                    <p:cNvPr id="862" name="Grupo 861">
                      <a:extLst>
                        <a:ext uri="{FF2B5EF4-FFF2-40B4-BE49-F238E27FC236}">
                          <a16:creationId xmlns:a16="http://schemas.microsoft.com/office/drawing/2014/main" id="{324FFB59-F8AC-7D5C-C868-107A9F4DE1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395" y="3718253"/>
                      <a:ext cx="184852" cy="473941"/>
                      <a:chOff x="6165845" y="3717239"/>
                      <a:chExt cx="184852" cy="473941"/>
                    </a:xfrm>
                  </p:grpSpPr>
                  <p:sp>
                    <p:nvSpPr>
                      <p:cNvPr id="865" name="Rectángulo: esquinas redondeadas 864">
                        <a:extLst>
                          <a:ext uri="{FF2B5EF4-FFF2-40B4-BE49-F238E27FC236}">
                            <a16:creationId xmlns:a16="http://schemas.microsoft.com/office/drawing/2014/main" id="{1B38A9C1-B204-BC2F-77EA-722D3E6C872E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845" y="3717239"/>
                        <a:ext cx="184852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66" name="Rectángulo: esquinas redondeadas 865">
                        <a:extLst>
                          <a:ext uri="{FF2B5EF4-FFF2-40B4-BE49-F238E27FC236}">
                            <a16:creationId xmlns:a16="http://schemas.microsoft.com/office/drawing/2014/main" id="{A8C09095-9EC0-747F-6CDF-775CC4C2856A}"/>
                          </a:ext>
                        </a:extLst>
                      </p:cNvPr>
                      <p:cNvSpPr/>
                      <p:nvPr/>
                    </p:nvSpPr>
                    <p:spPr>
                      <a:xfrm rot="622646" flipH="1">
                        <a:off x="6207873" y="3795106"/>
                        <a:ext cx="46037" cy="203887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863" name="Rectángulo 862">
                      <a:extLst>
                        <a:ext uri="{FF2B5EF4-FFF2-40B4-BE49-F238E27FC236}">
                          <a16:creationId xmlns:a16="http://schemas.microsoft.com/office/drawing/2014/main" id="{C5E5D33A-583B-28A9-4F11-6B54A10C5F91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64" name="Rectángulo 863">
                      <a:extLst>
                        <a:ext uri="{FF2B5EF4-FFF2-40B4-BE49-F238E27FC236}">
                          <a16:creationId xmlns:a16="http://schemas.microsoft.com/office/drawing/2014/main" id="{BBB82A62-8751-273A-06C8-BA0FB9B60583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56" name="Grupo 855">
                    <a:extLst>
                      <a:ext uri="{FF2B5EF4-FFF2-40B4-BE49-F238E27FC236}">
                        <a16:creationId xmlns:a16="http://schemas.microsoft.com/office/drawing/2014/main" id="{57559A35-22EC-8E90-EF9E-1AF519DDACA7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2374194" y="2848341"/>
                    <a:ext cx="341888" cy="1051388"/>
                    <a:chOff x="5809042" y="3722261"/>
                    <a:chExt cx="276111" cy="832437"/>
                  </a:xfrm>
                  <a:noFill/>
                </p:grpSpPr>
                <p:grpSp>
                  <p:nvGrpSpPr>
                    <p:cNvPr id="857" name="Grupo 856">
                      <a:extLst>
                        <a:ext uri="{FF2B5EF4-FFF2-40B4-BE49-F238E27FC236}">
                          <a16:creationId xmlns:a16="http://schemas.microsoft.com/office/drawing/2014/main" id="{31271C57-1257-47EF-DB8A-203C59DF10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860" name="Rectángulo: esquinas redondeadas 859">
                        <a:extLst>
                          <a:ext uri="{FF2B5EF4-FFF2-40B4-BE49-F238E27FC236}">
                            <a16:creationId xmlns:a16="http://schemas.microsoft.com/office/drawing/2014/main" id="{54D9EDD3-3CE2-DA86-415F-32171CF06353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61" name="Rectángulo: esquinas redondeadas 860">
                        <a:extLst>
                          <a:ext uri="{FF2B5EF4-FFF2-40B4-BE49-F238E27FC236}">
                            <a16:creationId xmlns:a16="http://schemas.microsoft.com/office/drawing/2014/main" id="{F73D1033-D2D0-1BBC-886C-8381BF91C5D7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858" name="Rectángulo 857">
                      <a:extLst>
                        <a:ext uri="{FF2B5EF4-FFF2-40B4-BE49-F238E27FC236}">
                          <a16:creationId xmlns:a16="http://schemas.microsoft.com/office/drawing/2014/main" id="{3B36E284-015C-5FE1-D659-04FFF8C3A92A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59" name="Rectángulo 858">
                      <a:extLst>
                        <a:ext uri="{FF2B5EF4-FFF2-40B4-BE49-F238E27FC236}">
                          <a16:creationId xmlns:a16="http://schemas.microsoft.com/office/drawing/2014/main" id="{9F0C438F-0560-791F-BC52-6C76AEF28E68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867" name="Grupo 866">
                  <a:extLst>
                    <a:ext uri="{FF2B5EF4-FFF2-40B4-BE49-F238E27FC236}">
                      <a16:creationId xmlns:a16="http://schemas.microsoft.com/office/drawing/2014/main" id="{EF8369D1-7579-337D-9CD7-6F0C0EDDA214}"/>
                    </a:ext>
                  </a:extLst>
                </p:cNvPr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</p:grpSpPr>
              <p:grpSp>
                <p:nvGrpSpPr>
                  <p:cNvPr id="868" name="Grupo 867">
                    <a:extLst>
                      <a:ext uri="{FF2B5EF4-FFF2-40B4-BE49-F238E27FC236}">
                        <a16:creationId xmlns:a16="http://schemas.microsoft.com/office/drawing/2014/main" id="{2DBA7776-9C9A-DB1E-5C8C-038AB6BC1F7D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870" name="Grupo 869">
                      <a:extLst>
                        <a:ext uri="{FF2B5EF4-FFF2-40B4-BE49-F238E27FC236}">
                          <a16:creationId xmlns:a16="http://schemas.microsoft.com/office/drawing/2014/main" id="{729E40D2-BA2F-D20F-0A3A-BF33637142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solidFill>
                      <a:schemeClr val="tx1">
                        <a:lumMod val="75000"/>
                        <a:lumOff val="25000"/>
                      </a:schemeClr>
                    </a:solidFill>
                  </p:grpSpPr>
                  <p:sp>
                    <p:nvSpPr>
                      <p:cNvPr id="885" name="Elipse 884">
                        <a:extLst>
                          <a:ext uri="{FF2B5EF4-FFF2-40B4-BE49-F238E27FC236}">
                            <a16:creationId xmlns:a16="http://schemas.microsoft.com/office/drawing/2014/main" id="{637232DF-BE17-2B70-3C4B-B8AB61D18A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886" name="Grupo 885">
                        <a:extLst>
                          <a:ext uri="{FF2B5EF4-FFF2-40B4-BE49-F238E27FC236}">
                            <a16:creationId xmlns:a16="http://schemas.microsoft.com/office/drawing/2014/main" id="{51C6636B-40BE-557A-4BF2-33530A3BE6A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887" name="Rectángulo 886">
                          <a:extLst>
                            <a:ext uri="{FF2B5EF4-FFF2-40B4-BE49-F238E27FC236}">
                              <a16:creationId xmlns:a16="http://schemas.microsoft.com/office/drawing/2014/main" id="{AEF80D92-AB5F-3103-D67B-748B069D7C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8" name="Rectángulo 887">
                          <a:extLst>
                            <a:ext uri="{FF2B5EF4-FFF2-40B4-BE49-F238E27FC236}">
                              <a16:creationId xmlns:a16="http://schemas.microsoft.com/office/drawing/2014/main" id="{1493D0B3-A2A3-BD1F-2B3D-28CB4357F00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871" name="Grupo 870">
                      <a:extLst>
                        <a:ext uri="{FF2B5EF4-FFF2-40B4-BE49-F238E27FC236}">
                          <a16:creationId xmlns:a16="http://schemas.microsoft.com/office/drawing/2014/main" id="{37EA1586-238D-47FE-D3A2-0BB614B416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872" name="Grupo 871">
                        <a:extLst>
                          <a:ext uri="{FF2B5EF4-FFF2-40B4-BE49-F238E27FC236}">
                            <a16:creationId xmlns:a16="http://schemas.microsoft.com/office/drawing/2014/main" id="{E81F671D-DED7-2010-6F68-16D5A539DDE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877" name="Grupo 876">
                          <a:extLst>
                            <a:ext uri="{FF2B5EF4-FFF2-40B4-BE49-F238E27FC236}">
                              <a16:creationId xmlns:a16="http://schemas.microsoft.com/office/drawing/2014/main" id="{D57331C4-319C-5E53-91D5-C4F79E16588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882" name="Rectángulo 881">
                            <a:extLst>
                              <a:ext uri="{FF2B5EF4-FFF2-40B4-BE49-F238E27FC236}">
                                <a16:creationId xmlns:a16="http://schemas.microsoft.com/office/drawing/2014/main" id="{8C6A9630-D134-7392-572B-CE2E93F2C64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883" name="Rectángulo 882">
                            <a:extLst>
                              <a:ext uri="{FF2B5EF4-FFF2-40B4-BE49-F238E27FC236}">
                                <a16:creationId xmlns:a16="http://schemas.microsoft.com/office/drawing/2014/main" id="{761C7C54-E275-953E-57D9-B6A606AB00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84" name="Marco 883">
                            <a:extLst>
                              <a:ext uri="{FF2B5EF4-FFF2-40B4-BE49-F238E27FC236}">
                                <a16:creationId xmlns:a16="http://schemas.microsoft.com/office/drawing/2014/main" id="{49436C43-E95B-32A6-80C4-9718EEE8F9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878" name="Grupo 877">
                          <a:extLst>
                            <a:ext uri="{FF2B5EF4-FFF2-40B4-BE49-F238E27FC236}">
                              <a16:creationId xmlns:a16="http://schemas.microsoft.com/office/drawing/2014/main" id="{1BC6CDDB-1E83-9BCC-FE1A-68CF008AC75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879" name="Rectángulo 878">
                            <a:extLst>
                              <a:ext uri="{FF2B5EF4-FFF2-40B4-BE49-F238E27FC236}">
                                <a16:creationId xmlns:a16="http://schemas.microsoft.com/office/drawing/2014/main" id="{E227108F-B0A6-CAE3-161C-0334925C9FA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80" name="Rectángulo 879">
                            <a:extLst>
                              <a:ext uri="{FF2B5EF4-FFF2-40B4-BE49-F238E27FC236}">
                                <a16:creationId xmlns:a16="http://schemas.microsoft.com/office/drawing/2014/main" id="{2FF8C2F9-4976-1E2D-F80B-DD004C56BB6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81" name="Rectángulo 880">
                            <a:extLst>
                              <a:ext uri="{FF2B5EF4-FFF2-40B4-BE49-F238E27FC236}">
                                <a16:creationId xmlns:a16="http://schemas.microsoft.com/office/drawing/2014/main" id="{055E6257-0991-7F2B-B458-5E7B362E2F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873" name="Grupo 872">
                        <a:extLst>
                          <a:ext uri="{FF2B5EF4-FFF2-40B4-BE49-F238E27FC236}">
                            <a16:creationId xmlns:a16="http://schemas.microsoft.com/office/drawing/2014/main" id="{2D9A4E33-73DF-423E-98C9-B95CFF40D7C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874" name="Rectángulo 873">
                          <a:extLst>
                            <a:ext uri="{FF2B5EF4-FFF2-40B4-BE49-F238E27FC236}">
                              <a16:creationId xmlns:a16="http://schemas.microsoft.com/office/drawing/2014/main" id="{C4A12EA1-BF97-EA99-0FF9-44D90C129BC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875" name="Rectángulo 874">
                          <a:extLst>
                            <a:ext uri="{FF2B5EF4-FFF2-40B4-BE49-F238E27FC236}">
                              <a16:creationId xmlns:a16="http://schemas.microsoft.com/office/drawing/2014/main" id="{CD1FF0B8-D2CE-D960-8FB2-384A107237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76" name="Rectángulo 875">
                          <a:extLst>
                            <a:ext uri="{FF2B5EF4-FFF2-40B4-BE49-F238E27FC236}">
                              <a16:creationId xmlns:a16="http://schemas.microsoft.com/office/drawing/2014/main" id="{BE746120-F626-C2D8-EDE4-E16295F683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869" name="Rectángulo 868">
                    <a:extLst>
                      <a:ext uri="{FF2B5EF4-FFF2-40B4-BE49-F238E27FC236}">
                        <a16:creationId xmlns:a16="http://schemas.microsoft.com/office/drawing/2014/main" id="{A03D4235-CED9-01E1-4DC0-BEBDB0A9A7DA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pattFill prst="wdDnDiag">
                    <a:fgClr>
                      <a:schemeClr val="bg1"/>
                    </a:fgClr>
                    <a:bgClr>
                      <a:schemeClr val="bg1">
                        <a:lumMod val="65000"/>
                      </a:schemeClr>
                    </a:bgClr>
                  </a:patt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89" name="Grupo 888">
                  <a:extLst>
                    <a:ext uri="{FF2B5EF4-FFF2-40B4-BE49-F238E27FC236}">
                      <a16:creationId xmlns:a16="http://schemas.microsoft.com/office/drawing/2014/main" id="{05E8A3BC-C02D-A2C8-25CE-9DDF2E1BA795}"/>
                    </a:ext>
                  </a:extLst>
                </p:cNvPr>
                <p:cNvGrpSpPr/>
                <p:nvPr/>
              </p:nvGrpSpPr>
              <p:grpSpPr>
                <a:xfrm rot="5151436">
                  <a:off x="5061129" y="1963319"/>
                  <a:ext cx="796736" cy="112283"/>
                  <a:chOff x="2676060" y="4093308"/>
                  <a:chExt cx="963722" cy="137200"/>
                </a:xfrm>
              </p:grpSpPr>
              <p:sp>
                <p:nvSpPr>
                  <p:cNvPr id="890" name="Rectángulo 889">
                    <a:extLst>
                      <a:ext uri="{FF2B5EF4-FFF2-40B4-BE49-F238E27FC236}">
                        <a16:creationId xmlns:a16="http://schemas.microsoft.com/office/drawing/2014/main" id="{E6C2FF31-114B-796A-F420-6B1F0E035031}"/>
                      </a:ext>
                    </a:extLst>
                  </p:cNvPr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grpSp>
                <p:nvGrpSpPr>
                  <p:cNvPr id="891" name="Grupo 890">
                    <a:extLst>
                      <a:ext uri="{FF2B5EF4-FFF2-40B4-BE49-F238E27FC236}">
                        <a16:creationId xmlns:a16="http://schemas.microsoft.com/office/drawing/2014/main" id="{7F2725B3-561B-530C-2B5C-5495D239F465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100055"/>
                    <a:chOff x="2676060" y="4130453"/>
                    <a:chExt cx="963722" cy="100055"/>
                  </a:xfrm>
                </p:grpSpPr>
                <p:grpSp>
                  <p:nvGrpSpPr>
                    <p:cNvPr id="892" name="Grupo 891">
                      <a:extLst>
                        <a:ext uri="{FF2B5EF4-FFF2-40B4-BE49-F238E27FC236}">
                          <a16:creationId xmlns:a16="http://schemas.microsoft.com/office/drawing/2014/main" id="{B7278BDC-C4C4-43CA-97D5-76DAFDBC10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75413"/>
                      <a:chOff x="5775047" y="3892550"/>
                      <a:chExt cx="778309" cy="59708"/>
                    </a:xfrm>
                  </p:grpSpPr>
                  <p:sp>
                    <p:nvSpPr>
                      <p:cNvPr id="894" name="Rectángulo 893">
                        <a:extLst>
                          <a:ext uri="{FF2B5EF4-FFF2-40B4-BE49-F238E27FC236}">
                            <a16:creationId xmlns:a16="http://schemas.microsoft.com/office/drawing/2014/main" id="{4AD962AE-D26E-773E-B320-2ABDB974A6F6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95" name="Elipse 894">
                        <a:extLst>
                          <a:ext uri="{FF2B5EF4-FFF2-40B4-BE49-F238E27FC236}">
                            <a16:creationId xmlns:a16="http://schemas.microsoft.com/office/drawing/2014/main" id="{0699BA9D-01C6-340F-8402-5CF07DB401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96" name="Elipse 895">
                        <a:extLst>
                          <a:ext uri="{FF2B5EF4-FFF2-40B4-BE49-F238E27FC236}">
                            <a16:creationId xmlns:a16="http://schemas.microsoft.com/office/drawing/2014/main" id="{C9D24C8D-8F6A-8FB8-FED4-7739B45951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893" name="Rectángulo 892">
                      <a:extLst>
                        <a:ext uri="{FF2B5EF4-FFF2-40B4-BE49-F238E27FC236}">
                          <a16:creationId xmlns:a16="http://schemas.microsoft.com/office/drawing/2014/main" id="{4D0417F7-BB54-C999-61DA-31E4A4915A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1ABE0E64-0000-D8E4-7B2B-1E4CE5CE7925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5A51EEE2-064A-76DC-382F-90096D01D6DB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solidFill>
                  <a:schemeClr val="bg1">
                    <a:lumMod val="65000"/>
                  </a:schemeClr>
                </a:solidFill>
              </p:grpSpPr>
              <p:grpSp>
                <p:nvGrpSpPr>
                  <p:cNvPr id="708" name="Grupo 707">
                    <a:extLst>
                      <a:ext uri="{FF2B5EF4-FFF2-40B4-BE49-F238E27FC236}">
                        <a16:creationId xmlns:a16="http://schemas.microsoft.com/office/drawing/2014/main" id="{BFD73A20-1643-C5F1-93E3-BFC2CAF110B6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710" name="Elipse 709">
                      <a:extLst>
                        <a:ext uri="{FF2B5EF4-FFF2-40B4-BE49-F238E27FC236}">
                          <a16:creationId xmlns:a16="http://schemas.microsoft.com/office/drawing/2014/main" id="{50C75A14-7DE8-4730-EA9D-B8FF1813F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11" name="Diagrama de flujo: operación manual 710">
                      <a:extLst>
                        <a:ext uri="{FF2B5EF4-FFF2-40B4-BE49-F238E27FC236}">
                          <a16:creationId xmlns:a16="http://schemas.microsoft.com/office/drawing/2014/main" id="{CDCD649E-4A98-0D17-042E-9B9A72B20EF8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09" name="Elipse 708">
                    <a:extLst>
                      <a:ext uri="{FF2B5EF4-FFF2-40B4-BE49-F238E27FC236}">
                        <a16:creationId xmlns:a16="http://schemas.microsoft.com/office/drawing/2014/main" id="{8CF6547A-7775-893E-675F-97A1545F108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" name="Diagrama de flujo: operación manual 6">
                  <a:extLst>
                    <a:ext uri="{FF2B5EF4-FFF2-40B4-BE49-F238E27FC236}">
                      <a16:creationId xmlns:a16="http://schemas.microsoft.com/office/drawing/2014/main" id="{BA538EF7-7855-3919-F901-831A45D4BB71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898" name="Grupo 897">
                <a:extLst>
                  <a:ext uri="{FF2B5EF4-FFF2-40B4-BE49-F238E27FC236}">
                    <a16:creationId xmlns:a16="http://schemas.microsoft.com/office/drawing/2014/main" id="{A2C35F7C-60AC-B297-BFED-2AFD6E57B157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</p:grpSpPr>
            <p:grpSp>
              <p:nvGrpSpPr>
                <p:cNvPr id="899" name="Grupo 898">
                  <a:extLst>
                    <a:ext uri="{FF2B5EF4-FFF2-40B4-BE49-F238E27FC236}">
                      <a16:creationId xmlns:a16="http://schemas.microsoft.com/office/drawing/2014/main" id="{4ECD905E-E6AF-BFB2-E1EA-1CDF36A4769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</p:grpSpPr>
              <p:grpSp>
                <p:nvGrpSpPr>
                  <p:cNvPr id="901" name="Grupo 900">
                    <a:extLst>
                      <a:ext uri="{FF2B5EF4-FFF2-40B4-BE49-F238E27FC236}">
                        <a16:creationId xmlns:a16="http://schemas.microsoft.com/office/drawing/2014/main" id="{EEB4F93E-B597-5BA1-57B7-186A3882F712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</p:grpSpPr>
                <p:grpSp>
                  <p:nvGrpSpPr>
                    <p:cNvPr id="903" name="Grupo 902">
                      <a:extLst>
                        <a:ext uri="{FF2B5EF4-FFF2-40B4-BE49-F238E27FC236}">
                          <a16:creationId xmlns:a16="http://schemas.microsoft.com/office/drawing/2014/main" id="{A4A7F015-9A42-DD42-A005-DE971363D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</p:grpSpPr>
                  <p:grpSp>
                    <p:nvGrpSpPr>
                      <p:cNvPr id="905" name="Grupo 904">
                        <a:extLst>
                          <a:ext uri="{FF2B5EF4-FFF2-40B4-BE49-F238E27FC236}">
                            <a16:creationId xmlns:a16="http://schemas.microsoft.com/office/drawing/2014/main" id="{AE93767B-3D16-E47A-F419-C0548B07E1A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</p:grpSpPr>
                    <p:grpSp>
                      <p:nvGrpSpPr>
                        <p:cNvPr id="907" name="Grupo 906">
                          <a:extLst>
                            <a:ext uri="{FF2B5EF4-FFF2-40B4-BE49-F238E27FC236}">
                              <a16:creationId xmlns:a16="http://schemas.microsoft.com/office/drawing/2014/main" id="{A6A9F1B6-6914-6E3E-6C7A-C1475A2329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solidFill>
                          <a:schemeClr val="bg1">
                            <a:lumMod val="65000"/>
                          </a:schemeClr>
                        </a:solidFill>
                      </p:grpSpPr>
                      <p:grpSp>
                        <p:nvGrpSpPr>
                          <p:cNvPr id="909" name="Grupo 908">
                            <a:extLst>
                              <a:ext uri="{FF2B5EF4-FFF2-40B4-BE49-F238E27FC236}">
                                <a16:creationId xmlns:a16="http://schemas.microsoft.com/office/drawing/2014/main" id="{48A15460-2B13-25D5-BE7C-33F439AE295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11" name="Elipse 910">
                              <a:extLst>
                                <a:ext uri="{FF2B5EF4-FFF2-40B4-BE49-F238E27FC236}">
                                  <a16:creationId xmlns:a16="http://schemas.microsoft.com/office/drawing/2014/main" id="{0CE69D44-D18C-5322-8E40-20B252D8AA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2" name="Diagrama de flujo: operación manual 911">
                              <a:extLst>
                                <a:ext uri="{FF2B5EF4-FFF2-40B4-BE49-F238E27FC236}">
                                  <a16:creationId xmlns:a16="http://schemas.microsoft.com/office/drawing/2014/main" id="{7170E10A-FCE2-E30A-9609-2F3B39FD5F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10" name="Elipse 909">
                            <a:extLst>
                              <a:ext uri="{FF2B5EF4-FFF2-40B4-BE49-F238E27FC236}">
                                <a16:creationId xmlns:a16="http://schemas.microsoft.com/office/drawing/2014/main" id="{8A16BDBB-88E8-EFE1-A970-D97329771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08" name="Diagrama de flujo: operación manual 907">
                          <a:extLst>
                            <a:ext uri="{FF2B5EF4-FFF2-40B4-BE49-F238E27FC236}">
                              <a16:creationId xmlns:a16="http://schemas.microsoft.com/office/drawing/2014/main" id="{D22AD5A4-5CE3-3887-14AC-653A2C5A6D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19050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06" name="Elipse 905">
                        <a:extLst>
                          <a:ext uri="{FF2B5EF4-FFF2-40B4-BE49-F238E27FC236}">
                            <a16:creationId xmlns:a16="http://schemas.microsoft.com/office/drawing/2014/main" id="{F6A362AF-DEDA-0437-E00B-E0C5E5C30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4" name="Elipse 903">
                      <a:extLst>
                        <a:ext uri="{FF2B5EF4-FFF2-40B4-BE49-F238E27FC236}">
                          <a16:creationId xmlns:a16="http://schemas.microsoft.com/office/drawing/2014/main" id="{AD260F28-9049-B9B1-7951-DB8F3F79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2" name="Elipse 901">
                    <a:extLst>
                      <a:ext uri="{FF2B5EF4-FFF2-40B4-BE49-F238E27FC236}">
                        <a16:creationId xmlns:a16="http://schemas.microsoft.com/office/drawing/2014/main" id="{8E70C639-CEC4-72ED-DEFC-7BE52CC6FBB1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0" name="Elipse 899">
                  <a:extLst>
                    <a:ext uri="{FF2B5EF4-FFF2-40B4-BE49-F238E27FC236}">
                      <a16:creationId xmlns:a16="http://schemas.microsoft.com/office/drawing/2014/main" id="{663C2139-1C74-F536-6879-50576C60A161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983" name="Grupo 982">
              <a:extLst>
                <a:ext uri="{FF2B5EF4-FFF2-40B4-BE49-F238E27FC236}">
                  <a16:creationId xmlns:a16="http://schemas.microsoft.com/office/drawing/2014/main" id="{F6FD13E3-E93E-C8F2-F9BC-1CCFA5D28E8B}"/>
                </a:ext>
              </a:extLst>
            </p:cNvPr>
            <p:cNvGrpSpPr/>
            <p:nvPr/>
          </p:nvGrpSpPr>
          <p:grpSpPr>
            <a:xfrm flipH="1" flipV="1">
              <a:off x="8597505" y="2838630"/>
              <a:ext cx="4859807" cy="2856251"/>
              <a:chOff x="4881252" y="908278"/>
              <a:chExt cx="4859807" cy="2856251"/>
            </a:xfrm>
            <a:noFill/>
          </p:grpSpPr>
          <p:grpSp>
            <p:nvGrpSpPr>
              <p:cNvPr id="984" name="Grupo 983">
                <a:extLst>
                  <a:ext uri="{FF2B5EF4-FFF2-40B4-BE49-F238E27FC236}">
                    <a16:creationId xmlns:a16="http://schemas.microsoft.com/office/drawing/2014/main" id="{C2A36066-1AC5-BF68-CCCC-12BBFCBE7A56}"/>
                  </a:ext>
                </a:extLst>
              </p:cNvPr>
              <p:cNvGrpSpPr/>
              <p:nvPr/>
            </p:nvGrpSpPr>
            <p:grpSpPr>
              <a:xfrm rot="1800000">
                <a:off x="4881252" y="908278"/>
                <a:ext cx="2222990" cy="1334930"/>
                <a:chOff x="4815770" y="1355934"/>
                <a:chExt cx="2222990" cy="1334930"/>
              </a:xfrm>
              <a:grpFill/>
            </p:grpSpPr>
            <p:grpSp>
              <p:nvGrpSpPr>
                <p:cNvPr id="1008" name="Grupo 1007">
                  <a:extLst>
                    <a:ext uri="{FF2B5EF4-FFF2-40B4-BE49-F238E27FC236}">
                      <a16:creationId xmlns:a16="http://schemas.microsoft.com/office/drawing/2014/main" id="{F79FEFF5-8238-CBB4-ABB4-C6763D3CED5D}"/>
                    </a:ext>
                  </a:extLst>
                </p:cNvPr>
                <p:cNvGrpSpPr/>
                <p:nvPr/>
              </p:nvGrpSpPr>
              <p:grpSpPr>
                <a:xfrm rot="5151436">
                  <a:off x="5443097" y="1563968"/>
                  <a:ext cx="561266" cy="1692526"/>
                  <a:chOff x="3254442" y="2847789"/>
                  <a:chExt cx="678900" cy="2068116"/>
                </a:xfrm>
                <a:grpFill/>
              </p:grpSpPr>
              <p:grpSp>
                <p:nvGrpSpPr>
                  <p:cNvPr id="1050" name="Grupo 1049">
                    <a:extLst>
                      <a:ext uri="{FF2B5EF4-FFF2-40B4-BE49-F238E27FC236}">
                        <a16:creationId xmlns:a16="http://schemas.microsoft.com/office/drawing/2014/main" id="{AD41116F-F828-0440-C72C-6DFA93B9A739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3254442" y="3860029"/>
                    <a:ext cx="342598" cy="1055876"/>
                    <a:chOff x="5808469" y="3718708"/>
                    <a:chExt cx="276684" cy="835990"/>
                  </a:xfrm>
                  <a:grpFill/>
                </p:grpSpPr>
                <p:grpSp>
                  <p:nvGrpSpPr>
                    <p:cNvPr id="1057" name="Grupo 1056">
                      <a:extLst>
                        <a:ext uri="{FF2B5EF4-FFF2-40B4-BE49-F238E27FC236}">
                          <a16:creationId xmlns:a16="http://schemas.microsoft.com/office/drawing/2014/main" id="{7A9F5DDE-5634-73D6-7A41-5FB469547C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469" y="3718708"/>
                      <a:ext cx="181848" cy="473941"/>
                      <a:chOff x="6165919" y="3717694"/>
                      <a:chExt cx="181848" cy="473941"/>
                    </a:xfrm>
                    <a:grpFill/>
                  </p:grpSpPr>
                  <p:sp>
                    <p:nvSpPr>
                      <p:cNvPr id="1060" name="Rectángulo: esquinas redondeadas 1059">
                        <a:extLst>
                          <a:ext uri="{FF2B5EF4-FFF2-40B4-BE49-F238E27FC236}">
                            <a16:creationId xmlns:a16="http://schemas.microsoft.com/office/drawing/2014/main" id="{DCF7C4D6-51B8-B576-771F-31577546568A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919" y="3717694"/>
                        <a:ext cx="181848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61" name="Rectángulo: esquinas redondeadas 1060">
                        <a:extLst>
                          <a:ext uri="{FF2B5EF4-FFF2-40B4-BE49-F238E27FC236}">
                            <a16:creationId xmlns:a16="http://schemas.microsoft.com/office/drawing/2014/main" id="{093A3971-2884-A009-7331-4D3C9A6347AD}"/>
                          </a:ext>
                        </a:extLst>
                      </p:cNvPr>
                      <p:cNvSpPr/>
                      <p:nvPr/>
                    </p:nvSpPr>
                    <p:spPr>
                      <a:xfrm rot="655801" flipH="1">
                        <a:off x="6207416" y="3774548"/>
                        <a:ext cx="49476" cy="223589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58" name="Rectángulo 1057">
                      <a:extLst>
                        <a:ext uri="{FF2B5EF4-FFF2-40B4-BE49-F238E27FC236}">
                          <a16:creationId xmlns:a16="http://schemas.microsoft.com/office/drawing/2014/main" id="{E7AA9674-110C-9C11-E5EE-76CC99229415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59" name="Rectángulo 1058">
                      <a:extLst>
                        <a:ext uri="{FF2B5EF4-FFF2-40B4-BE49-F238E27FC236}">
                          <a16:creationId xmlns:a16="http://schemas.microsoft.com/office/drawing/2014/main" id="{419474AF-9904-230B-79AE-E2462399BA8F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51" name="Grupo 1050">
                    <a:extLst>
                      <a:ext uri="{FF2B5EF4-FFF2-40B4-BE49-F238E27FC236}">
                        <a16:creationId xmlns:a16="http://schemas.microsoft.com/office/drawing/2014/main" id="{4B43D6F3-9DE8-41CB-0913-B9338D15E704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3591454" y="2847789"/>
                    <a:ext cx="341888" cy="1051388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1052" name="Grupo 1051">
                      <a:extLst>
                        <a:ext uri="{FF2B5EF4-FFF2-40B4-BE49-F238E27FC236}">
                          <a16:creationId xmlns:a16="http://schemas.microsoft.com/office/drawing/2014/main" id="{7E800FBC-BE6A-5C4E-99C4-DDE91826BA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1055" name="Rectángulo: esquinas redondeadas 1054">
                        <a:extLst>
                          <a:ext uri="{FF2B5EF4-FFF2-40B4-BE49-F238E27FC236}">
                            <a16:creationId xmlns:a16="http://schemas.microsoft.com/office/drawing/2014/main" id="{162A4EA5-EC0E-C964-834E-1BF3F3CE800B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56" name="Rectángulo: esquinas redondeadas 1055">
                        <a:extLst>
                          <a:ext uri="{FF2B5EF4-FFF2-40B4-BE49-F238E27FC236}">
                            <a16:creationId xmlns:a16="http://schemas.microsoft.com/office/drawing/2014/main" id="{7172086E-20AB-D586-6935-A3A9D7F59BA5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1053" name="Rectángulo 1052">
                      <a:extLst>
                        <a:ext uri="{FF2B5EF4-FFF2-40B4-BE49-F238E27FC236}">
                          <a16:creationId xmlns:a16="http://schemas.microsoft.com/office/drawing/2014/main" id="{F8D46F5C-7D31-61E9-4774-A0C15C5A7949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54" name="Rectángulo 1053">
                      <a:extLst>
                        <a:ext uri="{FF2B5EF4-FFF2-40B4-BE49-F238E27FC236}">
                          <a16:creationId xmlns:a16="http://schemas.microsoft.com/office/drawing/2014/main" id="{6E450D71-2B2A-8F35-EDB4-F214BB4C0A4F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1009" name="Grupo 1008">
                  <a:extLst>
                    <a:ext uri="{FF2B5EF4-FFF2-40B4-BE49-F238E27FC236}">
                      <a16:creationId xmlns:a16="http://schemas.microsoft.com/office/drawing/2014/main" id="{9630E688-78AB-BBC3-01F6-38CFFF188309}"/>
                    </a:ext>
                  </a:extLst>
                </p:cNvPr>
                <p:cNvGrpSpPr/>
                <p:nvPr/>
              </p:nvGrpSpPr>
              <p:grpSpPr>
                <a:xfrm rot="5151436">
                  <a:off x="5378332" y="793372"/>
                  <a:ext cx="566675" cy="1691800"/>
                  <a:chOff x="2374194" y="2848341"/>
                  <a:chExt cx="685443" cy="2067229"/>
                </a:xfrm>
                <a:grpFill/>
              </p:grpSpPr>
              <p:grpSp>
                <p:nvGrpSpPr>
                  <p:cNvPr id="1038" name="Grupo 1037">
                    <a:extLst>
                      <a:ext uri="{FF2B5EF4-FFF2-40B4-BE49-F238E27FC236}">
                        <a16:creationId xmlns:a16="http://schemas.microsoft.com/office/drawing/2014/main" id="{931F3E78-146B-F155-37B1-936B41EC4A44}"/>
                      </a:ext>
                    </a:extLst>
                  </p:cNvPr>
                  <p:cNvGrpSpPr/>
                  <p:nvPr/>
                </p:nvGrpSpPr>
                <p:grpSpPr>
                  <a:xfrm>
                    <a:off x="2716948" y="3859120"/>
                    <a:ext cx="342689" cy="1056450"/>
                    <a:chOff x="5808395" y="3718253"/>
                    <a:chExt cx="276758" cy="836445"/>
                  </a:xfrm>
                  <a:grpFill/>
                </p:grpSpPr>
                <p:grpSp>
                  <p:nvGrpSpPr>
                    <p:cNvPr id="1045" name="Grupo 1044">
                      <a:extLst>
                        <a:ext uri="{FF2B5EF4-FFF2-40B4-BE49-F238E27FC236}">
                          <a16:creationId xmlns:a16="http://schemas.microsoft.com/office/drawing/2014/main" id="{66CCAF9F-6F7F-6206-5972-B0F2D5C116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395" y="3718253"/>
                      <a:ext cx="184852" cy="473941"/>
                      <a:chOff x="6165845" y="3717239"/>
                      <a:chExt cx="184852" cy="473941"/>
                    </a:xfrm>
                    <a:grpFill/>
                  </p:grpSpPr>
                  <p:sp>
                    <p:nvSpPr>
                      <p:cNvPr id="1048" name="Rectángulo: esquinas redondeadas 1047">
                        <a:extLst>
                          <a:ext uri="{FF2B5EF4-FFF2-40B4-BE49-F238E27FC236}">
                            <a16:creationId xmlns:a16="http://schemas.microsoft.com/office/drawing/2014/main" id="{2507D429-5A23-1EF9-C43C-6B96AC99E413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845" y="3717239"/>
                        <a:ext cx="184852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49" name="Rectángulo: esquinas redondeadas 1048">
                        <a:extLst>
                          <a:ext uri="{FF2B5EF4-FFF2-40B4-BE49-F238E27FC236}">
                            <a16:creationId xmlns:a16="http://schemas.microsoft.com/office/drawing/2014/main" id="{60937679-F5E3-D9B8-DC46-D2AE28823333}"/>
                          </a:ext>
                        </a:extLst>
                      </p:cNvPr>
                      <p:cNvSpPr/>
                      <p:nvPr/>
                    </p:nvSpPr>
                    <p:spPr>
                      <a:xfrm rot="622646" flipH="1">
                        <a:off x="6207873" y="3795106"/>
                        <a:ext cx="46037" cy="203887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46" name="Rectángulo 1045">
                      <a:extLst>
                        <a:ext uri="{FF2B5EF4-FFF2-40B4-BE49-F238E27FC236}">
                          <a16:creationId xmlns:a16="http://schemas.microsoft.com/office/drawing/2014/main" id="{6E563ED1-5F43-AC9E-A6AD-F9F3C2741954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47" name="Rectángulo 1046">
                      <a:extLst>
                        <a:ext uri="{FF2B5EF4-FFF2-40B4-BE49-F238E27FC236}">
                          <a16:creationId xmlns:a16="http://schemas.microsoft.com/office/drawing/2014/main" id="{381228AA-C0F6-0FBB-9694-616F8AD74587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39" name="Grupo 1038">
                    <a:extLst>
                      <a:ext uri="{FF2B5EF4-FFF2-40B4-BE49-F238E27FC236}">
                        <a16:creationId xmlns:a16="http://schemas.microsoft.com/office/drawing/2014/main" id="{AEFA84B3-7E36-1EAD-FDFB-071D4A9F497D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2374194" y="2848341"/>
                    <a:ext cx="341888" cy="1051388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1040" name="Grupo 1039">
                      <a:extLst>
                        <a:ext uri="{FF2B5EF4-FFF2-40B4-BE49-F238E27FC236}">
                          <a16:creationId xmlns:a16="http://schemas.microsoft.com/office/drawing/2014/main" id="{FEEEB4E3-07DC-0444-3435-C6F3B877F6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1043" name="Rectángulo: esquinas redondeadas 1042">
                        <a:extLst>
                          <a:ext uri="{FF2B5EF4-FFF2-40B4-BE49-F238E27FC236}">
                            <a16:creationId xmlns:a16="http://schemas.microsoft.com/office/drawing/2014/main" id="{C1F04E03-6CD6-5A50-E1AB-E316D026A303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44" name="Rectángulo: esquinas redondeadas 1043">
                        <a:extLst>
                          <a:ext uri="{FF2B5EF4-FFF2-40B4-BE49-F238E27FC236}">
                            <a16:creationId xmlns:a16="http://schemas.microsoft.com/office/drawing/2014/main" id="{E1481649-806E-76FF-E3CB-C26720AD6336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1041" name="Rectángulo 1040">
                      <a:extLst>
                        <a:ext uri="{FF2B5EF4-FFF2-40B4-BE49-F238E27FC236}">
                          <a16:creationId xmlns:a16="http://schemas.microsoft.com/office/drawing/2014/main" id="{F1F876AF-A442-D793-39DF-9884A9F9092C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42" name="Rectángulo 1041">
                      <a:extLst>
                        <a:ext uri="{FF2B5EF4-FFF2-40B4-BE49-F238E27FC236}">
                          <a16:creationId xmlns:a16="http://schemas.microsoft.com/office/drawing/2014/main" id="{4D9EBF9B-D8F2-02AF-CC60-1DB645C1C679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1010" name="Grupo 1009">
                  <a:extLst>
                    <a:ext uri="{FF2B5EF4-FFF2-40B4-BE49-F238E27FC236}">
                      <a16:creationId xmlns:a16="http://schemas.microsoft.com/office/drawing/2014/main" id="{73D95DC1-27BA-86BC-D849-64944606C1C0}"/>
                    </a:ext>
                  </a:extLst>
                </p:cNvPr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  <a:grpFill/>
              </p:grpSpPr>
              <p:grpSp>
                <p:nvGrpSpPr>
                  <p:cNvPr id="1019" name="Grupo 1018">
                    <a:extLst>
                      <a:ext uri="{FF2B5EF4-FFF2-40B4-BE49-F238E27FC236}">
                        <a16:creationId xmlns:a16="http://schemas.microsoft.com/office/drawing/2014/main" id="{16987751-816D-99DD-FBCF-65EC2BC8482F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1021" name="Grupo 1020">
                      <a:extLst>
                        <a:ext uri="{FF2B5EF4-FFF2-40B4-BE49-F238E27FC236}">
                          <a16:creationId xmlns:a16="http://schemas.microsoft.com/office/drawing/2014/main" id="{F4254839-CD60-852C-3D3D-E645760765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1034" name="Elipse 1033">
                        <a:extLst>
                          <a:ext uri="{FF2B5EF4-FFF2-40B4-BE49-F238E27FC236}">
                            <a16:creationId xmlns:a16="http://schemas.microsoft.com/office/drawing/2014/main" id="{E5AC0104-581E-BD48-2954-C11BA6201F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1035" name="Grupo 1034">
                        <a:extLst>
                          <a:ext uri="{FF2B5EF4-FFF2-40B4-BE49-F238E27FC236}">
                            <a16:creationId xmlns:a16="http://schemas.microsoft.com/office/drawing/2014/main" id="{7005887E-EDB1-9BDE-F1DA-EFB00A4C06D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1036" name="Rectángulo 1035">
                          <a:extLst>
                            <a:ext uri="{FF2B5EF4-FFF2-40B4-BE49-F238E27FC236}">
                              <a16:creationId xmlns:a16="http://schemas.microsoft.com/office/drawing/2014/main" id="{C7172528-6540-0309-A91E-F7C56459A1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37" name="Rectángulo 1036">
                          <a:extLst>
                            <a:ext uri="{FF2B5EF4-FFF2-40B4-BE49-F238E27FC236}">
                              <a16:creationId xmlns:a16="http://schemas.microsoft.com/office/drawing/2014/main" id="{1A12ADBD-5F3B-67C9-40B8-6B7AA7FB514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1022" name="Grupo 1021">
                      <a:extLst>
                        <a:ext uri="{FF2B5EF4-FFF2-40B4-BE49-F238E27FC236}">
                          <a16:creationId xmlns:a16="http://schemas.microsoft.com/office/drawing/2014/main" id="{3F5FBF34-E3D0-DA18-4A0F-2948262739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1023" name="Grupo 1022">
                        <a:extLst>
                          <a:ext uri="{FF2B5EF4-FFF2-40B4-BE49-F238E27FC236}">
                            <a16:creationId xmlns:a16="http://schemas.microsoft.com/office/drawing/2014/main" id="{A0DF1B00-EA5C-48CD-B5B2-EA246B8AA55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026" name="Grupo 1025">
                          <a:extLst>
                            <a:ext uri="{FF2B5EF4-FFF2-40B4-BE49-F238E27FC236}">
                              <a16:creationId xmlns:a16="http://schemas.microsoft.com/office/drawing/2014/main" id="{0F4E8041-9C05-3F6D-10DD-4F53B9A3845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1031" name="Rectángulo 1030">
                            <a:extLst>
                              <a:ext uri="{FF2B5EF4-FFF2-40B4-BE49-F238E27FC236}">
                                <a16:creationId xmlns:a16="http://schemas.microsoft.com/office/drawing/2014/main" id="{AB24F737-608B-0A35-6B05-AF8E38A2229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32" name="Rectángulo 1031">
                            <a:extLst>
                              <a:ext uri="{FF2B5EF4-FFF2-40B4-BE49-F238E27FC236}">
                                <a16:creationId xmlns:a16="http://schemas.microsoft.com/office/drawing/2014/main" id="{D035D831-4CD2-99EF-B9D2-E35EFDFAF3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33" name="Marco 1032">
                            <a:extLst>
                              <a:ext uri="{FF2B5EF4-FFF2-40B4-BE49-F238E27FC236}">
                                <a16:creationId xmlns:a16="http://schemas.microsoft.com/office/drawing/2014/main" id="{307355B9-93F8-B7F2-6E97-FC47F3A855E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027" name="Grupo 1026">
                          <a:extLst>
                            <a:ext uri="{FF2B5EF4-FFF2-40B4-BE49-F238E27FC236}">
                              <a16:creationId xmlns:a16="http://schemas.microsoft.com/office/drawing/2014/main" id="{F5780DE6-559F-F7FD-CF29-06D4C4394E2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1028" name="Rectángulo 1027">
                            <a:extLst>
                              <a:ext uri="{FF2B5EF4-FFF2-40B4-BE49-F238E27FC236}">
                                <a16:creationId xmlns:a16="http://schemas.microsoft.com/office/drawing/2014/main" id="{CA1F9C14-C537-05F1-E00A-E7AFB38E09C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29" name="Rectángulo 1028">
                            <a:extLst>
                              <a:ext uri="{FF2B5EF4-FFF2-40B4-BE49-F238E27FC236}">
                                <a16:creationId xmlns:a16="http://schemas.microsoft.com/office/drawing/2014/main" id="{AACD8744-E886-C735-0AC1-90340548CF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30" name="Rectángulo 1029">
                            <a:extLst>
                              <a:ext uri="{FF2B5EF4-FFF2-40B4-BE49-F238E27FC236}">
                                <a16:creationId xmlns:a16="http://schemas.microsoft.com/office/drawing/2014/main" id="{6DC1B733-8EB9-0DD9-289E-14DF7A6FE8F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837" name="Grupo 836">
                        <a:extLst>
                          <a:ext uri="{FF2B5EF4-FFF2-40B4-BE49-F238E27FC236}">
                            <a16:creationId xmlns:a16="http://schemas.microsoft.com/office/drawing/2014/main" id="{767A5021-B985-3236-8E29-12329B76EC6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838" name="Rectángulo 837">
                          <a:extLst>
                            <a:ext uri="{FF2B5EF4-FFF2-40B4-BE49-F238E27FC236}">
                              <a16:creationId xmlns:a16="http://schemas.microsoft.com/office/drawing/2014/main" id="{C4D74482-30F4-CFCF-2E68-94F18F13DE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24" name="Rectángulo 1023">
                          <a:extLst>
                            <a:ext uri="{FF2B5EF4-FFF2-40B4-BE49-F238E27FC236}">
                              <a16:creationId xmlns:a16="http://schemas.microsoft.com/office/drawing/2014/main" id="{0E488605-A1A1-704B-A449-34EAB62A8E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25" name="Rectángulo 1024">
                          <a:extLst>
                            <a:ext uri="{FF2B5EF4-FFF2-40B4-BE49-F238E27FC236}">
                              <a16:creationId xmlns:a16="http://schemas.microsoft.com/office/drawing/2014/main" id="{A5A646B2-3A3A-C1A7-746D-15C3761CCC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1020" name="Rectángulo 1019">
                    <a:extLst>
                      <a:ext uri="{FF2B5EF4-FFF2-40B4-BE49-F238E27FC236}">
                        <a16:creationId xmlns:a16="http://schemas.microsoft.com/office/drawing/2014/main" id="{2710C24E-DB50-8EA8-57CC-AD3FAFD69D26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011" name="Grupo 1010">
                  <a:extLst>
                    <a:ext uri="{FF2B5EF4-FFF2-40B4-BE49-F238E27FC236}">
                      <a16:creationId xmlns:a16="http://schemas.microsoft.com/office/drawing/2014/main" id="{17EE9E73-7739-68AB-DC7C-FAEDA9BF6E09}"/>
                    </a:ext>
                  </a:extLst>
                </p:cNvPr>
                <p:cNvGrpSpPr/>
                <p:nvPr/>
              </p:nvGrpSpPr>
              <p:grpSpPr>
                <a:xfrm rot="5151436">
                  <a:off x="5061129" y="1963319"/>
                  <a:ext cx="796736" cy="112283"/>
                  <a:chOff x="2676060" y="4093308"/>
                  <a:chExt cx="963722" cy="137200"/>
                </a:xfrm>
                <a:grpFill/>
              </p:grpSpPr>
              <p:sp>
                <p:nvSpPr>
                  <p:cNvPr id="1012" name="Rectángulo 1011">
                    <a:extLst>
                      <a:ext uri="{FF2B5EF4-FFF2-40B4-BE49-F238E27FC236}">
                        <a16:creationId xmlns:a16="http://schemas.microsoft.com/office/drawing/2014/main" id="{08F9ED5E-94D4-C490-9358-A7DDEAE13202}"/>
                      </a:ext>
                    </a:extLst>
                  </p:cNvPr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grpSp>
                <p:nvGrpSpPr>
                  <p:cNvPr id="1013" name="Grupo 1012">
                    <a:extLst>
                      <a:ext uri="{FF2B5EF4-FFF2-40B4-BE49-F238E27FC236}">
                        <a16:creationId xmlns:a16="http://schemas.microsoft.com/office/drawing/2014/main" id="{C8460583-522E-E57B-CF00-8D438D650765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100055"/>
                    <a:chOff x="2676060" y="4130453"/>
                    <a:chExt cx="963722" cy="100055"/>
                  </a:xfrm>
                  <a:grpFill/>
                </p:grpSpPr>
                <p:grpSp>
                  <p:nvGrpSpPr>
                    <p:cNvPr id="1014" name="Grupo 1013">
                      <a:extLst>
                        <a:ext uri="{FF2B5EF4-FFF2-40B4-BE49-F238E27FC236}">
                          <a16:creationId xmlns:a16="http://schemas.microsoft.com/office/drawing/2014/main" id="{FFF16EA7-8DEA-5BCF-C5C7-E8613E2313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75413"/>
                      <a:chOff x="5775047" y="3892550"/>
                      <a:chExt cx="778309" cy="59708"/>
                    </a:xfrm>
                    <a:grpFill/>
                  </p:grpSpPr>
                  <p:sp>
                    <p:nvSpPr>
                      <p:cNvPr id="1016" name="Rectángulo 1015">
                        <a:extLst>
                          <a:ext uri="{FF2B5EF4-FFF2-40B4-BE49-F238E27FC236}">
                            <a16:creationId xmlns:a16="http://schemas.microsoft.com/office/drawing/2014/main" id="{04780B90-6BC8-D31A-8A23-34A274D99ED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17" name="Elipse 1016">
                        <a:extLst>
                          <a:ext uri="{FF2B5EF4-FFF2-40B4-BE49-F238E27FC236}">
                            <a16:creationId xmlns:a16="http://schemas.microsoft.com/office/drawing/2014/main" id="{4DEB0F14-146E-FE8A-9352-385D1AA573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18" name="Elipse 1017">
                        <a:extLst>
                          <a:ext uri="{FF2B5EF4-FFF2-40B4-BE49-F238E27FC236}">
                            <a16:creationId xmlns:a16="http://schemas.microsoft.com/office/drawing/2014/main" id="{F90E93FD-A030-AEEB-0498-D444ED85C2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15" name="Rectángulo 1014">
                      <a:extLst>
                        <a:ext uri="{FF2B5EF4-FFF2-40B4-BE49-F238E27FC236}">
                          <a16:creationId xmlns:a16="http://schemas.microsoft.com/office/drawing/2014/main" id="{77A7766B-D26D-C960-6C6E-0EB7B7F41A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985" name="Grupo 984">
                <a:extLst>
                  <a:ext uri="{FF2B5EF4-FFF2-40B4-BE49-F238E27FC236}">
                    <a16:creationId xmlns:a16="http://schemas.microsoft.com/office/drawing/2014/main" id="{C7A60824-E491-B331-241A-637E93146E7C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  <a:grpFill/>
            </p:grpSpPr>
            <p:grpSp>
              <p:nvGrpSpPr>
                <p:cNvPr id="1001" name="Grupo 1000">
                  <a:extLst>
                    <a:ext uri="{FF2B5EF4-FFF2-40B4-BE49-F238E27FC236}">
                      <a16:creationId xmlns:a16="http://schemas.microsoft.com/office/drawing/2014/main" id="{C13A5CB0-EE21-0691-CD8D-F9B84511B4E9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grpFill/>
              </p:grpSpPr>
              <p:grpSp>
                <p:nvGrpSpPr>
                  <p:cNvPr id="1003" name="Grupo 1002">
                    <a:extLst>
                      <a:ext uri="{FF2B5EF4-FFF2-40B4-BE49-F238E27FC236}">
                        <a16:creationId xmlns:a16="http://schemas.microsoft.com/office/drawing/2014/main" id="{77B5413E-C6B1-B06E-CDD0-608CDF89194C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1006" name="Elipse 1005">
                      <a:extLst>
                        <a:ext uri="{FF2B5EF4-FFF2-40B4-BE49-F238E27FC236}">
                          <a16:creationId xmlns:a16="http://schemas.microsoft.com/office/drawing/2014/main" id="{799D246A-FBD9-0C9C-6C51-6AE5FE7A92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07" name="Diagrama de flujo: operación manual 1006">
                      <a:extLst>
                        <a:ext uri="{FF2B5EF4-FFF2-40B4-BE49-F238E27FC236}">
                          <a16:creationId xmlns:a16="http://schemas.microsoft.com/office/drawing/2014/main" id="{C4BEA709-4AED-A656-ADAE-974763CE4403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04" name="Elipse 1003">
                    <a:extLst>
                      <a:ext uri="{FF2B5EF4-FFF2-40B4-BE49-F238E27FC236}">
                        <a16:creationId xmlns:a16="http://schemas.microsoft.com/office/drawing/2014/main" id="{C5979FF3-7855-EAF7-992C-28ECD886D921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002" name="Diagrama de flujo: operación manual 1001">
                  <a:extLst>
                    <a:ext uri="{FF2B5EF4-FFF2-40B4-BE49-F238E27FC236}">
                      <a16:creationId xmlns:a16="http://schemas.microsoft.com/office/drawing/2014/main" id="{F6DFEAAB-0F07-5688-494C-E4471A6A0003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1"/>
                  <a:ext cx="976518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986" name="Grupo 985">
                <a:extLst>
                  <a:ext uri="{FF2B5EF4-FFF2-40B4-BE49-F238E27FC236}">
                    <a16:creationId xmlns:a16="http://schemas.microsoft.com/office/drawing/2014/main" id="{410AC328-4D0E-DE40-6EDA-5082ACE7BC58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  <a:grpFill/>
            </p:grpSpPr>
            <p:grpSp>
              <p:nvGrpSpPr>
                <p:cNvPr id="987" name="Grupo 986">
                  <a:extLst>
                    <a:ext uri="{FF2B5EF4-FFF2-40B4-BE49-F238E27FC236}">
                      <a16:creationId xmlns:a16="http://schemas.microsoft.com/office/drawing/2014/main" id="{DF477CB2-24EA-6E72-6ACC-2FF32D707E0A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  <a:grpFill/>
              </p:grpSpPr>
              <p:grpSp>
                <p:nvGrpSpPr>
                  <p:cNvPr id="989" name="Grupo 988">
                    <a:extLst>
                      <a:ext uri="{FF2B5EF4-FFF2-40B4-BE49-F238E27FC236}">
                        <a16:creationId xmlns:a16="http://schemas.microsoft.com/office/drawing/2014/main" id="{A8F29091-F168-D924-4D3A-6139733AFDCF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  <a:grpFill/>
                </p:grpSpPr>
                <p:grpSp>
                  <p:nvGrpSpPr>
                    <p:cNvPr id="991" name="Grupo 990">
                      <a:extLst>
                        <a:ext uri="{FF2B5EF4-FFF2-40B4-BE49-F238E27FC236}">
                          <a16:creationId xmlns:a16="http://schemas.microsoft.com/office/drawing/2014/main" id="{2206FBB0-AE02-3E37-36DA-185643AA95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  <a:grpFill/>
                  </p:grpSpPr>
                  <p:grpSp>
                    <p:nvGrpSpPr>
                      <p:cNvPr id="993" name="Grupo 992">
                        <a:extLst>
                          <a:ext uri="{FF2B5EF4-FFF2-40B4-BE49-F238E27FC236}">
                            <a16:creationId xmlns:a16="http://schemas.microsoft.com/office/drawing/2014/main" id="{A876414E-EDBA-D74B-B8D1-7E34A8CAF18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  <a:grpFill/>
                    </p:grpSpPr>
                    <p:grpSp>
                      <p:nvGrpSpPr>
                        <p:cNvPr id="995" name="Grupo 994">
                          <a:extLst>
                            <a:ext uri="{FF2B5EF4-FFF2-40B4-BE49-F238E27FC236}">
                              <a16:creationId xmlns:a16="http://schemas.microsoft.com/office/drawing/2014/main" id="{E9F583DE-0C36-4C5D-60EA-9EBB644AB9D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grpFill/>
                      </p:grpSpPr>
                      <p:grpSp>
                        <p:nvGrpSpPr>
                          <p:cNvPr id="997" name="Grupo 996">
                            <a:extLst>
                              <a:ext uri="{FF2B5EF4-FFF2-40B4-BE49-F238E27FC236}">
                                <a16:creationId xmlns:a16="http://schemas.microsoft.com/office/drawing/2014/main" id="{84420A63-4342-75F7-5CB3-6CE59881ED9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99" name="Elipse 998">
                              <a:extLst>
                                <a:ext uri="{FF2B5EF4-FFF2-40B4-BE49-F238E27FC236}">
                                  <a16:creationId xmlns:a16="http://schemas.microsoft.com/office/drawing/2014/main" id="{38E9F35D-0279-0740-4CBB-B8739690675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00" name="Diagrama de flujo: operación manual 999">
                              <a:extLst>
                                <a:ext uri="{FF2B5EF4-FFF2-40B4-BE49-F238E27FC236}">
                                  <a16:creationId xmlns:a16="http://schemas.microsoft.com/office/drawing/2014/main" id="{19C1207A-74CE-B7F7-3EE0-33612597C8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98" name="Elipse 997">
                            <a:extLst>
                              <a:ext uri="{FF2B5EF4-FFF2-40B4-BE49-F238E27FC236}">
                                <a16:creationId xmlns:a16="http://schemas.microsoft.com/office/drawing/2014/main" id="{F4BC6B77-0CDF-AADF-E0B5-EED504A85AA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96" name="Diagrama de flujo: operación manual 995">
                          <a:extLst>
                            <a:ext uri="{FF2B5EF4-FFF2-40B4-BE49-F238E27FC236}">
                              <a16:creationId xmlns:a16="http://schemas.microsoft.com/office/drawing/2014/main" id="{81EEDFB7-A02D-E2DC-9D29-5AC9C07DC3E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94" name="Elipse 993">
                        <a:extLst>
                          <a:ext uri="{FF2B5EF4-FFF2-40B4-BE49-F238E27FC236}">
                            <a16:creationId xmlns:a16="http://schemas.microsoft.com/office/drawing/2014/main" id="{1ADCC2F5-077F-9D61-42EE-5ED96E858E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92" name="Elipse 991">
                      <a:extLst>
                        <a:ext uri="{FF2B5EF4-FFF2-40B4-BE49-F238E27FC236}">
                          <a16:creationId xmlns:a16="http://schemas.microsoft.com/office/drawing/2014/main" id="{CFD72A43-8C85-ABF4-8626-C67499477A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90" name="Elipse 989">
                    <a:extLst>
                      <a:ext uri="{FF2B5EF4-FFF2-40B4-BE49-F238E27FC236}">
                        <a16:creationId xmlns:a16="http://schemas.microsoft.com/office/drawing/2014/main" id="{36496E76-40C2-9435-516F-4FD7F881325B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88" name="Elipse 987">
                  <a:extLst>
                    <a:ext uri="{FF2B5EF4-FFF2-40B4-BE49-F238E27FC236}">
                      <a16:creationId xmlns:a16="http://schemas.microsoft.com/office/drawing/2014/main" id="{E8258C1B-BB69-0497-A6F8-FB09865B910B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72" name="Subtítulo 2">
            <a:extLst>
              <a:ext uri="{FF2B5EF4-FFF2-40B4-BE49-F238E27FC236}">
                <a16:creationId xmlns:a16="http://schemas.microsoft.com/office/drawing/2014/main" id="{2641C350-BE89-09C3-EC17-747AFC1C8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1073" name="Cerrar llave 1072">
            <a:extLst>
              <a:ext uri="{FF2B5EF4-FFF2-40B4-BE49-F238E27FC236}">
                <a16:creationId xmlns:a16="http://schemas.microsoft.com/office/drawing/2014/main" id="{1B45E13B-E85E-4BFC-757A-70F697A12069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74" name="CuadroTexto 1073">
            <a:extLst>
              <a:ext uri="{FF2B5EF4-FFF2-40B4-BE49-F238E27FC236}">
                <a16:creationId xmlns:a16="http://schemas.microsoft.com/office/drawing/2014/main" id="{77B611E3-B52B-6EBA-F1AB-B78981C487C4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220886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600000">
                                      <p:cBhvr>
                                        <p:cTn id="6" dur="10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2" name="Grupo 1061">
            <a:extLst>
              <a:ext uri="{FF2B5EF4-FFF2-40B4-BE49-F238E27FC236}">
                <a16:creationId xmlns:a16="http://schemas.microsoft.com/office/drawing/2014/main" id="{64B152FA-CC1E-1179-338B-BF7A1ECF6CA8}"/>
              </a:ext>
            </a:extLst>
          </p:cNvPr>
          <p:cNvGrpSpPr/>
          <p:nvPr/>
        </p:nvGrpSpPr>
        <p:grpSpPr>
          <a:xfrm rot="600000">
            <a:off x="4881252" y="908278"/>
            <a:ext cx="8576060" cy="4786603"/>
            <a:chOff x="4881252" y="908278"/>
            <a:chExt cx="8576060" cy="4786603"/>
          </a:xfrm>
        </p:grpSpPr>
        <p:grpSp>
          <p:nvGrpSpPr>
            <p:cNvPr id="981" name="Grupo 980">
              <a:extLst>
                <a:ext uri="{FF2B5EF4-FFF2-40B4-BE49-F238E27FC236}">
                  <a16:creationId xmlns:a16="http://schemas.microsoft.com/office/drawing/2014/main" id="{29AC7FDE-5F5D-6C4D-F9F4-8892EC92C4DD}"/>
                </a:ext>
              </a:extLst>
            </p:cNvPr>
            <p:cNvGrpSpPr/>
            <p:nvPr/>
          </p:nvGrpSpPr>
          <p:grpSpPr>
            <a:xfrm>
              <a:off x="4881252" y="908278"/>
              <a:ext cx="4859807" cy="2856251"/>
              <a:chOff x="4881252" y="908278"/>
              <a:chExt cx="4859807" cy="2856251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D76C9BF7-D47D-C4A3-6E41-0CB035A9D685}"/>
                  </a:ext>
                </a:extLst>
              </p:cNvPr>
              <p:cNvGrpSpPr/>
              <p:nvPr/>
            </p:nvGrpSpPr>
            <p:grpSpPr>
              <a:xfrm rot="1800000">
                <a:off x="4881252" y="908278"/>
                <a:ext cx="2222990" cy="1334930"/>
                <a:chOff x="4815770" y="1355934"/>
                <a:chExt cx="2222990" cy="1334930"/>
              </a:xfrm>
            </p:grpSpPr>
            <p:grpSp>
              <p:nvGrpSpPr>
                <p:cNvPr id="841" name="Grupo 840">
                  <a:extLst>
                    <a:ext uri="{FF2B5EF4-FFF2-40B4-BE49-F238E27FC236}">
                      <a16:creationId xmlns:a16="http://schemas.microsoft.com/office/drawing/2014/main" id="{D9DDC6D9-73DE-E959-9F4C-F5B0D4EB5F5B}"/>
                    </a:ext>
                  </a:extLst>
                </p:cNvPr>
                <p:cNvGrpSpPr/>
                <p:nvPr/>
              </p:nvGrpSpPr>
              <p:grpSpPr>
                <a:xfrm rot="5151436">
                  <a:off x="5443097" y="1563968"/>
                  <a:ext cx="561266" cy="1692526"/>
                  <a:chOff x="3254442" y="2847789"/>
                  <a:chExt cx="678900" cy="2068116"/>
                </a:xfrm>
              </p:grpSpPr>
              <p:grpSp>
                <p:nvGrpSpPr>
                  <p:cNvPr id="842" name="Grupo 841">
                    <a:extLst>
                      <a:ext uri="{FF2B5EF4-FFF2-40B4-BE49-F238E27FC236}">
                        <a16:creationId xmlns:a16="http://schemas.microsoft.com/office/drawing/2014/main" id="{4919ED69-D5ED-209F-DEEB-3A039F9C5B34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3254442" y="3860029"/>
                    <a:ext cx="342598" cy="1055876"/>
                    <a:chOff x="5808469" y="3718708"/>
                    <a:chExt cx="276684" cy="835990"/>
                  </a:xfrm>
                </p:grpSpPr>
                <p:grpSp>
                  <p:nvGrpSpPr>
                    <p:cNvPr id="849" name="Grupo 848">
                      <a:extLst>
                        <a:ext uri="{FF2B5EF4-FFF2-40B4-BE49-F238E27FC236}">
                          <a16:creationId xmlns:a16="http://schemas.microsoft.com/office/drawing/2014/main" id="{3890B03B-E776-70DC-1152-45F3E7943F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469" y="3718708"/>
                      <a:ext cx="181848" cy="473941"/>
                      <a:chOff x="6165919" y="3717694"/>
                      <a:chExt cx="181848" cy="473941"/>
                    </a:xfrm>
                  </p:grpSpPr>
                  <p:sp>
                    <p:nvSpPr>
                      <p:cNvPr id="852" name="Rectángulo: esquinas redondeadas 851">
                        <a:extLst>
                          <a:ext uri="{FF2B5EF4-FFF2-40B4-BE49-F238E27FC236}">
                            <a16:creationId xmlns:a16="http://schemas.microsoft.com/office/drawing/2014/main" id="{3B3700F9-100C-7F2B-773A-2DA56AA9E7DB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919" y="3717694"/>
                        <a:ext cx="181848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53" name="Rectángulo: esquinas redondeadas 852">
                        <a:extLst>
                          <a:ext uri="{FF2B5EF4-FFF2-40B4-BE49-F238E27FC236}">
                            <a16:creationId xmlns:a16="http://schemas.microsoft.com/office/drawing/2014/main" id="{DF71C5E9-0414-3C06-E8FB-326A0A70F847}"/>
                          </a:ext>
                        </a:extLst>
                      </p:cNvPr>
                      <p:cNvSpPr/>
                      <p:nvPr/>
                    </p:nvSpPr>
                    <p:spPr>
                      <a:xfrm rot="655801" flipH="1">
                        <a:off x="6207416" y="3774548"/>
                        <a:ext cx="49476" cy="223589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850" name="Rectángulo 849">
                      <a:extLst>
                        <a:ext uri="{FF2B5EF4-FFF2-40B4-BE49-F238E27FC236}">
                          <a16:creationId xmlns:a16="http://schemas.microsoft.com/office/drawing/2014/main" id="{2523DA7C-FA11-FC50-4253-9A815BBBA92B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51" name="Rectángulo 850">
                      <a:extLst>
                        <a:ext uri="{FF2B5EF4-FFF2-40B4-BE49-F238E27FC236}">
                          <a16:creationId xmlns:a16="http://schemas.microsoft.com/office/drawing/2014/main" id="{8C4F1E82-D799-E441-FAC6-661626BA70B6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43" name="Grupo 842">
                    <a:extLst>
                      <a:ext uri="{FF2B5EF4-FFF2-40B4-BE49-F238E27FC236}">
                        <a16:creationId xmlns:a16="http://schemas.microsoft.com/office/drawing/2014/main" id="{7232DB06-1880-278D-BE96-C3517799FB19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3591454" y="2847789"/>
                    <a:ext cx="341888" cy="1051388"/>
                    <a:chOff x="5809042" y="3722261"/>
                    <a:chExt cx="276111" cy="832437"/>
                  </a:xfrm>
                  <a:noFill/>
                </p:grpSpPr>
                <p:grpSp>
                  <p:nvGrpSpPr>
                    <p:cNvPr id="844" name="Grupo 843">
                      <a:extLst>
                        <a:ext uri="{FF2B5EF4-FFF2-40B4-BE49-F238E27FC236}">
                          <a16:creationId xmlns:a16="http://schemas.microsoft.com/office/drawing/2014/main" id="{E8E49B0E-5137-E143-3231-50DC76EDBC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847" name="Rectángulo: esquinas redondeadas 846">
                        <a:extLst>
                          <a:ext uri="{FF2B5EF4-FFF2-40B4-BE49-F238E27FC236}">
                            <a16:creationId xmlns:a16="http://schemas.microsoft.com/office/drawing/2014/main" id="{2CA194D1-8345-ABC0-0B02-D88075957F69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48" name="Rectángulo: esquinas redondeadas 847">
                        <a:extLst>
                          <a:ext uri="{FF2B5EF4-FFF2-40B4-BE49-F238E27FC236}">
                            <a16:creationId xmlns:a16="http://schemas.microsoft.com/office/drawing/2014/main" id="{936CD3CA-3BD1-A4A3-736C-47D2CA78EB2E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845" name="Rectángulo 844">
                      <a:extLst>
                        <a:ext uri="{FF2B5EF4-FFF2-40B4-BE49-F238E27FC236}">
                          <a16:creationId xmlns:a16="http://schemas.microsoft.com/office/drawing/2014/main" id="{8DCE7112-1614-A621-45A8-A8DB678AFF65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46" name="Rectángulo 845">
                      <a:extLst>
                        <a:ext uri="{FF2B5EF4-FFF2-40B4-BE49-F238E27FC236}">
                          <a16:creationId xmlns:a16="http://schemas.microsoft.com/office/drawing/2014/main" id="{6237AF90-8141-438B-9343-6B8D9E9970A8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854" name="Grupo 853">
                  <a:extLst>
                    <a:ext uri="{FF2B5EF4-FFF2-40B4-BE49-F238E27FC236}">
                      <a16:creationId xmlns:a16="http://schemas.microsoft.com/office/drawing/2014/main" id="{8EB67329-46BF-3700-7759-658F0BCA2BAE}"/>
                    </a:ext>
                  </a:extLst>
                </p:cNvPr>
                <p:cNvGrpSpPr/>
                <p:nvPr/>
              </p:nvGrpSpPr>
              <p:grpSpPr>
                <a:xfrm rot="5151436">
                  <a:off x="5378332" y="793372"/>
                  <a:ext cx="566675" cy="1691800"/>
                  <a:chOff x="2374194" y="2848341"/>
                  <a:chExt cx="685443" cy="2067229"/>
                </a:xfrm>
              </p:grpSpPr>
              <p:grpSp>
                <p:nvGrpSpPr>
                  <p:cNvPr id="855" name="Grupo 854">
                    <a:extLst>
                      <a:ext uri="{FF2B5EF4-FFF2-40B4-BE49-F238E27FC236}">
                        <a16:creationId xmlns:a16="http://schemas.microsoft.com/office/drawing/2014/main" id="{361DA476-6DBC-5610-6694-0AF5DB1A5179}"/>
                      </a:ext>
                    </a:extLst>
                  </p:cNvPr>
                  <p:cNvGrpSpPr/>
                  <p:nvPr/>
                </p:nvGrpSpPr>
                <p:grpSpPr>
                  <a:xfrm>
                    <a:off x="2716948" y="3859120"/>
                    <a:ext cx="342689" cy="1056450"/>
                    <a:chOff x="5808395" y="3718253"/>
                    <a:chExt cx="276758" cy="836445"/>
                  </a:xfrm>
                </p:grpSpPr>
                <p:grpSp>
                  <p:nvGrpSpPr>
                    <p:cNvPr id="862" name="Grupo 861">
                      <a:extLst>
                        <a:ext uri="{FF2B5EF4-FFF2-40B4-BE49-F238E27FC236}">
                          <a16:creationId xmlns:a16="http://schemas.microsoft.com/office/drawing/2014/main" id="{324FFB59-F8AC-7D5C-C868-107A9F4DE1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395" y="3718253"/>
                      <a:ext cx="184852" cy="473941"/>
                      <a:chOff x="6165845" y="3717239"/>
                      <a:chExt cx="184852" cy="473941"/>
                    </a:xfrm>
                  </p:grpSpPr>
                  <p:sp>
                    <p:nvSpPr>
                      <p:cNvPr id="865" name="Rectángulo: esquinas redondeadas 864">
                        <a:extLst>
                          <a:ext uri="{FF2B5EF4-FFF2-40B4-BE49-F238E27FC236}">
                            <a16:creationId xmlns:a16="http://schemas.microsoft.com/office/drawing/2014/main" id="{1B38A9C1-B204-BC2F-77EA-722D3E6C872E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845" y="3717239"/>
                        <a:ext cx="184852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66" name="Rectángulo: esquinas redondeadas 865">
                        <a:extLst>
                          <a:ext uri="{FF2B5EF4-FFF2-40B4-BE49-F238E27FC236}">
                            <a16:creationId xmlns:a16="http://schemas.microsoft.com/office/drawing/2014/main" id="{A8C09095-9EC0-747F-6CDF-775CC4C2856A}"/>
                          </a:ext>
                        </a:extLst>
                      </p:cNvPr>
                      <p:cNvSpPr/>
                      <p:nvPr/>
                    </p:nvSpPr>
                    <p:spPr>
                      <a:xfrm rot="622646" flipH="1">
                        <a:off x="6207873" y="3795106"/>
                        <a:ext cx="46037" cy="203887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863" name="Rectángulo 862">
                      <a:extLst>
                        <a:ext uri="{FF2B5EF4-FFF2-40B4-BE49-F238E27FC236}">
                          <a16:creationId xmlns:a16="http://schemas.microsoft.com/office/drawing/2014/main" id="{C5E5D33A-583B-28A9-4F11-6B54A10C5F91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64" name="Rectángulo 863">
                      <a:extLst>
                        <a:ext uri="{FF2B5EF4-FFF2-40B4-BE49-F238E27FC236}">
                          <a16:creationId xmlns:a16="http://schemas.microsoft.com/office/drawing/2014/main" id="{BBB82A62-8751-273A-06C8-BA0FB9B60583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56" name="Grupo 855">
                    <a:extLst>
                      <a:ext uri="{FF2B5EF4-FFF2-40B4-BE49-F238E27FC236}">
                        <a16:creationId xmlns:a16="http://schemas.microsoft.com/office/drawing/2014/main" id="{57559A35-22EC-8E90-EF9E-1AF519DDACA7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2374194" y="2848341"/>
                    <a:ext cx="341888" cy="1051388"/>
                    <a:chOff x="5809042" y="3722261"/>
                    <a:chExt cx="276111" cy="832437"/>
                  </a:xfrm>
                  <a:noFill/>
                </p:grpSpPr>
                <p:grpSp>
                  <p:nvGrpSpPr>
                    <p:cNvPr id="857" name="Grupo 856">
                      <a:extLst>
                        <a:ext uri="{FF2B5EF4-FFF2-40B4-BE49-F238E27FC236}">
                          <a16:creationId xmlns:a16="http://schemas.microsoft.com/office/drawing/2014/main" id="{31271C57-1257-47EF-DB8A-203C59DF10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860" name="Rectángulo: esquinas redondeadas 859">
                        <a:extLst>
                          <a:ext uri="{FF2B5EF4-FFF2-40B4-BE49-F238E27FC236}">
                            <a16:creationId xmlns:a16="http://schemas.microsoft.com/office/drawing/2014/main" id="{54D9EDD3-3CE2-DA86-415F-32171CF06353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61" name="Rectángulo: esquinas redondeadas 860">
                        <a:extLst>
                          <a:ext uri="{FF2B5EF4-FFF2-40B4-BE49-F238E27FC236}">
                            <a16:creationId xmlns:a16="http://schemas.microsoft.com/office/drawing/2014/main" id="{F73D1033-D2D0-1BBC-886C-8381BF91C5D7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858" name="Rectángulo 857">
                      <a:extLst>
                        <a:ext uri="{FF2B5EF4-FFF2-40B4-BE49-F238E27FC236}">
                          <a16:creationId xmlns:a16="http://schemas.microsoft.com/office/drawing/2014/main" id="{3B36E284-015C-5FE1-D659-04FFF8C3A92A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59" name="Rectángulo 858">
                      <a:extLst>
                        <a:ext uri="{FF2B5EF4-FFF2-40B4-BE49-F238E27FC236}">
                          <a16:creationId xmlns:a16="http://schemas.microsoft.com/office/drawing/2014/main" id="{9F0C438F-0560-791F-BC52-6C76AEF28E68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867" name="Grupo 866">
                  <a:extLst>
                    <a:ext uri="{FF2B5EF4-FFF2-40B4-BE49-F238E27FC236}">
                      <a16:creationId xmlns:a16="http://schemas.microsoft.com/office/drawing/2014/main" id="{EF8369D1-7579-337D-9CD7-6F0C0EDDA214}"/>
                    </a:ext>
                  </a:extLst>
                </p:cNvPr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</p:grpSpPr>
              <p:grpSp>
                <p:nvGrpSpPr>
                  <p:cNvPr id="868" name="Grupo 867">
                    <a:extLst>
                      <a:ext uri="{FF2B5EF4-FFF2-40B4-BE49-F238E27FC236}">
                        <a16:creationId xmlns:a16="http://schemas.microsoft.com/office/drawing/2014/main" id="{2DBA7776-9C9A-DB1E-5C8C-038AB6BC1F7D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870" name="Grupo 869">
                      <a:extLst>
                        <a:ext uri="{FF2B5EF4-FFF2-40B4-BE49-F238E27FC236}">
                          <a16:creationId xmlns:a16="http://schemas.microsoft.com/office/drawing/2014/main" id="{729E40D2-BA2F-D20F-0A3A-BF33637142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solidFill>
                      <a:schemeClr val="tx1">
                        <a:lumMod val="75000"/>
                        <a:lumOff val="25000"/>
                      </a:schemeClr>
                    </a:solidFill>
                  </p:grpSpPr>
                  <p:sp>
                    <p:nvSpPr>
                      <p:cNvPr id="885" name="Elipse 884">
                        <a:extLst>
                          <a:ext uri="{FF2B5EF4-FFF2-40B4-BE49-F238E27FC236}">
                            <a16:creationId xmlns:a16="http://schemas.microsoft.com/office/drawing/2014/main" id="{637232DF-BE17-2B70-3C4B-B8AB61D18A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886" name="Grupo 885">
                        <a:extLst>
                          <a:ext uri="{FF2B5EF4-FFF2-40B4-BE49-F238E27FC236}">
                            <a16:creationId xmlns:a16="http://schemas.microsoft.com/office/drawing/2014/main" id="{51C6636B-40BE-557A-4BF2-33530A3BE6A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887" name="Rectángulo 886">
                          <a:extLst>
                            <a:ext uri="{FF2B5EF4-FFF2-40B4-BE49-F238E27FC236}">
                              <a16:creationId xmlns:a16="http://schemas.microsoft.com/office/drawing/2014/main" id="{AEF80D92-AB5F-3103-D67B-748B069D7C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8" name="Rectángulo 887">
                          <a:extLst>
                            <a:ext uri="{FF2B5EF4-FFF2-40B4-BE49-F238E27FC236}">
                              <a16:creationId xmlns:a16="http://schemas.microsoft.com/office/drawing/2014/main" id="{1493D0B3-A2A3-BD1F-2B3D-28CB4357F00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871" name="Grupo 870">
                      <a:extLst>
                        <a:ext uri="{FF2B5EF4-FFF2-40B4-BE49-F238E27FC236}">
                          <a16:creationId xmlns:a16="http://schemas.microsoft.com/office/drawing/2014/main" id="{37EA1586-238D-47FE-D3A2-0BB614B416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872" name="Grupo 871">
                        <a:extLst>
                          <a:ext uri="{FF2B5EF4-FFF2-40B4-BE49-F238E27FC236}">
                            <a16:creationId xmlns:a16="http://schemas.microsoft.com/office/drawing/2014/main" id="{E81F671D-DED7-2010-6F68-16D5A539DDE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877" name="Grupo 876">
                          <a:extLst>
                            <a:ext uri="{FF2B5EF4-FFF2-40B4-BE49-F238E27FC236}">
                              <a16:creationId xmlns:a16="http://schemas.microsoft.com/office/drawing/2014/main" id="{D57331C4-319C-5E53-91D5-C4F79E16588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882" name="Rectángulo 881">
                            <a:extLst>
                              <a:ext uri="{FF2B5EF4-FFF2-40B4-BE49-F238E27FC236}">
                                <a16:creationId xmlns:a16="http://schemas.microsoft.com/office/drawing/2014/main" id="{8C6A9630-D134-7392-572B-CE2E93F2C64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883" name="Rectángulo 882">
                            <a:extLst>
                              <a:ext uri="{FF2B5EF4-FFF2-40B4-BE49-F238E27FC236}">
                                <a16:creationId xmlns:a16="http://schemas.microsoft.com/office/drawing/2014/main" id="{761C7C54-E275-953E-57D9-B6A606AB00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84" name="Marco 883">
                            <a:extLst>
                              <a:ext uri="{FF2B5EF4-FFF2-40B4-BE49-F238E27FC236}">
                                <a16:creationId xmlns:a16="http://schemas.microsoft.com/office/drawing/2014/main" id="{49436C43-E95B-32A6-80C4-9718EEE8F9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878" name="Grupo 877">
                          <a:extLst>
                            <a:ext uri="{FF2B5EF4-FFF2-40B4-BE49-F238E27FC236}">
                              <a16:creationId xmlns:a16="http://schemas.microsoft.com/office/drawing/2014/main" id="{1BC6CDDB-1E83-9BCC-FE1A-68CF008AC75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879" name="Rectángulo 878">
                            <a:extLst>
                              <a:ext uri="{FF2B5EF4-FFF2-40B4-BE49-F238E27FC236}">
                                <a16:creationId xmlns:a16="http://schemas.microsoft.com/office/drawing/2014/main" id="{E227108F-B0A6-CAE3-161C-0334925C9FA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80" name="Rectángulo 879">
                            <a:extLst>
                              <a:ext uri="{FF2B5EF4-FFF2-40B4-BE49-F238E27FC236}">
                                <a16:creationId xmlns:a16="http://schemas.microsoft.com/office/drawing/2014/main" id="{2FF8C2F9-4976-1E2D-F80B-DD004C56BB6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81" name="Rectángulo 880">
                            <a:extLst>
                              <a:ext uri="{FF2B5EF4-FFF2-40B4-BE49-F238E27FC236}">
                                <a16:creationId xmlns:a16="http://schemas.microsoft.com/office/drawing/2014/main" id="{055E6257-0991-7F2B-B458-5E7B362E2F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873" name="Grupo 872">
                        <a:extLst>
                          <a:ext uri="{FF2B5EF4-FFF2-40B4-BE49-F238E27FC236}">
                            <a16:creationId xmlns:a16="http://schemas.microsoft.com/office/drawing/2014/main" id="{2D9A4E33-73DF-423E-98C9-B95CFF40D7C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874" name="Rectángulo 873">
                          <a:extLst>
                            <a:ext uri="{FF2B5EF4-FFF2-40B4-BE49-F238E27FC236}">
                              <a16:creationId xmlns:a16="http://schemas.microsoft.com/office/drawing/2014/main" id="{C4A12EA1-BF97-EA99-0FF9-44D90C129BC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875" name="Rectángulo 874">
                          <a:extLst>
                            <a:ext uri="{FF2B5EF4-FFF2-40B4-BE49-F238E27FC236}">
                              <a16:creationId xmlns:a16="http://schemas.microsoft.com/office/drawing/2014/main" id="{CD1FF0B8-D2CE-D960-8FB2-384A107237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76" name="Rectángulo 875">
                          <a:extLst>
                            <a:ext uri="{FF2B5EF4-FFF2-40B4-BE49-F238E27FC236}">
                              <a16:creationId xmlns:a16="http://schemas.microsoft.com/office/drawing/2014/main" id="{BE746120-F626-C2D8-EDE4-E16295F683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869" name="Rectángulo 868">
                    <a:extLst>
                      <a:ext uri="{FF2B5EF4-FFF2-40B4-BE49-F238E27FC236}">
                        <a16:creationId xmlns:a16="http://schemas.microsoft.com/office/drawing/2014/main" id="{A03D4235-CED9-01E1-4DC0-BEBDB0A9A7DA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pattFill prst="wdDnDiag">
                    <a:fgClr>
                      <a:schemeClr val="bg1"/>
                    </a:fgClr>
                    <a:bgClr>
                      <a:schemeClr val="bg1">
                        <a:lumMod val="65000"/>
                      </a:schemeClr>
                    </a:bgClr>
                  </a:patt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89" name="Grupo 888">
                  <a:extLst>
                    <a:ext uri="{FF2B5EF4-FFF2-40B4-BE49-F238E27FC236}">
                      <a16:creationId xmlns:a16="http://schemas.microsoft.com/office/drawing/2014/main" id="{05E8A3BC-C02D-A2C8-25CE-9DDF2E1BA795}"/>
                    </a:ext>
                  </a:extLst>
                </p:cNvPr>
                <p:cNvGrpSpPr/>
                <p:nvPr/>
              </p:nvGrpSpPr>
              <p:grpSpPr>
                <a:xfrm rot="5151436">
                  <a:off x="5061129" y="1963319"/>
                  <a:ext cx="796736" cy="112283"/>
                  <a:chOff x="2676060" y="4093308"/>
                  <a:chExt cx="963722" cy="137200"/>
                </a:xfrm>
              </p:grpSpPr>
              <p:sp>
                <p:nvSpPr>
                  <p:cNvPr id="890" name="Rectángulo 889">
                    <a:extLst>
                      <a:ext uri="{FF2B5EF4-FFF2-40B4-BE49-F238E27FC236}">
                        <a16:creationId xmlns:a16="http://schemas.microsoft.com/office/drawing/2014/main" id="{E6C2FF31-114B-796A-F420-6B1F0E035031}"/>
                      </a:ext>
                    </a:extLst>
                  </p:cNvPr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grpSp>
                <p:nvGrpSpPr>
                  <p:cNvPr id="891" name="Grupo 890">
                    <a:extLst>
                      <a:ext uri="{FF2B5EF4-FFF2-40B4-BE49-F238E27FC236}">
                        <a16:creationId xmlns:a16="http://schemas.microsoft.com/office/drawing/2014/main" id="{7F2725B3-561B-530C-2B5C-5495D239F465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100055"/>
                    <a:chOff x="2676060" y="4130453"/>
                    <a:chExt cx="963722" cy="100055"/>
                  </a:xfrm>
                </p:grpSpPr>
                <p:grpSp>
                  <p:nvGrpSpPr>
                    <p:cNvPr id="892" name="Grupo 891">
                      <a:extLst>
                        <a:ext uri="{FF2B5EF4-FFF2-40B4-BE49-F238E27FC236}">
                          <a16:creationId xmlns:a16="http://schemas.microsoft.com/office/drawing/2014/main" id="{B7278BDC-C4C4-43CA-97D5-76DAFDBC10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75413"/>
                      <a:chOff x="5775047" y="3892550"/>
                      <a:chExt cx="778309" cy="59708"/>
                    </a:xfrm>
                  </p:grpSpPr>
                  <p:sp>
                    <p:nvSpPr>
                      <p:cNvPr id="894" name="Rectángulo 893">
                        <a:extLst>
                          <a:ext uri="{FF2B5EF4-FFF2-40B4-BE49-F238E27FC236}">
                            <a16:creationId xmlns:a16="http://schemas.microsoft.com/office/drawing/2014/main" id="{4AD962AE-D26E-773E-B320-2ABDB974A6F6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95" name="Elipse 894">
                        <a:extLst>
                          <a:ext uri="{FF2B5EF4-FFF2-40B4-BE49-F238E27FC236}">
                            <a16:creationId xmlns:a16="http://schemas.microsoft.com/office/drawing/2014/main" id="{0699BA9D-01C6-340F-8402-5CF07DB401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96" name="Elipse 895">
                        <a:extLst>
                          <a:ext uri="{FF2B5EF4-FFF2-40B4-BE49-F238E27FC236}">
                            <a16:creationId xmlns:a16="http://schemas.microsoft.com/office/drawing/2014/main" id="{C9D24C8D-8F6A-8FB8-FED4-7739B45951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893" name="Rectángulo 892">
                      <a:extLst>
                        <a:ext uri="{FF2B5EF4-FFF2-40B4-BE49-F238E27FC236}">
                          <a16:creationId xmlns:a16="http://schemas.microsoft.com/office/drawing/2014/main" id="{4D0417F7-BB54-C999-61DA-31E4A4915A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1ABE0E64-0000-D8E4-7B2B-1E4CE5CE7925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5A51EEE2-064A-76DC-382F-90096D01D6DB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solidFill>
                  <a:schemeClr val="bg1">
                    <a:lumMod val="65000"/>
                  </a:schemeClr>
                </a:solidFill>
              </p:grpSpPr>
              <p:grpSp>
                <p:nvGrpSpPr>
                  <p:cNvPr id="708" name="Grupo 707">
                    <a:extLst>
                      <a:ext uri="{FF2B5EF4-FFF2-40B4-BE49-F238E27FC236}">
                        <a16:creationId xmlns:a16="http://schemas.microsoft.com/office/drawing/2014/main" id="{BFD73A20-1643-C5F1-93E3-BFC2CAF110B6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710" name="Elipse 709">
                      <a:extLst>
                        <a:ext uri="{FF2B5EF4-FFF2-40B4-BE49-F238E27FC236}">
                          <a16:creationId xmlns:a16="http://schemas.microsoft.com/office/drawing/2014/main" id="{50C75A14-7DE8-4730-EA9D-B8FF1813F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11" name="Diagrama de flujo: operación manual 710">
                      <a:extLst>
                        <a:ext uri="{FF2B5EF4-FFF2-40B4-BE49-F238E27FC236}">
                          <a16:creationId xmlns:a16="http://schemas.microsoft.com/office/drawing/2014/main" id="{CDCD649E-4A98-0D17-042E-9B9A72B20EF8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09" name="Elipse 708">
                    <a:extLst>
                      <a:ext uri="{FF2B5EF4-FFF2-40B4-BE49-F238E27FC236}">
                        <a16:creationId xmlns:a16="http://schemas.microsoft.com/office/drawing/2014/main" id="{8CF6547A-7775-893E-675F-97A1545F108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" name="Diagrama de flujo: operación manual 6">
                  <a:extLst>
                    <a:ext uri="{FF2B5EF4-FFF2-40B4-BE49-F238E27FC236}">
                      <a16:creationId xmlns:a16="http://schemas.microsoft.com/office/drawing/2014/main" id="{BA538EF7-7855-3919-F901-831A45D4BB71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898" name="Grupo 897">
                <a:extLst>
                  <a:ext uri="{FF2B5EF4-FFF2-40B4-BE49-F238E27FC236}">
                    <a16:creationId xmlns:a16="http://schemas.microsoft.com/office/drawing/2014/main" id="{A2C35F7C-60AC-B297-BFED-2AFD6E57B157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</p:grpSpPr>
            <p:grpSp>
              <p:nvGrpSpPr>
                <p:cNvPr id="899" name="Grupo 898">
                  <a:extLst>
                    <a:ext uri="{FF2B5EF4-FFF2-40B4-BE49-F238E27FC236}">
                      <a16:creationId xmlns:a16="http://schemas.microsoft.com/office/drawing/2014/main" id="{4ECD905E-E6AF-BFB2-E1EA-1CDF36A4769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</p:grpSpPr>
              <p:grpSp>
                <p:nvGrpSpPr>
                  <p:cNvPr id="901" name="Grupo 900">
                    <a:extLst>
                      <a:ext uri="{FF2B5EF4-FFF2-40B4-BE49-F238E27FC236}">
                        <a16:creationId xmlns:a16="http://schemas.microsoft.com/office/drawing/2014/main" id="{EEB4F93E-B597-5BA1-57B7-186A3882F712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</p:grpSpPr>
                <p:grpSp>
                  <p:nvGrpSpPr>
                    <p:cNvPr id="903" name="Grupo 902">
                      <a:extLst>
                        <a:ext uri="{FF2B5EF4-FFF2-40B4-BE49-F238E27FC236}">
                          <a16:creationId xmlns:a16="http://schemas.microsoft.com/office/drawing/2014/main" id="{A4A7F015-9A42-DD42-A005-DE971363D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</p:grpSpPr>
                  <p:grpSp>
                    <p:nvGrpSpPr>
                      <p:cNvPr id="905" name="Grupo 904">
                        <a:extLst>
                          <a:ext uri="{FF2B5EF4-FFF2-40B4-BE49-F238E27FC236}">
                            <a16:creationId xmlns:a16="http://schemas.microsoft.com/office/drawing/2014/main" id="{AE93767B-3D16-E47A-F419-C0548B07E1A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</p:grpSpPr>
                    <p:grpSp>
                      <p:nvGrpSpPr>
                        <p:cNvPr id="907" name="Grupo 906">
                          <a:extLst>
                            <a:ext uri="{FF2B5EF4-FFF2-40B4-BE49-F238E27FC236}">
                              <a16:creationId xmlns:a16="http://schemas.microsoft.com/office/drawing/2014/main" id="{A6A9F1B6-6914-6E3E-6C7A-C1475A2329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solidFill>
                          <a:schemeClr val="bg1">
                            <a:lumMod val="65000"/>
                          </a:schemeClr>
                        </a:solidFill>
                      </p:grpSpPr>
                      <p:grpSp>
                        <p:nvGrpSpPr>
                          <p:cNvPr id="909" name="Grupo 908">
                            <a:extLst>
                              <a:ext uri="{FF2B5EF4-FFF2-40B4-BE49-F238E27FC236}">
                                <a16:creationId xmlns:a16="http://schemas.microsoft.com/office/drawing/2014/main" id="{48A15460-2B13-25D5-BE7C-33F439AE295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11" name="Elipse 910">
                              <a:extLst>
                                <a:ext uri="{FF2B5EF4-FFF2-40B4-BE49-F238E27FC236}">
                                  <a16:creationId xmlns:a16="http://schemas.microsoft.com/office/drawing/2014/main" id="{0CE69D44-D18C-5322-8E40-20B252D8AA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2" name="Diagrama de flujo: operación manual 911">
                              <a:extLst>
                                <a:ext uri="{FF2B5EF4-FFF2-40B4-BE49-F238E27FC236}">
                                  <a16:creationId xmlns:a16="http://schemas.microsoft.com/office/drawing/2014/main" id="{7170E10A-FCE2-E30A-9609-2F3B39FD5F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10" name="Elipse 909">
                            <a:extLst>
                              <a:ext uri="{FF2B5EF4-FFF2-40B4-BE49-F238E27FC236}">
                                <a16:creationId xmlns:a16="http://schemas.microsoft.com/office/drawing/2014/main" id="{8A16BDBB-88E8-EFE1-A970-D97329771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08" name="Diagrama de flujo: operación manual 907">
                          <a:extLst>
                            <a:ext uri="{FF2B5EF4-FFF2-40B4-BE49-F238E27FC236}">
                              <a16:creationId xmlns:a16="http://schemas.microsoft.com/office/drawing/2014/main" id="{D22AD5A4-5CE3-3887-14AC-653A2C5A6D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19050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06" name="Elipse 905">
                        <a:extLst>
                          <a:ext uri="{FF2B5EF4-FFF2-40B4-BE49-F238E27FC236}">
                            <a16:creationId xmlns:a16="http://schemas.microsoft.com/office/drawing/2014/main" id="{F6A362AF-DEDA-0437-E00B-E0C5E5C30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4" name="Elipse 903">
                      <a:extLst>
                        <a:ext uri="{FF2B5EF4-FFF2-40B4-BE49-F238E27FC236}">
                          <a16:creationId xmlns:a16="http://schemas.microsoft.com/office/drawing/2014/main" id="{AD260F28-9049-B9B1-7951-DB8F3F79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2" name="Elipse 901">
                    <a:extLst>
                      <a:ext uri="{FF2B5EF4-FFF2-40B4-BE49-F238E27FC236}">
                        <a16:creationId xmlns:a16="http://schemas.microsoft.com/office/drawing/2014/main" id="{8E70C639-CEC4-72ED-DEFC-7BE52CC6FBB1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0" name="Elipse 899">
                  <a:extLst>
                    <a:ext uri="{FF2B5EF4-FFF2-40B4-BE49-F238E27FC236}">
                      <a16:creationId xmlns:a16="http://schemas.microsoft.com/office/drawing/2014/main" id="{663C2139-1C74-F536-6879-50576C60A161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983" name="Grupo 982">
              <a:extLst>
                <a:ext uri="{FF2B5EF4-FFF2-40B4-BE49-F238E27FC236}">
                  <a16:creationId xmlns:a16="http://schemas.microsoft.com/office/drawing/2014/main" id="{F6FD13E3-E93E-C8F2-F9BC-1CCFA5D28E8B}"/>
                </a:ext>
              </a:extLst>
            </p:cNvPr>
            <p:cNvGrpSpPr/>
            <p:nvPr/>
          </p:nvGrpSpPr>
          <p:grpSpPr>
            <a:xfrm flipH="1" flipV="1">
              <a:off x="8597505" y="2838630"/>
              <a:ext cx="4859807" cy="2856251"/>
              <a:chOff x="4881252" y="908278"/>
              <a:chExt cx="4859807" cy="2856251"/>
            </a:xfrm>
            <a:noFill/>
          </p:grpSpPr>
          <p:grpSp>
            <p:nvGrpSpPr>
              <p:cNvPr id="984" name="Grupo 983">
                <a:extLst>
                  <a:ext uri="{FF2B5EF4-FFF2-40B4-BE49-F238E27FC236}">
                    <a16:creationId xmlns:a16="http://schemas.microsoft.com/office/drawing/2014/main" id="{C2A36066-1AC5-BF68-CCCC-12BBFCBE7A56}"/>
                  </a:ext>
                </a:extLst>
              </p:cNvPr>
              <p:cNvGrpSpPr/>
              <p:nvPr/>
            </p:nvGrpSpPr>
            <p:grpSpPr>
              <a:xfrm rot="1800000">
                <a:off x="4881252" y="908278"/>
                <a:ext cx="2222990" cy="1334930"/>
                <a:chOff x="4815770" y="1355934"/>
                <a:chExt cx="2222990" cy="1334930"/>
              </a:xfrm>
              <a:grpFill/>
            </p:grpSpPr>
            <p:grpSp>
              <p:nvGrpSpPr>
                <p:cNvPr id="1008" name="Grupo 1007">
                  <a:extLst>
                    <a:ext uri="{FF2B5EF4-FFF2-40B4-BE49-F238E27FC236}">
                      <a16:creationId xmlns:a16="http://schemas.microsoft.com/office/drawing/2014/main" id="{F79FEFF5-8238-CBB4-ABB4-C6763D3CED5D}"/>
                    </a:ext>
                  </a:extLst>
                </p:cNvPr>
                <p:cNvGrpSpPr/>
                <p:nvPr/>
              </p:nvGrpSpPr>
              <p:grpSpPr>
                <a:xfrm rot="5151436">
                  <a:off x="5443097" y="1563968"/>
                  <a:ext cx="561266" cy="1692526"/>
                  <a:chOff x="3254442" y="2847789"/>
                  <a:chExt cx="678900" cy="2068116"/>
                </a:xfrm>
                <a:grpFill/>
              </p:grpSpPr>
              <p:grpSp>
                <p:nvGrpSpPr>
                  <p:cNvPr id="1050" name="Grupo 1049">
                    <a:extLst>
                      <a:ext uri="{FF2B5EF4-FFF2-40B4-BE49-F238E27FC236}">
                        <a16:creationId xmlns:a16="http://schemas.microsoft.com/office/drawing/2014/main" id="{AD41116F-F828-0440-C72C-6DFA93B9A739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3254442" y="3860029"/>
                    <a:ext cx="342598" cy="1055876"/>
                    <a:chOff x="5808469" y="3718708"/>
                    <a:chExt cx="276684" cy="835990"/>
                  </a:xfrm>
                  <a:grpFill/>
                </p:grpSpPr>
                <p:grpSp>
                  <p:nvGrpSpPr>
                    <p:cNvPr id="1057" name="Grupo 1056">
                      <a:extLst>
                        <a:ext uri="{FF2B5EF4-FFF2-40B4-BE49-F238E27FC236}">
                          <a16:creationId xmlns:a16="http://schemas.microsoft.com/office/drawing/2014/main" id="{7A9F5DDE-5634-73D6-7A41-5FB469547C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469" y="3718708"/>
                      <a:ext cx="181848" cy="473941"/>
                      <a:chOff x="6165919" y="3717694"/>
                      <a:chExt cx="181848" cy="473941"/>
                    </a:xfrm>
                    <a:grpFill/>
                  </p:grpSpPr>
                  <p:sp>
                    <p:nvSpPr>
                      <p:cNvPr id="1060" name="Rectángulo: esquinas redondeadas 1059">
                        <a:extLst>
                          <a:ext uri="{FF2B5EF4-FFF2-40B4-BE49-F238E27FC236}">
                            <a16:creationId xmlns:a16="http://schemas.microsoft.com/office/drawing/2014/main" id="{DCF7C4D6-51B8-B576-771F-31577546568A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919" y="3717694"/>
                        <a:ext cx="181848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61" name="Rectángulo: esquinas redondeadas 1060">
                        <a:extLst>
                          <a:ext uri="{FF2B5EF4-FFF2-40B4-BE49-F238E27FC236}">
                            <a16:creationId xmlns:a16="http://schemas.microsoft.com/office/drawing/2014/main" id="{093A3971-2884-A009-7331-4D3C9A6347AD}"/>
                          </a:ext>
                        </a:extLst>
                      </p:cNvPr>
                      <p:cNvSpPr/>
                      <p:nvPr/>
                    </p:nvSpPr>
                    <p:spPr>
                      <a:xfrm rot="655801" flipH="1">
                        <a:off x="6207416" y="3774548"/>
                        <a:ext cx="49476" cy="223589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58" name="Rectángulo 1057">
                      <a:extLst>
                        <a:ext uri="{FF2B5EF4-FFF2-40B4-BE49-F238E27FC236}">
                          <a16:creationId xmlns:a16="http://schemas.microsoft.com/office/drawing/2014/main" id="{E7AA9674-110C-9C11-E5EE-76CC99229415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59" name="Rectángulo 1058">
                      <a:extLst>
                        <a:ext uri="{FF2B5EF4-FFF2-40B4-BE49-F238E27FC236}">
                          <a16:creationId xmlns:a16="http://schemas.microsoft.com/office/drawing/2014/main" id="{419474AF-9904-230B-79AE-E2462399BA8F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51" name="Grupo 1050">
                    <a:extLst>
                      <a:ext uri="{FF2B5EF4-FFF2-40B4-BE49-F238E27FC236}">
                        <a16:creationId xmlns:a16="http://schemas.microsoft.com/office/drawing/2014/main" id="{4B43D6F3-9DE8-41CB-0913-B9338D15E704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3591454" y="2847789"/>
                    <a:ext cx="341888" cy="1051388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1052" name="Grupo 1051">
                      <a:extLst>
                        <a:ext uri="{FF2B5EF4-FFF2-40B4-BE49-F238E27FC236}">
                          <a16:creationId xmlns:a16="http://schemas.microsoft.com/office/drawing/2014/main" id="{7E800FBC-BE6A-5C4E-99C4-DDE91826BA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1055" name="Rectángulo: esquinas redondeadas 1054">
                        <a:extLst>
                          <a:ext uri="{FF2B5EF4-FFF2-40B4-BE49-F238E27FC236}">
                            <a16:creationId xmlns:a16="http://schemas.microsoft.com/office/drawing/2014/main" id="{162A4EA5-EC0E-C964-834E-1BF3F3CE800B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56" name="Rectángulo: esquinas redondeadas 1055">
                        <a:extLst>
                          <a:ext uri="{FF2B5EF4-FFF2-40B4-BE49-F238E27FC236}">
                            <a16:creationId xmlns:a16="http://schemas.microsoft.com/office/drawing/2014/main" id="{7172086E-20AB-D586-6935-A3A9D7F59BA5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1053" name="Rectángulo 1052">
                      <a:extLst>
                        <a:ext uri="{FF2B5EF4-FFF2-40B4-BE49-F238E27FC236}">
                          <a16:creationId xmlns:a16="http://schemas.microsoft.com/office/drawing/2014/main" id="{F8D46F5C-7D31-61E9-4774-A0C15C5A7949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54" name="Rectángulo 1053">
                      <a:extLst>
                        <a:ext uri="{FF2B5EF4-FFF2-40B4-BE49-F238E27FC236}">
                          <a16:creationId xmlns:a16="http://schemas.microsoft.com/office/drawing/2014/main" id="{6E450D71-2B2A-8F35-EDB4-F214BB4C0A4F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1009" name="Grupo 1008">
                  <a:extLst>
                    <a:ext uri="{FF2B5EF4-FFF2-40B4-BE49-F238E27FC236}">
                      <a16:creationId xmlns:a16="http://schemas.microsoft.com/office/drawing/2014/main" id="{9630E688-78AB-BBC3-01F6-38CFFF188309}"/>
                    </a:ext>
                  </a:extLst>
                </p:cNvPr>
                <p:cNvGrpSpPr/>
                <p:nvPr/>
              </p:nvGrpSpPr>
              <p:grpSpPr>
                <a:xfrm rot="5151436">
                  <a:off x="5378332" y="793372"/>
                  <a:ext cx="566675" cy="1691800"/>
                  <a:chOff x="2374194" y="2848341"/>
                  <a:chExt cx="685443" cy="2067229"/>
                </a:xfrm>
                <a:grpFill/>
              </p:grpSpPr>
              <p:grpSp>
                <p:nvGrpSpPr>
                  <p:cNvPr id="1038" name="Grupo 1037">
                    <a:extLst>
                      <a:ext uri="{FF2B5EF4-FFF2-40B4-BE49-F238E27FC236}">
                        <a16:creationId xmlns:a16="http://schemas.microsoft.com/office/drawing/2014/main" id="{931F3E78-146B-F155-37B1-936B41EC4A44}"/>
                      </a:ext>
                    </a:extLst>
                  </p:cNvPr>
                  <p:cNvGrpSpPr/>
                  <p:nvPr/>
                </p:nvGrpSpPr>
                <p:grpSpPr>
                  <a:xfrm>
                    <a:off x="2716948" y="3859120"/>
                    <a:ext cx="342689" cy="1056450"/>
                    <a:chOff x="5808395" y="3718253"/>
                    <a:chExt cx="276758" cy="836445"/>
                  </a:xfrm>
                  <a:grpFill/>
                </p:grpSpPr>
                <p:grpSp>
                  <p:nvGrpSpPr>
                    <p:cNvPr id="1045" name="Grupo 1044">
                      <a:extLst>
                        <a:ext uri="{FF2B5EF4-FFF2-40B4-BE49-F238E27FC236}">
                          <a16:creationId xmlns:a16="http://schemas.microsoft.com/office/drawing/2014/main" id="{66CCAF9F-6F7F-6206-5972-B0F2D5C116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395" y="3718253"/>
                      <a:ext cx="184852" cy="473941"/>
                      <a:chOff x="6165845" y="3717239"/>
                      <a:chExt cx="184852" cy="473941"/>
                    </a:xfrm>
                    <a:grpFill/>
                  </p:grpSpPr>
                  <p:sp>
                    <p:nvSpPr>
                      <p:cNvPr id="1048" name="Rectángulo: esquinas redondeadas 1047">
                        <a:extLst>
                          <a:ext uri="{FF2B5EF4-FFF2-40B4-BE49-F238E27FC236}">
                            <a16:creationId xmlns:a16="http://schemas.microsoft.com/office/drawing/2014/main" id="{2507D429-5A23-1EF9-C43C-6B96AC99E413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845" y="3717239"/>
                        <a:ext cx="184852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49" name="Rectángulo: esquinas redondeadas 1048">
                        <a:extLst>
                          <a:ext uri="{FF2B5EF4-FFF2-40B4-BE49-F238E27FC236}">
                            <a16:creationId xmlns:a16="http://schemas.microsoft.com/office/drawing/2014/main" id="{60937679-F5E3-D9B8-DC46-D2AE28823333}"/>
                          </a:ext>
                        </a:extLst>
                      </p:cNvPr>
                      <p:cNvSpPr/>
                      <p:nvPr/>
                    </p:nvSpPr>
                    <p:spPr>
                      <a:xfrm rot="622646" flipH="1">
                        <a:off x="6207873" y="3795106"/>
                        <a:ext cx="46037" cy="203887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46" name="Rectángulo 1045">
                      <a:extLst>
                        <a:ext uri="{FF2B5EF4-FFF2-40B4-BE49-F238E27FC236}">
                          <a16:creationId xmlns:a16="http://schemas.microsoft.com/office/drawing/2014/main" id="{6E563ED1-5F43-AC9E-A6AD-F9F3C2741954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47" name="Rectángulo 1046">
                      <a:extLst>
                        <a:ext uri="{FF2B5EF4-FFF2-40B4-BE49-F238E27FC236}">
                          <a16:creationId xmlns:a16="http://schemas.microsoft.com/office/drawing/2014/main" id="{381228AA-C0F6-0FBB-9694-616F8AD74587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39" name="Grupo 1038">
                    <a:extLst>
                      <a:ext uri="{FF2B5EF4-FFF2-40B4-BE49-F238E27FC236}">
                        <a16:creationId xmlns:a16="http://schemas.microsoft.com/office/drawing/2014/main" id="{AEFA84B3-7E36-1EAD-FDFB-071D4A9F497D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2374194" y="2848341"/>
                    <a:ext cx="341888" cy="1051388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1040" name="Grupo 1039">
                      <a:extLst>
                        <a:ext uri="{FF2B5EF4-FFF2-40B4-BE49-F238E27FC236}">
                          <a16:creationId xmlns:a16="http://schemas.microsoft.com/office/drawing/2014/main" id="{FEEEB4E3-07DC-0444-3435-C6F3B877F6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1043" name="Rectángulo: esquinas redondeadas 1042">
                        <a:extLst>
                          <a:ext uri="{FF2B5EF4-FFF2-40B4-BE49-F238E27FC236}">
                            <a16:creationId xmlns:a16="http://schemas.microsoft.com/office/drawing/2014/main" id="{C1F04E03-6CD6-5A50-E1AB-E316D026A303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44" name="Rectángulo: esquinas redondeadas 1043">
                        <a:extLst>
                          <a:ext uri="{FF2B5EF4-FFF2-40B4-BE49-F238E27FC236}">
                            <a16:creationId xmlns:a16="http://schemas.microsoft.com/office/drawing/2014/main" id="{E1481649-806E-76FF-E3CB-C26720AD6336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1041" name="Rectángulo 1040">
                      <a:extLst>
                        <a:ext uri="{FF2B5EF4-FFF2-40B4-BE49-F238E27FC236}">
                          <a16:creationId xmlns:a16="http://schemas.microsoft.com/office/drawing/2014/main" id="{F1F876AF-A442-D793-39DF-9884A9F9092C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42" name="Rectángulo 1041">
                      <a:extLst>
                        <a:ext uri="{FF2B5EF4-FFF2-40B4-BE49-F238E27FC236}">
                          <a16:creationId xmlns:a16="http://schemas.microsoft.com/office/drawing/2014/main" id="{4D9EBF9B-D8F2-02AF-CC60-1DB645C1C679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1010" name="Grupo 1009">
                  <a:extLst>
                    <a:ext uri="{FF2B5EF4-FFF2-40B4-BE49-F238E27FC236}">
                      <a16:creationId xmlns:a16="http://schemas.microsoft.com/office/drawing/2014/main" id="{73D95DC1-27BA-86BC-D849-64944606C1C0}"/>
                    </a:ext>
                  </a:extLst>
                </p:cNvPr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  <a:grpFill/>
              </p:grpSpPr>
              <p:grpSp>
                <p:nvGrpSpPr>
                  <p:cNvPr id="1019" name="Grupo 1018">
                    <a:extLst>
                      <a:ext uri="{FF2B5EF4-FFF2-40B4-BE49-F238E27FC236}">
                        <a16:creationId xmlns:a16="http://schemas.microsoft.com/office/drawing/2014/main" id="{16987751-816D-99DD-FBCF-65EC2BC8482F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1021" name="Grupo 1020">
                      <a:extLst>
                        <a:ext uri="{FF2B5EF4-FFF2-40B4-BE49-F238E27FC236}">
                          <a16:creationId xmlns:a16="http://schemas.microsoft.com/office/drawing/2014/main" id="{F4254839-CD60-852C-3D3D-E645760765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1034" name="Elipse 1033">
                        <a:extLst>
                          <a:ext uri="{FF2B5EF4-FFF2-40B4-BE49-F238E27FC236}">
                            <a16:creationId xmlns:a16="http://schemas.microsoft.com/office/drawing/2014/main" id="{E5AC0104-581E-BD48-2954-C11BA6201F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1035" name="Grupo 1034">
                        <a:extLst>
                          <a:ext uri="{FF2B5EF4-FFF2-40B4-BE49-F238E27FC236}">
                            <a16:creationId xmlns:a16="http://schemas.microsoft.com/office/drawing/2014/main" id="{7005887E-EDB1-9BDE-F1DA-EFB00A4C06D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1036" name="Rectángulo 1035">
                          <a:extLst>
                            <a:ext uri="{FF2B5EF4-FFF2-40B4-BE49-F238E27FC236}">
                              <a16:creationId xmlns:a16="http://schemas.microsoft.com/office/drawing/2014/main" id="{C7172528-6540-0309-A91E-F7C56459A1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37" name="Rectángulo 1036">
                          <a:extLst>
                            <a:ext uri="{FF2B5EF4-FFF2-40B4-BE49-F238E27FC236}">
                              <a16:creationId xmlns:a16="http://schemas.microsoft.com/office/drawing/2014/main" id="{1A12ADBD-5F3B-67C9-40B8-6B7AA7FB514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1022" name="Grupo 1021">
                      <a:extLst>
                        <a:ext uri="{FF2B5EF4-FFF2-40B4-BE49-F238E27FC236}">
                          <a16:creationId xmlns:a16="http://schemas.microsoft.com/office/drawing/2014/main" id="{3F5FBF34-E3D0-DA18-4A0F-2948262739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1023" name="Grupo 1022">
                        <a:extLst>
                          <a:ext uri="{FF2B5EF4-FFF2-40B4-BE49-F238E27FC236}">
                            <a16:creationId xmlns:a16="http://schemas.microsoft.com/office/drawing/2014/main" id="{A0DF1B00-EA5C-48CD-B5B2-EA246B8AA55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026" name="Grupo 1025">
                          <a:extLst>
                            <a:ext uri="{FF2B5EF4-FFF2-40B4-BE49-F238E27FC236}">
                              <a16:creationId xmlns:a16="http://schemas.microsoft.com/office/drawing/2014/main" id="{0F4E8041-9C05-3F6D-10DD-4F53B9A3845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1031" name="Rectángulo 1030">
                            <a:extLst>
                              <a:ext uri="{FF2B5EF4-FFF2-40B4-BE49-F238E27FC236}">
                                <a16:creationId xmlns:a16="http://schemas.microsoft.com/office/drawing/2014/main" id="{AB24F737-608B-0A35-6B05-AF8E38A2229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32" name="Rectángulo 1031">
                            <a:extLst>
                              <a:ext uri="{FF2B5EF4-FFF2-40B4-BE49-F238E27FC236}">
                                <a16:creationId xmlns:a16="http://schemas.microsoft.com/office/drawing/2014/main" id="{D035D831-4CD2-99EF-B9D2-E35EFDFAF3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33" name="Marco 1032">
                            <a:extLst>
                              <a:ext uri="{FF2B5EF4-FFF2-40B4-BE49-F238E27FC236}">
                                <a16:creationId xmlns:a16="http://schemas.microsoft.com/office/drawing/2014/main" id="{307355B9-93F8-B7F2-6E97-FC47F3A855E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027" name="Grupo 1026">
                          <a:extLst>
                            <a:ext uri="{FF2B5EF4-FFF2-40B4-BE49-F238E27FC236}">
                              <a16:creationId xmlns:a16="http://schemas.microsoft.com/office/drawing/2014/main" id="{F5780DE6-559F-F7FD-CF29-06D4C4394E2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1028" name="Rectángulo 1027">
                            <a:extLst>
                              <a:ext uri="{FF2B5EF4-FFF2-40B4-BE49-F238E27FC236}">
                                <a16:creationId xmlns:a16="http://schemas.microsoft.com/office/drawing/2014/main" id="{CA1F9C14-C537-05F1-E00A-E7AFB38E09C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29" name="Rectángulo 1028">
                            <a:extLst>
                              <a:ext uri="{FF2B5EF4-FFF2-40B4-BE49-F238E27FC236}">
                                <a16:creationId xmlns:a16="http://schemas.microsoft.com/office/drawing/2014/main" id="{AACD8744-E886-C735-0AC1-90340548CF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30" name="Rectángulo 1029">
                            <a:extLst>
                              <a:ext uri="{FF2B5EF4-FFF2-40B4-BE49-F238E27FC236}">
                                <a16:creationId xmlns:a16="http://schemas.microsoft.com/office/drawing/2014/main" id="{6DC1B733-8EB9-0DD9-289E-14DF7A6FE8F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837" name="Grupo 836">
                        <a:extLst>
                          <a:ext uri="{FF2B5EF4-FFF2-40B4-BE49-F238E27FC236}">
                            <a16:creationId xmlns:a16="http://schemas.microsoft.com/office/drawing/2014/main" id="{767A5021-B985-3236-8E29-12329B76EC6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838" name="Rectángulo 837">
                          <a:extLst>
                            <a:ext uri="{FF2B5EF4-FFF2-40B4-BE49-F238E27FC236}">
                              <a16:creationId xmlns:a16="http://schemas.microsoft.com/office/drawing/2014/main" id="{C4D74482-30F4-CFCF-2E68-94F18F13DE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24" name="Rectángulo 1023">
                          <a:extLst>
                            <a:ext uri="{FF2B5EF4-FFF2-40B4-BE49-F238E27FC236}">
                              <a16:creationId xmlns:a16="http://schemas.microsoft.com/office/drawing/2014/main" id="{0E488605-A1A1-704B-A449-34EAB62A8E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25" name="Rectángulo 1024">
                          <a:extLst>
                            <a:ext uri="{FF2B5EF4-FFF2-40B4-BE49-F238E27FC236}">
                              <a16:creationId xmlns:a16="http://schemas.microsoft.com/office/drawing/2014/main" id="{A5A646B2-3A3A-C1A7-746D-15C3761CCC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1020" name="Rectángulo 1019">
                    <a:extLst>
                      <a:ext uri="{FF2B5EF4-FFF2-40B4-BE49-F238E27FC236}">
                        <a16:creationId xmlns:a16="http://schemas.microsoft.com/office/drawing/2014/main" id="{2710C24E-DB50-8EA8-57CC-AD3FAFD69D26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011" name="Grupo 1010">
                  <a:extLst>
                    <a:ext uri="{FF2B5EF4-FFF2-40B4-BE49-F238E27FC236}">
                      <a16:creationId xmlns:a16="http://schemas.microsoft.com/office/drawing/2014/main" id="{17EE9E73-7739-68AB-DC7C-FAEDA9BF6E09}"/>
                    </a:ext>
                  </a:extLst>
                </p:cNvPr>
                <p:cNvGrpSpPr/>
                <p:nvPr/>
              </p:nvGrpSpPr>
              <p:grpSpPr>
                <a:xfrm rot="5151436">
                  <a:off x="5061129" y="1963319"/>
                  <a:ext cx="796736" cy="112283"/>
                  <a:chOff x="2676060" y="4093308"/>
                  <a:chExt cx="963722" cy="137200"/>
                </a:xfrm>
                <a:grpFill/>
              </p:grpSpPr>
              <p:sp>
                <p:nvSpPr>
                  <p:cNvPr id="1012" name="Rectángulo 1011">
                    <a:extLst>
                      <a:ext uri="{FF2B5EF4-FFF2-40B4-BE49-F238E27FC236}">
                        <a16:creationId xmlns:a16="http://schemas.microsoft.com/office/drawing/2014/main" id="{08F9ED5E-94D4-C490-9358-A7DDEAE13202}"/>
                      </a:ext>
                    </a:extLst>
                  </p:cNvPr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grpSp>
                <p:nvGrpSpPr>
                  <p:cNvPr id="1013" name="Grupo 1012">
                    <a:extLst>
                      <a:ext uri="{FF2B5EF4-FFF2-40B4-BE49-F238E27FC236}">
                        <a16:creationId xmlns:a16="http://schemas.microsoft.com/office/drawing/2014/main" id="{C8460583-522E-E57B-CF00-8D438D650765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100055"/>
                    <a:chOff x="2676060" y="4130453"/>
                    <a:chExt cx="963722" cy="100055"/>
                  </a:xfrm>
                  <a:grpFill/>
                </p:grpSpPr>
                <p:grpSp>
                  <p:nvGrpSpPr>
                    <p:cNvPr id="1014" name="Grupo 1013">
                      <a:extLst>
                        <a:ext uri="{FF2B5EF4-FFF2-40B4-BE49-F238E27FC236}">
                          <a16:creationId xmlns:a16="http://schemas.microsoft.com/office/drawing/2014/main" id="{FFF16EA7-8DEA-5BCF-C5C7-E8613E2313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75413"/>
                      <a:chOff x="5775047" y="3892550"/>
                      <a:chExt cx="778309" cy="59708"/>
                    </a:xfrm>
                    <a:grpFill/>
                  </p:grpSpPr>
                  <p:sp>
                    <p:nvSpPr>
                      <p:cNvPr id="1016" name="Rectángulo 1015">
                        <a:extLst>
                          <a:ext uri="{FF2B5EF4-FFF2-40B4-BE49-F238E27FC236}">
                            <a16:creationId xmlns:a16="http://schemas.microsoft.com/office/drawing/2014/main" id="{04780B90-6BC8-D31A-8A23-34A274D99ED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17" name="Elipse 1016">
                        <a:extLst>
                          <a:ext uri="{FF2B5EF4-FFF2-40B4-BE49-F238E27FC236}">
                            <a16:creationId xmlns:a16="http://schemas.microsoft.com/office/drawing/2014/main" id="{4DEB0F14-146E-FE8A-9352-385D1AA573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18" name="Elipse 1017">
                        <a:extLst>
                          <a:ext uri="{FF2B5EF4-FFF2-40B4-BE49-F238E27FC236}">
                            <a16:creationId xmlns:a16="http://schemas.microsoft.com/office/drawing/2014/main" id="{F90E93FD-A030-AEEB-0498-D444ED85C2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15" name="Rectángulo 1014">
                      <a:extLst>
                        <a:ext uri="{FF2B5EF4-FFF2-40B4-BE49-F238E27FC236}">
                          <a16:creationId xmlns:a16="http://schemas.microsoft.com/office/drawing/2014/main" id="{77A7766B-D26D-C960-6C6E-0EB7B7F41A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985" name="Grupo 984">
                <a:extLst>
                  <a:ext uri="{FF2B5EF4-FFF2-40B4-BE49-F238E27FC236}">
                    <a16:creationId xmlns:a16="http://schemas.microsoft.com/office/drawing/2014/main" id="{C7A60824-E491-B331-241A-637E93146E7C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  <a:grpFill/>
            </p:grpSpPr>
            <p:grpSp>
              <p:nvGrpSpPr>
                <p:cNvPr id="1001" name="Grupo 1000">
                  <a:extLst>
                    <a:ext uri="{FF2B5EF4-FFF2-40B4-BE49-F238E27FC236}">
                      <a16:creationId xmlns:a16="http://schemas.microsoft.com/office/drawing/2014/main" id="{C13A5CB0-EE21-0691-CD8D-F9B84511B4E9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grpFill/>
              </p:grpSpPr>
              <p:grpSp>
                <p:nvGrpSpPr>
                  <p:cNvPr id="1003" name="Grupo 1002">
                    <a:extLst>
                      <a:ext uri="{FF2B5EF4-FFF2-40B4-BE49-F238E27FC236}">
                        <a16:creationId xmlns:a16="http://schemas.microsoft.com/office/drawing/2014/main" id="{77B5413E-C6B1-B06E-CDD0-608CDF89194C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1006" name="Elipse 1005">
                      <a:extLst>
                        <a:ext uri="{FF2B5EF4-FFF2-40B4-BE49-F238E27FC236}">
                          <a16:creationId xmlns:a16="http://schemas.microsoft.com/office/drawing/2014/main" id="{799D246A-FBD9-0C9C-6C51-6AE5FE7A92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07" name="Diagrama de flujo: operación manual 1006">
                      <a:extLst>
                        <a:ext uri="{FF2B5EF4-FFF2-40B4-BE49-F238E27FC236}">
                          <a16:creationId xmlns:a16="http://schemas.microsoft.com/office/drawing/2014/main" id="{C4BEA709-4AED-A656-ADAE-974763CE4403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04" name="Elipse 1003">
                    <a:extLst>
                      <a:ext uri="{FF2B5EF4-FFF2-40B4-BE49-F238E27FC236}">
                        <a16:creationId xmlns:a16="http://schemas.microsoft.com/office/drawing/2014/main" id="{C5979FF3-7855-EAF7-992C-28ECD886D921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002" name="Diagrama de flujo: operación manual 1001">
                  <a:extLst>
                    <a:ext uri="{FF2B5EF4-FFF2-40B4-BE49-F238E27FC236}">
                      <a16:creationId xmlns:a16="http://schemas.microsoft.com/office/drawing/2014/main" id="{F6DFEAAB-0F07-5688-494C-E4471A6A0003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1"/>
                  <a:ext cx="976518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986" name="Grupo 985">
                <a:extLst>
                  <a:ext uri="{FF2B5EF4-FFF2-40B4-BE49-F238E27FC236}">
                    <a16:creationId xmlns:a16="http://schemas.microsoft.com/office/drawing/2014/main" id="{410AC328-4D0E-DE40-6EDA-5082ACE7BC58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  <a:grpFill/>
            </p:grpSpPr>
            <p:grpSp>
              <p:nvGrpSpPr>
                <p:cNvPr id="987" name="Grupo 986">
                  <a:extLst>
                    <a:ext uri="{FF2B5EF4-FFF2-40B4-BE49-F238E27FC236}">
                      <a16:creationId xmlns:a16="http://schemas.microsoft.com/office/drawing/2014/main" id="{DF477CB2-24EA-6E72-6ACC-2FF32D707E0A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  <a:grpFill/>
              </p:grpSpPr>
              <p:grpSp>
                <p:nvGrpSpPr>
                  <p:cNvPr id="989" name="Grupo 988">
                    <a:extLst>
                      <a:ext uri="{FF2B5EF4-FFF2-40B4-BE49-F238E27FC236}">
                        <a16:creationId xmlns:a16="http://schemas.microsoft.com/office/drawing/2014/main" id="{A8F29091-F168-D924-4D3A-6139733AFDCF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  <a:grpFill/>
                </p:grpSpPr>
                <p:grpSp>
                  <p:nvGrpSpPr>
                    <p:cNvPr id="991" name="Grupo 990">
                      <a:extLst>
                        <a:ext uri="{FF2B5EF4-FFF2-40B4-BE49-F238E27FC236}">
                          <a16:creationId xmlns:a16="http://schemas.microsoft.com/office/drawing/2014/main" id="{2206FBB0-AE02-3E37-36DA-185643AA95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  <a:grpFill/>
                  </p:grpSpPr>
                  <p:grpSp>
                    <p:nvGrpSpPr>
                      <p:cNvPr id="993" name="Grupo 992">
                        <a:extLst>
                          <a:ext uri="{FF2B5EF4-FFF2-40B4-BE49-F238E27FC236}">
                            <a16:creationId xmlns:a16="http://schemas.microsoft.com/office/drawing/2014/main" id="{A876414E-EDBA-D74B-B8D1-7E34A8CAF18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  <a:grpFill/>
                    </p:grpSpPr>
                    <p:grpSp>
                      <p:nvGrpSpPr>
                        <p:cNvPr id="995" name="Grupo 994">
                          <a:extLst>
                            <a:ext uri="{FF2B5EF4-FFF2-40B4-BE49-F238E27FC236}">
                              <a16:creationId xmlns:a16="http://schemas.microsoft.com/office/drawing/2014/main" id="{E9F583DE-0C36-4C5D-60EA-9EBB644AB9D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grpFill/>
                      </p:grpSpPr>
                      <p:grpSp>
                        <p:nvGrpSpPr>
                          <p:cNvPr id="997" name="Grupo 996">
                            <a:extLst>
                              <a:ext uri="{FF2B5EF4-FFF2-40B4-BE49-F238E27FC236}">
                                <a16:creationId xmlns:a16="http://schemas.microsoft.com/office/drawing/2014/main" id="{84420A63-4342-75F7-5CB3-6CE59881ED9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99" name="Elipse 998">
                              <a:extLst>
                                <a:ext uri="{FF2B5EF4-FFF2-40B4-BE49-F238E27FC236}">
                                  <a16:creationId xmlns:a16="http://schemas.microsoft.com/office/drawing/2014/main" id="{38E9F35D-0279-0740-4CBB-B8739690675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00" name="Diagrama de flujo: operación manual 999">
                              <a:extLst>
                                <a:ext uri="{FF2B5EF4-FFF2-40B4-BE49-F238E27FC236}">
                                  <a16:creationId xmlns:a16="http://schemas.microsoft.com/office/drawing/2014/main" id="{19C1207A-74CE-B7F7-3EE0-33612597C8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98" name="Elipse 997">
                            <a:extLst>
                              <a:ext uri="{FF2B5EF4-FFF2-40B4-BE49-F238E27FC236}">
                                <a16:creationId xmlns:a16="http://schemas.microsoft.com/office/drawing/2014/main" id="{F4BC6B77-0CDF-AADF-E0B5-EED504A85AA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96" name="Diagrama de flujo: operación manual 995">
                          <a:extLst>
                            <a:ext uri="{FF2B5EF4-FFF2-40B4-BE49-F238E27FC236}">
                              <a16:creationId xmlns:a16="http://schemas.microsoft.com/office/drawing/2014/main" id="{81EEDFB7-A02D-E2DC-9D29-5AC9C07DC3E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94" name="Elipse 993">
                        <a:extLst>
                          <a:ext uri="{FF2B5EF4-FFF2-40B4-BE49-F238E27FC236}">
                            <a16:creationId xmlns:a16="http://schemas.microsoft.com/office/drawing/2014/main" id="{1ADCC2F5-077F-9D61-42EE-5ED96E858E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92" name="Elipse 991">
                      <a:extLst>
                        <a:ext uri="{FF2B5EF4-FFF2-40B4-BE49-F238E27FC236}">
                          <a16:creationId xmlns:a16="http://schemas.microsoft.com/office/drawing/2014/main" id="{CFD72A43-8C85-ABF4-8626-C67499477A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90" name="Elipse 989">
                    <a:extLst>
                      <a:ext uri="{FF2B5EF4-FFF2-40B4-BE49-F238E27FC236}">
                        <a16:creationId xmlns:a16="http://schemas.microsoft.com/office/drawing/2014/main" id="{36496E76-40C2-9435-516F-4FD7F881325B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88" name="Elipse 987">
                  <a:extLst>
                    <a:ext uri="{FF2B5EF4-FFF2-40B4-BE49-F238E27FC236}">
                      <a16:creationId xmlns:a16="http://schemas.microsoft.com/office/drawing/2014/main" id="{E8258C1B-BB69-0497-A6F8-FB09865B910B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980" name="CuadroTexto 979">
            <a:extLst>
              <a:ext uri="{FF2B5EF4-FFF2-40B4-BE49-F238E27FC236}">
                <a16:creationId xmlns:a16="http://schemas.microsoft.com/office/drawing/2014/main" id="{28D08D8F-C328-632B-5AD8-AE3FF4A441DE}"/>
              </a:ext>
            </a:extLst>
          </p:cNvPr>
          <p:cNvSpPr txBox="1"/>
          <p:nvPr/>
        </p:nvSpPr>
        <p:spPr>
          <a:xfrm>
            <a:off x="5659930" y="3417068"/>
            <a:ext cx="1742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Rotación Horario</a:t>
            </a:r>
          </a:p>
        </p:txBody>
      </p:sp>
      <p:sp>
        <p:nvSpPr>
          <p:cNvPr id="928" name="Subtítulo 2">
            <a:extLst>
              <a:ext uri="{FF2B5EF4-FFF2-40B4-BE49-F238E27FC236}">
                <a16:creationId xmlns:a16="http://schemas.microsoft.com/office/drawing/2014/main" id="{B3B77969-9D33-F926-7C5E-897B677D3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929" name="Cerrar llave 928">
            <a:extLst>
              <a:ext uri="{FF2B5EF4-FFF2-40B4-BE49-F238E27FC236}">
                <a16:creationId xmlns:a16="http://schemas.microsoft.com/office/drawing/2014/main" id="{9A32B34E-2487-3CF1-0B8C-920320393684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30" name="CuadroTexto 929">
            <a:extLst>
              <a:ext uri="{FF2B5EF4-FFF2-40B4-BE49-F238E27FC236}">
                <a16:creationId xmlns:a16="http://schemas.microsoft.com/office/drawing/2014/main" id="{C680EE18-5015-02B8-9EEA-ED4D3CDA037D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210221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98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2" name="Grupo 1061">
            <a:extLst>
              <a:ext uri="{FF2B5EF4-FFF2-40B4-BE49-F238E27FC236}">
                <a16:creationId xmlns:a16="http://schemas.microsoft.com/office/drawing/2014/main" id="{64B152FA-CC1E-1179-338B-BF7A1ECF6CA8}"/>
              </a:ext>
            </a:extLst>
          </p:cNvPr>
          <p:cNvGrpSpPr/>
          <p:nvPr/>
        </p:nvGrpSpPr>
        <p:grpSpPr>
          <a:xfrm rot="600000">
            <a:off x="4881252" y="908278"/>
            <a:ext cx="8576060" cy="4786603"/>
            <a:chOff x="4881252" y="908278"/>
            <a:chExt cx="8576060" cy="4786603"/>
          </a:xfrm>
        </p:grpSpPr>
        <p:grpSp>
          <p:nvGrpSpPr>
            <p:cNvPr id="981" name="Grupo 980">
              <a:extLst>
                <a:ext uri="{FF2B5EF4-FFF2-40B4-BE49-F238E27FC236}">
                  <a16:creationId xmlns:a16="http://schemas.microsoft.com/office/drawing/2014/main" id="{29AC7FDE-5F5D-6C4D-F9F4-8892EC92C4DD}"/>
                </a:ext>
              </a:extLst>
            </p:cNvPr>
            <p:cNvGrpSpPr/>
            <p:nvPr/>
          </p:nvGrpSpPr>
          <p:grpSpPr>
            <a:xfrm>
              <a:off x="4881252" y="908278"/>
              <a:ext cx="4859807" cy="2856251"/>
              <a:chOff x="4881252" y="908278"/>
              <a:chExt cx="4859807" cy="2856251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D76C9BF7-D47D-C4A3-6E41-0CB035A9D685}"/>
                  </a:ext>
                </a:extLst>
              </p:cNvPr>
              <p:cNvGrpSpPr/>
              <p:nvPr/>
            </p:nvGrpSpPr>
            <p:grpSpPr>
              <a:xfrm rot="1800000">
                <a:off x="4881252" y="908278"/>
                <a:ext cx="2222990" cy="1334930"/>
                <a:chOff x="4815770" y="1355934"/>
                <a:chExt cx="2222990" cy="1334930"/>
              </a:xfrm>
            </p:grpSpPr>
            <p:grpSp>
              <p:nvGrpSpPr>
                <p:cNvPr id="841" name="Grupo 840">
                  <a:extLst>
                    <a:ext uri="{FF2B5EF4-FFF2-40B4-BE49-F238E27FC236}">
                      <a16:creationId xmlns:a16="http://schemas.microsoft.com/office/drawing/2014/main" id="{D9DDC6D9-73DE-E959-9F4C-F5B0D4EB5F5B}"/>
                    </a:ext>
                  </a:extLst>
                </p:cNvPr>
                <p:cNvGrpSpPr/>
                <p:nvPr/>
              </p:nvGrpSpPr>
              <p:grpSpPr>
                <a:xfrm rot="5151436">
                  <a:off x="5443097" y="1563968"/>
                  <a:ext cx="561266" cy="1692526"/>
                  <a:chOff x="3254442" y="2847789"/>
                  <a:chExt cx="678900" cy="2068116"/>
                </a:xfrm>
              </p:grpSpPr>
              <p:grpSp>
                <p:nvGrpSpPr>
                  <p:cNvPr id="842" name="Grupo 841">
                    <a:extLst>
                      <a:ext uri="{FF2B5EF4-FFF2-40B4-BE49-F238E27FC236}">
                        <a16:creationId xmlns:a16="http://schemas.microsoft.com/office/drawing/2014/main" id="{4919ED69-D5ED-209F-DEEB-3A039F9C5B34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3254442" y="3860029"/>
                    <a:ext cx="342598" cy="1055876"/>
                    <a:chOff x="5808469" y="3718708"/>
                    <a:chExt cx="276684" cy="835990"/>
                  </a:xfrm>
                </p:grpSpPr>
                <p:grpSp>
                  <p:nvGrpSpPr>
                    <p:cNvPr id="849" name="Grupo 848">
                      <a:extLst>
                        <a:ext uri="{FF2B5EF4-FFF2-40B4-BE49-F238E27FC236}">
                          <a16:creationId xmlns:a16="http://schemas.microsoft.com/office/drawing/2014/main" id="{3890B03B-E776-70DC-1152-45F3E7943F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469" y="3718708"/>
                      <a:ext cx="181848" cy="473941"/>
                      <a:chOff x="6165919" y="3717694"/>
                      <a:chExt cx="181848" cy="473941"/>
                    </a:xfrm>
                  </p:grpSpPr>
                  <p:sp>
                    <p:nvSpPr>
                      <p:cNvPr id="852" name="Rectángulo: esquinas redondeadas 851">
                        <a:extLst>
                          <a:ext uri="{FF2B5EF4-FFF2-40B4-BE49-F238E27FC236}">
                            <a16:creationId xmlns:a16="http://schemas.microsoft.com/office/drawing/2014/main" id="{3B3700F9-100C-7F2B-773A-2DA56AA9E7DB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919" y="3717694"/>
                        <a:ext cx="181848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53" name="Rectángulo: esquinas redondeadas 852">
                        <a:extLst>
                          <a:ext uri="{FF2B5EF4-FFF2-40B4-BE49-F238E27FC236}">
                            <a16:creationId xmlns:a16="http://schemas.microsoft.com/office/drawing/2014/main" id="{DF71C5E9-0414-3C06-E8FB-326A0A70F847}"/>
                          </a:ext>
                        </a:extLst>
                      </p:cNvPr>
                      <p:cNvSpPr/>
                      <p:nvPr/>
                    </p:nvSpPr>
                    <p:spPr>
                      <a:xfrm rot="655801" flipH="1">
                        <a:off x="6207416" y="3774548"/>
                        <a:ext cx="49476" cy="223589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850" name="Rectángulo 849">
                      <a:extLst>
                        <a:ext uri="{FF2B5EF4-FFF2-40B4-BE49-F238E27FC236}">
                          <a16:creationId xmlns:a16="http://schemas.microsoft.com/office/drawing/2014/main" id="{2523DA7C-FA11-FC50-4253-9A815BBBA92B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51" name="Rectángulo 850">
                      <a:extLst>
                        <a:ext uri="{FF2B5EF4-FFF2-40B4-BE49-F238E27FC236}">
                          <a16:creationId xmlns:a16="http://schemas.microsoft.com/office/drawing/2014/main" id="{8C4F1E82-D799-E441-FAC6-661626BA70B6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43" name="Grupo 842">
                    <a:extLst>
                      <a:ext uri="{FF2B5EF4-FFF2-40B4-BE49-F238E27FC236}">
                        <a16:creationId xmlns:a16="http://schemas.microsoft.com/office/drawing/2014/main" id="{7232DB06-1880-278D-BE96-C3517799FB19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3591454" y="2847789"/>
                    <a:ext cx="341888" cy="1051388"/>
                    <a:chOff x="5809042" y="3722261"/>
                    <a:chExt cx="276111" cy="832437"/>
                  </a:xfrm>
                  <a:noFill/>
                </p:grpSpPr>
                <p:grpSp>
                  <p:nvGrpSpPr>
                    <p:cNvPr id="844" name="Grupo 843">
                      <a:extLst>
                        <a:ext uri="{FF2B5EF4-FFF2-40B4-BE49-F238E27FC236}">
                          <a16:creationId xmlns:a16="http://schemas.microsoft.com/office/drawing/2014/main" id="{E8E49B0E-5137-E143-3231-50DC76EDBC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847" name="Rectángulo: esquinas redondeadas 846">
                        <a:extLst>
                          <a:ext uri="{FF2B5EF4-FFF2-40B4-BE49-F238E27FC236}">
                            <a16:creationId xmlns:a16="http://schemas.microsoft.com/office/drawing/2014/main" id="{2CA194D1-8345-ABC0-0B02-D88075957F69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48" name="Rectángulo: esquinas redondeadas 847">
                        <a:extLst>
                          <a:ext uri="{FF2B5EF4-FFF2-40B4-BE49-F238E27FC236}">
                            <a16:creationId xmlns:a16="http://schemas.microsoft.com/office/drawing/2014/main" id="{936CD3CA-3BD1-A4A3-736C-47D2CA78EB2E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845" name="Rectángulo 844">
                      <a:extLst>
                        <a:ext uri="{FF2B5EF4-FFF2-40B4-BE49-F238E27FC236}">
                          <a16:creationId xmlns:a16="http://schemas.microsoft.com/office/drawing/2014/main" id="{8DCE7112-1614-A621-45A8-A8DB678AFF65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46" name="Rectángulo 845">
                      <a:extLst>
                        <a:ext uri="{FF2B5EF4-FFF2-40B4-BE49-F238E27FC236}">
                          <a16:creationId xmlns:a16="http://schemas.microsoft.com/office/drawing/2014/main" id="{6237AF90-8141-438B-9343-6B8D9E9970A8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854" name="Grupo 853">
                  <a:extLst>
                    <a:ext uri="{FF2B5EF4-FFF2-40B4-BE49-F238E27FC236}">
                      <a16:creationId xmlns:a16="http://schemas.microsoft.com/office/drawing/2014/main" id="{8EB67329-46BF-3700-7759-658F0BCA2BAE}"/>
                    </a:ext>
                  </a:extLst>
                </p:cNvPr>
                <p:cNvGrpSpPr/>
                <p:nvPr/>
              </p:nvGrpSpPr>
              <p:grpSpPr>
                <a:xfrm rot="5151436">
                  <a:off x="5378332" y="793372"/>
                  <a:ext cx="566675" cy="1691800"/>
                  <a:chOff x="2374194" y="2848341"/>
                  <a:chExt cx="685443" cy="2067229"/>
                </a:xfrm>
              </p:grpSpPr>
              <p:grpSp>
                <p:nvGrpSpPr>
                  <p:cNvPr id="855" name="Grupo 854">
                    <a:extLst>
                      <a:ext uri="{FF2B5EF4-FFF2-40B4-BE49-F238E27FC236}">
                        <a16:creationId xmlns:a16="http://schemas.microsoft.com/office/drawing/2014/main" id="{361DA476-6DBC-5610-6694-0AF5DB1A5179}"/>
                      </a:ext>
                    </a:extLst>
                  </p:cNvPr>
                  <p:cNvGrpSpPr/>
                  <p:nvPr/>
                </p:nvGrpSpPr>
                <p:grpSpPr>
                  <a:xfrm>
                    <a:off x="2716948" y="3859120"/>
                    <a:ext cx="342689" cy="1056450"/>
                    <a:chOff x="5808395" y="3718253"/>
                    <a:chExt cx="276758" cy="836445"/>
                  </a:xfrm>
                </p:grpSpPr>
                <p:grpSp>
                  <p:nvGrpSpPr>
                    <p:cNvPr id="862" name="Grupo 861">
                      <a:extLst>
                        <a:ext uri="{FF2B5EF4-FFF2-40B4-BE49-F238E27FC236}">
                          <a16:creationId xmlns:a16="http://schemas.microsoft.com/office/drawing/2014/main" id="{324FFB59-F8AC-7D5C-C868-107A9F4DE1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395" y="3718253"/>
                      <a:ext cx="184852" cy="473941"/>
                      <a:chOff x="6165845" y="3717239"/>
                      <a:chExt cx="184852" cy="473941"/>
                    </a:xfrm>
                  </p:grpSpPr>
                  <p:sp>
                    <p:nvSpPr>
                      <p:cNvPr id="865" name="Rectángulo: esquinas redondeadas 864">
                        <a:extLst>
                          <a:ext uri="{FF2B5EF4-FFF2-40B4-BE49-F238E27FC236}">
                            <a16:creationId xmlns:a16="http://schemas.microsoft.com/office/drawing/2014/main" id="{1B38A9C1-B204-BC2F-77EA-722D3E6C872E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845" y="3717239"/>
                        <a:ext cx="184852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66" name="Rectángulo: esquinas redondeadas 865">
                        <a:extLst>
                          <a:ext uri="{FF2B5EF4-FFF2-40B4-BE49-F238E27FC236}">
                            <a16:creationId xmlns:a16="http://schemas.microsoft.com/office/drawing/2014/main" id="{A8C09095-9EC0-747F-6CDF-775CC4C2856A}"/>
                          </a:ext>
                        </a:extLst>
                      </p:cNvPr>
                      <p:cNvSpPr/>
                      <p:nvPr/>
                    </p:nvSpPr>
                    <p:spPr>
                      <a:xfrm rot="622646" flipH="1">
                        <a:off x="6207873" y="3795106"/>
                        <a:ext cx="46037" cy="203887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863" name="Rectángulo 862">
                      <a:extLst>
                        <a:ext uri="{FF2B5EF4-FFF2-40B4-BE49-F238E27FC236}">
                          <a16:creationId xmlns:a16="http://schemas.microsoft.com/office/drawing/2014/main" id="{C5E5D33A-583B-28A9-4F11-6B54A10C5F91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64" name="Rectángulo 863">
                      <a:extLst>
                        <a:ext uri="{FF2B5EF4-FFF2-40B4-BE49-F238E27FC236}">
                          <a16:creationId xmlns:a16="http://schemas.microsoft.com/office/drawing/2014/main" id="{BBB82A62-8751-273A-06C8-BA0FB9B60583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56" name="Grupo 855">
                    <a:extLst>
                      <a:ext uri="{FF2B5EF4-FFF2-40B4-BE49-F238E27FC236}">
                        <a16:creationId xmlns:a16="http://schemas.microsoft.com/office/drawing/2014/main" id="{57559A35-22EC-8E90-EF9E-1AF519DDACA7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2374194" y="2848341"/>
                    <a:ext cx="341888" cy="1051388"/>
                    <a:chOff x="5809042" y="3722261"/>
                    <a:chExt cx="276111" cy="832437"/>
                  </a:xfrm>
                  <a:noFill/>
                </p:grpSpPr>
                <p:grpSp>
                  <p:nvGrpSpPr>
                    <p:cNvPr id="857" name="Grupo 856">
                      <a:extLst>
                        <a:ext uri="{FF2B5EF4-FFF2-40B4-BE49-F238E27FC236}">
                          <a16:creationId xmlns:a16="http://schemas.microsoft.com/office/drawing/2014/main" id="{31271C57-1257-47EF-DB8A-203C59DF10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860" name="Rectángulo: esquinas redondeadas 859">
                        <a:extLst>
                          <a:ext uri="{FF2B5EF4-FFF2-40B4-BE49-F238E27FC236}">
                            <a16:creationId xmlns:a16="http://schemas.microsoft.com/office/drawing/2014/main" id="{54D9EDD3-3CE2-DA86-415F-32171CF06353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61" name="Rectángulo: esquinas redondeadas 860">
                        <a:extLst>
                          <a:ext uri="{FF2B5EF4-FFF2-40B4-BE49-F238E27FC236}">
                            <a16:creationId xmlns:a16="http://schemas.microsoft.com/office/drawing/2014/main" id="{F73D1033-D2D0-1BBC-886C-8381BF91C5D7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858" name="Rectángulo 857">
                      <a:extLst>
                        <a:ext uri="{FF2B5EF4-FFF2-40B4-BE49-F238E27FC236}">
                          <a16:creationId xmlns:a16="http://schemas.microsoft.com/office/drawing/2014/main" id="{3B36E284-015C-5FE1-D659-04FFF8C3A92A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59" name="Rectángulo 858">
                      <a:extLst>
                        <a:ext uri="{FF2B5EF4-FFF2-40B4-BE49-F238E27FC236}">
                          <a16:creationId xmlns:a16="http://schemas.microsoft.com/office/drawing/2014/main" id="{9F0C438F-0560-791F-BC52-6C76AEF28E68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867" name="Grupo 866">
                  <a:extLst>
                    <a:ext uri="{FF2B5EF4-FFF2-40B4-BE49-F238E27FC236}">
                      <a16:creationId xmlns:a16="http://schemas.microsoft.com/office/drawing/2014/main" id="{EF8369D1-7579-337D-9CD7-6F0C0EDDA214}"/>
                    </a:ext>
                  </a:extLst>
                </p:cNvPr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</p:grpSpPr>
              <p:grpSp>
                <p:nvGrpSpPr>
                  <p:cNvPr id="868" name="Grupo 867">
                    <a:extLst>
                      <a:ext uri="{FF2B5EF4-FFF2-40B4-BE49-F238E27FC236}">
                        <a16:creationId xmlns:a16="http://schemas.microsoft.com/office/drawing/2014/main" id="{2DBA7776-9C9A-DB1E-5C8C-038AB6BC1F7D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870" name="Grupo 869">
                      <a:extLst>
                        <a:ext uri="{FF2B5EF4-FFF2-40B4-BE49-F238E27FC236}">
                          <a16:creationId xmlns:a16="http://schemas.microsoft.com/office/drawing/2014/main" id="{729E40D2-BA2F-D20F-0A3A-BF33637142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solidFill>
                      <a:schemeClr val="tx1">
                        <a:lumMod val="75000"/>
                        <a:lumOff val="25000"/>
                      </a:schemeClr>
                    </a:solidFill>
                  </p:grpSpPr>
                  <p:sp>
                    <p:nvSpPr>
                      <p:cNvPr id="885" name="Elipse 884">
                        <a:extLst>
                          <a:ext uri="{FF2B5EF4-FFF2-40B4-BE49-F238E27FC236}">
                            <a16:creationId xmlns:a16="http://schemas.microsoft.com/office/drawing/2014/main" id="{637232DF-BE17-2B70-3C4B-B8AB61D18A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886" name="Grupo 885">
                        <a:extLst>
                          <a:ext uri="{FF2B5EF4-FFF2-40B4-BE49-F238E27FC236}">
                            <a16:creationId xmlns:a16="http://schemas.microsoft.com/office/drawing/2014/main" id="{51C6636B-40BE-557A-4BF2-33530A3BE6A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887" name="Rectángulo 886">
                          <a:extLst>
                            <a:ext uri="{FF2B5EF4-FFF2-40B4-BE49-F238E27FC236}">
                              <a16:creationId xmlns:a16="http://schemas.microsoft.com/office/drawing/2014/main" id="{AEF80D92-AB5F-3103-D67B-748B069D7C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8" name="Rectángulo 887">
                          <a:extLst>
                            <a:ext uri="{FF2B5EF4-FFF2-40B4-BE49-F238E27FC236}">
                              <a16:creationId xmlns:a16="http://schemas.microsoft.com/office/drawing/2014/main" id="{1493D0B3-A2A3-BD1F-2B3D-28CB4357F00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871" name="Grupo 870">
                      <a:extLst>
                        <a:ext uri="{FF2B5EF4-FFF2-40B4-BE49-F238E27FC236}">
                          <a16:creationId xmlns:a16="http://schemas.microsoft.com/office/drawing/2014/main" id="{37EA1586-238D-47FE-D3A2-0BB614B416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872" name="Grupo 871">
                        <a:extLst>
                          <a:ext uri="{FF2B5EF4-FFF2-40B4-BE49-F238E27FC236}">
                            <a16:creationId xmlns:a16="http://schemas.microsoft.com/office/drawing/2014/main" id="{E81F671D-DED7-2010-6F68-16D5A539DDE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877" name="Grupo 876">
                          <a:extLst>
                            <a:ext uri="{FF2B5EF4-FFF2-40B4-BE49-F238E27FC236}">
                              <a16:creationId xmlns:a16="http://schemas.microsoft.com/office/drawing/2014/main" id="{D57331C4-319C-5E53-91D5-C4F79E16588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882" name="Rectángulo 881">
                            <a:extLst>
                              <a:ext uri="{FF2B5EF4-FFF2-40B4-BE49-F238E27FC236}">
                                <a16:creationId xmlns:a16="http://schemas.microsoft.com/office/drawing/2014/main" id="{8C6A9630-D134-7392-572B-CE2E93F2C64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883" name="Rectángulo 882">
                            <a:extLst>
                              <a:ext uri="{FF2B5EF4-FFF2-40B4-BE49-F238E27FC236}">
                                <a16:creationId xmlns:a16="http://schemas.microsoft.com/office/drawing/2014/main" id="{761C7C54-E275-953E-57D9-B6A606AB00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84" name="Marco 883">
                            <a:extLst>
                              <a:ext uri="{FF2B5EF4-FFF2-40B4-BE49-F238E27FC236}">
                                <a16:creationId xmlns:a16="http://schemas.microsoft.com/office/drawing/2014/main" id="{49436C43-E95B-32A6-80C4-9718EEE8F9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878" name="Grupo 877">
                          <a:extLst>
                            <a:ext uri="{FF2B5EF4-FFF2-40B4-BE49-F238E27FC236}">
                              <a16:creationId xmlns:a16="http://schemas.microsoft.com/office/drawing/2014/main" id="{1BC6CDDB-1E83-9BCC-FE1A-68CF008AC75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879" name="Rectángulo 878">
                            <a:extLst>
                              <a:ext uri="{FF2B5EF4-FFF2-40B4-BE49-F238E27FC236}">
                                <a16:creationId xmlns:a16="http://schemas.microsoft.com/office/drawing/2014/main" id="{E227108F-B0A6-CAE3-161C-0334925C9FA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80" name="Rectángulo 879">
                            <a:extLst>
                              <a:ext uri="{FF2B5EF4-FFF2-40B4-BE49-F238E27FC236}">
                                <a16:creationId xmlns:a16="http://schemas.microsoft.com/office/drawing/2014/main" id="{2FF8C2F9-4976-1E2D-F80B-DD004C56BB6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81" name="Rectángulo 880">
                            <a:extLst>
                              <a:ext uri="{FF2B5EF4-FFF2-40B4-BE49-F238E27FC236}">
                                <a16:creationId xmlns:a16="http://schemas.microsoft.com/office/drawing/2014/main" id="{055E6257-0991-7F2B-B458-5E7B362E2F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873" name="Grupo 872">
                        <a:extLst>
                          <a:ext uri="{FF2B5EF4-FFF2-40B4-BE49-F238E27FC236}">
                            <a16:creationId xmlns:a16="http://schemas.microsoft.com/office/drawing/2014/main" id="{2D9A4E33-73DF-423E-98C9-B95CFF40D7C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874" name="Rectángulo 873">
                          <a:extLst>
                            <a:ext uri="{FF2B5EF4-FFF2-40B4-BE49-F238E27FC236}">
                              <a16:creationId xmlns:a16="http://schemas.microsoft.com/office/drawing/2014/main" id="{C4A12EA1-BF97-EA99-0FF9-44D90C129BC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875" name="Rectángulo 874">
                          <a:extLst>
                            <a:ext uri="{FF2B5EF4-FFF2-40B4-BE49-F238E27FC236}">
                              <a16:creationId xmlns:a16="http://schemas.microsoft.com/office/drawing/2014/main" id="{CD1FF0B8-D2CE-D960-8FB2-384A107237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76" name="Rectángulo 875">
                          <a:extLst>
                            <a:ext uri="{FF2B5EF4-FFF2-40B4-BE49-F238E27FC236}">
                              <a16:creationId xmlns:a16="http://schemas.microsoft.com/office/drawing/2014/main" id="{BE746120-F626-C2D8-EDE4-E16295F683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869" name="Rectángulo 868">
                    <a:extLst>
                      <a:ext uri="{FF2B5EF4-FFF2-40B4-BE49-F238E27FC236}">
                        <a16:creationId xmlns:a16="http://schemas.microsoft.com/office/drawing/2014/main" id="{A03D4235-CED9-01E1-4DC0-BEBDB0A9A7DA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pattFill prst="wdDnDiag">
                    <a:fgClr>
                      <a:schemeClr val="bg1"/>
                    </a:fgClr>
                    <a:bgClr>
                      <a:schemeClr val="bg1">
                        <a:lumMod val="65000"/>
                      </a:schemeClr>
                    </a:bgClr>
                  </a:patt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89" name="Grupo 888">
                  <a:extLst>
                    <a:ext uri="{FF2B5EF4-FFF2-40B4-BE49-F238E27FC236}">
                      <a16:creationId xmlns:a16="http://schemas.microsoft.com/office/drawing/2014/main" id="{05E8A3BC-C02D-A2C8-25CE-9DDF2E1BA795}"/>
                    </a:ext>
                  </a:extLst>
                </p:cNvPr>
                <p:cNvGrpSpPr/>
                <p:nvPr/>
              </p:nvGrpSpPr>
              <p:grpSpPr>
                <a:xfrm rot="5151436">
                  <a:off x="5061129" y="1963319"/>
                  <a:ext cx="796736" cy="112283"/>
                  <a:chOff x="2676060" y="4093308"/>
                  <a:chExt cx="963722" cy="137200"/>
                </a:xfrm>
              </p:grpSpPr>
              <p:sp>
                <p:nvSpPr>
                  <p:cNvPr id="890" name="Rectángulo 889">
                    <a:extLst>
                      <a:ext uri="{FF2B5EF4-FFF2-40B4-BE49-F238E27FC236}">
                        <a16:creationId xmlns:a16="http://schemas.microsoft.com/office/drawing/2014/main" id="{E6C2FF31-114B-796A-F420-6B1F0E035031}"/>
                      </a:ext>
                    </a:extLst>
                  </p:cNvPr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grpSp>
                <p:nvGrpSpPr>
                  <p:cNvPr id="891" name="Grupo 890">
                    <a:extLst>
                      <a:ext uri="{FF2B5EF4-FFF2-40B4-BE49-F238E27FC236}">
                        <a16:creationId xmlns:a16="http://schemas.microsoft.com/office/drawing/2014/main" id="{7F2725B3-561B-530C-2B5C-5495D239F465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100055"/>
                    <a:chOff x="2676060" y="4130453"/>
                    <a:chExt cx="963722" cy="100055"/>
                  </a:xfrm>
                </p:grpSpPr>
                <p:grpSp>
                  <p:nvGrpSpPr>
                    <p:cNvPr id="892" name="Grupo 891">
                      <a:extLst>
                        <a:ext uri="{FF2B5EF4-FFF2-40B4-BE49-F238E27FC236}">
                          <a16:creationId xmlns:a16="http://schemas.microsoft.com/office/drawing/2014/main" id="{B7278BDC-C4C4-43CA-97D5-76DAFDBC10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75413"/>
                      <a:chOff x="5775047" y="3892550"/>
                      <a:chExt cx="778309" cy="59708"/>
                    </a:xfrm>
                  </p:grpSpPr>
                  <p:sp>
                    <p:nvSpPr>
                      <p:cNvPr id="894" name="Rectángulo 893">
                        <a:extLst>
                          <a:ext uri="{FF2B5EF4-FFF2-40B4-BE49-F238E27FC236}">
                            <a16:creationId xmlns:a16="http://schemas.microsoft.com/office/drawing/2014/main" id="{4AD962AE-D26E-773E-B320-2ABDB974A6F6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95" name="Elipse 894">
                        <a:extLst>
                          <a:ext uri="{FF2B5EF4-FFF2-40B4-BE49-F238E27FC236}">
                            <a16:creationId xmlns:a16="http://schemas.microsoft.com/office/drawing/2014/main" id="{0699BA9D-01C6-340F-8402-5CF07DB401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96" name="Elipse 895">
                        <a:extLst>
                          <a:ext uri="{FF2B5EF4-FFF2-40B4-BE49-F238E27FC236}">
                            <a16:creationId xmlns:a16="http://schemas.microsoft.com/office/drawing/2014/main" id="{C9D24C8D-8F6A-8FB8-FED4-7739B45951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893" name="Rectángulo 892">
                      <a:extLst>
                        <a:ext uri="{FF2B5EF4-FFF2-40B4-BE49-F238E27FC236}">
                          <a16:creationId xmlns:a16="http://schemas.microsoft.com/office/drawing/2014/main" id="{4D0417F7-BB54-C999-61DA-31E4A4915A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1ABE0E64-0000-D8E4-7B2B-1E4CE5CE7925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5A51EEE2-064A-76DC-382F-90096D01D6DB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solidFill>
                  <a:schemeClr val="bg1">
                    <a:lumMod val="65000"/>
                  </a:schemeClr>
                </a:solidFill>
              </p:grpSpPr>
              <p:grpSp>
                <p:nvGrpSpPr>
                  <p:cNvPr id="708" name="Grupo 707">
                    <a:extLst>
                      <a:ext uri="{FF2B5EF4-FFF2-40B4-BE49-F238E27FC236}">
                        <a16:creationId xmlns:a16="http://schemas.microsoft.com/office/drawing/2014/main" id="{BFD73A20-1643-C5F1-93E3-BFC2CAF110B6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710" name="Elipse 709">
                      <a:extLst>
                        <a:ext uri="{FF2B5EF4-FFF2-40B4-BE49-F238E27FC236}">
                          <a16:creationId xmlns:a16="http://schemas.microsoft.com/office/drawing/2014/main" id="{50C75A14-7DE8-4730-EA9D-B8FF1813F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11" name="Diagrama de flujo: operación manual 710">
                      <a:extLst>
                        <a:ext uri="{FF2B5EF4-FFF2-40B4-BE49-F238E27FC236}">
                          <a16:creationId xmlns:a16="http://schemas.microsoft.com/office/drawing/2014/main" id="{CDCD649E-4A98-0D17-042E-9B9A72B20EF8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09" name="Elipse 708">
                    <a:extLst>
                      <a:ext uri="{FF2B5EF4-FFF2-40B4-BE49-F238E27FC236}">
                        <a16:creationId xmlns:a16="http://schemas.microsoft.com/office/drawing/2014/main" id="{8CF6547A-7775-893E-675F-97A1545F108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" name="Diagrama de flujo: operación manual 6">
                  <a:extLst>
                    <a:ext uri="{FF2B5EF4-FFF2-40B4-BE49-F238E27FC236}">
                      <a16:creationId xmlns:a16="http://schemas.microsoft.com/office/drawing/2014/main" id="{BA538EF7-7855-3919-F901-831A45D4BB71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898" name="Grupo 897">
                <a:extLst>
                  <a:ext uri="{FF2B5EF4-FFF2-40B4-BE49-F238E27FC236}">
                    <a16:creationId xmlns:a16="http://schemas.microsoft.com/office/drawing/2014/main" id="{A2C35F7C-60AC-B297-BFED-2AFD6E57B157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</p:grpSpPr>
            <p:grpSp>
              <p:nvGrpSpPr>
                <p:cNvPr id="899" name="Grupo 898">
                  <a:extLst>
                    <a:ext uri="{FF2B5EF4-FFF2-40B4-BE49-F238E27FC236}">
                      <a16:creationId xmlns:a16="http://schemas.microsoft.com/office/drawing/2014/main" id="{4ECD905E-E6AF-BFB2-E1EA-1CDF36A4769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</p:grpSpPr>
              <p:grpSp>
                <p:nvGrpSpPr>
                  <p:cNvPr id="901" name="Grupo 900">
                    <a:extLst>
                      <a:ext uri="{FF2B5EF4-FFF2-40B4-BE49-F238E27FC236}">
                        <a16:creationId xmlns:a16="http://schemas.microsoft.com/office/drawing/2014/main" id="{EEB4F93E-B597-5BA1-57B7-186A3882F712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</p:grpSpPr>
                <p:grpSp>
                  <p:nvGrpSpPr>
                    <p:cNvPr id="903" name="Grupo 902">
                      <a:extLst>
                        <a:ext uri="{FF2B5EF4-FFF2-40B4-BE49-F238E27FC236}">
                          <a16:creationId xmlns:a16="http://schemas.microsoft.com/office/drawing/2014/main" id="{A4A7F015-9A42-DD42-A005-DE971363D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</p:grpSpPr>
                  <p:grpSp>
                    <p:nvGrpSpPr>
                      <p:cNvPr id="905" name="Grupo 904">
                        <a:extLst>
                          <a:ext uri="{FF2B5EF4-FFF2-40B4-BE49-F238E27FC236}">
                            <a16:creationId xmlns:a16="http://schemas.microsoft.com/office/drawing/2014/main" id="{AE93767B-3D16-E47A-F419-C0548B07E1A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</p:grpSpPr>
                    <p:grpSp>
                      <p:nvGrpSpPr>
                        <p:cNvPr id="907" name="Grupo 906">
                          <a:extLst>
                            <a:ext uri="{FF2B5EF4-FFF2-40B4-BE49-F238E27FC236}">
                              <a16:creationId xmlns:a16="http://schemas.microsoft.com/office/drawing/2014/main" id="{A6A9F1B6-6914-6E3E-6C7A-C1475A2329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solidFill>
                          <a:schemeClr val="bg1">
                            <a:lumMod val="65000"/>
                          </a:schemeClr>
                        </a:solidFill>
                      </p:grpSpPr>
                      <p:grpSp>
                        <p:nvGrpSpPr>
                          <p:cNvPr id="909" name="Grupo 908">
                            <a:extLst>
                              <a:ext uri="{FF2B5EF4-FFF2-40B4-BE49-F238E27FC236}">
                                <a16:creationId xmlns:a16="http://schemas.microsoft.com/office/drawing/2014/main" id="{48A15460-2B13-25D5-BE7C-33F439AE295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11" name="Elipse 910">
                              <a:extLst>
                                <a:ext uri="{FF2B5EF4-FFF2-40B4-BE49-F238E27FC236}">
                                  <a16:creationId xmlns:a16="http://schemas.microsoft.com/office/drawing/2014/main" id="{0CE69D44-D18C-5322-8E40-20B252D8AA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2" name="Diagrama de flujo: operación manual 911">
                              <a:extLst>
                                <a:ext uri="{FF2B5EF4-FFF2-40B4-BE49-F238E27FC236}">
                                  <a16:creationId xmlns:a16="http://schemas.microsoft.com/office/drawing/2014/main" id="{7170E10A-FCE2-E30A-9609-2F3B39FD5F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10" name="Elipse 909">
                            <a:extLst>
                              <a:ext uri="{FF2B5EF4-FFF2-40B4-BE49-F238E27FC236}">
                                <a16:creationId xmlns:a16="http://schemas.microsoft.com/office/drawing/2014/main" id="{8A16BDBB-88E8-EFE1-A970-D97329771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08" name="Diagrama de flujo: operación manual 907">
                          <a:extLst>
                            <a:ext uri="{FF2B5EF4-FFF2-40B4-BE49-F238E27FC236}">
                              <a16:creationId xmlns:a16="http://schemas.microsoft.com/office/drawing/2014/main" id="{D22AD5A4-5CE3-3887-14AC-653A2C5A6D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19050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06" name="Elipse 905">
                        <a:extLst>
                          <a:ext uri="{FF2B5EF4-FFF2-40B4-BE49-F238E27FC236}">
                            <a16:creationId xmlns:a16="http://schemas.microsoft.com/office/drawing/2014/main" id="{F6A362AF-DEDA-0437-E00B-E0C5E5C30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4" name="Elipse 903">
                      <a:extLst>
                        <a:ext uri="{FF2B5EF4-FFF2-40B4-BE49-F238E27FC236}">
                          <a16:creationId xmlns:a16="http://schemas.microsoft.com/office/drawing/2014/main" id="{AD260F28-9049-B9B1-7951-DB8F3F79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2" name="Elipse 901">
                    <a:extLst>
                      <a:ext uri="{FF2B5EF4-FFF2-40B4-BE49-F238E27FC236}">
                        <a16:creationId xmlns:a16="http://schemas.microsoft.com/office/drawing/2014/main" id="{8E70C639-CEC4-72ED-DEFC-7BE52CC6FBB1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0" name="Elipse 899">
                  <a:extLst>
                    <a:ext uri="{FF2B5EF4-FFF2-40B4-BE49-F238E27FC236}">
                      <a16:creationId xmlns:a16="http://schemas.microsoft.com/office/drawing/2014/main" id="{663C2139-1C74-F536-6879-50576C60A161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983" name="Grupo 982">
              <a:extLst>
                <a:ext uri="{FF2B5EF4-FFF2-40B4-BE49-F238E27FC236}">
                  <a16:creationId xmlns:a16="http://schemas.microsoft.com/office/drawing/2014/main" id="{F6FD13E3-E93E-C8F2-F9BC-1CCFA5D28E8B}"/>
                </a:ext>
              </a:extLst>
            </p:cNvPr>
            <p:cNvGrpSpPr/>
            <p:nvPr/>
          </p:nvGrpSpPr>
          <p:grpSpPr>
            <a:xfrm flipH="1" flipV="1">
              <a:off x="8597505" y="2838630"/>
              <a:ext cx="4859807" cy="2856251"/>
              <a:chOff x="4881252" y="908278"/>
              <a:chExt cx="4859807" cy="2856251"/>
            </a:xfrm>
            <a:noFill/>
          </p:grpSpPr>
          <p:grpSp>
            <p:nvGrpSpPr>
              <p:cNvPr id="984" name="Grupo 983">
                <a:extLst>
                  <a:ext uri="{FF2B5EF4-FFF2-40B4-BE49-F238E27FC236}">
                    <a16:creationId xmlns:a16="http://schemas.microsoft.com/office/drawing/2014/main" id="{C2A36066-1AC5-BF68-CCCC-12BBFCBE7A56}"/>
                  </a:ext>
                </a:extLst>
              </p:cNvPr>
              <p:cNvGrpSpPr/>
              <p:nvPr/>
            </p:nvGrpSpPr>
            <p:grpSpPr>
              <a:xfrm rot="1800000">
                <a:off x="4881252" y="908278"/>
                <a:ext cx="2222990" cy="1334930"/>
                <a:chOff x="4815770" y="1355934"/>
                <a:chExt cx="2222990" cy="1334930"/>
              </a:xfrm>
              <a:grpFill/>
            </p:grpSpPr>
            <p:grpSp>
              <p:nvGrpSpPr>
                <p:cNvPr id="1008" name="Grupo 1007">
                  <a:extLst>
                    <a:ext uri="{FF2B5EF4-FFF2-40B4-BE49-F238E27FC236}">
                      <a16:creationId xmlns:a16="http://schemas.microsoft.com/office/drawing/2014/main" id="{F79FEFF5-8238-CBB4-ABB4-C6763D3CED5D}"/>
                    </a:ext>
                  </a:extLst>
                </p:cNvPr>
                <p:cNvGrpSpPr/>
                <p:nvPr/>
              </p:nvGrpSpPr>
              <p:grpSpPr>
                <a:xfrm rot="5151436">
                  <a:off x="5443097" y="1563968"/>
                  <a:ext cx="561266" cy="1692526"/>
                  <a:chOff x="3254442" y="2847789"/>
                  <a:chExt cx="678900" cy="2068116"/>
                </a:xfrm>
                <a:grpFill/>
              </p:grpSpPr>
              <p:grpSp>
                <p:nvGrpSpPr>
                  <p:cNvPr id="1050" name="Grupo 1049">
                    <a:extLst>
                      <a:ext uri="{FF2B5EF4-FFF2-40B4-BE49-F238E27FC236}">
                        <a16:creationId xmlns:a16="http://schemas.microsoft.com/office/drawing/2014/main" id="{AD41116F-F828-0440-C72C-6DFA93B9A739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3254442" y="3860029"/>
                    <a:ext cx="342598" cy="1055876"/>
                    <a:chOff x="5808469" y="3718708"/>
                    <a:chExt cx="276684" cy="835990"/>
                  </a:xfrm>
                  <a:grpFill/>
                </p:grpSpPr>
                <p:grpSp>
                  <p:nvGrpSpPr>
                    <p:cNvPr id="1057" name="Grupo 1056">
                      <a:extLst>
                        <a:ext uri="{FF2B5EF4-FFF2-40B4-BE49-F238E27FC236}">
                          <a16:creationId xmlns:a16="http://schemas.microsoft.com/office/drawing/2014/main" id="{7A9F5DDE-5634-73D6-7A41-5FB469547C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469" y="3718708"/>
                      <a:ext cx="181848" cy="473941"/>
                      <a:chOff x="6165919" y="3717694"/>
                      <a:chExt cx="181848" cy="473941"/>
                    </a:xfrm>
                    <a:grpFill/>
                  </p:grpSpPr>
                  <p:sp>
                    <p:nvSpPr>
                      <p:cNvPr id="1060" name="Rectángulo: esquinas redondeadas 1059">
                        <a:extLst>
                          <a:ext uri="{FF2B5EF4-FFF2-40B4-BE49-F238E27FC236}">
                            <a16:creationId xmlns:a16="http://schemas.microsoft.com/office/drawing/2014/main" id="{DCF7C4D6-51B8-B576-771F-31577546568A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919" y="3717694"/>
                        <a:ext cx="181848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61" name="Rectángulo: esquinas redondeadas 1060">
                        <a:extLst>
                          <a:ext uri="{FF2B5EF4-FFF2-40B4-BE49-F238E27FC236}">
                            <a16:creationId xmlns:a16="http://schemas.microsoft.com/office/drawing/2014/main" id="{093A3971-2884-A009-7331-4D3C9A6347AD}"/>
                          </a:ext>
                        </a:extLst>
                      </p:cNvPr>
                      <p:cNvSpPr/>
                      <p:nvPr/>
                    </p:nvSpPr>
                    <p:spPr>
                      <a:xfrm rot="655801" flipH="1">
                        <a:off x="6207416" y="3774548"/>
                        <a:ext cx="49476" cy="223589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58" name="Rectángulo 1057">
                      <a:extLst>
                        <a:ext uri="{FF2B5EF4-FFF2-40B4-BE49-F238E27FC236}">
                          <a16:creationId xmlns:a16="http://schemas.microsoft.com/office/drawing/2014/main" id="{E7AA9674-110C-9C11-E5EE-76CC99229415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59" name="Rectángulo 1058">
                      <a:extLst>
                        <a:ext uri="{FF2B5EF4-FFF2-40B4-BE49-F238E27FC236}">
                          <a16:creationId xmlns:a16="http://schemas.microsoft.com/office/drawing/2014/main" id="{419474AF-9904-230B-79AE-E2462399BA8F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51" name="Grupo 1050">
                    <a:extLst>
                      <a:ext uri="{FF2B5EF4-FFF2-40B4-BE49-F238E27FC236}">
                        <a16:creationId xmlns:a16="http://schemas.microsoft.com/office/drawing/2014/main" id="{4B43D6F3-9DE8-41CB-0913-B9338D15E704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3591454" y="2847789"/>
                    <a:ext cx="341888" cy="1051388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1052" name="Grupo 1051">
                      <a:extLst>
                        <a:ext uri="{FF2B5EF4-FFF2-40B4-BE49-F238E27FC236}">
                          <a16:creationId xmlns:a16="http://schemas.microsoft.com/office/drawing/2014/main" id="{7E800FBC-BE6A-5C4E-99C4-DDE91826BA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1055" name="Rectángulo: esquinas redondeadas 1054">
                        <a:extLst>
                          <a:ext uri="{FF2B5EF4-FFF2-40B4-BE49-F238E27FC236}">
                            <a16:creationId xmlns:a16="http://schemas.microsoft.com/office/drawing/2014/main" id="{162A4EA5-EC0E-C964-834E-1BF3F3CE800B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56" name="Rectángulo: esquinas redondeadas 1055">
                        <a:extLst>
                          <a:ext uri="{FF2B5EF4-FFF2-40B4-BE49-F238E27FC236}">
                            <a16:creationId xmlns:a16="http://schemas.microsoft.com/office/drawing/2014/main" id="{7172086E-20AB-D586-6935-A3A9D7F59BA5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1053" name="Rectángulo 1052">
                      <a:extLst>
                        <a:ext uri="{FF2B5EF4-FFF2-40B4-BE49-F238E27FC236}">
                          <a16:creationId xmlns:a16="http://schemas.microsoft.com/office/drawing/2014/main" id="{F8D46F5C-7D31-61E9-4774-A0C15C5A7949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54" name="Rectángulo 1053">
                      <a:extLst>
                        <a:ext uri="{FF2B5EF4-FFF2-40B4-BE49-F238E27FC236}">
                          <a16:creationId xmlns:a16="http://schemas.microsoft.com/office/drawing/2014/main" id="{6E450D71-2B2A-8F35-EDB4-F214BB4C0A4F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1009" name="Grupo 1008">
                  <a:extLst>
                    <a:ext uri="{FF2B5EF4-FFF2-40B4-BE49-F238E27FC236}">
                      <a16:creationId xmlns:a16="http://schemas.microsoft.com/office/drawing/2014/main" id="{9630E688-78AB-BBC3-01F6-38CFFF188309}"/>
                    </a:ext>
                  </a:extLst>
                </p:cNvPr>
                <p:cNvGrpSpPr/>
                <p:nvPr/>
              </p:nvGrpSpPr>
              <p:grpSpPr>
                <a:xfrm rot="5151436">
                  <a:off x="5378332" y="793372"/>
                  <a:ext cx="566675" cy="1691800"/>
                  <a:chOff x="2374194" y="2848341"/>
                  <a:chExt cx="685443" cy="2067229"/>
                </a:xfrm>
                <a:grpFill/>
              </p:grpSpPr>
              <p:grpSp>
                <p:nvGrpSpPr>
                  <p:cNvPr id="1038" name="Grupo 1037">
                    <a:extLst>
                      <a:ext uri="{FF2B5EF4-FFF2-40B4-BE49-F238E27FC236}">
                        <a16:creationId xmlns:a16="http://schemas.microsoft.com/office/drawing/2014/main" id="{931F3E78-146B-F155-37B1-936B41EC4A44}"/>
                      </a:ext>
                    </a:extLst>
                  </p:cNvPr>
                  <p:cNvGrpSpPr/>
                  <p:nvPr/>
                </p:nvGrpSpPr>
                <p:grpSpPr>
                  <a:xfrm>
                    <a:off x="2716948" y="3859120"/>
                    <a:ext cx="342689" cy="1056450"/>
                    <a:chOff x="5808395" y="3718253"/>
                    <a:chExt cx="276758" cy="836445"/>
                  </a:xfrm>
                  <a:grpFill/>
                </p:grpSpPr>
                <p:grpSp>
                  <p:nvGrpSpPr>
                    <p:cNvPr id="1045" name="Grupo 1044">
                      <a:extLst>
                        <a:ext uri="{FF2B5EF4-FFF2-40B4-BE49-F238E27FC236}">
                          <a16:creationId xmlns:a16="http://schemas.microsoft.com/office/drawing/2014/main" id="{66CCAF9F-6F7F-6206-5972-B0F2D5C116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395" y="3718253"/>
                      <a:ext cx="184852" cy="473941"/>
                      <a:chOff x="6165845" y="3717239"/>
                      <a:chExt cx="184852" cy="473941"/>
                    </a:xfrm>
                    <a:grpFill/>
                  </p:grpSpPr>
                  <p:sp>
                    <p:nvSpPr>
                      <p:cNvPr id="1048" name="Rectángulo: esquinas redondeadas 1047">
                        <a:extLst>
                          <a:ext uri="{FF2B5EF4-FFF2-40B4-BE49-F238E27FC236}">
                            <a16:creationId xmlns:a16="http://schemas.microsoft.com/office/drawing/2014/main" id="{2507D429-5A23-1EF9-C43C-6B96AC99E413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845" y="3717239"/>
                        <a:ext cx="184852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49" name="Rectángulo: esquinas redondeadas 1048">
                        <a:extLst>
                          <a:ext uri="{FF2B5EF4-FFF2-40B4-BE49-F238E27FC236}">
                            <a16:creationId xmlns:a16="http://schemas.microsoft.com/office/drawing/2014/main" id="{60937679-F5E3-D9B8-DC46-D2AE28823333}"/>
                          </a:ext>
                        </a:extLst>
                      </p:cNvPr>
                      <p:cNvSpPr/>
                      <p:nvPr/>
                    </p:nvSpPr>
                    <p:spPr>
                      <a:xfrm rot="622646" flipH="1">
                        <a:off x="6207873" y="3795106"/>
                        <a:ext cx="46037" cy="203887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46" name="Rectángulo 1045">
                      <a:extLst>
                        <a:ext uri="{FF2B5EF4-FFF2-40B4-BE49-F238E27FC236}">
                          <a16:creationId xmlns:a16="http://schemas.microsoft.com/office/drawing/2014/main" id="{6E563ED1-5F43-AC9E-A6AD-F9F3C2741954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47" name="Rectángulo 1046">
                      <a:extLst>
                        <a:ext uri="{FF2B5EF4-FFF2-40B4-BE49-F238E27FC236}">
                          <a16:creationId xmlns:a16="http://schemas.microsoft.com/office/drawing/2014/main" id="{381228AA-C0F6-0FBB-9694-616F8AD74587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39" name="Grupo 1038">
                    <a:extLst>
                      <a:ext uri="{FF2B5EF4-FFF2-40B4-BE49-F238E27FC236}">
                        <a16:creationId xmlns:a16="http://schemas.microsoft.com/office/drawing/2014/main" id="{AEFA84B3-7E36-1EAD-FDFB-071D4A9F497D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2374194" y="2848341"/>
                    <a:ext cx="341888" cy="1051388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1040" name="Grupo 1039">
                      <a:extLst>
                        <a:ext uri="{FF2B5EF4-FFF2-40B4-BE49-F238E27FC236}">
                          <a16:creationId xmlns:a16="http://schemas.microsoft.com/office/drawing/2014/main" id="{FEEEB4E3-07DC-0444-3435-C6F3B877F6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1043" name="Rectángulo: esquinas redondeadas 1042">
                        <a:extLst>
                          <a:ext uri="{FF2B5EF4-FFF2-40B4-BE49-F238E27FC236}">
                            <a16:creationId xmlns:a16="http://schemas.microsoft.com/office/drawing/2014/main" id="{C1F04E03-6CD6-5A50-E1AB-E316D026A303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44" name="Rectángulo: esquinas redondeadas 1043">
                        <a:extLst>
                          <a:ext uri="{FF2B5EF4-FFF2-40B4-BE49-F238E27FC236}">
                            <a16:creationId xmlns:a16="http://schemas.microsoft.com/office/drawing/2014/main" id="{E1481649-806E-76FF-E3CB-C26720AD6336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1041" name="Rectángulo 1040">
                      <a:extLst>
                        <a:ext uri="{FF2B5EF4-FFF2-40B4-BE49-F238E27FC236}">
                          <a16:creationId xmlns:a16="http://schemas.microsoft.com/office/drawing/2014/main" id="{F1F876AF-A442-D793-39DF-9884A9F9092C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42" name="Rectángulo 1041">
                      <a:extLst>
                        <a:ext uri="{FF2B5EF4-FFF2-40B4-BE49-F238E27FC236}">
                          <a16:creationId xmlns:a16="http://schemas.microsoft.com/office/drawing/2014/main" id="{4D9EBF9B-D8F2-02AF-CC60-1DB645C1C679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1010" name="Grupo 1009">
                  <a:extLst>
                    <a:ext uri="{FF2B5EF4-FFF2-40B4-BE49-F238E27FC236}">
                      <a16:creationId xmlns:a16="http://schemas.microsoft.com/office/drawing/2014/main" id="{73D95DC1-27BA-86BC-D849-64944606C1C0}"/>
                    </a:ext>
                  </a:extLst>
                </p:cNvPr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  <a:grpFill/>
              </p:grpSpPr>
              <p:grpSp>
                <p:nvGrpSpPr>
                  <p:cNvPr id="1019" name="Grupo 1018">
                    <a:extLst>
                      <a:ext uri="{FF2B5EF4-FFF2-40B4-BE49-F238E27FC236}">
                        <a16:creationId xmlns:a16="http://schemas.microsoft.com/office/drawing/2014/main" id="{16987751-816D-99DD-FBCF-65EC2BC8482F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1021" name="Grupo 1020">
                      <a:extLst>
                        <a:ext uri="{FF2B5EF4-FFF2-40B4-BE49-F238E27FC236}">
                          <a16:creationId xmlns:a16="http://schemas.microsoft.com/office/drawing/2014/main" id="{F4254839-CD60-852C-3D3D-E645760765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1034" name="Elipse 1033">
                        <a:extLst>
                          <a:ext uri="{FF2B5EF4-FFF2-40B4-BE49-F238E27FC236}">
                            <a16:creationId xmlns:a16="http://schemas.microsoft.com/office/drawing/2014/main" id="{E5AC0104-581E-BD48-2954-C11BA6201F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1035" name="Grupo 1034">
                        <a:extLst>
                          <a:ext uri="{FF2B5EF4-FFF2-40B4-BE49-F238E27FC236}">
                            <a16:creationId xmlns:a16="http://schemas.microsoft.com/office/drawing/2014/main" id="{7005887E-EDB1-9BDE-F1DA-EFB00A4C06D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1036" name="Rectángulo 1035">
                          <a:extLst>
                            <a:ext uri="{FF2B5EF4-FFF2-40B4-BE49-F238E27FC236}">
                              <a16:creationId xmlns:a16="http://schemas.microsoft.com/office/drawing/2014/main" id="{C7172528-6540-0309-A91E-F7C56459A1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37" name="Rectángulo 1036">
                          <a:extLst>
                            <a:ext uri="{FF2B5EF4-FFF2-40B4-BE49-F238E27FC236}">
                              <a16:creationId xmlns:a16="http://schemas.microsoft.com/office/drawing/2014/main" id="{1A12ADBD-5F3B-67C9-40B8-6B7AA7FB514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1022" name="Grupo 1021">
                      <a:extLst>
                        <a:ext uri="{FF2B5EF4-FFF2-40B4-BE49-F238E27FC236}">
                          <a16:creationId xmlns:a16="http://schemas.microsoft.com/office/drawing/2014/main" id="{3F5FBF34-E3D0-DA18-4A0F-2948262739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1023" name="Grupo 1022">
                        <a:extLst>
                          <a:ext uri="{FF2B5EF4-FFF2-40B4-BE49-F238E27FC236}">
                            <a16:creationId xmlns:a16="http://schemas.microsoft.com/office/drawing/2014/main" id="{A0DF1B00-EA5C-48CD-B5B2-EA246B8AA55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026" name="Grupo 1025">
                          <a:extLst>
                            <a:ext uri="{FF2B5EF4-FFF2-40B4-BE49-F238E27FC236}">
                              <a16:creationId xmlns:a16="http://schemas.microsoft.com/office/drawing/2014/main" id="{0F4E8041-9C05-3F6D-10DD-4F53B9A3845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1031" name="Rectángulo 1030">
                            <a:extLst>
                              <a:ext uri="{FF2B5EF4-FFF2-40B4-BE49-F238E27FC236}">
                                <a16:creationId xmlns:a16="http://schemas.microsoft.com/office/drawing/2014/main" id="{AB24F737-608B-0A35-6B05-AF8E38A2229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32" name="Rectángulo 1031">
                            <a:extLst>
                              <a:ext uri="{FF2B5EF4-FFF2-40B4-BE49-F238E27FC236}">
                                <a16:creationId xmlns:a16="http://schemas.microsoft.com/office/drawing/2014/main" id="{D035D831-4CD2-99EF-B9D2-E35EFDFAF3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33" name="Marco 1032">
                            <a:extLst>
                              <a:ext uri="{FF2B5EF4-FFF2-40B4-BE49-F238E27FC236}">
                                <a16:creationId xmlns:a16="http://schemas.microsoft.com/office/drawing/2014/main" id="{307355B9-93F8-B7F2-6E97-FC47F3A855E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027" name="Grupo 1026">
                          <a:extLst>
                            <a:ext uri="{FF2B5EF4-FFF2-40B4-BE49-F238E27FC236}">
                              <a16:creationId xmlns:a16="http://schemas.microsoft.com/office/drawing/2014/main" id="{F5780DE6-559F-F7FD-CF29-06D4C4394E2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1028" name="Rectángulo 1027">
                            <a:extLst>
                              <a:ext uri="{FF2B5EF4-FFF2-40B4-BE49-F238E27FC236}">
                                <a16:creationId xmlns:a16="http://schemas.microsoft.com/office/drawing/2014/main" id="{CA1F9C14-C537-05F1-E00A-E7AFB38E09C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29" name="Rectángulo 1028">
                            <a:extLst>
                              <a:ext uri="{FF2B5EF4-FFF2-40B4-BE49-F238E27FC236}">
                                <a16:creationId xmlns:a16="http://schemas.microsoft.com/office/drawing/2014/main" id="{AACD8744-E886-C735-0AC1-90340548CF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30" name="Rectángulo 1029">
                            <a:extLst>
                              <a:ext uri="{FF2B5EF4-FFF2-40B4-BE49-F238E27FC236}">
                                <a16:creationId xmlns:a16="http://schemas.microsoft.com/office/drawing/2014/main" id="{6DC1B733-8EB9-0DD9-289E-14DF7A6FE8F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837" name="Grupo 836">
                        <a:extLst>
                          <a:ext uri="{FF2B5EF4-FFF2-40B4-BE49-F238E27FC236}">
                            <a16:creationId xmlns:a16="http://schemas.microsoft.com/office/drawing/2014/main" id="{767A5021-B985-3236-8E29-12329B76EC6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838" name="Rectángulo 837">
                          <a:extLst>
                            <a:ext uri="{FF2B5EF4-FFF2-40B4-BE49-F238E27FC236}">
                              <a16:creationId xmlns:a16="http://schemas.microsoft.com/office/drawing/2014/main" id="{C4D74482-30F4-CFCF-2E68-94F18F13DE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24" name="Rectángulo 1023">
                          <a:extLst>
                            <a:ext uri="{FF2B5EF4-FFF2-40B4-BE49-F238E27FC236}">
                              <a16:creationId xmlns:a16="http://schemas.microsoft.com/office/drawing/2014/main" id="{0E488605-A1A1-704B-A449-34EAB62A8E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25" name="Rectángulo 1024">
                          <a:extLst>
                            <a:ext uri="{FF2B5EF4-FFF2-40B4-BE49-F238E27FC236}">
                              <a16:creationId xmlns:a16="http://schemas.microsoft.com/office/drawing/2014/main" id="{A5A646B2-3A3A-C1A7-746D-15C3761CCC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1020" name="Rectángulo 1019">
                    <a:extLst>
                      <a:ext uri="{FF2B5EF4-FFF2-40B4-BE49-F238E27FC236}">
                        <a16:creationId xmlns:a16="http://schemas.microsoft.com/office/drawing/2014/main" id="{2710C24E-DB50-8EA8-57CC-AD3FAFD69D26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011" name="Grupo 1010">
                  <a:extLst>
                    <a:ext uri="{FF2B5EF4-FFF2-40B4-BE49-F238E27FC236}">
                      <a16:creationId xmlns:a16="http://schemas.microsoft.com/office/drawing/2014/main" id="{17EE9E73-7739-68AB-DC7C-FAEDA9BF6E09}"/>
                    </a:ext>
                  </a:extLst>
                </p:cNvPr>
                <p:cNvGrpSpPr/>
                <p:nvPr/>
              </p:nvGrpSpPr>
              <p:grpSpPr>
                <a:xfrm rot="5151436">
                  <a:off x="5061129" y="1963319"/>
                  <a:ext cx="796736" cy="112283"/>
                  <a:chOff x="2676060" y="4093308"/>
                  <a:chExt cx="963722" cy="137200"/>
                </a:xfrm>
                <a:grpFill/>
              </p:grpSpPr>
              <p:sp>
                <p:nvSpPr>
                  <p:cNvPr id="1012" name="Rectángulo 1011">
                    <a:extLst>
                      <a:ext uri="{FF2B5EF4-FFF2-40B4-BE49-F238E27FC236}">
                        <a16:creationId xmlns:a16="http://schemas.microsoft.com/office/drawing/2014/main" id="{08F9ED5E-94D4-C490-9358-A7DDEAE13202}"/>
                      </a:ext>
                    </a:extLst>
                  </p:cNvPr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grpSp>
                <p:nvGrpSpPr>
                  <p:cNvPr id="1013" name="Grupo 1012">
                    <a:extLst>
                      <a:ext uri="{FF2B5EF4-FFF2-40B4-BE49-F238E27FC236}">
                        <a16:creationId xmlns:a16="http://schemas.microsoft.com/office/drawing/2014/main" id="{C8460583-522E-E57B-CF00-8D438D650765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100055"/>
                    <a:chOff x="2676060" y="4130453"/>
                    <a:chExt cx="963722" cy="100055"/>
                  </a:xfrm>
                  <a:grpFill/>
                </p:grpSpPr>
                <p:grpSp>
                  <p:nvGrpSpPr>
                    <p:cNvPr id="1014" name="Grupo 1013">
                      <a:extLst>
                        <a:ext uri="{FF2B5EF4-FFF2-40B4-BE49-F238E27FC236}">
                          <a16:creationId xmlns:a16="http://schemas.microsoft.com/office/drawing/2014/main" id="{FFF16EA7-8DEA-5BCF-C5C7-E8613E2313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75413"/>
                      <a:chOff x="5775047" y="3892550"/>
                      <a:chExt cx="778309" cy="59708"/>
                    </a:xfrm>
                    <a:grpFill/>
                  </p:grpSpPr>
                  <p:sp>
                    <p:nvSpPr>
                      <p:cNvPr id="1016" name="Rectángulo 1015">
                        <a:extLst>
                          <a:ext uri="{FF2B5EF4-FFF2-40B4-BE49-F238E27FC236}">
                            <a16:creationId xmlns:a16="http://schemas.microsoft.com/office/drawing/2014/main" id="{04780B90-6BC8-D31A-8A23-34A274D99ED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17" name="Elipse 1016">
                        <a:extLst>
                          <a:ext uri="{FF2B5EF4-FFF2-40B4-BE49-F238E27FC236}">
                            <a16:creationId xmlns:a16="http://schemas.microsoft.com/office/drawing/2014/main" id="{4DEB0F14-146E-FE8A-9352-385D1AA573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18" name="Elipse 1017">
                        <a:extLst>
                          <a:ext uri="{FF2B5EF4-FFF2-40B4-BE49-F238E27FC236}">
                            <a16:creationId xmlns:a16="http://schemas.microsoft.com/office/drawing/2014/main" id="{F90E93FD-A030-AEEB-0498-D444ED85C2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15" name="Rectángulo 1014">
                      <a:extLst>
                        <a:ext uri="{FF2B5EF4-FFF2-40B4-BE49-F238E27FC236}">
                          <a16:creationId xmlns:a16="http://schemas.microsoft.com/office/drawing/2014/main" id="{77A7766B-D26D-C960-6C6E-0EB7B7F41A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985" name="Grupo 984">
                <a:extLst>
                  <a:ext uri="{FF2B5EF4-FFF2-40B4-BE49-F238E27FC236}">
                    <a16:creationId xmlns:a16="http://schemas.microsoft.com/office/drawing/2014/main" id="{C7A60824-E491-B331-241A-637E93146E7C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  <a:grpFill/>
            </p:grpSpPr>
            <p:grpSp>
              <p:nvGrpSpPr>
                <p:cNvPr id="1001" name="Grupo 1000">
                  <a:extLst>
                    <a:ext uri="{FF2B5EF4-FFF2-40B4-BE49-F238E27FC236}">
                      <a16:creationId xmlns:a16="http://schemas.microsoft.com/office/drawing/2014/main" id="{C13A5CB0-EE21-0691-CD8D-F9B84511B4E9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grpFill/>
              </p:grpSpPr>
              <p:grpSp>
                <p:nvGrpSpPr>
                  <p:cNvPr id="1003" name="Grupo 1002">
                    <a:extLst>
                      <a:ext uri="{FF2B5EF4-FFF2-40B4-BE49-F238E27FC236}">
                        <a16:creationId xmlns:a16="http://schemas.microsoft.com/office/drawing/2014/main" id="{77B5413E-C6B1-B06E-CDD0-608CDF89194C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1006" name="Elipse 1005">
                      <a:extLst>
                        <a:ext uri="{FF2B5EF4-FFF2-40B4-BE49-F238E27FC236}">
                          <a16:creationId xmlns:a16="http://schemas.microsoft.com/office/drawing/2014/main" id="{799D246A-FBD9-0C9C-6C51-6AE5FE7A92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07" name="Diagrama de flujo: operación manual 1006">
                      <a:extLst>
                        <a:ext uri="{FF2B5EF4-FFF2-40B4-BE49-F238E27FC236}">
                          <a16:creationId xmlns:a16="http://schemas.microsoft.com/office/drawing/2014/main" id="{C4BEA709-4AED-A656-ADAE-974763CE4403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04" name="Elipse 1003">
                    <a:extLst>
                      <a:ext uri="{FF2B5EF4-FFF2-40B4-BE49-F238E27FC236}">
                        <a16:creationId xmlns:a16="http://schemas.microsoft.com/office/drawing/2014/main" id="{C5979FF3-7855-EAF7-992C-28ECD886D921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002" name="Diagrama de flujo: operación manual 1001">
                  <a:extLst>
                    <a:ext uri="{FF2B5EF4-FFF2-40B4-BE49-F238E27FC236}">
                      <a16:creationId xmlns:a16="http://schemas.microsoft.com/office/drawing/2014/main" id="{F6DFEAAB-0F07-5688-494C-E4471A6A0003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1"/>
                  <a:ext cx="976518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986" name="Grupo 985">
                <a:extLst>
                  <a:ext uri="{FF2B5EF4-FFF2-40B4-BE49-F238E27FC236}">
                    <a16:creationId xmlns:a16="http://schemas.microsoft.com/office/drawing/2014/main" id="{410AC328-4D0E-DE40-6EDA-5082ACE7BC58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  <a:grpFill/>
            </p:grpSpPr>
            <p:grpSp>
              <p:nvGrpSpPr>
                <p:cNvPr id="987" name="Grupo 986">
                  <a:extLst>
                    <a:ext uri="{FF2B5EF4-FFF2-40B4-BE49-F238E27FC236}">
                      <a16:creationId xmlns:a16="http://schemas.microsoft.com/office/drawing/2014/main" id="{DF477CB2-24EA-6E72-6ACC-2FF32D707E0A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  <a:grpFill/>
              </p:grpSpPr>
              <p:grpSp>
                <p:nvGrpSpPr>
                  <p:cNvPr id="989" name="Grupo 988">
                    <a:extLst>
                      <a:ext uri="{FF2B5EF4-FFF2-40B4-BE49-F238E27FC236}">
                        <a16:creationId xmlns:a16="http://schemas.microsoft.com/office/drawing/2014/main" id="{A8F29091-F168-D924-4D3A-6139733AFDCF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  <a:grpFill/>
                </p:grpSpPr>
                <p:grpSp>
                  <p:nvGrpSpPr>
                    <p:cNvPr id="991" name="Grupo 990">
                      <a:extLst>
                        <a:ext uri="{FF2B5EF4-FFF2-40B4-BE49-F238E27FC236}">
                          <a16:creationId xmlns:a16="http://schemas.microsoft.com/office/drawing/2014/main" id="{2206FBB0-AE02-3E37-36DA-185643AA95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  <a:grpFill/>
                  </p:grpSpPr>
                  <p:grpSp>
                    <p:nvGrpSpPr>
                      <p:cNvPr id="993" name="Grupo 992">
                        <a:extLst>
                          <a:ext uri="{FF2B5EF4-FFF2-40B4-BE49-F238E27FC236}">
                            <a16:creationId xmlns:a16="http://schemas.microsoft.com/office/drawing/2014/main" id="{A876414E-EDBA-D74B-B8D1-7E34A8CAF18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  <a:grpFill/>
                    </p:grpSpPr>
                    <p:grpSp>
                      <p:nvGrpSpPr>
                        <p:cNvPr id="995" name="Grupo 994">
                          <a:extLst>
                            <a:ext uri="{FF2B5EF4-FFF2-40B4-BE49-F238E27FC236}">
                              <a16:creationId xmlns:a16="http://schemas.microsoft.com/office/drawing/2014/main" id="{E9F583DE-0C36-4C5D-60EA-9EBB644AB9D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grpFill/>
                      </p:grpSpPr>
                      <p:grpSp>
                        <p:nvGrpSpPr>
                          <p:cNvPr id="997" name="Grupo 996">
                            <a:extLst>
                              <a:ext uri="{FF2B5EF4-FFF2-40B4-BE49-F238E27FC236}">
                                <a16:creationId xmlns:a16="http://schemas.microsoft.com/office/drawing/2014/main" id="{84420A63-4342-75F7-5CB3-6CE59881ED9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99" name="Elipse 998">
                              <a:extLst>
                                <a:ext uri="{FF2B5EF4-FFF2-40B4-BE49-F238E27FC236}">
                                  <a16:creationId xmlns:a16="http://schemas.microsoft.com/office/drawing/2014/main" id="{38E9F35D-0279-0740-4CBB-B8739690675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00" name="Diagrama de flujo: operación manual 999">
                              <a:extLst>
                                <a:ext uri="{FF2B5EF4-FFF2-40B4-BE49-F238E27FC236}">
                                  <a16:creationId xmlns:a16="http://schemas.microsoft.com/office/drawing/2014/main" id="{19C1207A-74CE-B7F7-3EE0-33612597C8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98" name="Elipse 997">
                            <a:extLst>
                              <a:ext uri="{FF2B5EF4-FFF2-40B4-BE49-F238E27FC236}">
                                <a16:creationId xmlns:a16="http://schemas.microsoft.com/office/drawing/2014/main" id="{F4BC6B77-0CDF-AADF-E0B5-EED504A85AA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96" name="Diagrama de flujo: operación manual 995">
                          <a:extLst>
                            <a:ext uri="{FF2B5EF4-FFF2-40B4-BE49-F238E27FC236}">
                              <a16:creationId xmlns:a16="http://schemas.microsoft.com/office/drawing/2014/main" id="{81EEDFB7-A02D-E2DC-9D29-5AC9C07DC3E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94" name="Elipse 993">
                        <a:extLst>
                          <a:ext uri="{FF2B5EF4-FFF2-40B4-BE49-F238E27FC236}">
                            <a16:creationId xmlns:a16="http://schemas.microsoft.com/office/drawing/2014/main" id="{1ADCC2F5-077F-9D61-42EE-5ED96E858E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92" name="Elipse 991">
                      <a:extLst>
                        <a:ext uri="{FF2B5EF4-FFF2-40B4-BE49-F238E27FC236}">
                          <a16:creationId xmlns:a16="http://schemas.microsoft.com/office/drawing/2014/main" id="{CFD72A43-8C85-ABF4-8626-C67499477A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90" name="Elipse 989">
                    <a:extLst>
                      <a:ext uri="{FF2B5EF4-FFF2-40B4-BE49-F238E27FC236}">
                        <a16:creationId xmlns:a16="http://schemas.microsoft.com/office/drawing/2014/main" id="{36496E76-40C2-9435-516F-4FD7F881325B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88" name="Elipse 987">
                  <a:extLst>
                    <a:ext uri="{FF2B5EF4-FFF2-40B4-BE49-F238E27FC236}">
                      <a16:creationId xmlns:a16="http://schemas.microsoft.com/office/drawing/2014/main" id="{E8258C1B-BB69-0497-A6F8-FB09865B910B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928" name="Subtítulo 2">
            <a:extLst>
              <a:ext uri="{FF2B5EF4-FFF2-40B4-BE49-F238E27FC236}">
                <a16:creationId xmlns:a16="http://schemas.microsoft.com/office/drawing/2014/main" id="{F52D0272-A32B-C871-F253-E02E29653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929" name="Cerrar llave 928">
            <a:extLst>
              <a:ext uri="{FF2B5EF4-FFF2-40B4-BE49-F238E27FC236}">
                <a16:creationId xmlns:a16="http://schemas.microsoft.com/office/drawing/2014/main" id="{5E074EEB-CFB0-792D-85AF-D9577BFBA7E4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30" name="CuadroTexto 929">
            <a:extLst>
              <a:ext uri="{FF2B5EF4-FFF2-40B4-BE49-F238E27FC236}">
                <a16:creationId xmlns:a16="http://schemas.microsoft.com/office/drawing/2014/main" id="{50B32FC0-16CE-DD91-3CC7-4D29416F47A7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211983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600000">
                                      <p:cBhvr>
                                        <p:cTn id="6" dur="10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rupo 977">
            <a:extLst>
              <a:ext uri="{FF2B5EF4-FFF2-40B4-BE49-F238E27FC236}">
                <a16:creationId xmlns:a16="http://schemas.microsoft.com/office/drawing/2014/main" id="{E19E525A-4D8C-0FD7-22DF-88CFB5A5DF8C}"/>
              </a:ext>
            </a:extLst>
          </p:cNvPr>
          <p:cNvGrpSpPr/>
          <p:nvPr/>
        </p:nvGrpSpPr>
        <p:grpSpPr>
          <a:xfrm>
            <a:off x="4881252" y="908278"/>
            <a:ext cx="3827955" cy="2030970"/>
            <a:chOff x="4881252" y="908278"/>
            <a:chExt cx="3827955" cy="2030970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76C9BF7-D47D-C4A3-6E41-0CB035A9D685}"/>
                </a:ext>
              </a:extLst>
            </p:cNvPr>
            <p:cNvGrpSpPr/>
            <p:nvPr/>
          </p:nvGrpSpPr>
          <p:grpSpPr>
            <a:xfrm rot="1800000">
              <a:off x="4881252" y="908278"/>
              <a:ext cx="2222990" cy="1334930"/>
              <a:chOff x="4815770" y="1355934"/>
              <a:chExt cx="2222990" cy="1334930"/>
            </a:xfrm>
          </p:grpSpPr>
          <p:grpSp>
            <p:nvGrpSpPr>
              <p:cNvPr id="841" name="Grupo 840">
                <a:extLst>
                  <a:ext uri="{FF2B5EF4-FFF2-40B4-BE49-F238E27FC236}">
                    <a16:creationId xmlns:a16="http://schemas.microsoft.com/office/drawing/2014/main" id="{D9DDC6D9-73DE-E959-9F4C-F5B0D4EB5F5B}"/>
                  </a:ext>
                </a:extLst>
              </p:cNvPr>
              <p:cNvGrpSpPr/>
              <p:nvPr/>
            </p:nvGrpSpPr>
            <p:grpSpPr>
              <a:xfrm rot="5151436">
                <a:off x="5443097" y="1563968"/>
                <a:ext cx="561266" cy="1692526"/>
                <a:chOff x="3254442" y="2847789"/>
                <a:chExt cx="678900" cy="2068116"/>
              </a:xfrm>
            </p:grpSpPr>
            <p:grpSp>
              <p:nvGrpSpPr>
                <p:cNvPr id="842" name="Grupo 841">
                  <a:extLst>
                    <a:ext uri="{FF2B5EF4-FFF2-40B4-BE49-F238E27FC236}">
                      <a16:creationId xmlns:a16="http://schemas.microsoft.com/office/drawing/2014/main" id="{4919ED69-D5ED-209F-DEEB-3A039F9C5B34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</p:grpSpPr>
              <p:grpSp>
                <p:nvGrpSpPr>
                  <p:cNvPr id="849" name="Grupo 848">
                    <a:extLst>
                      <a:ext uri="{FF2B5EF4-FFF2-40B4-BE49-F238E27FC236}">
                        <a16:creationId xmlns:a16="http://schemas.microsoft.com/office/drawing/2014/main" id="{3890B03B-E776-70DC-1152-45F3E7943FBA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</p:grpSpPr>
                <p:sp>
                  <p:nvSpPr>
                    <p:cNvPr id="852" name="Rectángulo: esquinas redondeadas 851">
                      <a:extLst>
                        <a:ext uri="{FF2B5EF4-FFF2-40B4-BE49-F238E27FC236}">
                          <a16:creationId xmlns:a16="http://schemas.microsoft.com/office/drawing/2014/main" id="{3B3700F9-100C-7F2B-773A-2DA56AA9E7DB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53" name="Rectángulo: esquinas redondeadas 852">
                      <a:extLst>
                        <a:ext uri="{FF2B5EF4-FFF2-40B4-BE49-F238E27FC236}">
                          <a16:creationId xmlns:a16="http://schemas.microsoft.com/office/drawing/2014/main" id="{DF71C5E9-0414-3C06-E8FB-326A0A70F847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50" name="Rectángulo 849">
                    <a:extLst>
                      <a:ext uri="{FF2B5EF4-FFF2-40B4-BE49-F238E27FC236}">
                        <a16:creationId xmlns:a16="http://schemas.microsoft.com/office/drawing/2014/main" id="{2523DA7C-FA11-FC50-4253-9A815BBBA92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51" name="Rectángulo 850">
                    <a:extLst>
                      <a:ext uri="{FF2B5EF4-FFF2-40B4-BE49-F238E27FC236}">
                        <a16:creationId xmlns:a16="http://schemas.microsoft.com/office/drawing/2014/main" id="{8C4F1E82-D799-E441-FAC6-661626BA70B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43" name="Grupo 842">
                  <a:extLst>
                    <a:ext uri="{FF2B5EF4-FFF2-40B4-BE49-F238E27FC236}">
                      <a16:creationId xmlns:a16="http://schemas.microsoft.com/office/drawing/2014/main" id="{7232DB06-1880-278D-BE96-C3517799FB19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844" name="Grupo 843">
                    <a:extLst>
                      <a:ext uri="{FF2B5EF4-FFF2-40B4-BE49-F238E27FC236}">
                        <a16:creationId xmlns:a16="http://schemas.microsoft.com/office/drawing/2014/main" id="{E8E49B0E-5137-E143-3231-50DC76EDBCBB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847" name="Rectángulo: esquinas redondeadas 846">
                      <a:extLst>
                        <a:ext uri="{FF2B5EF4-FFF2-40B4-BE49-F238E27FC236}">
                          <a16:creationId xmlns:a16="http://schemas.microsoft.com/office/drawing/2014/main" id="{2CA194D1-8345-ABC0-0B02-D88075957F69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48" name="Rectángulo: esquinas redondeadas 847">
                      <a:extLst>
                        <a:ext uri="{FF2B5EF4-FFF2-40B4-BE49-F238E27FC236}">
                          <a16:creationId xmlns:a16="http://schemas.microsoft.com/office/drawing/2014/main" id="{936CD3CA-3BD1-A4A3-736C-47D2CA78EB2E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845" name="Rectángulo 844">
                    <a:extLst>
                      <a:ext uri="{FF2B5EF4-FFF2-40B4-BE49-F238E27FC236}">
                        <a16:creationId xmlns:a16="http://schemas.microsoft.com/office/drawing/2014/main" id="{8DCE7112-1614-A621-45A8-A8DB678AFF65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846" name="Rectángulo 845">
                    <a:extLst>
                      <a:ext uri="{FF2B5EF4-FFF2-40B4-BE49-F238E27FC236}">
                        <a16:creationId xmlns:a16="http://schemas.microsoft.com/office/drawing/2014/main" id="{6237AF90-8141-438B-9343-6B8D9E9970A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54" name="Grupo 853">
                <a:extLst>
                  <a:ext uri="{FF2B5EF4-FFF2-40B4-BE49-F238E27FC236}">
                    <a16:creationId xmlns:a16="http://schemas.microsoft.com/office/drawing/2014/main" id="{8EB67329-46BF-3700-7759-658F0BCA2BAE}"/>
                  </a:ext>
                </a:extLst>
              </p:cNvPr>
              <p:cNvGrpSpPr/>
              <p:nvPr/>
            </p:nvGrpSpPr>
            <p:grpSpPr>
              <a:xfrm rot="5151436">
                <a:off x="5378332" y="793372"/>
                <a:ext cx="566675" cy="1691800"/>
                <a:chOff x="2374194" y="2848341"/>
                <a:chExt cx="685443" cy="2067229"/>
              </a:xfrm>
            </p:grpSpPr>
            <p:grpSp>
              <p:nvGrpSpPr>
                <p:cNvPr id="855" name="Grupo 854">
                  <a:extLst>
                    <a:ext uri="{FF2B5EF4-FFF2-40B4-BE49-F238E27FC236}">
                      <a16:creationId xmlns:a16="http://schemas.microsoft.com/office/drawing/2014/main" id="{361DA476-6DBC-5610-6694-0AF5DB1A5179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</p:grpSpPr>
              <p:grpSp>
                <p:nvGrpSpPr>
                  <p:cNvPr id="862" name="Grupo 861">
                    <a:extLst>
                      <a:ext uri="{FF2B5EF4-FFF2-40B4-BE49-F238E27FC236}">
                        <a16:creationId xmlns:a16="http://schemas.microsoft.com/office/drawing/2014/main" id="{324FFB59-F8AC-7D5C-C868-107A9F4DE1DA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</p:grpSpPr>
                <p:sp>
                  <p:nvSpPr>
                    <p:cNvPr id="865" name="Rectángulo: esquinas redondeadas 864">
                      <a:extLst>
                        <a:ext uri="{FF2B5EF4-FFF2-40B4-BE49-F238E27FC236}">
                          <a16:creationId xmlns:a16="http://schemas.microsoft.com/office/drawing/2014/main" id="{1B38A9C1-B204-BC2F-77EA-722D3E6C872E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66" name="Rectángulo: esquinas redondeadas 865">
                      <a:extLst>
                        <a:ext uri="{FF2B5EF4-FFF2-40B4-BE49-F238E27FC236}">
                          <a16:creationId xmlns:a16="http://schemas.microsoft.com/office/drawing/2014/main" id="{A8C09095-9EC0-747F-6CDF-775CC4C2856A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63" name="Rectángulo 862">
                    <a:extLst>
                      <a:ext uri="{FF2B5EF4-FFF2-40B4-BE49-F238E27FC236}">
                        <a16:creationId xmlns:a16="http://schemas.microsoft.com/office/drawing/2014/main" id="{C5E5D33A-583B-28A9-4F11-6B54A10C5F9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64" name="Rectángulo 863">
                    <a:extLst>
                      <a:ext uri="{FF2B5EF4-FFF2-40B4-BE49-F238E27FC236}">
                        <a16:creationId xmlns:a16="http://schemas.microsoft.com/office/drawing/2014/main" id="{BBB82A62-8751-273A-06C8-BA0FB9B60583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56" name="Grupo 855">
                  <a:extLst>
                    <a:ext uri="{FF2B5EF4-FFF2-40B4-BE49-F238E27FC236}">
                      <a16:creationId xmlns:a16="http://schemas.microsoft.com/office/drawing/2014/main" id="{57559A35-22EC-8E90-EF9E-1AF519DDACA7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857" name="Grupo 856">
                    <a:extLst>
                      <a:ext uri="{FF2B5EF4-FFF2-40B4-BE49-F238E27FC236}">
                        <a16:creationId xmlns:a16="http://schemas.microsoft.com/office/drawing/2014/main" id="{31271C57-1257-47EF-DB8A-203C59DF103C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860" name="Rectángulo: esquinas redondeadas 859">
                      <a:extLst>
                        <a:ext uri="{FF2B5EF4-FFF2-40B4-BE49-F238E27FC236}">
                          <a16:creationId xmlns:a16="http://schemas.microsoft.com/office/drawing/2014/main" id="{54D9EDD3-3CE2-DA86-415F-32171CF0635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861" name="Rectángulo: esquinas redondeadas 860">
                      <a:extLst>
                        <a:ext uri="{FF2B5EF4-FFF2-40B4-BE49-F238E27FC236}">
                          <a16:creationId xmlns:a16="http://schemas.microsoft.com/office/drawing/2014/main" id="{F73D1033-D2D0-1BBC-886C-8381BF91C5D7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858" name="Rectángulo 857">
                    <a:extLst>
                      <a:ext uri="{FF2B5EF4-FFF2-40B4-BE49-F238E27FC236}">
                        <a16:creationId xmlns:a16="http://schemas.microsoft.com/office/drawing/2014/main" id="{3B36E284-015C-5FE1-D659-04FFF8C3A92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59" name="Rectángulo 858">
                    <a:extLst>
                      <a:ext uri="{FF2B5EF4-FFF2-40B4-BE49-F238E27FC236}">
                        <a16:creationId xmlns:a16="http://schemas.microsoft.com/office/drawing/2014/main" id="{9F0C438F-0560-791F-BC52-6C76AEF28E6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867" name="Grupo 866">
                <a:extLst>
                  <a:ext uri="{FF2B5EF4-FFF2-40B4-BE49-F238E27FC236}">
                    <a16:creationId xmlns:a16="http://schemas.microsoft.com/office/drawing/2014/main" id="{EF8369D1-7579-337D-9CD7-6F0C0EDDA214}"/>
                  </a:ext>
                </a:extLst>
              </p:cNvPr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868" name="Grupo 867">
                  <a:extLst>
                    <a:ext uri="{FF2B5EF4-FFF2-40B4-BE49-F238E27FC236}">
                      <a16:creationId xmlns:a16="http://schemas.microsoft.com/office/drawing/2014/main" id="{2DBA7776-9C9A-DB1E-5C8C-038AB6BC1F7D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870" name="Grupo 869">
                    <a:extLst>
                      <a:ext uri="{FF2B5EF4-FFF2-40B4-BE49-F238E27FC236}">
                        <a16:creationId xmlns:a16="http://schemas.microsoft.com/office/drawing/2014/main" id="{729E40D2-BA2F-D20F-0A3A-BF3363714269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solidFill>
                    <a:schemeClr val="tx1">
                      <a:lumMod val="75000"/>
                      <a:lumOff val="25000"/>
                    </a:schemeClr>
                  </a:solidFill>
                </p:grpSpPr>
                <p:sp>
                  <p:nvSpPr>
                    <p:cNvPr id="885" name="Elipse 884">
                      <a:extLst>
                        <a:ext uri="{FF2B5EF4-FFF2-40B4-BE49-F238E27FC236}">
                          <a16:creationId xmlns:a16="http://schemas.microsoft.com/office/drawing/2014/main" id="{637232DF-BE17-2B70-3C4B-B8AB61D18A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886" name="Grupo 885">
                      <a:extLst>
                        <a:ext uri="{FF2B5EF4-FFF2-40B4-BE49-F238E27FC236}">
                          <a16:creationId xmlns:a16="http://schemas.microsoft.com/office/drawing/2014/main" id="{51C6636B-40BE-557A-4BF2-33530A3BE6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887" name="Rectángulo 886">
                        <a:extLst>
                          <a:ext uri="{FF2B5EF4-FFF2-40B4-BE49-F238E27FC236}">
                            <a16:creationId xmlns:a16="http://schemas.microsoft.com/office/drawing/2014/main" id="{AEF80D92-AB5F-3103-D67B-748B069D7C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88" name="Rectángulo 887">
                        <a:extLst>
                          <a:ext uri="{FF2B5EF4-FFF2-40B4-BE49-F238E27FC236}">
                            <a16:creationId xmlns:a16="http://schemas.microsoft.com/office/drawing/2014/main" id="{1493D0B3-A2A3-BD1F-2B3D-28CB4357F0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871" name="Grupo 870">
                    <a:extLst>
                      <a:ext uri="{FF2B5EF4-FFF2-40B4-BE49-F238E27FC236}">
                        <a16:creationId xmlns:a16="http://schemas.microsoft.com/office/drawing/2014/main" id="{37EA1586-238D-47FE-D3A2-0BB614B41671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872" name="Grupo 871">
                      <a:extLst>
                        <a:ext uri="{FF2B5EF4-FFF2-40B4-BE49-F238E27FC236}">
                          <a16:creationId xmlns:a16="http://schemas.microsoft.com/office/drawing/2014/main" id="{E81F671D-DED7-2010-6F68-16D5A539DD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877" name="Grupo 876">
                        <a:extLst>
                          <a:ext uri="{FF2B5EF4-FFF2-40B4-BE49-F238E27FC236}">
                            <a16:creationId xmlns:a16="http://schemas.microsoft.com/office/drawing/2014/main" id="{D57331C4-319C-5E53-91D5-C4F79E16588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882" name="Rectángulo 881">
                          <a:extLst>
                            <a:ext uri="{FF2B5EF4-FFF2-40B4-BE49-F238E27FC236}">
                              <a16:creationId xmlns:a16="http://schemas.microsoft.com/office/drawing/2014/main" id="{8C6A9630-D134-7392-572B-CE2E93F2C6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883" name="Rectángulo 882">
                          <a:extLst>
                            <a:ext uri="{FF2B5EF4-FFF2-40B4-BE49-F238E27FC236}">
                              <a16:creationId xmlns:a16="http://schemas.microsoft.com/office/drawing/2014/main" id="{761C7C54-E275-953E-57D9-B6A606AB00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4" name="Marco 883">
                          <a:extLst>
                            <a:ext uri="{FF2B5EF4-FFF2-40B4-BE49-F238E27FC236}">
                              <a16:creationId xmlns:a16="http://schemas.microsoft.com/office/drawing/2014/main" id="{49436C43-E95B-32A6-80C4-9718EEE8F99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878" name="Grupo 877">
                        <a:extLst>
                          <a:ext uri="{FF2B5EF4-FFF2-40B4-BE49-F238E27FC236}">
                            <a16:creationId xmlns:a16="http://schemas.microsoft.com/office/drawing/2014/main" id="{1BC6CDDB-1E83-9BCC-FE1A-68CF008AC7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879" name="Rectángulo 878">
                          <a:extLst>
                            <a:ext uri="{FF2B5EF4-FFF2-40B4-BE49-F238E27FC236}">
                              <a16:creationId xmlns:a16="http://schemas.microsoft.com/office/drawing/2014/main" id="{E227108F-B0A6-CAE3-161C-0334925C9FA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0" name="Rectángulo 879">
                          <a:extLst>
                            <a:ext uri="{FF2B5EF4-FFF2-40B4-BE49-F238E27FC236}">
                              <a16:creationId xmlns:a16="http://schemas.microsoft.com/office/drawing/2014/main" id="{2FF8C2F9-4976-1E2D-F80B-DD004C56BB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81" name="Rectángulo 880">
                          <a:extLst>
                            <a:ext uri="{FF2B5EF4-FFF2-40B4-BE49-F238E27FC236}">
                              <a16:creationId xmlns:a16="http://schemas.microsoft.com/office/drawing/2014/main" id="{055E6257-0991-7F2B-B458-5E7B362E2F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873" name="Grupo 872">
                      <a:extLst>
                        <a:ext uri="{FF2B5EF4-FFF2-40B4-BE49-F238E27FC236}">
                          <a16:creationId xmlns:a16="http://schemas.microsoft.com/office/drawing/2014/main" id="{2D9A4E33-73DF-423E-98C9-B95CFF40D7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874" name="Rectángulo 873">
                        <a:extLst>
                          <a:ext uri="{FF2B5EF4-FFF2-40B4-BE49-F238E27FC236}">
                            <a16:creationId xmlns:a16="http://schemas.microsoft.com/office/drawing/2014/main" id="{C4A12EA1-BF97-EA99-0FF9-44D90C129B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875" name="Rectángulo 874">
                        <a:extLst>
                          <a:ext uri="{FF2B5EF4-FFF2-40B4-BE49-F238E27FC236}">
                            <a16:creationId xmlns:a16="http://schemas.microsoft.com/office/drawing/2014/main" id="{CD1FF0B8-D2CE-D960-8FB2-384A107237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76" name="Rectángulo 875">
                        <a:extLst>
                          <a:ext uri="{FF2B5EF4-FFF2-40B4-BE49-F238E27FC236}">
                            <a16:creationId xmlns:a16="http://schemas.microsoft.com/office/drawing/2014/main" id="{BE746120-F626-C2D8-EDE4-E16295F68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869" name="Rectángulo 868">
                  <a:extLst>
                    <a:ext uri="{FF2B5EF4-FFF2-40B4-BE49-F238E27FC236}">
                      <a16:creationId xmlns:a16="http://schemas.microsoft.com/office/drawing/2014/main" id="{A03D4235-CED9-01E1-4DC0-BEBDB0A9A7DA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pattFill prst="wdDnDiag">
                  <a:fgClr>
                    <a:schemeClr val="bg1"/>
                  </a:fgClr>
                  <a:bgClr>
                    <a:schemeClr val="bg1">
                      <a:lumMod val="65000"/>
                    </a:schemeClr>
                  </a:bgClr>
                </a:patt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889" name="Grupo 888">
                <a:extLst>
                  <a:ext uri="{FF2B5EF4-FFF2-40B4-BE49-F238E27FC236}">
                    <a16:creationId xmlns:a16="http://schemas.microsoft.com/office/drawing/2014/main" id="{05E8A3BC-C02D-A2C8-25CE-9DDF2E1BA795}"/>
                  </a:ext>
                </a:extLst>
              </p:cNvPr>
              <p:cNvGrpSpPr/>
              <p:nvPr/>
            </p:nvGrpSpPr>
            <p:grpSpPr>
              <a:xfrm rot="5151436">
                <a:off x="5061129" y="1963319"/>
                <a:ext cx="796736" cy="112283"/>
                <a:chOff x="2676060" y="4093308"/>
                <a:chExt cx="963722" cy="137200"/>
              </a:xfrm>
            </p:grpSpPr>
            <p:sp>
              <p:nvSpPr>
                <p:cNvPr id="890" name="Rectángulo 889">
                  <a:extLst>
                    <a:ext uri="{FF2B5EF4-FFF2-40B4-BE49-F238E27FC236}">
                      <a16:creationId xmlns:a16="http://schemas.microsoft.com/office/drawing/2014/main" id="{E6C2FF31-114B-796A-F420-6B1F0E035031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91" name="Grupo 890">
                  <a:extLst>
                    <a:ext uri="{FF2B5EF4-FFF2-40B4-BE49-F238E27FC236}">
                      <a16:creationId xmlns:a16="http://schemas.microsoft.com/office/drawing/2014/main" id="{7F2725B3-561B-530C-2B5C-5495D239F465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</p:grpSpPr>
              <p:grpSp>
                <p:nvGrpSpPr>
                  <p:cNvPr id="892" name="Grupo 891">
                    <a:extLst>
                      <a:ext uri="{FF2B5EF4-FFF2-40B4-BE49-F238E27FC236}">
                        <a16:creationId xmlns:a16="http://schemas.microsoft.com/office/drawing/2014/main" id="{B7278BDC-C4C4-43CA-97D5-76DAFDBC10E4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</p:grpSpPr>
                <p:sp>
                  <p:nvSpPr>
                    <p:cNvPr id="894" name="Rectángulo 893">
                      <a:extLst>
                        <a:ext uri="{FF2B5EF4-FFF2-40B4-BE49-F238E27FC236}">
                          <a16:creationId xmlns:a16="http://schemas.microsoft.com/office/drawing/2014/main" id="{4AD962AE-D26E-773E-B320-2ABDB974A6F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5" name="Elipse 894">
                      <a:extLst>
                        <a:ext uri="{FF2B5EF4-FFF2-40B4-BE49-F238E27FC236}">
                          <a16:creationId xmlns:a16="http://schemas.microsoft.com/office/drawing/2014/main" id="{0699BA9D-01C6-340F-8402-5CF07DB401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96" name="Elipse 895">
                      <a:extLst>
                        <a:ext uri="{FF2B5EF4-FFF2-40B4-BE49-F238E27FC236}">
                          <a16:creationId xmlns:a16="http://schemas.microsoft.com/office/drawing/2014/main" id="{C9D24C8D-8F6A-8FB8-FED4-7739B45951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893" name="Rectángulo 892">
                    <a:extLst>
                      <a:ext uri="{FF2B5EF4-FFF2-40B4-BE49-F238E27FC236}">
                        <a16:creationId xmlns:a16="http://schemas.microsoft.com/office/drawing/2014/main" id="{4D0417F7-BB54-C999-61DA-31E4A4915A0B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  <p:grpSp>
          <p:nvGrpSpPr>
            <p:cNvPr id="897" name="Grupo 896">
              <a:extLst>
                <a:ext uri="{FF2B5EF4-FFF2-40B4-BE49-F238E27FC236}">
                  <a16:creationId xmlns:a16="http://schemas.microsoft.com/office/drawing/2014/main" id="{CCEAFA19-CC57-B0B2-8B33-1607A170A34C}"/>
                </a:ext>
              </a:extLst>
            </p:cNvPr>
            <p:cNvGrpSpPr/>
            <p:nvPr/>
          </p:nvGrpSpPr>
          <p:grpSpPr>
            <a:xfrm rot="1800000" flipH="1" flipV="1">
              <a:off x="6486217" y="1604318"/>
              <a:ext cx="2222990" cy="1334930"/>
              <a:chOff x="4815770" y="1355934"/>
              <a:chExt cx="2222990" cy="1334930"/>
            </a:xfrm>
            <a:noFill/>
          </p:grpSpPr>
          <p:grpSp>
            <p:nvGrpSpPr>
              <p:cNvPr id="922" name="Grupo 921">
                <a:extLst>
                  <a:ext uri="{FF2B5EF4-FFF2-40B4-BE49-F238E27FC236}">
                    <a16:creationId xmlns:a16="http://schemas.microsoft.com/office/drawing/2014/main" id="{2C34CED9-330F-2DAB-0D50-C9D5B1CA9C50}"/>
                  </a:ext>
                </a:extLst>
              </p:cNvPr>
              <p:cNvGrpSpPr/>
              <p:nvPr/>
            </p:nvGrpSpPr>
            <p:grpSpPr>
              <a:xfrm rot="5151436">
                <a:off x="5443097" y="1563968"/>
                <a:ext cx="561266" cy="1692526"/>
                <a:chOff x="3254442" y="2847789"/>
                <a:chExt cx="678900" cy="2068116"/>
              </a:xfrm>
              <a:grpFill/>
            </p:grpSpPr>
            <p:grpSp>
              <p:nvGrpSpPr>
                <p:cNvPr id="966" name="Grupo 965">
                  <a:extLst>
                    <a:ext uri="{FF2B5EF4-FFF2-40B4-BE49-F238E27FC236}">
                      <a16:creationId xmlns:a16="http://schemas.microsoft.com/office/drawing/2014/main" id="{7DEA6253-CB1E-AB60-1A91-5E3D5C493AD9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  <a:grpFill/>
              </p:grpSpPr>
              <p:grpSp>
                <p:nvGrpSpPr>
                  <p:cNvPr id="973" name="Grupo 972">
                    <a:extLst>
                      <a:ext uri="{FF2B5EF4-FFF2-40B4-BE49-F238E27FC236}">
                        <a16:creationId xmlns:a16="http://schemas.microsoft.com/office/drawing/2014/main" id="{0BD93180-BBB7-EE4E-5128-728522FCCB51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  <a:grpFill/>
                </p:grpSpPr>
                <p:sp>
                  <p:nvSpPr>
                    <p:cNvPr id="976" name="Rectángulo: esquinas redondeadas 975">
                      <a:extLst>
                        <a:ext uri="{FF2B5EF4-FFF2-40B4-BE49-F238E27FC236}">
                          <a16:creationId xmlns:a16="http://schemas.microsoft.com/office/drawing/2014/main" id="{317B792F-8608-692C-DEC0-6FE6C35C9946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77" name="Rectángulo: esquinas redondeadas 976">
                      <a:extLst>
                        <a:ext uri="{FF2B5EF4-FFF2-40B4-BE49-F238E27FC236}">
                          <a16:creationId xmlns:a16="http://schemas.microsoft.com/office/drawing/2014/main" id="{59880A17-B46D-DABF-9586-02E9B451733F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74" name="Rectángulo 973">
                    <a:extLst>
                      <a:ext uri="{FF2B5EF4-FFF2-40B4-BE49-F238E27FC236}">
                        <a16:creationId xmlns:a16="http://schemas.microsoft.com/office/drawing/2014/main" id="{F99D4E81-B0A9-5B2E-FE2A-32BAB894FFF0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75" name="Rectángulo 974">
                    <a:extLst>
                      <a:ext uri="{FF2B5EF4-FFF2-40B4-BE49-F238E27FC236}">
                        <a16:creationId xmlns:a16="http://schemas.microsoft.com/office/drawing/2014/main" id="{CE1C3B55-9641-13C6-3A49-96A3505406B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67" name="Grupo 966">
                  <a:extLst>
                    <a:ext uri="{FF2B5EF4-FFF2-40B4-BE49-F238E27FC236}">
                      <a16:creationId xmlns:a16="http://schemas.microsoft.com/office/drawing/2014/main" id="{4DAAF3CB-7E82-1ED9-FC32-2020058B0E27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968" name="Grupo 967">
                    <a:extLst>
                      <a:ext uri="{FF2B5EF4-FFF2-40B4-BE49-F238E27FC236}">
                        <a16:creationId xmlns:a16="http://schemas.microsoft.com/office/drawing/2014/main" id="{54FF6A79-2831-EBC7-1908-86F932CF0DF2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971" name="Rectángulo: esquinas redondeadas 970">
                      <a:extLst>
                        <a:ext uri="{FF2B5EF4-FFF2-40B4-BE49-F238E27FC236}">
                          <a16:creationId xmlns:a16="http://schemas.microsoft.com/office/drawing/2014/main" id="{7BA2900D-E897-7C03-45CD-B2F149978A51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72" name="Rectángulo: esquinas redondeadas 971">
                      <a:extLst>
                        <a:ext uri="{FF2B5EF4-FFF2-40B4-BE49-F238E27FC236}">
                          <a16:creationId xmlns:a16="http://schemas.microsoft.com/office/drawing/2014/main" id="{7F9DCD02-3EC3-D496-88A6-CDCB488B97F5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969" name="Rectángulo 968">
                    <a:extLst>
                      <a:ext uri="{FF2B5EF4-FFF2-40B4-BE49-F238E27FC236}">
                        <a16:creationId xmlns:a16="http://schemas.microsoft.com/office/drawing/2014/main" id="{13430C88-D36E-3A5A-3646-1804728C877E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70" name="Rectángulo 969">
                    <a:extLst>
                      <a:ext uri="{FF2B5EF4-FFF2-40B4-BE49-F238E27FC236}">
                        <a16:creationId xmlns:a16="http://schemas.microsoft.com/office/drawing/2014/main" id="{847E21EE-4DC9-E36E-1DAF-160ECD491EC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923" name="Grupo 922">
                <a:extLst>
                  <a:ext uri="{FF2B5EF4-FFF2-40B4-BE49-F238E27FC236}">
                    <a16:creationId xmlns:a16="http://schemas.microsoft.com/office/drawing/2014/main" id="{858C82D8-4C43-2DA7-1E02-F320FBC12373}"/>
                  </a:ext>
                </a:extLst>
              </p:cNvPr>
              <p:cNvGrpSpPr/>
              <p:nvPr/>
            </p:nvGrpSpPr>
            <p:grpSpPr>
              <a:xfrm rot="5151436">
                <a:off x="5378332" y="793372"/>
                <a:ext cx="566675" cy="1691800"/>
                <a:chOff x="2374194" y="2848341"/>
                <a:chExt cx="685443" cy="2067229"/>
              </a:xfrm>
              <a:grpFill/>
            </p:grpSpPr>
            <p:grpSp>
              <p:nvGrpSpPr>
                <p:cNvPr id="954" name="Grupo 953">
                  <a:extLst>
                    <a:ext uri="{FF2B5EF4-FFF2-40B4-BE49-F238E27FC236}">
                      <a16:creationId xmlns:a16="http://schemas.microsoft.com/office/drawing/2014/main" id="{5012F91B-0105-49C4-00FC-1B261AB02480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  <a:grpFill/>
              </p:grpSpPr>
              <p:grpSp>
                <p:nvGrpSpPr>
                  <p:cNvPr id="961" name="Grupo 960">
                    <a:extLst>
                      <a:ext uri="{FF2B5EF4-FFF2-40B4-BE49-F238E27FC236}">
                        <a16:creationId xmlns:a16="http://schemas.microsoft.com/office/drawing/2014/main" id="{5918C270-4800-DFE7-D773-409ACA573C79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  <a:grpFill/>
                </p:grpSpPr>
                <p:sp>
                  <p:nvSpPr>
                    <p:cNvPr id="964" name="Rectángulo: esquinas redondeadas 963">
                      <a:extLst>
                        <a:ext uri="{FF2B5EF4-FFF2-40B4-BE49-F238E27FC236}">
                          <a16:creationId xmlns:a16="http://schemas.microsoft.com/office/drawing/2014/main" id="{947994F4-24E1-92F9-E819-25F6C646B4D1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65" name="Rectángulo: esquinas redondeadas 964">
                      <a:extLst>
                        <a:ext uri="{FF2B5EF4-FFF2-40B4-BE49-F238E27FC236}">
                          <a16:creationId xmlns:a16="http://schemas.microsoft.com/office/drawing/2014/main" id="{A69D90D5-102C-0EA2-542E-1C502B6670C2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62" name="Rectángulo 961">
                    <a:extLst>
                      <a:ext uri="{FF2B5EF4-FFF2-40B4-BE49-F238E27FC236}">
                        <a16:creationId xmlns:a16="http://schemas.microsoft.com/office/drawing/2014/main" id="{12480E5E-526C-2C65-7E82-1553D53969AE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63" name="Rectángulo 962">
                    <a:extLst>
                      <a:ext uri="{FF2B5EF4-FFF2-40B4-BE49-F238E27FC236}">
                        <a16:creationId xmlns:a16="http://schemas.microsoft.com/office/drawing/2014/main" id="{88F9B587-CA90-3DDE-3EE1-61643B4E289F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55" name="Grupo 954">
                  <a:extLst>
                    <a:ext uri="{FF2B5EF4-FFF2-40B4-BE49-F238E27FC236}">
                      <a16:creationId xmlns:a16="http://schemas.microsoft.com/office/drawing/2014/main" id="{E0EFB64A-0420-F89C-D219-1C4CD6AC26A6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956" name="Grupo 955">
                    <a:extLst>
                      <a:ext uri="{FF2B5EF4-FFF2-40B4-BE49-F238E27FC236}">
                        <a16:creationId xmlns:a16="http://schemas.microsoft.com/office/drawing/2014/main" id="{E3C736DC-13D4-5FD2-10A2-FE407E7B1550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959" name="Rectángulo: esquinas redondeadas 958">
                      <a:extLst>
                        <a:ext uri="{FF2B5EF4-FFF2-40B4-BE49-F238E27FC236}">
                          <a16:creationId xmlns:a16="http://schemas.microsoft.com/office/drawing/2014/main" id="{5CAC95D9-1B55-23D4-4471-FD00FEF3551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60" name="Rectángulo: esquinas redondeadas 959">
                      <a:extLst>
                        <a:ext uri="{FF2B5EF4-FFF2-40B4-BE49-F238E27FC236}">
                          <a16:creationId xmlns:a16="http://schemas.microsoft.com/office/drawing/2014/main" id="{7A416661-A942-834B-47F7-2337707F2916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957" name="Rectángulo 956">
                    <a:extLst>
                      <a:ext uri="{FF2B5EF4-FFF2-40B4-BE49-F238E27FC236}">
                        <a16:creationId xmlns:a16="http://schemas.microsoft.com/office/drawing/2014/main" id="{BE77293E-0F6B-E7AA-C2DE-B9FFAB1C309C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58" name="Rectángulo 957">
                    <a:extLst>
                      <a:ext uri="{FF2B5EF4-FFF2-40B4-BE49-F238E27FC236}">
                        <a16:creationId xmlns:a16="http://schemas.microsoft.com/office/drawing/2014/main" id="{20CFB3F8-EB33-195D-213D-3DF0B11ED96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924" name="Grupo 923">
                <a:extLst>
                  <a:ext uri="{FF2B5EF4-FFF2-40B4-BE49-F238E27FC236}">
                    <a16:creationId xmlns:a16="http://schemas.microsoft.com/office/drawing/2014/main" id="{1B1C0C16-4F26-1F01-F820-0DB987D0106A}"/>
                  </a:ext>
                </a:extLst>
              </p:cNvPr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  <a:grpFill/>
            </p:grpSpPr>
            <p:grpSp>
              <p:nvGrpSpPr>
                <p:cNvPr id="933" name="Grupo 932">
                  <a:extLst>
                    <a:ext uri="{FF2B5EF4-FFF2-40B4-BE49-F238E27FC236}">
                      <a16:creationId xmlns:a16="http://schemas.microsoft.com/office/drawing/2014/main" id="{B68F67BD-C02F-2D11-F43D-BEA33211B741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  <a:grpFill/>
              </p:grpSpPr>
              <p:grpSp>
                <p:nvGrpSpPr>
                  <p:cNvPr id="935" name="Grupo 934">
                    <a:extLst>
                      <a:ext uri="{FF2B5EF4-FFF2-40B4-BE49-F238E27FC236}">
                        <a16:creationId xmlns:a16="http://schemas.microsoft.com/office/drawing/2014/main" id="{7AE2AD6D-83A3-3218-24D0-6D9FF663E0E6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grpFill/>
                </p:grpSpPr>
                <p:sp>
                  <p:nvSpPr>
                    <p:cNvPr id="950" name="Elipse 949">
                      <a:extLst>
                        <a:ext uri="{FF2B5EF4-FFF2-40B4-BE49-F238E27FC236}">
                          <a16:creationId xmlns:a16="http://schemas.microsoft.com/office/drawing/2014/main" id="{B6C732F2-9CBD-6CE3-5748-EDBB2345B7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951" name="Grupo 950">
                      <a:extLst>
                        <a:ext uri="{FF2B5EF4-FFF2-40B4-BE49-F238E27FC236}">
                          <a16:creationId xmlns:a16="http://schemas.microsoft.com/office/drawing/2014/main" id="{D250CE19-9995-5305-EAF0-37FD6A8B80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952" name="Rectángulo 951">
                        <a:extLst>
                          <a:ext uri="{FF2B5EF4-FFF2-40B4-BE49-F238E27FC236}">
                            <a16:creationId xmlns:a16="http://schemas.microsoft.com/office/drawing/2014/main" id="{5D3FE07F-36C6-ED62-CA2D-DBD170028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53" name="Rectángulo 952">
                        <a:extLst>
                          <a:ext uri="{FF2B5EF4-FFF2-40B4-BE49-F238E27FC236}">
                            <a16:creationId xmlns:a16="http://schemas.microsoft.com/office/drawing/2014/main" id="{22E5F579-DB32-46B7-AD58-37B56CC31E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936" name="Grupo 935">
                    <a:extLst>
                      <a:ext uri="{FF2B5EF4-FFF2-40B4-BE49-F238E27FC236}">
                        <a16:creationId xmlns:a16="http://schemas.microsoft.com/office/drawing/2014/main" id="{3ACD181B-57B6-3411-2F19-35D9B2FBAF2B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  <a:grpFill/>
                </p:grpSpPr>
                <p:grpSp>
                  <p:nvGrpSpPr>
                    <p:cNvPr id="937" name="Grupo 936">
                      <a:extLst>
                        <a:ext uri="{FF2B5EF4-FFF2-40B4-BE49-F238E27FC236}">
                          <a16:creationId xmlns:a16="http://schemas.microsoft.com/office/drawing/2014/main" id="{F835DC6A-E14D-3DCB-7FBA-482F70707E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942" name="Grupo 941">
                        <a:extLst>
                          <a:ext uri="{FF2B5EF4-FFF2-40B4-BE49-F238E27FC236}">
                            <a16:creationId xmlns:a16="http://schemas.microsoft.com/office/drawing/2014/main" id="{96506869-A38B-8163-3E1D-DE76717442E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  <a:grpFill/>
                    </p:grpSpPr>
                    <p:sp>
                      <p:nvSpPr>
                        <p:cNvPr id="947" name="Rectángulo 946">
                          <a:extLst>
                            <a:ext uri="{FF2B5EF4-FFF2-40B4-BE49-F238E27FC236}">
                              <a16:creationId xmlns:a16="http://schemas.microsoft.com/office/drawing/2014/main" id="{3702EF41-CA77-D43D-9058-335A74E47DC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48" name="Rectángulo 947">
                          <a:extLst>
                            <a:ext uri="{FF2B5EF4-FFF2-40B4-BE49-F238E27FC236}">
                              <a16:creationId xmlns:a16="http://schemas.microsoft.com/office/drawing/2014/main" id="{491A6D3D-DA33-9B32-3D57-ACC92DE739B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49" name="Marco 948">
                          <a:extLst>
                            <a:ext uri="{FF2B5EF4-FFF2-40B4-BE49-F238E27FC236}">
                              <a16:creationId xmlns:a16="http://schemas.microsoft.com/office/drawing/2014/main" id="{E5DC6A51-6304-B428-9089-5A218EE061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943" name="Grupo 942">
                        <a:extLst>
                          <a:ext uri="{FF2B5EF4-FFF2-40B4-BE49-F238E27FC236}">
                            <a16:creationId xmlns:a16="http://schemas.microsoft.com/office/drawing/2014/main" id="{26423AE6-D090-4A66-AEC0-E34FBECF6F7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  <a:grpFill/>
                    </p:grpSpPr>
                    <p:sp>
                      <p:nvSpPr>
                        <p:cNvPr id="944" name="Rectángulo 943">
                          <a:extLst>
                            <a:ext uri="{FF2B5EF4-FFF2-40B4-BE49-F238E27FC236}">
                              <a16:creationId xmlns:a16="http://schemas.microsoft.com/office/drawing/2014/main" id="{9CA78552-A459-C095-A112-ED36638DBB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45" name="Rectángulo 944">
                          <a:extLst>
                            <a:ext uri="{FF2B5EF4-FFF2-40B4-BE49-F238E27FC236}">
                              <a16:creationId xmlns:a16="http://schemas.microsoft.com/office/drawing/2014/main" id="{CC56CA3E-6824-F2A7-689A-410A11ADF3D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46" name="Rectángulo 945">
                          <a:extLst>
                            <a:ext uri="{FF2B5EF4-FFF2-40B4-BE49-F238E27FC236}">
                              <a16:creationId xmlns:a16="http://schemas.microsoft.com/office/drawing/2014/main" id="{6839255A-8F9E-35A0-9932-D9CE27E265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938" name="Grupo 937">
                      <a:extLst>
                        <a:ext uri="{FF2B5EF4-FFF2-40B4-BE49-F238E27FC236}">
                          <a16:creationId xmlns:a16="http://schemas.microsoft.com/office/drawing/2014/main" id="{22EB27E4-6536-9727-5979-A52CB15C62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  <a:grpFill/>
                  </p:grpSpPr>
                  <p:sp>
                    <p:nvSpPr>
                      <p:cNvPr id="939" name="Rectángulo 938">
                        <a:extLst>
                          <a:ext uri="{FF2B5EF4-FFF2-40B4-BE49-F238E27FC236}">
                            <a16:creationId xmlns:a16="http://schemas.microsoft.com/office/drawing/2014/main" id="{A55F4381-EE52-1F6C-B944-ED1BFA95FF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940" name="Rectángulo 939">
                        <a:extLst>
                          <a:ext uri="{FF2B5EF4-FFF2-40B4-BE49-F238E27FC236}">
                            <a16:creationId xmlns:a16="http://schemas.microsoft.com/office/drawing/2014/main" id="{69D5486C-70CE-1170-941F-0BF804A0AF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41" name="Rectángulo 940">
                        <a:extLst>
                          <a:ext uri="{FF2B5EF4-FFF2-40B4-BE49-F238E27FC236}">
                            <a16:creationId xmlns:a16="http://schemas.microsoft.com/office/drawing/2014/main" id="{584255DF-3706-5626-7759-598DE2C3A1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934" name="Rectángulo 933">
                  <a:extLst>
                    <a:ext uri="{FF2B5EF4-FFF2-40B4-BE49-F238E27FC236}">
                      <a16:creationId xmlns:a16="http://schemas.microsoft.com/office/drawing/2014/main" id="{442A9440-044C-4A82-2D63-8D9AB1BB349E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925" name="Grupo 924">
                <a:extLst>
                  <a:ext uri="{FF2B5EF4-FFF2-40B4-BE49-F238E27FC236}">
                    <a16:creationId xmlns:a16="http://schemas.microsoft.com/office/drawing/2014/main" id="{4B3BECDC-02FA-BE7D-253E-66B34F29A04A}"/>
                  </a:ext>
                </a:extLst>
              </p:cNvPr>
              <p:cNvGrpSpPr/>
              <p:nvPr/>
            </p:nvGrpSpPr>
            <p:grpSpPr>
              <a:xfrm rot="5151436">
                <a:off x="5061129" y="1963319"/>
                <a:ext cx="796736" cy="112283"/>
                <a:chOff x="2676060" y="4093308"/>
                <a:chExt cx="963722" cy="137200"/>
              </a:xfrm>
              <a:grpFill/>
            </p:grpSpPr>
            <p:sp>
              <p:nvSpPr>
                <p:cNvPr id="926" name="Rectángulo 925">
                  <a:extLst>
                    <a:ext uri="{FF2B5EF4-FFF2-40B4-BE49-F238E27FC236}">
                      <a16:creationId xmlns:a16="http://schemas.microsoft.com/office/drawing/2014/main" id="{F5327793-0346-AA4F-55D9-E53F56AB4986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927" name="Grupo 926">
                  <a:extLst>
                    <a:ext uri="{FF2B5EF4-FFF2-40B4-BE49-F238E27FC236}">
                      <a16:creationId xmlns:a16="http://schemas.microsoft.com/office/drawing/2014/main" id="{9483F58E-3E14-2DD4-9774-A1A0A13DC9BC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  <a:grpFill/>
              </p:grpSpPr>
              <p:grpSp>
                <p:nvGrpSpPr>
                  <p:cNvPr id="928" name="Grupo 927">
                    <a:extLst>
                      <a:ext uri="{FF2B5EF4-FFF2-40B4-BE49-F238E27FC236}">
                        <a16:creationId xmlns:a16="http://schemas.microsoft.com/office/drawing/2014/main" id="{5F26EBE7-3FEC-BF7B-70FB-4D8B9992D343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  <a:grpFill/>
                </p:grpSpPr>
                <p:sp>
                  <p:nvSpPr>
                    <p:cNvPr id="930" name="Rectángulo 929">
                      <a:extLst>
                        <a:ext uri="{FF2B5EF4-FFF2-40B4-BE49-F238E27FC236}">
                          <a16:creationId xmlns:a16="http://schemas.microsoft.com/office/drawing/2014/main" id="{695E39C8-D6A1-703D-AB56-7D82B3570A2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931" name="Elipse 930">
                      <a:extLst>
                        <a:ext uri="{FF2B5EF4-FFF2-40B4-BE49-F238E27FC236}">
                          <a16:creationId xmlns:a16="http://schemas.microsoft.com/office/drawing/2014/main" id="{FA51C9CA-7C34-C4D5-D87A-E7CB28230F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932" name="Elipse 931">
                      <a:extLst>
                        <a:ext uri="{FF2B5EF4-FFF2-40B4-BE49-F238E27FC236}">
                          <a16:creationId xmlns:a16="http://schemas.microsoft.com/office/drawing/2014/main" id="{6B70A05A-5431-EB5C-9B49-FAC0D3055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29" name="Rectángulo 928">
                    <a:extLst>
                      <a:ext uri="{FF2B5EF4-FFF2-40B4-BE49-F238E27FC236}">
                        <a16:creationId xmlns:a16="http://schemas.microsoft.com/office/drawing/2014/main" id="{D8C8DF31-E38E-6CAC-1098-5AA42C466E77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ABE0E64-0000-D8E4-7B2B-1E4CE5CE7925}"/>
              </a:ext>
            </a:extLst>
          </p:cNvPr>
          <p:cNvGrpSpPr/>
          <p:nvPr/>
        </p:nvGrpSpPr>
        <p:grpSpPr>
          <a:xfrm rot="297357">
            <a:off x="7452980" y="1750589"/>
            <a:ext cx="2288079" cy="2013940"/>
            <a:chOff x="5734796" y="1871886"/>
            <a:chExt cx="2288079" cy="201394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A51EEE2-064A-76DC-382F-90096D01D6DB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08" name="Grupo 707">
                <a:extLst>
                  <a:ext uri="{FF2B5EF4-FFF2-40B4-BE49-F238E27FC236}">
                    <a16:creationId xmlns:a16="http://schemas.microsoft.com/office/drawing/2014/main" id="{BFD73A20-1643-C5F1-93E3-BFC2CAF110B6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10" name="Elipse 709">
                  <a:extLst>
                    <a:ext uri="{FF2B5EF4-FFF2-40B4-BE49-F238E27FC236}">
                      <a16:creationId xmlns:a16="http://schemas.microsoft.com/office/drawing/2014/main" id="{50C75A14-7DE8-4730-EA9D-B8FF1813F252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1" name="Diagrama de flujo: operación manual 710">
                  <a:extLst>
                    <a:ext uri="{FF2B5EF4-FFF2-40B4-BE49-F238E27FC236}">
                      <a16:creationId xmlns:a16="http://schemas.microsoft.com/office/drawing/2014/main" id="{CDCD649E-4A98-0D17-042E-9B9A72B20EF8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09" name="Elipse 708">
                <a:extLst>
                  <a:ext uri="{FF2B5EF4-FFF2-40B4-BE49-F238E27FC236}">
                    <a16:creationId xmlns:a16="http://schemas.microsoft.com/office/drawing/2014/main" id="{8CF6547A-7775-893E-675F-97A1545F1084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" name="Diagrama de flujo: operación manual 6">
              <a:extLst>
                <a:ext uri="{FF2B5EF4-FFF2-40B4-BE49-F238E27FC236}">
                  <a16:creationId xmlns:a16="http://schemas.microsoft.com/office/drawing/2014/main" id="{BA538EF7-7855-3919-F901-831A45D4BB7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898" name="Grupo 897">
            <a:extLst>
              <a:ext uri="{FF2B5EF4-FFF2-40B4-BE49-F238E27FC236}">
                <a16:creationId xmlns:a16="http://schemas.microsoft.com/office/drawing/2014/main" id="{A2C35F7C-60AC-B297-BFED-2AFD6E57B157}"/>
              </a:ext>
            </a:extLst>
          </p:cNvPr>
          <p:cNvGrpSpPr/>
          <p:nvPr/>
        </p:nvGrpSpPr>
        <p:grpSpPr>
          <a:xfrm rot="600000">
            <a:off x="6749442" y="1333028"/>
            <a:ext cx="1318435" cy="1266043"/>
            <a:chOff x="6641702" y="1526452"/>
            <a:chExt cx="1318435" cy="1266043"/>
          </a:xfrm>
        </p:grpSpPr>
        <p:grpSp>
          <p:nvGrpSpPr>
            <p:cNvPr id="899" name="Grupo 898">
              <a:extLst>
                <a:ext uri="{FF2B5EF4-FFF2-40B4-BE49-F238E27FC236}">
                  <a16:creationId xmlns:a16="http://schemas.microsoft.com/office/drawing/2014/main" id="{4ECD905E-E6AF-BFB2-E1EA-1CDF36A4769D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</p:grpSpPr>
          <p:grpSp>
            <p:nvGrpSpPr>
              <p:cNvPr id="901" name="Grupo 900">
                <a:extLst>
                  <a:ext uri="{FF2B5EF4-FFF2-40B4-BE49-F238E27FC236}">
                    <a16:creationId xmlns:a16="http://schemas.microsoft.com/office/drawing/2014/main" id="{EEB4F93E-B597-5BA1-57B7-186A3882F712}"/>
                  </a:ext>
                </a:extLst>
              </p:cNvPr>
              <p:cNvGrpSpPr/>
              <p:nvPr/>
            </p:nvGrpSpPr>
            <p:grpSpPr>
              <a:xfrm rot="785047">
                <a:off x="6641702" y="1526452"/>
                <a:ext cx="1192937" cy="1266043"/>
                <a:chOff x="6040669" y="1851040"/>
                <a:chExt cx="1192937" cy="1266043"/>
              </a:xfrm>
            </p:grpSpPr>
            <p:grpSp>
              <p:nvGrpSpPr>
                <p:cNvPr id="903" name="Grupo 902">
                  <a:extLst>
                    <a:ext uri="{FF2B5EF4-FFF2-40B4-BE49-F238E27FC236}">
                      <a16:creationId xmlns:a16="http://schemas.microsoft.com/office/drawing/2014/main" id="{A4A7F015-9A42-DD42-A005-DE971363D27E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</p:grpSpPr>
              <p:grpSp>
                <p:nvGrpSpPr>
                  <p:cNvPr id="905" name="Grupo 904">
                    <a:extLst>
                      <a:ext uri="{FF2B5EF4-FFF2-40B4-BE49-F238E27FC236}">
                        <a16:creationId xmlns:a16="http://schemas.microsoft.com/office/drawing/2014/main" id="{AE93767B-3D16-E47A-F419-C0548B07E1AB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</p:grpSpPr>
                <p:grpSp>
                  <p:nvGrpSpPr>
                    <p:cNvPr id="907" name="Grupo 906">
                      <a:extLst>
                        <a:ext uri="{FF2B5EF4-FFF2-40B4-BE49-F238E27FC236}">
                          <a16:creationId xmlns:a16="http://schemas.microsoft.com/office/drawing/2014/main" id="{A6A9F1B6-6914-6E3E-6C7A-C1475A2329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grpSp>
                    <p:nvGrpSpPr>
                      <p:cNvPr id="909" name="Grupo 908">
                        <a:extLst>
                          <a:ext uri="{FF2B5EF4-FFF2-40B4-BE49-F238E27FC236}">
                            <a16:creationId xmlns:a16="http://schemas.microsoft.com/office/drawing/2014/main" id="{48A15460-2B13-25D5-BE7C-33F439AE29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911" name="Elipse 910">
                          <a:extLst>
                            <a:ext uri="{FF2B5EF4-FFF2-40B4-BE49-F238E27FC236}">
                              <a16:creationId xmlns:a16="http://schemas.microsoft.com/office/drawing/2014/main" id="{0CE69D44-D18C-5322-8E40-20B252D8AA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12" name="Diagrama de flujo: operación manual 911">
                          <a:extLst>
                            <a:ext uri="{FF2B5EF4-FFF2-40B4-BE49-F238E27FC236}">
                              <a16:creationId xmlns:a16="http://schemas.microsoft.com/office/drawing/2014/main" id="{7170E10A-FCE2-E30A-9609-2F3B39FD5F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10" name="Elipse 909">
                        <a:extLst>
                          <a:ext uri="{FF2B5EF4-FFF2-40B4-BE49-F238E27FC236}">
                            <a16:creationId xmlns:a16="http://schemas.microsoft.com/office/drawing/2014/main" id="{8A16BDBB-88E8-EFE1-A970-D97329771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8" name="Diagrama de flujo: operación manual 907">
                      <a:extLst>
                        <a:ext uri="{FF2B5EF4-FFF2-40B4-BE49-F238E27FC236}">
                          <a16:creationId xmlns:a16="http://schemas.microsoft.com/office/drawing/2014/main" id="{D22AD5A4-5CE3-3887-14AC-653A2C5A6D7D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6" name="Elipse 905">
                    <a:extLst>
                      <a:ext uri="{FF2B5EF4-FFF2-40B4-BE49-F238E27FC236}">
                        <a16:creationId xmlns:a16="http://schemas.microsoft.com/office/drawing/2014/main" id="{F6A362AF-DEDA-0437-E00B-E0C5E5C30BB7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4" name="Elipse 903">
                  <a:extLst>
                    <a:ext uri="{FF2B5EF4-FFF2-40B4-BE49-F238E27FC236}">
                      <a16:creationId xmlns:a16="http://schemas.microsoft.com/office/drawing/2014/main" id="{AD260F28-9049-B9B1-7951-DB8F3F79C27A}"/>
                    </a:ext>
                  </a:extLst>
                </p:cNvPr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02" name="Elipse 901">
                <a:extLst>
                  <a:ext uri="{FF2B5EF4-FFF2-40B4-BE49-F238E27FC236}">
                    <a16:creationId xmlns:a16="http://schemas.microsoft.com/office/drawing/2014/main" id="{8E70C639-CEC4-72ED-DEFC-7BE52CC6FBB1}"/>
                  </a:ext>
                </a:extLst>
              </p:cNvPr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00" name="Elipse 899">
              <a:extLst>
                <a:ext uri="{FF2B5EF4-FFF2-40B4-BE49-F238E27FC236}">
                  <a16:creationId xmlns:a16="http://schemas.microsoft.com/office/drawing/2014/main" id="{663C2139-1C74-F536-6879-50576C60A161}"/>
                </a:ext>
              </a:extLst>
            </p:cNvPr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71" name="Subtítulo 2">
            <a:extLst>
              <a:ext uri="{FF2B5EF4-FFF2-40B4-BE49-F238E27FC236}">
                <a16:creationId xmlns:a16="http://schemas.microsoft.com/office/drawing/2014/main" id="{0ABBB743-7B80-9401-787A-EFA5F2EDD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1072" name="Cerrar llave 1071">
            <a:extLst>
              <a:ext uri="{FF2B5EF4-FFF2-40B4-BE49-F238E27FC236}">
                <a16:creationId xmlns:a16="http://schemas.microsoft.com/office/drawing/2014/main" id="{0EA21921-DB18-16DD-A424-565AF2C9A1CD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73" name="CuadroTexto 1072">
            <a:extLst>
              <a:ext uri="{FF2B5EF4-FFF2-40B4-BE49-F238E27FC236}">
                <a16:creationId xmlns:a16="http://schemas.microsoft.com/office/drawing/2014/main" id="{DC04BE64-404A-FAD3-0924-6699C284C0D0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249330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6" dur="1000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C059012A-32A9-A60D-845D-95E13D1FAA22}"/>
              </a:ext>
            </a:extLst>
          </p:cNvPr>
          <p:cNvGrpSpPr/>
          <p:nvPr/>
        </p:nvGrpSpPr>
        <p:grpSpPr>
          <a:xfrm rot="5151436">
            <a:off x="5443097" y="1563968"/>
            <a:ext cx="561266" cy="1692526"/>
            <a:chOff x="3254442" y="2847789"/>
            <a:chExt cx="678900" cy="2068116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86F5FC38-56EF-9C70-5417-9357CCF02686}"/>
                </a:ext>
              </a:extLst>
            </p:cNvPr>
            <p:cNvGrpSpPr/>
            <p:nvPr/>
          </p:nvGrpSpPr>
          <p:grpSpPr>
            <a:xfrm flipH="1">
              <a:off x="3254442" y="3860029"/>
              <a:ext cx="342598" cy="1055876"/>
              <a:chOff x="5808469" y="3718708"/>
              <a:chExt cx="276684" cy="835990"/>
            </a:xfrm>
          </p:grpSpPr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2FB0A0A1-5FCA-696B-C34E-B3CAC19CA9CA}"/>
                  </a:ext>
                </a:extLst>
              </p:cNvPr>
              <p:cNvGrpSpPr/>
              <p:nvPr/>
            </p:nvGrpSpPr>
            <p:grpSpPr>
              <a:xfrm>
                <a:off x="5808469" y="3718708"/>
                <a:ext cx="181848" cy="473941"/>
                <a:chOff x="6165919" y="3717694"/>
                <a:chExt cx="181848" cy="473941"/>
              </a:xfrm>
            </p:grpSpPr>
            <p:sp>
              <p:nvSpPr>
                <p:cNvPr id="19" name="Rectángulo: esquinas redondeadas 18">
                  <a:extLst>
                    <a:ext uri="{FF2B5EF4-FFF2-40B4-BE49-F238E27FC236}">
                      <a16:creationId xmlns:a16="http://schemas.microsoft.com/office/drawing/2014/main" id="{B085EE08-4BF5-3A57-4F89-413688568C00}"/>
                    </a:ext>
                  </a:extLst>
                </p:cNvPr>
                <p:cNvSpPr/>
                <p:nvPr/>
              </p:nvSpPr>
              <p:spPr>
                <a:xfrm rot="20522031">
                  <a:off x="6165919" y="3717694"/>
                  <a:ext cx="181848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" name="Rectángulo: esquinas redondeadas 19">
                  <a:extLst>
                    <a:ext uri="{FF2B5EF4-FFF2-40B4-BE49-F238E27FC236}">
                      <a16:creationId xmlns:a16="http://schemas.microsoft.com/office/drawing/2014/main" id="{02440942-332A-7686-C623-24EC52C9BE21}"/>
                    </a:ext>
                  </a:extLst>
                </p:cNvPr>
                <p:cNvSpPr/>
                <p:nvPr/>
              </p:nvSpPr>
              <p:spPr>
                <a:xfrm rot="655801" flipH="1">
                  <a:off x="6207416" y="3774548"/>
                  <a:ext cx="49476" cy="223589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A20CE14C-4869-4F44-AA74-0332FCB705D2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03777625-9D0D-71B7-3F70-1B3A829CDD05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DE974D21-169C-5DEF-5E1E-9E2E9D5A763A}"/>
                </a:ext>
              </a:extLst>
            </p:cNvPr>
            <p:cNvGrpSpPr/>
            <p:nvPr/>
          </p:nvGrpSpPr>
          <p:grpSpPr>
            <a:xfrm flipV="1">
              <a:off x="3591454" y="2847789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9F2E8D71-C6E2-8D8C-2771-4121DC2ED8CB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14" name="Rectángulo: esquinas redondeadas 13">
                  <a:extLst>
                    <a:ext uri="{FF2B5EF4-FFF2-40B4-BE49-F238E27FC236}">
                      <a16:creationId xmlns:a16="http://schemas.microsoft.com/office/drawing/2014/main" id="{C25081DB-D03D-B729-2D13-7DE3F262C638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" name="Rectángulo: esquinas redondeadas 14">
                  <a:extLst>
                    <a:ext uri="{FF2B5EF4-FFF2-40B4-BE49-F238E27FC236}">
                      <a16:creationId xmlns:a16="http://schemas.microsoft.com/office/drawing/2014/main" id="{38C2CBC6-6435-440B-6A3A-5BD9AFCD202B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8014ED7C-F197-54A5-BD08-4C9304534EEE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5DF41F36-D8FF-D76F-F0BC-43DCA21601CB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DDF4AC66-4FD2-EA16-EB94-33E2820160B2}"/>
              </a:ext>
            </a:extLst>
          </p:cNvPr>
          <p:cNvGrpSpPr/>
          <p:nvPr/>
        </p:nvGrpSpPr>
        <p:grpSpPr>
          <a:xfrm rot="5151436">
            <a:off x="5378332" y="793372"/>
            <a:ext cx="566675" cy="1691800"/>
            <a:chOff x="2374194" y="2848341"/>
            <a:chExt cx="685443" cy="2067229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373539C9-16F0-7967-9838-4D6E9A468C28}"/>
                </a:ext>
              </a:extLst>
            </p:cNvPr>
            <p:cNvGrpSpPr/>
            <p:nvPr/>
          </p:nvGrpSpPr>
          <p:grpSpPr>
            <a:xfrm>
              <a:off x="2716948" y="3859120"/>
              <a:ext cx="342689" cy="1056450"/>
              <a:chOff x="5808395" y="3718253"/>
              <a:chExt cx="276758" cy="836445"/>
            </a:xfrm>
          </p:grpSpPr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7EC61F9D-3AA2-DC62-8E3E-919D0B3AD586}"/>
                  </a:ext>
                </a:extLst>
              </p:cNvPr>
              <p:cNvGrpSpPr/>
              <p:nvPr/>
            </p:nvGrpSpPr>
            <p:grpSpPr>
              <a:xfrm>
                <a:off x="5808395" y="3718253"/>
                <a:ext cx="184852" cy="473941"/>
                <a:chOff x="6165845" y="3717239"/>
                <a:chExt cx="184852" cy="473941"/>
              </a:xfrm>
            </p:grpSpPr>
            <p:sp>
              <p:nvSpPr>
                <p:cNvPr id="32" name="Rectángulo: esquinas redondeadas 31">
                  <a:extLst>
                    <a:ext uri="{FF2B5EF4-FFF2-40B4-BE49-F238E27FC236}">
                      <a16:creationId xmlns:a16="http://schemas.microsoft.com/office/drawing/2014/main" id="{48ED625B-045E-4D2E-E796-EB527DC9D157}"/>
                    </a:ext>
                  </a:extLst>
                </p:cNvPr>
                <p:cNvSpPr/>
                <p:nvPr/>
              </p:nvSpPr>
              <p:spPr>
                <a:xfrm rot="20522031">
                  <a:off x="6165845" y="3717239"/>
                  <a:ext cx="184852" cy="473941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3" name="Rectángulo: esquinas redondeadas 32">
                  <a:extLst>
                    <a:ext uri="{FF2B5EF4-FFF2-40B4-BE49-F238E27FC236}">
                      <a16:creationId xmlns:a16="http://schemas.microsoft.com/office/drawing/2014/main" id="{62487FF4-28B5-5E54-D34F-5F31CB2B01AE}"/>
                    </a:ext>
                  </a:extLst>
                </p:cNvPr>
                <p:cNvSpPr/>
                <p:nvPr/>
              </p:nvSpPr>
              <p:spPr>
                <a:xfrm rot="622646" flipH="1">
                  <a:off x="6207873" y="3795106"/>
                  <a:ext cx="46037" cy="203887"/>
                </a:xfrm>
                <a:prstGeom prst="roundRect">
                  <a:avLst>
                    <a:gd name="adj" fmla="val 40457"/>
                  </a:avLst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0825D7A8-DC41-D079-8EE1-8F9FEA352605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5E179050-A505-D1D1-E3A5-053578D473F4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7B2318C5-AF02-A67F-1E6D-065DBBE856E4}"/>
                </a:ext>
              </a:extLst>
            </p:cNvPr>
            <p:cNvGrpSpPr/>
            <p:nvPr/>
          </p:nvGrpSpPr>
          <p:grpSpPr>
            <a:xfrm flipH="1" flipV="1">
              <a:off x="2374194" y="2848341"/>
              <a:ext cx="341888" cy="1051388"/>
              <a:chOff x="5809042" y="3722261"/>
              <a:chExt cx="276111" cy="832437"/>
            </a:xfrm>
            <a:noFill/>
          </p:grpSpPr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4BBE3D62-D75D-7590-C30E-6D61BD7E8167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158346" cy="473941"/>
                <a:chOff x="6166492" y="3721247"/>
                <a:chExt cx="158346" cy="473941"/>
              </a:xfrm>
              <a:grpFill/>
            </p:grpSpPr>
            <p:sp>
              <p:nvSpPr>
                <p:cNvPr id="27" name="Rectángulo: esquinas redondeadas 26">
                  <a:extLst>
                    <a:ext uri="{FF2B5EF4-FFF2-40B4-BE49-F238E27FC236}">
                      <a16:creationId xmlns:a16="http://schemas.microsoft.com/office/drawing/2014/main" id="{40E3801B-E06E-F502-1371-DC951A74D40D}"/>
                    </a:ext>
                  </a:extLst>
                </p:cNvPr>
                <p:cNvSpPr/>
                <p:nvPr/>
              </p:nvSpPr>
              <p:spPr>
                <a:xfrm rot="20522031">
                  <a:off x="6166492" y="3721247"/>
                  <a:ext cx="158346" cy="473941"/>
                </a:xfrm>
                <a:prstGeom prst="round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" name="Rectángulo: esquinas redondeadas 27">
                  <a:extLst>
                    <a:ext uri="{FF2B5EF4-FFF2-40B4-BE49-F238E27FC236}">
                      <a16:creationId xmlns:a16="http://schemas.microsoft.com/office/drawing/2014/main" id="{704FAEC9-C1D2-F70C-99CD-6AEB6BFEAA6F}"/>
                    </a:ext>
                  </a:extLst>
                </p:cNvPr>
                <p:cNvSpPr/>
                <p:nvPr/>
              </p:nvSpPr>
              <p:spPr>
                <a:xfrm rot="231950" flipH="1">
                  <a:off x="6202247" y="3774966"/>
                  <a:ext cx="45719" cy="216078"/>
                </a:xfrm>
                <a:prstGeom prst="roundRect">
                  <a:avLst>
                    <a:gd name="adj" fmla="val 40457"/>
                  </a:avLst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A6B34D78-F487-5D69-5732-57FE0AA8BA57}"/>
                  </a:ext>
                </a:extLst>
              </p:cNvPr>
              <p:cNvSpPr/>
              <p:nvPr/>
            </p:nvSpPr>
            <p:spPr>
              <a:xfrm rot="20446603">
                <a:off x="5872725" y="4154646"/>
                <a:ext cx="212428" cy="60403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44D6A458-D106-48B3-00BE-52939893B491}"/>
                  </a:ext>
                </a:extLst>
              </p:cNvPr>
              <p:cNvSpPr/>
              <p:nvPr/>
            </p:nvSpPr>
            <p:spPr>
              <a:xfrm rot="20446603">
                <a:off x="5969456" y="4217860"/>
                <a:ext cx="68932" cy="336838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91E5291E-3FB7-33E5-6337-37F1E3AEA6CE}"/>
              </a:ext>
            </a:extLst>
          </p:cNvPr>
          <p:cNvGrpSpPr/>
          <p:nvPr/>
        </p:nvGrpSpPr>
        <p:grpSpPr>
          <a:xfrm rot="5151436">
            <a:off x="5779040" y="1106875"/>
            <a:ext cx="796825" cy="1722615"/>
            <a:chOff x="5775707" y="2428623"/>
            <a:chExt cx="778396" cy="1666542"/>
          </a:xfrm>
        </p:grpSpPr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16FBD59-4F08-59F4-50BD-090E1C51A94B}"/>
                </a:ext>
              </a:extLst>
            </p:cNvPr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37" name="Grupo 36">
                <a:extLst>
                  <a:ext uri="{FF2B5EF4-FFF2-40B4-BE49-F238E27FC236}">
                    <a16:creationId xmlns:a16="http://schemas.microsoft.com/office/drawing/2014/main" id="{A2391531-7D87-B526-A338-D1C0167EB839}"/>
                  </a:ext>
                </a:extLst>
              </p:cNvPr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DA24946D-E14A-4897-E187-EF18A97C8CA0}"/>
                    </a:ext>
                  </a:extLst>
                </p:cNvPr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grpSp>
              <p:nvGrpSpPr>
                <p:cNvPr id="53" name="Grupo 52">
                  <a:extLst>
                    <a:ext uri="{FF2B5EF4-FFF2-40B4-BE49-F238E27FC236}">
                      <a16:creationId xmlns:a16="http://schemas.microsoft.com/office/drawing/2014/main" id="{F9D364EB-58EF-56EF-6A2E-5918D2B5B602}"/>
                    </a:ext>
                  </a:extLst>
                </p:cNvPr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  <a:grpFill/>
              </p:grpSpPr>
              <p:sp>
                <p:nvSpPr>
                  <p:cNvPr id="54" name="Rectángulo 53">
                    <a:extLst>
                      <a:ext uri="{FF2B5EF4-FFF2-40B4-BE49-F238E27FC236}">
                        <a16:creationId xmlns:a16="http://schemas.microsoft.com/office/drawing/2014/main" id="{8099C396-D3F4-BAE1-2C1C-D44749280783}"/>
                      </a:ext>
                    </a:extLst>
                  </p:cNvPr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5" name="Rectángulo 54">
                    <a:extLst>
                      <a:ext uri="{FF2B5EF4-FFF2-40B4-BE49-F238E27FC236}">
                        <a16:creationId xmlns:a16="http://schemas.microsoft.com/office/drawing/2014/main" id="{243870ED-BE83-5FE0-447D-588F29DBC0CE}"/>
                      </a:ext>
                    </a:extLst>
                  </p:cNvPr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A316BD73-320D-F990-5622-7F8DC516D40A}"/>
                  </a:ext>
                </a:extLst>
              </p:cNvPr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39" name="Grupo 38">
                  <a:extLst>
                    <a:ext uri="{FF2B5EF4-FFF2-40B4-BE49-F238E27FC236}">
                      <a16:creationId xmlns:a16="http://schemas.microsoft.com/office/drawing/2014/main" id="{698350B0-0A03-834C-E1CE-267A51E1BA57}"/>
                    </a:ext>
                  </a:extLst>
                </p:cNvPr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44" name="Grupo 43">
                    <a:extLst>
                      <a:ext uri="{FF2B5EF4-FFF2-40B4-BE49-F238E27FC236}">
                        <a16:creationId xmlns:a16="http://schemas.microsoft.com/office/drawing/2014/main" id="{5E3E0901-CA6A-5246-CBB6-7D18D5676E20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49" name="Rectángulo 48">
                      <a:extLst>
                        <a:ext uri="{FF2B5EF4-FFF2-40B4-BE49-F238E27FC236}">
                          <a16:creationId xmlns:a16="http://schemas.microsoft.com/office/drawing/2014/main" id="{A93EF31F-3F34-6B58-6734-22B17EDCA6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0" name="Rectángulo 49">
                      <a:extLst>
                        <a:ext uri="{FF2B5EF4-FFF2-40B4-BE49-F238E27FC236}">
                          <a16:creationId xmlns:a16="http://schemas.microsoft.com/office/drawing/2014/main" id="{C96B8249-1A1C-DE3B-3F12-BAE0C07367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51" name="Marco 50">
                      <a:extLst>
                        <a:ext uri="{FF2B5EF4-FFF2-40B4-BE49-F238E27FC236}">
                          <a16:creationId xmlns:a16="http://schemas.microsoft.com/office/drawing/2014/main" id="{6E1077B3-69F0-B3C6-0766-6A9EFD213C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name="adj1" fmla="val 7853"/>
                      </a:avLst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5" name="Grupo 44">
                    <a:extLst>
                      <a:ext uri="{FF2B5EF4-FFF2-40B4-BE49-F238E27FC236}">
                        <a16:creationId xmlns:a16="http://schemas.microsoft.com/office/drawing/2014/main" id="{38A86FDA-0428-3C11-C9C4-008208CAE8C4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46" name="Rectángulo 45">
                      <a:extLst>
                        <a:ext uri="{FF2B5EF4-FFF2-40B4-BE49-F238E27FC236}">
                          <a16:creationId xmlns:a16="http://schemas.microsoft.com/office/drawing/2014/main" id="{E04CF458-6C47-E013-DAFC-D31701D0DC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47" name="Rectángulo 46">
                      <a:extLst>
                        <a:ext uri="{FF2B5EF4-FFF2-40B4-BE49-F238E27FC236}">
                          <a16:creationId xmlns:a16="http://schemas.microsoft.com/office/drawing/2014/main" id="{4CCADA3B-0285-7CE7-DD4C-E14EAD13BD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48" name="Rectángulo 47">
                      <a:extLst>
                        <a:ext uri="{FF2B5EF4-FFF2-40B4-BE49-F238E27FC236}">
                          <a16:creationId xmlns:a16="http://schemas.microsoft.com/office/drawing/2014/main" id="{AEAD9A87-56D4-62FA-A5FA-76F9787045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AC5AA4B3-EE02-B0B5-0930-BEC1ABCDA9A6}"/>
                    </a:ext>
                  </a:extLst>
                </p:cNvPr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41" name="Rectángulo 40">
                    <a:extLst>
                      <a:ext uri="{FF2B5EF4-FFF2-40B4-BE49-F238E27FC236}">
                        <a16:creationId xmlns:a16="http://schemas.microsoft.com/office/drawing/2014/main" id="{4C76F963-CEAA-2F5E-C777-C1C26A129D9D}"/>
                      </a:ext>
                    </a:extLst>
                  </p:cNvPr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42" name="Rectángulo 41">
                    <a:extLst>
                      <a:ext uri="{FF2B5EF4-FFF2-40B4-BE49-F238E27FC236}">
                        <a16:creationId xmlns:a16="http://schemas.microsoft.com/office/drawing/2014/main" id="{4772C718-8F48-FEE9-A196-AC1850487A2A}"/>
                      </a:ext>
                    </a:extLst>
                  </p:cNvPr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3" name="Rectángulo 42">
                    <a:extLst>
                      <a:ext uri="{FF2B5EF4-FFF2-40B4-BE49-F238E27FC236}">
                        <a16:creationId xmlns:a16="http://schemas.microsoft.com/office/drawing/2014/main" id="{7ED02EFF-3CCC-EE99-A1B2-993F096BB267}"/>
                      </a:ext>
                    </a:extLst>
                  </p:cNvPr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313D4865-1998-5A8F-8BAD-B6059757EDB6}"/>
                </a:ext>
              </a:extLst>
            </p:cNvPr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bg1">
                  <a:lumMod val="65000"/>
                </a:schemeClr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D24F9815-0BF9-2EBA-319C-BFC894D6C622}"/>
              </a:ext>
            </a:extLst>
          </p:cNvPr>
          <p:cNvGrpSpPr/>
          <p:nvPr/>
        </p:nvGrpSpPr>
        <p:grpSpPr>
          <a:xfrm rot="5151436">
            <a:off x="5061129" y="1963319"/>
            <a:ext cx="796736" cy="112283"/>
            <a:chOff x="2676060" y="4093308"/>
            <a:chExt cx="963722" cy="137200"/>
          </a:xfrm>
        </p:grpSpPr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D1DA56EA-E592-8BED-D5C3-69B017BCCF4C}"/>
                </a:ext>
              </a:extLst>
            </p:cNvPr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8475E3AD-ECA8-C0FD-4AC9-C98F79E1236F}"/>
                </a:ext>
              </a:extLst>
            </p:cNvPr>
            <p:cNvGrpSpPr/>
            <p:nvPr/>
          </p:nvGrpSpPr>
          <p:grpSpPr>
            <a:xfrm>
              <a:off x="2676060" y="4130453"/>
              <a:ext cx="963722" cy="100055"/>
              <a:chOff x="2676060" y="4130453"/>
              <a:chExt cx="963722" cy="100055"/>
            </a:xfrm>
          </p:grpSpPr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99EFBC2A-5622-4A8B-36DA-4741C9B34576}"/>
                  </a:ext>
                </a:extLst>
              </p:cNvPr>
              <p:cNvGrpSpPr/>
              <p:nvPr/>
            </p:nvGrpSpPr>
            <p:grpSpPr>
              <a:xfrm>
                <a:off x="2676060" y="4130453"/>
                <a:ext cx="963722" cy="75413"/>
                <a:chOff x="5775047" y="3892550"/>
                <a:chExt cx="778309" cy="59708"/>
              </a:xfrm>
            </p:grpSpPr>
            <p:sp>
              <p:nvSpPr>
                <p:cNvPr id="61" name="Rectángulo 60">
                  <a:extLst>
                    <a:ext uri="{FF2B5EF4-FFF2-40B4-BE49-F238E27FC236}">
                      <a16:creationId xmlns:a16="http://schemas.microsoft.com/office/drawing/2014/main" id="{F26DD40C-C1FB-96F2-DB72-412C3F8A9F96}"/>
                    </a:ext>
                  </a:extLst>
                </p:cNvPr>
                <p:cNvSpPr/>
                <p:nvPr/>
              </p:nvSpPr>
              <p:spPr>
                <a:xfrm rot="162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2" name="Elipse 61">
                  <a:extLst>
                    <a:ext uri="{FF2B5EF4-FFF2-40B4-BE49-F238E27FC236}">
                      <a16:creationId xmlns:a16="http://schemas.microsoft.com/office/drawing/2014/main" id="{CDAC5BAD-49E6-DD28-471B-12540E76C692}"/>
                    </a:ext>
                  </a:extLst>
                </p:cNvPr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3" name="Elipse 62">
                  <a:extLst>
                    <a:ext uri="{FF2B5EF4-FFF2-40B4-BE49-F238E27FC236}">
                      <a16:creationId xmlns:a16="http://schemas.microsoft.com/office/drawing/2014/main" id="{23D93A7E-5510-4D61-894E-81B20DC05FAC}"/>
                    </a:ext>
                  </a:extLst>
                </p:cNvPr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67F4688C-2735-D23D-97EB-A45129F9CBF5}"/>
                  </a:ext>
                </a:extLst>
              </p:cNvPr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ABE0E64-0000-D8E4-7B2B-1E4CE5CE7925}"/>
              </a:ext>
            </a:extLst>
          </p:cNvPr>
          <p:cNvGrpSpPr/>
          <p:nvPr/>
        </p:nvGrpSpPr>
        <p:grpSpPr>
          <a:xfrm rot="297357">
            <a:off x="7452980" y="1750589"/>
            <a:ext cx="2288079" cy="2013940"/>
            <a:chOff x="5734796" y="1871886"/>
            <a:chExt cx="2288079" cy="201394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A51EEE2-064A-76DC-382F-90096D01D6DB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08" name="Grupo 707">
                <a:extLst>
                  <a:ext uri="{FF2B5EF4-FFF2-40B4-BE49-F238E27FC236}">
                    <a16:creationId xmlns:a16="http://schemas.microsoft.com/office/drawing/2014/main" id="{BFD73A20-1643-C5F1-93E3-BFC2CAF110B6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10" name="Elipse 709">
                  <a:extLst>
                    <a:ext uri="{FF2B5EF4-FFF2-40B4-BE49-F238E27FC236}">
                      <a16:creationId xmlns:a16="http://schemas.microsoft.com/office/drawing/2014/main" id="{50C75A14-7DE8-4730-EA9D-B8FF1813F252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1" name="Diagrama de flujo: operación manual 710">
                  <a:extLst>
                    <a:ext uri="{FF2B5EF4-FFF2-40B4-BE49-F238E27FC236}">
                      <a16:creationId xmlns:a16="http://schemas.microsoft.com/office/drawing/2014/main" id="{CDCD649E-4A98-0D17-042E-9B9A72B20EF8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09" name="Elipse 708">
                <a:extLst>
                  <a:ext uri="{FF2B5EF4-FFF2-40B4-BE49-F238E27FC236}">
                    <a16:creationId xmlns:a16="http://schemas.microsoft.com/office/drawing/2014/main" id="{8CF6547A-7775-893E-675F-97A1545F1084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" name="Diagrama de flujo: operación manual 6">
              <a:extLst>
                <a:ext uri="{FF2B5EF4-FFF2-40B4-BE49-F238E27FC236}">
                  <a16:creationId xmlns:a16="http://schemas.microsoft.com/office/drawing/2014/main" id="{BA538EF7-7855-3919-F901-831A45D4BB7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898" name="Grupo 897">
            <a:extLst>
              <a:ext uri="{FF2B5EF4-FFF2-40B4-BE49-F238E27FC236}">
                <a16:creationId xmlns:a16="http://schemas.microsoft.com/office/drawing/2014/main" id="{A2C35F7C-60AC-B297-BFED-2AFD6E57B157}"/>
              </a:ext>
            </a:extLst>
          </p:cNvPr>
          <p:cNvGrpSpPr/>
          <p:nvPr/>
        </p:nvGrpSpPr>
        <p:grpSpPr>
          <a:xfrm rot="600000">
            <a:off x="6749442" y="1333028"/>
            <a:ext cx="1318435" cy="1266043"/>
            <a:chOff x="6641702" y="1526452"/>
            <a:chExt cx="1318435" cy="1266043"/>
          </a:xfrm>
        </p:grpSpPr>
        <p:grpSp>
          <p:nvGrpSpPr>
            <p:cNvPr id="899" name="Grupo 898">
              <a:extLst>
                <a:ext uri="{FF2B5EF4-FFF2-40B4-BE49-F238E27FC236}">
                  <a16:creationId xmlns:a16="http://schemas.microsoft.com/office/drawing/2014/main" id="{4ECD905E-E6AF-BFB2-E1EA-1CDF36A4769D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</p:grpSpPr>
          <p:grpSp>
            <p:nvGrpSpPr>
              <p:cNvPr id="901" name="Grupo 900">
                <a:extLst>
                  <a:ext uri="{FF2B5EF4-FFF2-40B4-BE49-F238E27FC236}">
                    <a16:creationId xmlns:a16="http://schemas.microsoft.com/office/drawing/2014/main" id="{EEB4F93E-B597-5BA1-57B7-186A3882F712}"/>
                  </a:ext>
                </a:extLst>
              </p:cNvPr>
              <p:cNvGrpSpPr/>
              <p:nvPr/>
            </p:nvGrpSpPr>
            <p:grpSpPr>
              <a:xfrm rot="785047">
                <a:off x="6641702" y="1526452"/>
                <a:ext cx="1192937" cy="1266043"/>
                <a:chOff x="6040669" y="1851040"/>
                <a:chExt cx="1192937" cy="1266043"/>
              </a:xfrm>
            </p:grpSpPr>
            <p:grpSp>
              <p:nvGrpSpPr>
                <p:cNvPr id="903" name="Grupo 902">
                  <a:extLst>
                    <a:ext uri="{FF2B5EF4-FFF2-40B4-BE49-F238E27FC236}">
                      <a16:creationId xmlns:a16="http://schemas.microsoft.com/office/drawing/2014/main" id="{A4A7F015-9A42-DD42-A005-DE971363D27E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</p:grpSpPr>
              <p:grpSp>
                <p:nvGrpSpPr>
                  <p:cNvPr id="905" name="Grupo 904">
                    <a:extLst>
                      <a:ext uri="{FF2B5EF4-FFF2-40B4-BE49-F238E27FC236}">
                        <a16:creationId xmlns:a16="http://schemas.microsoft.com/office/drawing/2014/main" id="{AE93767B-3D16-E47A-F419-C0548B07E1AB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</p:grpSpPr>
                <p:grpSp>
                  <p:nvGrpSpPr>
                    <p:cNvPr id="907" name="Grupo 906">
                      <a:extLst>
                        <a:ext uri="{FF2B5EF4-FFF2-40B4-BE49-F238E27FC236}">
                          <a16:creationId xmlns:a16="http://schemas.microsoft.com/office/drawing/2014/main" id="{A6A9F1B6-6914-6E3E-6C7A-C1475A2329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grpSp>
                    <p:nvGrpSpPr>
                      <p:cNvPr id="909" name="Grupo 908">
                        <a:extLst>
                          <a:ext uri="{FF2B5EF4-FFF2-40B4-BE49-F238E27FC236}">
                            <a16:creationId xmlns:a16="http://schemas.microsoft.com/office/drawing/2014/main" id="{48A15460-2B13-25D5-BE7C-33F439AE29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911" name="Elipse 910">
                          <a:extLst>
                            <a:ext uri="{FF2B5EF4-FFF2-40B4-BE49-F238E27FC236}">
                              <a16:creationId xmlns:a16="http://schemas.microsoft.com/office/drawing/2014/main" id="{0CE69D44-D18C-5322-8E40-20B252D8AA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12" name="Diagrama de flujo: operación manual 911">
                          <a:extLst>
                            <a:ext uri="{FF2B5EF4-FFF2-40B4-BE49-F238E27FC236}">
                              <a16:creationId xmlns:a16="http://schemas.microsoft.com/office/drawing/2014/main" id="{7170E10A-FCE2-E30A-9609-2F3B39FD5F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10" name="Elipse 909">
                        <a:extLst>
                          <a:ext uri="{FF2B5EF4-FFF2-40B4-BE49-F238E27FC236}">
                            <a16:creationId xmlns:a16="http://schemas.microsoft.com/office/drawing/2014/main" id="{8A16BDBB-88E8-EFE1-A970-D97329771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8" name="Diagrama de flujo: operación manual 907">
                      <a:extLst>
                        <a:ext uri="{FF2B5EF4-FFF2-40B4-BE49-F238E27FC236}">
                          <a16:creationId xmlns:a16="http://schemas.microsoft.com/office/drawing/2014/main" id="{D22AD5A4-5CE3-3887-14AC-653A2C5A6D7D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6" name="Elipse 905">
                    <a:extLst>
                      <a:ext uri="{FF2B5EF4-FFF2-40B4-BE49-F238E27FC236}">
                        <a16:creationId xmlns:a16="http://schemas.microsoft.com/office/drawing/2014/main" id="{F6A362AF-DEDA-0437-E00B-E0C5E5C30BB7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4" name="Elipse 903">
                  <a:extLst>
                    <a:ext uri="{FF2B5EF4-FFF2-40B4-BE49-F238E27FC236}">
                      <a16:creationId xmlns:a16="http://schemas.microsoft.com/office/drawing/2014/main" id="{AD260F28-9049-B9B1-7951-DB8F3F79C27A}"/>
                    </a:ext>
                  </a:extLst>
                </p:cNvPr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02" name="Elipse 901">
                <a:extLst>
                  <a:ext uri="{FF2B5EF4-FFF2-40B4-BE49-F238E27FC236}">
                    <a16:creationId xmlns:a16="http://schemas.microsoft.com/office/drawing/2014/main" id="{8E70C639-CEC4-72ED-DEFC-7BE52CC6FBB1}"/>
                  </a:ext>
                </a:extLst>
              </p:cNvPr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00" name="Elipse 899">
              <a:extLst>
                <a:ext uri="{FF2B5EF4-FFF2-40B4-BE49-F238E27FC236}">
                  <a16:creationId xmlns:a16="http://schemas.microsoft.com/office/drawing/2014/main" id="{663C2139-1C74-F536-6879-50576C60A161}"/>
                </a:ext>
              </a:extLst>
            </p:cNvPr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990" name="Subtítulo 2">
            <a:extLst>
              <a:ext uri="{FF2B5EF4-FFF2-40B4-BE49-F238E27FC236}">
                <a16:creationId xmlns:a16="http://schemas.microsoft.com/office/drawing/2014/main" id="{7D8B0531-F28E-3C5A-9CAE-35FE44885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991" name="Cerrar llave 990">
            <a:extLst>
              <a:ext uri="{FF2B5EF4-FFF2-40B4-BE49-F238E27FC236}">
                <a16:creationId xmlns:a16="http://schemas.microsoft.com/office/drawing/2014/main" id="{3D147CB0-BCD5-F8CE-7CDA-DA174685CAB9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2" name="CuadroTexto 991">
            <a:extLst>
              <a:ext uri="{FF2B5EF4-FFF2-40B4-BE49-F238E27FC236}">
                <a16:creationId xmlns:a16="http://schemas.microsoft.com/office/drawing/2014/main" id="{864ABEFD-1A7D-6BC3-AF5A-68BEE00F564F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395631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200000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4.44444E-6 L 0.01237 -0.0009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rupo 1170">
            <a:extLst>
              <a:ext uri="{FF2B5EF4-FFF2-40B4-BE49-F238E27FC236}">
                <a16:creationId xmlns:a16="http://schemas.microsoft.com/office/drawing/2014/main" id="{68DAA857-8C61-DD70-E6FC-11DCD14C7701}"/>
              </a:ext>
            </a:extLst>
          </p:cNvPr>
          <p:cNvGrpSpPr/>
          <p:nvPr/>
        </p:nvGrpSpPr>
        <p:grpSpPr>
          <a:xfrm>
            <a:off x="4815770" y="1150053"/>
            <a:ext cx="3958903" cy="1540811"/>
            <a:chOff x="4815770" y="1150053"/>
            <a:chExt cx="3958903" cy="1540811"/>
          </a:xfrm>
        </p:grpSpPr>
        <p:grpSp>
          <p:nvGrpSpPr>
            <p:cNvPr id="1038" name="Grupo 1037">
              <a:extLst>
                <a:ext uri="{FF2B5EF4-FFF2-40B4-BE49-F238E27FC236}">
                  <a16:creationId xmlns:a16="http://schemas.microsoft.com/office/drawing/2014/main" id="{ADE5305C-5FA6-E7E8-A7A8-5B1EF7F0E6E7}"/>
                </a:ext>
              </a:extLst>
            </p:cNvPr>
            <p:cNvGrpSpPr/>
            <p:nvPr/>
          </p:nvGrpSpPr>
          <p:grpSpPr>
            <a:xfrm>
              <a:off x="4815770" y="1355934"/>
              <a:ext cx="2222990" cy="1334930"/>
              <a:chOff x="4815770" y="1355934"/>
              <a:chExt cx="2222990" cy="1334930"/>
            </a:xfrm>
          </p:grpSpPr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4B4A3531-917B-846D-2758-21C70D097E3E}"/>
                  </a:ext>
                </a:extLst>
              </p:cNvPr>
              <p:cNvGrpSpPr/>
              <p:nvPr/>
            </p:nvGrpSpPr>
            <p:grpSpPr>
              <a:xfrm rot="3960000">
                <a:off x="5443097" y="1563968"/>
                <a:ext cx="561266" cy="1692526"/>
                <a:chOff x="3254442" y="2847789"/>
                <a:chExt cx="678900" cy="2068116"/>
              </a:xfrm>
            </p:grpSpPr>
            <p:grpSp>
              <p:nvGrpSpPr>
                <p:cNvPr id="980" name="Grupo 979">
                  <a:extLst>
                    <a:ext uri="{FF2B5EF4-FFF2-40B4-BE49-F238E27FC236}">
                      <a16:creationId xmlns:a16="http://schemas.microsoft.com/office/drawing/2014/main" id="{5EAFEA14-0724-837F-E90C-EFE770D719C6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</p:grpSpPr>
              <p:grpSp>
                <p:nvGrpSpPr>
                  <p:cNvPr id="991" name="Grupo 990">
                    <a:extLst>
                      <a:ext uri="{FF2B5EF4-FFF2-40B4-BE49-F238E27FC236}">
                        <a16:creationId xmlns:a16="http://schemas.microsoft.com/office/drawing/2014/main" id="{16077F19-A2D8-E424-EFB6-7A0E0ADDACF2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</p:grpSpPr>
                <p:sp>
                  <p:nvSpPr>
                    <p:cNvPr id="994" name="Rectángulo: esquinas redondeadas 993">
                      <a:extLst>
                        <a:ext uri="{FF2B5EF4-FFF2-40B4-BE49-F238E27FC236}">
                          <a16:creationId xmlns:a16="http://schemas.microsoft.com/office/drawing/2014/main" id="{0611D07B-9F46-8A1D-4C6B-AC226882798E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95" name="Rectángulo: esquinas redondeadas 994">
                      <a:extLst>
                        <a:ext uri="{FF2B5EF4-FFF2-40B4-BE49-F238E27FC236}">
                          <a16:creationId xmlns:a16="http://schemas.microsoft.com/office/drawing/2014/main" id="{442184AB-6A44-FE4C-C49C-9BB74D9621F7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92" name="Rectángulo 991">
                    <a:extLst>
                      <a:ext uri="{FF2B5EF4-FFF2-40B4-BE49-F238E27FC236}">
                        <a16:creationId xmlns:a16="http://schemas.microsoft.com/office/drawing/2014/main" id="{FEF06B2A-3AD0-D89D-8AF9-A381C199FC7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93" name="Rectángulo 992">
                    <a:extLst>
                      <a:ext uri="{FF2B5EF4-FFF2-40B4-BE49-F238E27FC236}">
                        <a16:creationId xmlns:a16="http://schemas.microsoft.com/office/drawing/2014/main" id="{120DADAE-5F33-48A1-B3B4-C766023FA509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81" name="Grupo 980">
                  <a:extLst>
                    <a:ext uri="{FF2B5EF4-FFF2-40B4-BE49-F238E27FC236}">
                      <a16:creationId xmlns:a16="http://schemas.microsoft.com/office/drawing/2014/main" id="{07F1CC51-6ED4-3E11-11BD-0B97B7071B37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986" name="Grupo 985">
                    <a:extLst>
                      <a:ext uri="{FF2B5EF4-FFF2-40B4-BE49-F238E27FC236}">
                        <a16:creationId xmlns:a16="http://schemas.microsoft.com/office/drawing/2014/main" id="{E5E3A954-3E6D-2ADE-64AB-85A2B6746485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989" name="Rectángulo: esquinas redondeadas 988">
                      <a:extLst>
                        <a:ext uri="{FF2B5EF4-FFF2-40B4-BE49-F238E27FC236}">
                          <a16:creationId xmlns:a16="http://schemas.microsoft.com/office/drawing/2014/main" id="{FEE48E80-89F0-5E94-EB0D-3809F8B3F22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90" name="Rectángulo: esquinas redondeadas 989">
                      <a:extLst>
                        <a:ext uri="{FF2B5EF4-FFF2-40B4-BE49-F238E27FC236}">
                          <a16:creationId xmlns:a16="http://schemas.microsoft.com/office/drawing/2014/main" id="{BB44FBF3-7415-D411-9B80-E12D3CD35D83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987" name="Rectángulo 986">
                    <a:extLst>
                      <a:ext uri="{FF2B5EF4-FFF2-40B4-BE49-F238E27FC236}">
                        <a16:creationId xmlns:a16="http://schemas.microsoft.com/office/drawing/2014/main" id="{F000B976-8AB1-74A3-FFC2-2F0B1A60224D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88" name="Rectángulo 987">
                    <a:extLst>
                      <a:ext uri="{FF2B5EF4-FFF2-40B4-BE49-F238E27FC236}">
                        <a16:creationId xmlns:a16="http://schemas.microsoft.com/office/drawing/2014/main" id="{BD52ED38-D401-CABB-6049-26BE91B52552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996" name="Grupo 995">
                <a:extLst>
                  <a:ext uri="{FF2B5EF4-FFF2-40B4-BE49-F238E27FC236}">
                    <a16:creationId xmlns:a16="http://schemas.microsoft.com/office/drawing/2014/main" id="{F4F54822-0FE2-6B5C-5A59-E5795820FDAF}"/>
                  </a:ext>
                </a:extLst>
              </p:cNvPr>
              <p:cNvGrpSpPr/>
              <p:nvPr/>
            </p:nvGrpSpPr>
            <p:grpSpPr>
              <a:xfrm rot="6360000">
                <a:off x="5378332" y="793372"/>
                <a:ext cx="566675" cy="1691800"/>
                <a:chOff x="2374194" y="2848341"/>
                <a:chExt cx="685443" cy="2067229"/>
              </a:xfrm>
            </p:grpSpPr>
            <p:grpSp>
              <p:nvGrpSpPr>
                <p:cNvPr id="997" name="Grupo 996">
                  <a:extLst>
                    <a:ext uri="{FF2B5EF4-FFF2-40B4-BE49-F238E27FC236}">
                      <a16:creationId xmlns:a16="http://schemas.microsoft.com/office/drawing/2014/main" id="{C9C3BD8C-7AFE-AACF-54F7-16C7A9F5617E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</p:grpSpPr>
              <p:grpSp>
                <p:nvGrpSpPr>
                  <p:cNvPr id="1004" name="Grupo 1003">
                    <a:extLst>
                      <a:ext uri="{FF2B5EF4-FFF2-40B4-BE49-F238E27FC236}">
                        <a16:creationId xmlns:a16="http://schemas.microsoft.com/office/drawing/2014/main" id="{446CAC1F-52DE-AE6A-A0DF-9B66C774D673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</p:grpSpPr>
                <p:sp>
                  <p:nvSpPr>
                    <p:cNvPr id="1008" name="Rectángulo: esquinas redondeadas 1007">
                      <a:extLst>
                        <a:ext uri="{FF2B5EF4-FFF2-40B4-BE49-F238E27FC236}">
                          <a16:creationId xmlns:a16="http://schemas.microsoft.com/office/drawing/2014/main" id="{B19D56E1-7290-52B2-A5EF-01888E35B53E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09" name="Rectángulo: esquinas redondeadas 1008">
                      <a:extLst>
                        <a:ext uri="{FF2B5EF4-FFF2-40B4-BE49-F238E27FC236}">
                          <a16:creationId xmlns:a16="http://schemas.microsoft.com/office/drawing/2014/main" id="{3666BC98-7686-78CC-40F0-32D950A6314B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06" name="Rectángulo 1005">
                    <a:extLst>
                      <a:ext uri="{FF2B5EF4-FFF2-40B4-BE49-F238E27FC236}">
                        <a16:creationId xmlns:a16="http://schemas.microsoft.com/office/drawing/2014/main" id="{BA30AA8D-B2A0-100B-64F9-AA272A1EC092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007" name="Rectángulo 1006">
                    <a:extLst>
                      <a:ext uri="{FF2B5EF4-FFF2-40B4-BE49-F238E27FC236}">
                        <a16:creationId xmlns:a16="http://schemas.microsoft.com/office/drawing/2014/main" id="{E690FFDD-9491-A63B-8F84-36DB1FACD1CC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98" name="Grupo 997">
                  <a:extLst>
                    <a:ext uri="{FF2B5EF4-FFF2-40B4-BE49-F238E27FC236}">
                      <a16:creationId xmlns:a16="http://schemas.microsoft.com/office/drawing/2014/main" id="{BCFBB9B3-3BDD-ED49-FEDE-F5974C5E29A2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999" name="Grupo 998">
                    <a:extLst>
                      <a:ext uri="{FF2B5EF4-FFF2-40B4-BE49-F238E27FC236}">
                        <a16:creationId xmlns:a16="http://schemas.microsoft.com/office/drawing/2014/main" id="{D7FC8122-D488-B093-33CE-3A4AB3A936CB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1002" name="Rectángulo: esquinas redondeadas 1001">
                      <a:extLst>
                        <a:ext uri="{FF2B5EF4-FFF2-40B4-BE49-F238E27FC236}">
                          <a16:creationId xmlns:a16="http://schemas.microsoft.com/office/drawing/2014/main" id="{877520E1-C27D-C11C-8B8C-286E68C8A784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03" name="Rectángulo: esquinas redondeadas 1002">
                      <a:extLst>
                        <a:ext uri="{FF2B5EF4-FFF2-40B4-BE49-F238E27FC236}">
                          <a16:creationId xmlns:a16="http://schemas.microsoft.com/office/drawing/2014/main" id="{73572AA2-0542-0F35-AEEB-667378EA405A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000" name="Rectángulo 999">
                    <a:extLst>
                      <a:ext uri="{FF2B5EF4-FFF2-40B4-BE49-F238E27FC236}">
                        <a16:creationId xmlns:a16="http://schemas.microsoft.com/office/drawing/2014/main" id="{64098718-A2BE-00C6-8534-593ED16B9A35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001" name="Rectángulo 1000">
                    <a:extLst>
                      <a:ext uri="{FF2B5EF4-FFF2-40B4-BE49-F238E27FC236}">
                        <a16:creationId xmlns:a16="http://schemas.microsoft.com/office/drawing/2014/main" id="{3E15D743-47C5-541F-613F-D0B2049905E7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010" name="Grupo 1009">
                <a:extLst>
                  <a:ext uri="{FF2B5EF4-FFF2-40B4-BE49-F238E27FC236}">
                    <a16:creationId xmlns:a16="http://schemas.microsoft.com/office/drawing/2014/main" id="{4DCC6B49-033F-4DAF-8DE4-79870580D3EA}"/>
                  </a:ext>
                </a:extLst>
              </p:cNvPr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1011" name="Grupo 1010">
                  <a:extLst>
                    <a:ext uri="{FF2B5EF4-FFF2-40B4-BE49-F238E27FC236}">
                      <a16:creationId xmlns:a16="http://schemas.microsoft.com/office/drawing/2014/main" id="{3A61E31C-732B-5E62-A6D6-86DBF32C99D4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1013" name="Grupo 1012">
                    <a:extLst>
                      <a:ext uri="{FF2B5EF4-FFF2-40B4-BE49-F238E27FC236}">
                        <a16:creationId xmlns:a16="http://schemas.microsoft.com/office/drawing/2014/main" id="{744D2E43-0A10-E04A-BE0C-8E5B5AFF5146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solidFill>
                    <a:schemeClr val="tx1">
                      <a:lumMod val="75000"/>
                      <a:lumOff val="25000"/>
                    </a:schemeClr>
                  </a:solidFill>
                </p:grpSpPr>
                <p:sp>
                  <p:nvSpPr>
                    <p:cNvPr id="1026" name="Elipse 1025">
                      <a:extLst>
                        <a:ext uri="{FF2B5EF4-FFF2-40B4-BE49-F238E27FC236}">
                          <a16:creationId xmlns:a16="http://schemas.microsoft.com/office/drawing/2014/main" id="{7A54B857-4BC7-BD71-9EDB-FDDD82D20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1027" name="Grupo 1026">
                      <a:extLst>
                        <a:ext uri="{FF2B5EF4-FFF2-40B4-BE49-F238E27FC236}">
                          <a16:creationId xmlns:a16="http://schemas.microsoft.com/office/drawing/2014/main" id="{4A6DC13A-DBEE-C77A-95B1-24BBB6094F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1028" name="Rectángulo 1027">
                        <a:extLst>
                          <a:ext uri="{FF2B5EF4-FFF2-40B4-BE49-F238E27FC236}">
                            <a16:creationId xmlns:a16="http://schemas.microsoft.com/office/drawing/2014/main" id="{79F0B0FB-814B-D58E-4EE6-5A4F5A6ABC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29" name="Rectángulo 1028">
                        <a:extLst>
                          <a:ext uri="{FF2B5EF4-FFF2-40B4-BE49-F238E27FC236}">
                            <a16:creationId xmlns:a16="http://schemas.microsoft.com/office/drawing/2014/main" id="{CD587488-DE1C-CF7A-BF27-CD83CCFC94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1014" name="Grupo 1013">
                    <a:extLst>
                      <a:ext uri="{FF2B5EF4-FFF2-40B4-BE49-F238E27FC236}">
                        <a16:creationId xmlns:a16="http://schemas.microsoft.com/office/drawing/2014/main" id="{8A29ABCE-15E4-1A4B-E066-EC276717B70E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1015" name="Grupo 1014">
                      <a:extLst>
                        <a:ext uri="{FF2B5EF4-FFF2-40B4-BE49-F238E27FC236}">
                          <a16:creationId xmlns:a16="http://schemas.microsoft.com/office/drawing/2014/main" id="{DAAF6B5A-B39B-3CCA-EDB0-8FF64F1E32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020" name="Grupo 1019">
                        <a:extLst>
                          <a:ext uri="{FF2B5EF4-FFF2-40B4-BE49-F238E27FC236}">
                            <a16:creationId xmlns:a16="http://schemas.microsoft.com/office/drawing/2014/main" id="{DB1F7C63-7863-2443-96E9-81D798E8F7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838" name="Rectángulo 837">
                          <a:extLst>
                            <a:ext uri="{FF2B5EF4-FFF2-40B4-BE49-F238E27FC236}">
                              <a16:creationId xmlns:a16="http://schemas.microsoft.com/office/drawing/2014/main" id="{0DD6F426-FC55-61A1-F439-BCB85C0CF3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24" name="Rectángulo 1023">
                          <a:extLst>
                            <a:ext uri="{FF2B5EF4-FFF2-40B4-BE49-F238E27FC236}">
                              <a16:creationId xmlns:a16="http://schemas.microsoft.com/office/drawing/2014/main" id="{18A0E20F-2286-62C3-0AF2-986F6DC313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25" name="Marco 1024">
                          <a:extLst>
                            <a:ext uri="{FF2B5EF4-FFF2-40B4-BE49-F238E27FC236}">
                              <a16:creationId xmlns:a16="http://schemas.microsoft.com/office/drawing/2014/main" id="{CDC52C2B-A65E-0E7A-D428-75127BCECC1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1021" name="Grupo 1020">
                        <a:extLst>
                          <a:ext uri="{FF2B5EF4-FFF2-40B4-BE49-F238E27FC236}">
                            <a16:creationId xmlns:a16="http://schemas.microsoft.com/office/drawing/2014/main" id="{CF5AFDD0-DACD-D9DC-78AF-37B1CD71E08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1022" name="Rectángulo 1021">
                          <a:extLst>
                            <a:ext uri="{FF2B5EF4-FFF2-40B4-BE49-F238E27FC236}">
                              <a16:creationId xmlns:a16="http://schemas.microsoft.com/office/drawing/2014/main" id="{0AD6C9A3-40B8-8229-D402-71A5582F72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23" name="Rectángulo 1022">
                          <a:extLst>
                            <a:ext uri="{FF2B5EF4-FFF2-40B4-BE49-F238E27FC236}">
                              <a16:creationId xmlns:a16="http://schemas.microsoft.com/office/drawing/2014/main" id="{852C320A-A27E-8136-2868-FA77271DFD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37" name="Rectángulo 836">
                          <a:extLst>
                            <a:ext uri="{FF2B5EF4-FFF2-40B4-BE49-F238E27FC236}">
                              <a16:creationId xmlns:a16="http://schemas.microsoft.com/office/drawing/2014/main" id="{635FA53F-CF76-1527-9846-8C72AFE0E5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1016" name="Grupo 1015">
                      <a:extLst>
                        <a:ext uri="{FF2B5EF4-FFF2-40B4-BE49-F238E27FC236}">
                          <a16:creationId xmlns:a16="http://schemas.microsoft.com/office/drawing/2014/main" id="{4F29F2CA-43C9-8DE0-84B2-750D0DF6CB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1017" name="Rectángulo 1016">
                        <a:extLst>
                          <a:ext uri="{FF2B5EF4-FFF2-40B4-BE49-F238E27FC236}">
                            <a16:creationId xmlns:a16="http://schemas.microsoft.com/office/drawing/2014/main" id="{DA37AADF-2B6D-CF5F-E1A4-2FAC6087C5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18" name="Rectángulo 1017">
                        <a:extLst>
                          <a:ext uri="{FF2B5EF4-FFF2-40B4-BE49-F238E27FC236}">
                            <a16:creationId xmlns:a16="http://schemas.microsoft.com/office/drawing/2014/main" id="{25BED148-09F3-435E-D407-C1DF70456E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19" name="Rectángulo 1018">
                        <a:extLst>
                          <a:ext uri="{FF2B5EF4-FFF2-40B4-BE49-F238E27FC236}">
                            <a16:creationId xmlns:a16="http://schemas.microsoft.com/office/drawing/2014/main" id="{AF3AFAAD-6BF3-F3FC-CE81-F0432E79B8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1012" name="Rectángulo 1011">
                  <a:extLst>
                    <a:ext uri="{FF2B5EF4-FFF2-40B4-BE49-F238E27FC236}">
                      <a16:creationId xmlns:a16="http://schemas.microsoft.com/office/drawing/2014/main" id="{AA58C0A2-0117-6FB6-749A-0B343B3D1044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pattFill prst="wdDnDiag">
                  <a:fgClr>
                    <a:schemeClr val="bg1"/>
                  </a:fgClr>
                  <a:bgClr>
                    <a:schemeClr val="bg1">
                      <a:lumMod val="65000"/>
                    </a:schemeClr>
                  </a:bgClr>
                </a:patt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030" name="Grupo 1029">
                <a:extLst>
                  <a:ext uri="{FF2B5EF4-FFF2-40B4-BE49-F238E27FC236}">
                    <a16:creationId xmlns:a16="http://schemas.microsoft.com/office/drawing/2014/main" id="{D7397C3D-4BCA-9C1B-02D8-117577FA5AE9}"/>
                  </a:ext>
                </a:extLst>
              </p:cNvPr>
              <p:cNvGrpSpPr/>
              <p:nvPr/>
            </p:nvGrpSpPr>
            <p:grpSpPr>
              <a:xfrm rot="5151436">
                <a:off x="5213985" y="1962552"/>
                <a:ext cx="796736" cy="112283"/>
                <a:chOff x="2676060" y="4093308"/>
                <a:chExt cx="963722" cy="137200"/>
              </a:xfrm>
            </p:grpSpPr>
            <p:sp>
              <p:nvSpPr>
                <p:cNvPr id="1031" name="Rectángulo 1030">
                  <a:extLst>
                    <a:ext uri="{FF2B5EF4-FFF2-40B4-BE49-F238E27FC236}">
                      <a16:creationId xmlns:a16="http://schemas.microsoft.com/office/drawing/2014/main" id="{FBA108C3-1B85-BFB7-3452-A3A1BDCEC768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032" name="Grupo 1031">
                  <a:extLst>
                    <a:ext uri="{FF2B5EF4-FFF2-40B4-BE49-F238E27FC236}">
                      <a16:creationId xmlns:a16="http://schemas.microsoft.com/office/drawing/2014/main" id="{070522D8-B638-F000-BB06-E45E5661E849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</p:grpSpPr>
              <p:grpSp>
                <p:nvGrpSpPr>
                  <p:cNvPr id="1033" name="Grupo 1032">
                    <a:extLst>
                      <a:ext uri="{FF2B5EF4-FFF2-40B4-BE49-F238E27FC236}">
                        <a16:creationId xmlns:a16="http://schemas.microsoft.com/office/drawing/2014/main" id="{9CF38134-182E-6145-21F3-EE7DB09988D4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</p:grpSpPr>
                <p:sp>
                  <p:nvSpPr>
                    <p:cNvPr id="1035" name="Rectángulo 1034">
                      <a:extLst>
                        <a:ext uri="{FF2B5EF4-FFF2-40B4-BE49-F238E27FC236}">
                          <a16:creationId xmlns:a16="http://schemas.microsoft.com/office/drawing/2014/main" id="{94B05CE7-2B3E-2B68-DD54-E89B840C7D2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36" name="Elipse 1035">
                      <a:extLst>
                        <a:ext uri="{FF2B5EF4-FFF2-40B4-BE49-F238E27FC236}">
                          <a16:creationId xmlns:a16="http://schemas.microsoft.com/office/drawing/2014/main" id="{6D3117A5-9FEF-24BF-E972-0EB8132F05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37" name="Elipse 1036">
                      <a:extLst>
                        <a:ext uri="{FF2B5EF4-FFF2-40B4-BE49-F238E27FC236}">
                          <a16:creationId xmlns:a16="http://schemas.microsoft.com/office/drawing/2014/main" id="{756C0F62-F88F-5AB6-A134-4DFC496A66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34" name="Rectángulo 1033">
                    <a:extLst>
                      <a:ext uri="{FF2B5EF4-FFF2-40B4-BE49-F238E27FC236}">
                        <a16:creationId xmlns:a16="http://schemas.microsoft.com/office/drawing/2014/main" id="{67504D0A-C871-8265-794A-BADEBD41C06F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  <p:grpSp>
          <p:nvGrpSpPr>
            <p:cNvPr id="1114" name="Grupo 1113">
              <a:extLst>
                <a:ext uri="{FF2B5EF4-FFF2-40B4-BE49-F238E27FC236}">
                  <a16:creationId xmlns:a16="http://schemas.microsoft.com/office/drawing/2014/main" id="{22EEBD14-7C8D-2826-9F6F-2687CD6E18BA}"/>
                </a:ext>
              </a:extLst>
            </p:cNvPr>
            <p:cNvGrpSpPr/>
            <p:nvPr/>
          </p:nvGrpSpPr>
          <p:grpSpPr>
            <a:xfrm flipH="1" flipV="1">
              <a:off x="6551683" y="1150053"/>
              <a:ext cx="2222990" cy="1334930"/>
              <a:chOff x="4815770" y="1355934"/>
              <a:chExt cx="2222990" cy="1334930"/>
            </a:xfrm>
            <a:noFill/>
          </p:grpSpPr>
          <p:grpSp>
            <p:nvGrpSpPr>
              <p:cNvPr id="1115" name="Grupo 1114">
                <a:extLst>
                  <a:ext uri="{FF2B5EF4-FFF2-40B4-BE49-F238E27FC236}">
                    <a16:creationId xmlns:a16="http://schemas.microsoft.com/office/drawing/2014/main" id="{CA08B15D-0F43-783B-1575-D613EC5F50DA}"/>
                  </a:ext>
                </a:extLst>
              </p:cNvPr>
              <p:cNvGrpSpPr/>
              <p:nvPr/>
            </p:nvGrpSpPr>
            <p:grpSpPr>
              <a:xfrm rot="3960000">
                <a:off x="5443097" y="1563968"/>
                <a:ext cx="561266" cy="1692526"/>
                <a:chOff x="3254442" y="2847789"/>
                <a:chExt cx="678900" cy="2068116"/>
              </a:xfrm>
              <a:grpFill/>
            </p:grpSpPr>
            <p:grpSp>
              <p:nvGrpSpPr>
                <p:cNvPr id="1159" name="Grupo 1158">
                  <a:extLst>
                    <a:ext uri="{FF2B5EF4-FFF2-40B4-BE49-F238E27FC236}">
                      <a16:creationId xmlns:a16="http://schemas.microsoft.com/office/drawing/2014/main" id="{73618F99-F049-5FAE-FFBC-0852C2B52784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  <a:grpFill/>
              </p:grpSpPr>
              <p:grpSp>
                <p:nvGrpSpPr>
                  <p:cNvPr id="1166" name="Grupo 1165">
                    <a:extLst>
                      <a:ext uri="{FF2B5EF4-FFF2-40B4-BE49-F238E27FC236}">
                        <a16:creationId xmlns:a16="http://schemas.microsoft.com/office/drawing/2014/main" id="{099DA49D-6EE8-D7E3-B89F-1C9C21420338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  <a:grpFill/>
                </p:grpSpPr>
                <p:sp>
                  <p:nvSpPr>
                    <p:cNvPr id="1169" name="Rectángulo: esquinas redondeadas 1168">
                      <a:extLst>
                        <a:ext uri="{FF2B5EF4-FFF2-40B4-BE49-F238E27FC236}">
                          <a16:creationId xmlns:a16="http://schemas.microsoft.com/office/drawing/2014/main" id="{91806C3D-C8FF-7ED8-69E3-C15CC2EA1B9B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170" name="Rectángulo: esquinas redondeadas 1169">
                      <a:extLst>
                        <a:ext uri="{FF2B5EF4-FFF2-40B4-BE49-F238E27FC236}">
                          <a16:creationId xmlns:a16="http://schemas.microsoft.com/office/drawing/2014/main" id="{03661E5A-5468-0B62-9331-C46F03D4932A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167" name="Rectángulo 1166">
                    <a:extLst>
                      <a:ext uri="{FF2B5EF4-FFF2-40B4-BE49-F238E27FC236}">
                        <a16:creationId xmlns:a16="http://schemas.microsoft.com/office/drawing/2014/main" id="{1BFAB01F-87F0-430C-57B5-453892D19F6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1168" name="Rectángulo 1167">
                    <a:extLst>
                      <a:ext uri="{FF2B5EF4-FFF2-40B4-BE49-F238E27FC236}">
                        <a16:creationId xmlns:a16="http://schemas.microsoft.com/office/drawing/2014/main" id="{0B7EA2D2-9F3D-F967-EB95-5A5B58E3AFD2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160" name="Grupo 1159">
                  <a:extLst>
                    <a:ext uri="{FF2B5EF4-FFF2-40B4-BE49-F238E27FC236}">
                      <a16:creationId xmlns:a16="http://schemas.microsoft.com/office/drawing/2014/main" id="{138A540E-ACCD-16C6-E5A1-03FE1ECE1ACA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1161" name="Grupo 1160">
                    <a:extLst>
                      <a:ext uri="{FF2B5EF4-FFF2-40B4-BE49-F238E27FC236}">
                        <a16:creationId xmlns:a16="http://schemas.microsoft.com/office/drawing/2014/main" id="{0D3E2C27-B439-F286-D9D8-55247F91BFF4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1164" name="Rectángulo: esquinas redondeadas 1163">
                      <a:extLst>
                        <a:ext uri="{FF2B5EF4-FFF2-40B4-BE49-F238E27FC236}">
                          <a16:creationId xmlns:a16="http://schemas.microsoft.com/office/drawing/2014/main" id="{700E5B02-AAAB-75D8-22EB-F68AD05777E1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165" name="Rectángulo: esquinas redondeadas 1164">
                      <a:extLst>
                        <a:ext uri="{FF2B5EF4-FFF2-40B4-BE49-F238E27FC236}">
                          <a16:creationId xmlns:a16="http://schemas.microsoft.com/office/drawing/2014/main" id="{855E1E31-2A9D-C2E4-D4E8-5B100852F9FF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162" name="Rectángulo 1161">
                    <a:extLst>
                      <a:ext uri="{FF2B5EF4-FFF2-40B4-BE49-F238E27FC236}">
                        <a16:creationId xmlns:a16="http://schemas.microsoft.com/office/drawing/2014/main" id="{DFE065F0-FA4C-869E-7FA5-0684D34A35F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1163" name="Rectángulo 1162">
                    <a:extLst>
                      <a:ext uri="{FF2B5EF4-FFF2-40B4-BE49-F238E27FC236}">
                        <a16:creationId xmlns:a16="http://schemas.microsoft.com/office/drawing/2014/main" id="{56E0C6AF-B364-DDE0-72D1-47192556888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116" name="Grupo 1115">
                <a:extLst>
                  <a:ext uri="{FF2B5EF4-FFF2-40B4-BE49-F238E27FC236}">
                    <a16:creationId xmlns:a16="http://schemas.microsoft.com/office/drawing/2014/main" id="{C8CBC7A9-9D22-ECFB-FE5B-99D853095F58}"/>
                  </a:ext>
                </a:extLst>
              </p:cNvPr>
              <p:cNvGrpSpPr/>
              <p:nvPr/>
            </p:nvGrpSpPr>
            <p:grpSpPr>
              <a:xfrm rot="6360000">
                <a:off x="5378332" y="793372"/>
                <a:ext cx="566675" cy="1691800"/>
                <a:chOff x="2374194" y="2848341"/>
                <a:chExt cx="685443" cy="2067229"/>
              </a:xfrm>
              <a:grpFill/>
            </p:grpSpPr>
            <p:grpSp>
              <p:nvGrpSpPr>
                <p:cNvPr id="1147" name="Grupo 1146">
                  <a:extLst>
                    <a:ext uri="{FF2B5EF4-FFF2-40B4-BE49-F238E27FC236}">
                      <a16:creationId xmlns:a16="http://schemas.microsoft.com/office/drawing/2014/main" id="{A7404D00-59AA-E4AB-79B4-27B7A730FAE1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  <a:grpFill/>
              </p:grpSpPr>
              <p:grpSp>
                <p:nvGrpSpPr>
                  <p:cNvPr id="1154" name="Grupo 1153">
                    <a:extLst>
                      <a:ext uri="{FF2B5EF4-FFF2-40B4-BE49-F238E27FC236}">
                        <a16:creationId xmlns:a16="http://schemas.microsoft.com/office/drawing/2014/main" id="{254BE854-9CC8-2ADD-49C0-C227FFCBF55D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  <a:grpFill/>
                </p:grpSpPr>
                <p:sp>
                  <p:nvSpPr>
                    <p:cNvPr id="1157" name="Rectángulo: esquinas redondeadas 1156">
                      <a:extLst>
                        <a:ext uri="{FF2B5EF4-FFF2-40B4-BE49-F238E27FC236}">
                          <a16:creationId xmlns:a16="http://schemas.microsoft.com/office/drawing/2014/main" id="{1E855126-C63C-E2EE-4F3A-07D8210DA509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158" name="Rectángulo: esquinas redondeadas 1157">
                      <a:extLst>
                        <a:ext uri="{FF2B5EF4-FFF2-40B4-BE49-F238E27FC236}">
                          <a16:creationId xmlns:a16="http://schemas.microsoft.com/office/drawing/2014/main" id="{1DF45E98-8DE1-38DE-6CB9-294A034D6BCC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155" name="Rectángulo 1154">
                    <a:extLst>
                      <a:ext uri="{FF2B5EF4-FFF2-40B4-BE49-F238E27FC236}">
                        <a16:creationId xmlns:a16="http://schemas.microsoft.com/office/drawing/2014/main" id="{A1428B60-52BF-1CC5-696E-1CD83089A3CE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156" name="Rectángulo 1155">
                    <a:extLst>
                      <a:ext uri="{FF2B5EF4-FFF2-40B4-BE49-F238E27FC236}">
                        <a16:creationId xmlns:a16="http://schemas.microsoft.com/office/drawing/2014/main" id="{B20D5510-D3E8-3042-3802-C8424AF0CCEF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148" name="Grupo 1147">
                  <a:extLst>
                    <a:ext uri="{FF2B5EF4-FFF2-40B4-BE49-F238E27FC236}">
                      <a16:creationId xmlns:a16="http://schemas.microsoft.com/office/drawing/2014/main" id="{316DB371-A945-0DB4-2EA1-012742A519E0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1149" name="Grupo 1148">
                    <a:extLst>
                      <a:ext uri="{FF2B5EF4-FFF2-40B4-BE49-F238E27FC236}">
                        <a16:creationId xmlns:a16="http://schemas.microsoft.com/office/drawing/2014/main" id="{67AB0D75-E5CC-7BDA-62F3-A307A07D451C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1152" name="Rectángulo: esquinas redondeadas 1151">
                      <a:extLst>
                        <a:ext uri="{FF2B5EF4-FFF2-40B4-BE49-F238E27FC236}">
                          <a16:creationId xmlns:a16="http://schemas.microsoft.com/office/drawing/2014/main" id="{C4A78A5F-787F-EF1B-08E6-8963CCC3B08D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153" name="Rectángulo: esquinas redondeadas 1152">
                      <a:extLst>
                        <a:ext uri="{FF2B5EF4-FFF2-40B4-BE49-F238E27FC236}">
                          <a16:creationId xmlns:a16="http://schemas.microsoft.com/office/drawing/2014/main" id="{BD73D00A-5D1D-1B70-A3AD-466C316168E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150" name="Rectángulo 1149">
                    <a:extLst>
                      <a:ext uri="{FF2B5EF4-FFF2-40B4-BE49-F238E27FC236}">
                        <a16:creationId xmlns:a16="http://schemas.microsoft.com/office/drawing/2014/main" id="{5A8B732E-2FA1-1C85-FF12-73ABB143359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151" name="Rectángulo 1150">
                    <a:extLst>
                      <a:ext uri="{FF2B5EF4-FFF2-40B4-BE49-F238E27FC236}">
                        <a16:creationId xmlns:a16="http://schemas.microsoft.com/office/drawing/2014/main" id="{2C1784C9-5227-D309-4F70-1A3D1E8F7EC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117" name="Grupo 1116">
                <a:extLst>
                  <a:ext uri="{FF2B5EF4-FFF2-40B4-BE49-F238E27FC236}">
                    <a16:creationId xmlns:a16="http://schemas.microsoft.com/office/drawing/2014/main" id="{1F6258BE-E9D4-EBB4-FCC3-E7DE2817E2C1}"/>
                  </a:ext>
                </a:extLst>
              </p:cNvPr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  <a:grpFill/>
            </p:grpSpPr>
            <p:grpSp>
              <p:nvGrpSpPr>
                <p:cNvPr id="1126" name="Grupo 1125">
                  <a:extLst>
                    <a:ext uri="{FF2B5EF4-FFF2-40B4-BE49-F238E27FC236}">
                      <a16:creationId xmlns:a16="http://schemas.microsoft.com/office/drawing/2014/main" id="{4699258E-44CD-7887-CB9B-914995BCED3C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  <a:grpFill/>
              </p:grpSpPr>
              <p:grpSp>
                <p:nvGrpSpPr>
                  <p:cNvPr id="1128" name="Grupo 1127">
                    <a:extLst>
                      <a:ext uri="{FF2B5EF4-FFF2-40B4-BE49-F238E27FC236}">
                        <a16:creationId xmlns:a16="http://schemas.microsoft.com/office/drawing/2014/main" id="{3E62530D-581D-42B5-BC88-2BB71DF750BC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grpFill/>
                </p:grpSpPr>
                <p:sp>
                  <p:nvSpPr>
                    <p:cNvPr id="1143" name="Elipse 1142">
                      <a:extLst>
                        <a:ext uri="{FF2B5EF4-FFF2-40B4-BE49-F238E27FC236}">
                          <a16:creationId xmlns:a16="http://schemas.microsoft.com/office/drawing/2014/main" id="{B9371026-DD6B-AFE2-4A46-45710FDE2B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1144" name="Grupo 1143">
                      <a:extLst>
                        <a:ext uri="{FF2B5EF4-FFF2-40B4-BE49-F238E27FC236}">
                          <a16:creationId xmlns:a16="http://schemas.microsoft.com/office/drawing/2014/main" id="{6A6E4F26-1B75-978E-3004-DBD84F6BAA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1145" name="Rectángulo 1144">
                        <a:extLst>
                          <a:ext uri="{FF2B5EF4-FFF2-40B4-BE49-F238E27FC236}">
                            <a16:creationId xmlns:a16="http://schemas.microsoft.com/office/drawing/2014/main" id="{62EA9573-067A-2C0D-F865-81EA5CB1A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46" name="Rectángulo 1145">
                        <a:extLst>
                          <a:ext uri="{FF2B5EF4-FFF2-40B4-BE49-F238E27FC236}">
                            <a16:creationId xmlns:a16="http://schemas.microsoft.com/office/drawing/2014/main" id="{07269B2F-0AE7-3025-CC56-FB08DF8E3B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1129" name="Grupo 1128">
                    <a:extLst>
                      <a:ext uri="{FF2B5EF4-FFF2-40B4-BE49-F238E27FC236}">
                        <a16:creationId xmlns:a16="http://schemas.microsoft.com/office/drawing/2014/main" id="{DA2D20A8-C161-AD52-7E60-461D7F41ECA9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  <a:grpFill/>
                </p:grpSpPr>
                <p:grpSp>
                  <p:nvGrpSpPr>
                    <p:cNvPr id="1130" name="Grupo 1129">
                      <a:extLst>
                        <a:ext uri="{FF2B5EF4-FFF2-40B4-BE49-F238E27FC236}">
                          <a16:creationId xmlns:a16="http://schemas.microsoft.com/office/drawing/2014/main" id="{0B2BBA0D-52E7-2FB1-4C44-3E59CFCF82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1135" name="Grupo 1134">
                        <a:extLst>
                          <a:ext uri="{FF2B5EF4-FFF2-40B4-BE49-F238E27FC236}">
                            <a16:creationId xmlns:a16="http://schemas.microsoft.com/office/drawing/2014/main" id="{27AF2C51-B8D6-5CC2-3C44-6F9FB73E7AA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  <a:grpFill/>
                    </p:grpSpPr>
                    <p:sp>
                      <p:nvSpPr>
                        <p:cNvPr id="1140" name="Rectángulo 1139">
                          <a:extLst>
                            <a:ext uri="{FF2B5EF4-FFF2-40B4-BE49-F238E27FC236}">
                              <a16:creationId xmlns:a16="http://schemas.microsoft.com/office/drawing/2014/main" id="{2F337549-F11E-188A-E982-E54AF01CFA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141" name="Rectángulo 1140">
                          <a:extLst>
                            <a:ext uri="{FF2B5EF4-FFF2-40B4-BE49-F238E27FC236}">
                              <a16:creationId xmlns:a16="http://schemas.microsoft.com/office/drawing/2014/main" id="{907ABCA3-84BF-A4A5-D7A5-C4FCC421528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42" name="Marco 1141">
                          <a:extLst>
                            <a:ext uri="{FF2B5EF4-FFF2-40B4-BE49-F238E27FC236}">
                              <a16:creationId xmlns:a16="http://schemas.microsoft.com/office/drawing/2014/main" id="{057C255B-813B-5F35-B19F-8E55E91AA32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1136" name="Grupo 1135">
                        <a:extLst>
                          <a:ext uri="{FF2B5EF4-FFF2-40B4-BE49-F238E27FC236}">
                            <a16:creationId xmlns:a16="http://schemas.microsoft.com/office/drawing/2014/main" id="{458B259D-122F-C908-5BB8-9D050632384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  <a:grpFill/>
                    </p:grpSpPr>
                    <p:sp>
                      <p:nvSpPr>
                        <p:cNvPr id="1137" name="Rectángulo 1136">
                          <a:extLst>
                            <a:ext uri="{FF2B5EF4-FFF2-40B4-BE49-F238E27FC236}">
                              <a16:creationId xmlns:a16="http://schemas.microsoft.com/office/drawing/2014/main" id="{FEA53165-4D5A-5478-F1A0-47A9B7EA6B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38" name="Rectángulo 1137">
                          <a:extLst>
                            <a:ext uri="{FF2B5EF4-FFF2-40B4-BE49-F238E27FC236}">
                              <a16:creationId xmlns:a16="http://schemas.microsoft.com/office/drawing/2014/main" id="{610E86EF-150D-674D-3EDD-6ACA7D10D39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39" name="Rectángulo 1138">
                          <a:extLst>
                            <a:ext uri="{FF2B5EF4-FFF2-40B4-BE49-F238E27FC236}">
                              <a16:creationId xmlns:a16="http://schemas.microsoft.com/office/drawing/2014/main" id="{62A39BC2-5BF9-5389-5AB3-8D0B09A8FC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1131" name="Grupo 1130">
                      <a:extLst>
                        <a:ext uri="{FF2B5EF4-FFF2-40B4-BE49-F238E27FC236}">
                          <a16:creationId xmlns:a16="http://schemas.microsoft.com/office/drawing/2014/main" id="{23974D71-93EA-8EE4-0C4E-71B255B908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  <a:grpFill/>
                  </p:grpSpPr>
                  <p:sp>
                    <p:nvSpPr>
                      <p:cNvPr id="1132" name="Rectángulo 1131">
                        <a:extLst>
                          <a:ext uri="{FF2B5EF4-FFF2-40B4-BE49-F238E27FC236}">
                            <a16:creationId xmlns:a16="http://schemas.microsoft.com/office/drawing/2014/main" id="{5F74CAB5-59D4-16DF-B25E-73FE679448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33" name="Rectángulo 1132">
                        <a:extLst>
                          <a:ext uri="{FF2B5EF4-FFF2-40B4-BE49-F238E27FC236}">
                            <a16:creationId xmlns:a16="http://schemas.microsoft.com/office/drawing/2014/main" id="{59C8CBEF-7BD3-7C55-D7D0-16C8FFBB0E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34" name="Rectángulo 1133">
                        <a:extLst>
                          <a:ext uri="{FF2B5EF4-FFF2-40B4-BE49-F238E27FC236}">
                            <a16:creationId xmlns:a16="http://schemas.microsoft.com/office/drawing/2014/main" id="{31E34CE6-6CA5-3E61-9A10-173EA5E60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1127" name="Rectángulo 1126">
                  <a:extLst>
                    <a:ext uri="{FF2B5EF4-FFF2-40B4-BE49-F238E27FC236}">
                      <a16:creationId xmlns:a16="http://schemas.microsoft.com/office/drawing/2014/main" id="{DCF64C10-31CD-70A7-48EA-A3DABEFCBBF4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118" name="Grupo 1117">
                <a:extLst>
                  <a:ext uri="{FF2B5EF4-FFF2-40B4-BE49-F238E27FC236}">
                    <a16:creationId xmlns:a16="http://schemas.microsoft.com/office/drawing/2014/main" id="{66646568-40DE-6707-06A4-44FEBBD90FC7}"/>
                  </a:ext>
                </a:extLst>
              </p:cNvPr>
              <p:cNvGrpSpPr/>
              <p:nvPr/>
            </p:nvGrpSpPr>
            <p:grpSpPr>
              <a:xfrm rot="5151436">
                <a:off x="5213985" y="1962552"/>
                <a:ext cx="796736" cy="112283"/>
                <a:chOff x="2676060" y="4093308"/>
                <a:chExt cx="963722" cy="137200"/>
              </a:xfrm>
              <a:grpFill/>
            </p:grpSpPr>
            <p:sp>
              <p:nvSpPr>
                <p:cNvPr id="1119" name="Rectángulo 1118">
                  <a:extLst>
                    <a:ext uri="{FF2B5EF4-FFF2-40B4-BE49-F238E27FC236}">
                      <a16:creationId xmlns:a16="http://schemas.microsoft.com/office/drawing/2014/main" id="{9CC4B2B8-B653-F799-87EB-00FEC81B0214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120" name="Grupo 1119">
                  <a:extLst>
                    <a:ext uri="{FF2B5EF4-FFF2-40B4-BE49-F238E27FC236}">
                      <a16:creationId xmlns:a16="http://schemas.microsoft.com/office/drawing/2014/main" id="{233F3D7F-E6CA-8FAD-36D3-DE3D58292194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  <a:grpFill/>
              </p:grpSpPr>
              <p:grpSp>
                <p:nvGrpSpPr>
                  <p:cNvPr id="1121" name="Grupo 1120">
                    <a:extLst>
                      <a:ext uri="{FF2B5EF4-FFF2-40B4-BE49-F238E27FC236}">
                        <a16:creationId xmlns:a16="http://schemas.microsoft.com/office/drawing/2014/main" id="{3FE44B5F-4C9E-6E16-F52B-6276710AC137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  <a:grpFill/>
                </p:grpSpPr>
                <p:sp>
                  <p:nvSpPr>
                    <p:cNvPr id="1123" name="Rectángulo 1122">
                      <a:extLst>
                        <a:ext uri="{FF2B5EF4-FFF2-40B4-BE49-F238E27FC236}">
                          <a16:creationId xmlns:a16="http://schemas.microsoft.com/office/drawing/2014/main" id="{DDEA9B06-E7F9-75C0-751B-47AED66DF54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124" name="Elipse 1123">
                      <a:extLst>
                        <a:ext uri="{FF2B5EF4-FFF2-40B4-BE49-F238E27FC236}">
                          <a16:creationId xmlns:a16="http://schemas.microsoft.com/office/drawing/2014/main" id="{1EFC8796-6683-3E11-F5D0-EE7E0434F1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125" name="Elipse 1124">
                      <a:extLst>
                        <a:ext uri="{FF2B5EF4-FFF2-40B4-BE49-F238E27FC236}">
                          <a16:creationId xmlns:a16="http://schemas.microsoft.com/office/drawing/2014/main" id="{74286E9A-35B1-100D-1A76-3FC199892B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122" name="Rectángulo 1121">
                    <a:extLst>
                      <a:ext uri="{FF2B5EF4-FFF2-40B4-BE49-F238E27FC236}">
                        <a16:creationId xmlns:a16="http://schemas.microsoft.com/office/drawing/2014/main" id="{D4BA5249-ECB3-721D-D480-AB89486F431C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ABE0E64-0000-D8E4-7B2B-1E4CE5CE7925}"/>
              </a:ext>
            </a:extLst>
          </p:cNvPr>
          <p:cNvGrpSpPr/>
          <p:nvPr/>
        </p:nvGrpSpPr>
        <p:grpSpPr>
          <a:xfrm rot="297357">
            <a:off x="7452980" y="1750589"/>
            <a:ext cx="2288079" cy="2013940"/>
            <a:chOff x="5734796" y="1871886"/>
            <a:chExt cx="2288079" cy="201394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A51EEE2-064A-76DC-382F-90096D01D6DB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08" name="Grupo 707">
                <a:extLst>
                  <a:ext uri="{FF2B5EF4-FFF2-40B4-BE49-F238E27FC236}">
                    <a16:creationId xmlns:a16="http://schemas.microsoft.com/office/drawing/2014/main" id="{BFD73A20-1643-C5F1-93E3-BFC2CAF110B6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10" name="Elipse 709">
                  <a:extLst>
                    <a:ext uri="{FF2B5EF4-FFF2-40B4-BE49-F238E27FC236}">
                      <a16:creationId xmlns:a16="http://schemas.microsoft.com/office/drawing/2014/main" id="{50C75A14-7DE8-4730-EA9D-B8FF1813F252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1" name="Diagrama de flujo: operación manual 710">
                  <a:extLst>
                    <a:ext uri="{FF2B5EF4-FFF2-40B4-BE49-F238E27FC236}">
                      <a16:creationId xmlns:a16="http://schemas.microsoft.com/office/drawing/2014/main" id="{CDCD649E-4A98-0D17-042E-9B9A72B20EF8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09" name="Elipse 708">
                <a:extLst>
                  <a:ext uri="{FF2B5EF4-FFF2-40B4-BE49-F238E27FC236}">
                    <a16:creationId xmlns:a16="http://schemas.microsoft.com/office/drawing/2014/main" id="{8CF6547A-7775-893E-675F-97A1545F1084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" name="Diagrama de flujo: operación manual 6">
              <a:extLst>
                <a:ext uri="{FF2B5EF4-FFF2-40B4-BE49-F238E27FC236}">
                  <a16:creationId xmlns:a16="http://schemas.microsoft.com/office/drawing/2014/main" id="{BA538EF7-7855-3919-F901-831A45D4BB7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898" name="Grupo 897">
            <a:extLst>
              <a:ext uri="{FF2B5EF4-FFF2-40B4-BE49-F238E27FC236}">
                <a16:creationId xmlns:a16="http://schemas.microsoft.com/office/drawing/2014/main" id="{A2C35F7C-60AC-B297-BFED-2AFD6E57B157}"/>
              </a:ext>
            </a:extLst>
          </p:cNvPr>
          <p:cNvGrpSpPr/>
          <p:nvPr/>
        </p:nvGrpSpPr>
        <p:grpSpPr>
          <a:xfrm rot="600000">
            <a:off x="6749442" y="1333028"/>
            <a:ext cx="1318435" cy="1266043"/>
            <a:chOff x="6641702" y="1526452"/>
            <a:chExt cx="1318435" cy="1266043"/>
          </a:xfrm>
        </p:grpSpPr>
        <p:grpSp>
          <p:nvGrpSpPr>
            <p:cNvPr id="899" name="Grupo 898">
              <a:extLst>
                <a:ext uri="{FF2B5EF4-FFF2-40B4-BE49-F238E27FC236}">
                  <a16:creationId xmlns:a16="http://schemas.microsoft.com/office/drawing/2014/main" id="{4ECD905E-E6AF-BFB2-E1EA-1CDF36A4769D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</p:grpSpPr>
          <p:grpSp>
            <p:nvGrpSpPr>
              <p:cNvPr id="901" name="Grupo 900">
                <a:extLst>
                  <a:ext uri="{FF2B5EF4-FFF2-40B4-BE49-F238E27FC236}">
                    <a16:creationId xmlns:a16="http://schemas.microsoft.com/office/drawing/2014/main" id="{EEB4F93E-B597-5BA1-57B7-186A3882F712}"/>
                  </a:ext>
                </a:extLst>
              </p:cNvPr>
              <p:cNvGrpSpPr/>
              <p:nvPr/>
            </p:nvGrpSpPr>
            <p:grpSpPr>
              <a:xfrm rot="785047">
                <a:off x="6641702" y="1526452"/>
                <a:ext cx="1192937" cy="1266043"/>
                <a:chOff x="6040669" y="1851040"/>
                <a:chExt cx="1192937" cy="1266043"/>
              </a:xfrm>
            </p:grpSpPr>
            <p:grpSp>
              <p:nvGrpSpPr>
                <p:cNvPr id="903" name="Grupo 902">
                  <a:extLst>
                    <a:ext uri="{FF2B5EF4-FFF2-40B4-BE49-F238E27FC236}">
                      <a16:creationId xmlns:a16="http://schemas.microsoft.com/office/drawing/2014/main" id="{A4A7F015-9A42-DD42-A005-DE971363D27E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</p:grpSpPr>
              <p:grpSp>
                <p:nvGrpSpPr>
                  <p:cNvPr id="905" name="Grupo 904">
                    <a:extLst>
                      <a:ext uri="{FF2B5EF4-FFF2-40B4-BE49-F238E27FC236}">
                        <a16:creationId xmlns:a16="http://schemas.microsoft.com/office/drawing/2014/main" id="{AE93767B-3D16-E47A-F419-C0548B07E1AB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</p:grpSpPr>
                <p:grpSp>
                  <p:nvGrpSpPr>
                    <p:cNvPr id="907" name="Grupo 906">
                      <a:extLst>
                        <a:ext uri="{FF2B5EF4-FFF2-40B4-BE49-F238E27FC236}">
                          <a16:creationId xmlns:a16="http://schemas.microsoft.com/office/drawing/2014/main" id="{A6A9F1B6-6914-6E3E-6C7A-C1475A2329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grpSp>
                    <p:nvGrpSpPr>
                      <p:cNvPr id="909" name="Grupo 908">
                        <a:extLst>
                          <a:ext uri="{FF2B5EF4-FFF2-40B4-BE49-F238E27FC236}">
                            <a16:creationId xmlns:a16="http://schemas.microsoft.com/office/drawing/2014/main" id="{48A15460-2B13-25D5-BE7C-33F439AE29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911" name="Elipse 910">
                          <a:extLst>
                            <a:ext uri="{FF2B5EF4-FFF2-40B4-BE49-F238E27FC236}">
                              <a16:creationId xmlns:a16="http://schemas.microsoft.com/office/drawing/2014/main" id="{0CE69D44-D18C-5322-8E40-20B252D8AA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12" name="Diagrama de flujo: operación manual 911">
                          <a:extLst>
                            <a:ext uri="{FF2B5EF4-FFF2-40B4-BE49-F238E27FC236}">
                              <a16:creationId xmlns:a16="http://schemas.microsoft.com/office/drawing/2014/main" id="{7170E10A-FCE2-E30A-9609-2F3B39FD5F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10" name="Elipse 909">
                        <a:extLst>
                          <a:ext uri="{FF2B5EF4-FFF2-40B4-BE49-F238E27FC236}">
                            <a16:creationId xmlns:a16="http://schemas.microsoft.com/office/drawing/2014/main" id="{8A16BDBB-88E8-EFE1-A970-D97329771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8" name="Diagrama de flujo: operación manual 907">
                      <a:extLst>
                        <a:ext uri="{FF2B5EF4-FFF2-40B4-BE49-F238E27FC236}">
                          <a16:creationId xmlns:a16="http://schemas.microsoft.com/office/drawing/2014/main" id="{D22AD5A4-5CE3-3887-14AC-653A2C5A6D7D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6" name="Elipse 905">
                    <a:extLst>
                      <a:ext uri="{FF2B5EF4-FFF2-40B4-BE49-F238E27FC236}">
                        <a16:creationId xmlns:a16="http://schemas.microsoft.com/office/drawing/2014/main" id="{F6A362AF-DEDA-0437-E00B-E0C5E5C30BB7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4" name="Elipse 903">
                  <a:extLst>
                    <a:ext uri="{FF2B5EF4-FFF2-40B4-BE49-F238E27FC236}">
                      <a16:creationId xmlns:a16="http://schemas.microsoft.com/office/drawing/2014/main" id="{AD260F28-9049-B9B1-7951-DB8F3F79C27A}"/>
                    </a:ext>
                  </a:extLst>
                </p:cNvPr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02" name="Elipse 901">
                <a:extLst>
                  <a:ext uri="{FF2B5EF4-FFF2-40B4-BE49-F238E27FC236}">
                    <a16:creationId xmlns:a16="http://schemas.microsoft.com/office/drawing/2014/main" id="{8E70C639-CEC4-72ED-DEFC-7BE52CC6FBB1}"/>
                  </a:ext>
                </a:extLst>
              </p:cNvPr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00" name="Elipse 899">
              <a:extLst>
                <a:ext uri="{FF2B5EF4-FFF2-40B4-BE49-F238E27FC236}">
                  <a16:creationId xmlns:a16="http://schemas.microsoft.com/office/drawing/2014/main" id="{663C2139-1C74-F536-6879-50576C60A161}"/>
                </a:ext>
              </a:extLst>
            </p:cNvPr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74" name="Subtítulo 2">
            <a:extLst>
              <a:ext uri="{FF2B5EF4-FFF2-40B4-BE49-F238E27FC236}">
                <a16:creationId xmlns:a16="http://schemas.microsoft.com/office/drawing/2014/main" id="{732F9BFE-326A-FCF2-28DB-6ABA7F39C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1175" name="Cerrar llave 1174">
            <a:extLst>
              <a:ext uri="{FF2B5EF4-FFF2-40B4-BE49-F238E27FC236}">
                <a16:creationId xmlns:a16="http://schemas.microsoft.com/office/drawing/2014/main" id="{F351A3CD-DC03-BDE4-5DAD-617B0F17765A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76" name="CuadroTexto 1175">
            <a:extLst>
              <a:ext uri="{FF2B5EF4-FFF2-40B4-BE49-F238E27FC236}">
                <a16:creationId xmlns:a16="http://schemas.microsoft.com/office/drawing/2014/main" id="{E8310A01-51A4-F407-2EE4-8998A705C7AA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340689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6" dur="1000" fill="hold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6" name="Grupo 1175">
            <a:extLst>
              <a:ext uri="{FF2B5EF4-FFF2-40B4-BE49-F238E27FC236}">
                <a16:creationId xmlns:a16="http://schemas.microsoft.com/office/drawing/2014/main" id="{48C26824-C7CF-1974-C8A8-DB27311F8D31}"/>
              </a:ext>
            </a:extLst>
          </p:cNvPr>
          <p:cNvGrpSpPr/>
          <p:nvPr/>
        </p:nvGrpSpPr>
        <p:grpSpPr>
          <a:xfrm>
            <a:off x="4815770" y="1150053"/>
            <a:ext cx="8694343" cy="4302894"/>
            <a:chOff x="4815770" y="1150053"/>
            <a:chExt cx="8694343" cy="4302894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9570DE9-EA3A-C6C7-5A81-26F0A307ABEC}"/>
                </a:ext>
              </a:extLst>
            </p:cNvPr>
            <p:cNvGrpSpPr/>
            <p:nvPr/>
          </p:nvGrpSpPr>
          <p:grpSpPr>
            <a:xfrm>
              <a:off x="4815770" y="1150053"/>
              <a:ext cx="4925289" cy="2614476"/>
              <a:chOff x="4815770" y="1150053"/>
              <a:chExt cx="4925289" cy="2614476"/>
            </a:xfrm>
          </p:grpSpPr>
          <p:grpSp>
            <p:nvGrpSpPr>
              <p:cNvPr id="1171" name="Grupo 1170">
                <a:extLst>
                  <a:ext uri="{FF2B5EF4-FFF2-40B4-BE49-F238E27FC236}">
                    <a16:creationId xmlns:a16="http://schemas.microsoft.com/office/drawing/2014/main" id="{68DAA857-8C61-DD70-E6FC-11DCD14C7701}"/>
                  </a:ext>
                </a:extLst>
              </p:cNvPr>
              <p:cNvGrpSpPr/>
              <p:nvPr/>
            </p:nvGrpSpPr>
            <p:grpSpPr>
              <a:xfrm rot="1800000">
                <a:off x="4815770" y="1150053"/>
                <a:ext cx="3958903" cy="1540811"/>
                <a:chOff x="4815770" y="1150053"/>
                <a:chExt cx="3958903" cy="1540811"/>
              </a:xfrm>
            </p:grpSpPr>
            <p:grpSp>
              <p:nvGrpSpPr>
                <p:cNvPr id="1038" name="Grupo 1037">
                  <a:extLst>
                    <a:ext uri="{FF2B5EF4-FFF2-40B4-BE49-F238E27FC236}">
                      <a16:creationId xmlns:a16="http://schemas.microsoft.com/office/drawing/2014/main" id="{ADE5305C-5FA6-E7E8-A7A8-5B1EF7F0E6E7}"/>
                    </a:ext>
                  </a:extLst>
                </p:cNvPr>
                <p:cNvGrpSpPr/>
                <p:nvPr/>
              </p:nvGrpSpPr>
              <p:grpSpPr>
                <a:xfrm>
                  <a:off x="4815770" y="1355934"/>
                  <a:ext cx="2222990" cy="1334930"/>
                  <a:chOff x="4815770" y="1355934"/>
                  <a:chExt cx="2222990" cy="1334930"/>
                </a:xfrm>
              </p:grpSpPr>
              <p:grpSp>
                <p:nvGrpSpPr>
                  <p:cNvPr id="3" name="Grupo 2">
                    <a:extLst>
                      <a:ext uri="{FF2B5EF4-FFF2-40B4-BE49-F238E27FC236}">
                        <a16:creationId xmlns:a16="http://schemas.microsoft.com/office/drawing/2014/main" id="{4B4A3531-917B-846D-2758-21C70D097E3E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</p:grpSpPr>
                <p:grpSp>
                  <p:nvGrpSpPr>
                    <p:cNvPr id="980" name="Grupo 979">
                      <a:extLst>
                        <a:ext uri="{FF2B5EF4-FFF2-40B4-BE49-F238E27FC236}">
                          <a16:creationId xmlns:a16="http://schemas.microsoft.com/office/drawing/2014/main" id="{5EAFEA14-0724-837F-E90C-EFE770D719C6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</p:grpSpPr>
                  <p:grpSp>
                    <p:nvGrpSpPr>
                      <p:cNvPr id="991" name="Grupo 990">
                        <a:extLst>
                          <a:ext uri="{FF2B5EF4-FFF2-40B4-BE49-F238E27FC236}">
                            <a16:creationId xmlns:a16="http://schemas.microsoft.com/office/drawing/2014/main" id="{16077F19-A2D8-E424-EFB6-7A0E0ADDACF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</p:grpSpPr>
                    <p:sp>
                      <p:nvSpPr>
                        <p:cNvPr id="994" name="Rectángulo: esquinas redondeadas 993">
                          <a:extLst>
                            <a:ext uri="{FF2B5EF4-FFF2-40B4-BE49-F238E27FC236}">
                              <a16:creationId xmlns:a16="http://schemas.microsoft.com/office/drawing/2014/main" id="{0611D07B-9F46-8A1D-4C6B-AC226882798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95" name="Rectángulo: esquinas redondeadas 994">
                          <a:extLst>
                            <a:ext uri="{FF2B5EF4-FFF2-40B4-BE49-F238E27FC236}">
                              <a16:creationId xmlns:a16="http://schemas.microsoft.com/office/drawing/2014/main" id="{442184AB-6A44-FE4C-C49C-9BB74D9621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92" name="Rectángulo 991">
                        <a:extLst>
                          <a:ext uri="{FF2B5EF4-FFF2-40B4-BE49-F238E27FC236}">
                            <a16:creationId xmlns:a16="http://schemas.microsoft.com/office/drawing/2014/main" id="{FEF06B2A-3AD0-D89D-8AF9-A381C199FC7B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93" name="Rectángulo 992">
                        <a:extLst>
                          <a:ext uri="{FF2B5EF4-FFF2-40B4-BE49-F238E27FC236}">
                            <a16:creationId xmlns:a16="http://schemas.microsoft.com/office/drawing/2014/main" id="{120DADAE-5F33-48A1-B3B4-C766023FA509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981" name="Grupo 980">
                      <a:extLst>
                        <a:ext uri="{FF2B5EF4-FFF2-40B4-BE49-F238E27FC236}">
                          <a16:creationId xmlns:a16="http://schemas.microsoft.com/office/drawing/2014/main" id="{07F1CC51-6ED4-3E11-11BD-0B97B7071B37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noFill/>
                  </p:grpSpPr>
                  <p:grpSp>
                    <p:nvGrpSpPr>
                      <p:cNvPr id="986" name="Grupo 985">
                        <a:extLst>
                          <a:ext uri="{FF2B5EF4-FFF2-40B4-BE49-F238E27FC236}">
                            <a16:creationId xmlns:a16="http://schemas.microsoft.com/office/drawing/2014/main" id="{E5E3A954-3E6D-2ADE-64AB-85A2B67464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989" name="Rectángulo: esquinas redondeadas 988">
                          <a:extLst>
                            <a:ext uri="{FF2B5EF4-FFF2-40B4-BE49-F238E27FC236}">
                              <a16:creationId xmlns:a16="http://schemas.microsoft.com/office/drawing/2014/main" id="{FEE48E80-89F0-5E94-EB0D-3809F8B3F2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90" name="Rectángulo: esquinas redondeadas 989">
                          <a:extLst>
                            <a:ext uri="{FF2B5EF4-FFF2-40B4-BE49-F238E27FC236}">
                              <a16:creationId xmlns:a16="http://schemas.microsoft.com/office/drawing/2014/main" id="{BB44FBF3-7415-D411-9B80-E12D3CD35D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987" name="Rectángulo 986">
                        <a:extLst>
                          <a:ext uri="{FF2B5EF4-FFF2-40B4-BE49-F238E27FC236}">
                            <a16:creationId xmlns:a16="http://schemas.microsoft.com/office/drawing/2014/main" id="{F000B976-8AB1-74A3-FFC2-2F0B1A60224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88" name="Rectángulo 987">
                        <a:extLst>
                          <a:ext uri="{FF2B5EF4-FFF2-40B4-BE49-F238E27FC236}">
                            <a16:creationId xmlns:a16="http://schemas.microsoft.com/office/drawing/2014/main" id="{BD52ED38-D401-CABB-6049-26BE91B5255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96" name="Grupo 995">
                    <a:extLst>
                      <a:ext uri="{FF2B5EF4-FFF2-40B4-BE49-F238E27FC236}">
                        <a16:creationId xmlns:a16="http://schemas.microsoft.com/office/drawing/2014/main" id="{F4F54822-0FE2-6B5C-5A59-E5795820FDAF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</p:grpSpPr>
                <p:grpSp>
                  <p:nvGrpSpPr>
                    <p:cNvPr id="997" name="Grupo 996">
                      <a:extLst>
                        <a:ext uri="{FF2B5EF4-FFF2-40B4-BE49-F238E27FC236}">
                          <a16:creationId xmlns:a16="http://schemas.microsoft.com/office/drawing/2014/main" id="{C9C3BD8C-7AFE-AACF-54F7-16C7A9F561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</p:grpSpPr>
                  <p:grpSp>
                    <p:nvGrpSpPr>
                      <p:cNvPr id="1004" name="Grupo 1003">
                        <a:extLst>
                          <a:ext uri="{FF2B5EF4-FFF2-40B4-BE49-F238E27FC236}">
                            <a16:creationId xmlns:a16="http://schemas.microsoft.com/office/drawing/2014/main" id="{446CAC1F-52DE-AE6A-A0DF-9B66C774D67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</p:grpSpPr>
                    <p:sp>
                      <p:nvSpPr>
                        <p:cNvPr id="1008" name="Rectángulo: esquinas redondeadas 1007">
                          <a:extLst>
                            <a:ext uri="{FF2B5EF4-FFF2-40B4-BE49-F238E27FC236}">
                              <a16:creationId xmlns:a16="http://schemas.microsoft.com/office/drawing/2014/main" id="{B19D56E1-7290-52B2-A5EF-01888E35B53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09" name="Rectángulo: esquinas redondeadas 1008">
                          <a:extLst>
                            <a:ext uri="{FF2B5EF4-FFF2-40B4-BE49-F238E27FC236}">
                              <a16:creationId xmlns:a16="http://schemas.microsoft.com/office/drawing/2014/main" id="{3666BC98-7686-78CC-40F0-32D950A631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06" name="Rectángulo 1005">
                        <a:extLst>
                          <a:ext uri="{FF2B5EF4-FFF2-40B4-BE49-F238E27FC236}">
                            <a16:creationId xmlns:a16="http://schemas.microsoft.com/office/drawing/2014/main" id="{BA30AA8D-B2A0-100B-64F9-AA272A1EC09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07" name="Rectángulo 1006">
                        <a:extLst>
                          <a:ext uri="{FF2B5EF4-FFF2-40B4-BE49-F238E27FC236}">
                            <a16:creationId xmlns:a16="http://schemas.microsoft.com/office/drawing/2014/main" id="{E690FFDD-9491-A63B-8F84-36DB1FACD1C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998" name="Grupo 997">
                      <a:extLst>
                        <a:ext uri="{FF2B5EF4-FFF2-40B4-BE49-F238E27FC236}">
                          <a16:creationId xmlns:a16="http://schemas.microsoft.com/office/drawing/2014/main" id="{BCFBB9B3-3BDD-ED49-FEDE-F5974C5E29A2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noFill/>
                  </p:grpSpPr>
                  <p:grpSp>
                    <p:nvGrpSpPr>
                      <p:cNvPr id="999" name="Grupo 998">
                        <a:extLst>
                          <a:ext uri="{FF2B5EF4-FFF2-40B4-BE49-F238E27FC236}">
                            <a16:creationId xmlns:a16="http://schemas.microsoft.com/office/drawing/2014/main" id="{D7FC8122-D488-B093-33CE-3A4AB3A936C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02" name="Rectángulo: esquinas redondeadas 1001">
                          <a:extLst>
                            <a:ext uri="{FF2B5EF4-FFF2-40B4-BE49-F238E27FC236}">
                              <a16:creationId xmlns:a16="http://schemas.microsoft.com/office/drawing/2014/main" id="{877520E1-C27D-C11C-8B8C-286E68C8A7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03" name="Rectángulo: esquinas redondeadas 1002">
                          <a:extLst>
                            <a:ext uri="{FF2B5EF4-FFF2-40B4-BE49-F238E27FC236}">
                              <a16:creationId xmlns:a16="http://schemas.microsoft.com/office/drawing/2014/main" id="{73572AA2-0542-0F35-AEEB-667378EA40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00" name="Rectángulo 999">
                        <a:extLst>
                          <a:ext uri="{FF2B5EF4-FFF2-40B4-BE49-F238E27FC236}">
                            <a16:creationId xmlns:a16="http://schemas.microsoft.com/office/drawing/2014/main" id="{64098718-A2BE-00C6-8534-593ED16B9A35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01" name="Rectángulo 1000">
                        <a:extLst>
                          <a:ext uri="{FF2B5EF4-FFF2-40B4-BE49-F238E27FC236}">
                            <a16:creationId xmlns:a16="http://schemas.microsoft.com/office/drawing/2014/main" id="{3E15D743-47C5-541F-613F-D0B2049905E7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10" name="Grupo 1009">
                    <a:extLst>
                      <a:ext uri="{FF2B5EF4-FFF2-40B4-BE49-F238E27FC236}">
                        <a16:creationId xmlns:a16="http://schemas.microsoft.com/office/drawing/2014/main" id="{4DCC6B49-033F-4DAF-8DE4-79870580D3EA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1011" name="Grupo 1010">
                      <a:extLst>
                        <a:ext uri="{FF2B5EF4-FFF2-40B4-BE49-F238E27FC236}">
                          <a16:creationId xmlns:a16="http://schemas.microsoft.com/office/drawing/2014/main" id="{3A61E31C-732B-5E62-A6D6-86DBF32C99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1013" name="Grupo 1012">
                        <a:extLst>
                          <a:ext uri="{FF2B5EF4-FFF2-40B4-BE49-F238E27FC236}">
                            <a16:creationId xmlns:a16="http://schemas.microsoft.com/office/drawing/2014/main" id="{744D2E43-0A10-E04A-BE0C-8E5B5AFF51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p:grpSpPr>
                    <p:sp>
                      <p:nvSpPr>
                        <p:cNvPr id="1026" name="Elipse 1025">
                          <a:extLst>
                            <a:ext uri="{FF2B5EF4-FFF2-40B4-BE49-F238E27FC236}">
                              <a16:creationId xmlns:a16="http://schemas.microsoft.com/office/drawing/2014/main" id="{7A54B857-4BC7-BD71-9EDB-FDDD82D202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027" name="Grupo 1026">
                          <a:extLst>
                            <a:ext uri="{FF2B5EF4-FFF2-40B4-BE49-F238E27FC236}">
                              <a16:creationId xmlns:a16="http://schemas.microsoft.com/office/drawing/2014/main" id="{4A6DC13A-DBEE-C77A-95B1-24BBB6094F9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028" name="Rectángulo 1027">
                            <a:extLst>
                              <a:ext uri="{FF2B5EF4-FFF2-40B4-BE49-F238E27FC236}">
                                <a16:creationId xmlns:a16="http://schemas.microsoft.com/office/drawing/2014/main" id="{79F0B0FB-814B-D58E-4EE6-5A4F5A6ABC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29" name="Rectángulo 1028">
                            <a:extLst>
                              <a:ext uri="{FF2B5EF4-FFF2-40B4-BE49-F238E27FC236}">
                                <a16:creationId xmlns:a16="http://schemas.microsoft.com/office/drawing/2014/main" id="{CD587488-DE1C-CF7A-BF27-CD83CCFC945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014" name="Grupo 1013">
                        <a:extLst>
                          <a:ext uri="{FF2B5EF4-FFF2-40B4-BE49-F238E27FC236}">
                            <a16:creationId xmlns:a16="http://schemas.microsoft.com/office/drawing/2014/main" id="{8A29ABCE-15E4-1A4B-E066-EC276717B70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015" name="Grupo 1014">
                          <a:extLst>
                            <a:ext uri="{FF2B5EF4-FFF2-40B4-BE49-F238E27FC236}">
                              <a16:creationId xmlns:a16="http://schemas.microsoft.com/office/drawing/2014/main" id="{DAAF6B5A-B39B-3CCA-EDB0-8FF64F1E32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1020" name="Grupo 1019">
                            <a:extLst>
                              <a:ext uri="{FF2B5EF4-FFF2-40B4-BE49-F238E27FC236}">
                                <a16:creationId xmlns:a16="http://schemas.microsoft.com/office/drawing/2014/main" id="{DB1F7C63-7863-2443-96E9-81D798E8F78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838" name="Rectángulo 837">
                              <a:extLst>
                                <a:ext uri="{FF2B5EF4-FFF2-40B4-BE49-F238E27FC236}">
                                  <a16:creationId xmlns:a16="http://schemas.microsoft.com/office/drawing/2014/main" id="{0DD6F426-FC55-61A1-F439-BCB85C0CF3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024" name="Rectángulo 1023">
                              <a:extLst>
                                <a:ext uri="{FF2B5EF4-FFF2-40B4-BE49-F238E27FC236}">
                                  <a16:creationId xmlns:a16="http://schemas.microsoft.com/office/drawing/2014/main" id="{18A0E20F-2286-62C3-0AF2-986F6DC313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25" name="Marco 1024">
                              <a:extLst>
                                <a:ext uri="{FF2B5EF4-FFF2-40B4-BE49-F238E27FC236}">
                                  <a16:creationId xmlns:a16="http://schemas.microsoft.com/office/drawing/2014/main" id="{CDC52C2B-A65E-0E7A-D428-75127BCECC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021" name="Grupo 1020">
                            <a:extLst>
                              <a:ext uri="{FF2B5EF4-FFF2-40B4-BE49-F238E27FC236}">
                                <a16:creationId xmlns:a16="http://schemas.microsoft.com/office/drawing/2014/main" id="{CF5AFDD0-DACD-D9DC-78AF-37B1CD71E08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1022" name="Rectángulo 1021">
                              <a:extLst>
                                <a:ext uri="{FF2B5EF4-FFF2-40B4-BE49-F238E27FC236}">
                                  <a16:creationId xmlns:a16="http://schemas.microsoft.com/office/drawing/2014/main" id="{0AD6C9A3-40B8-8229-D402-71A5582F721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23" name="Rectángulo 1022">
                              <a:extLst>
                                <a:ext uri="{FF2B5EF4-FFF2-40B4-BE49-F238E27FC236}">
                                  <a16:creationId xmlns:a16="http://schemas.microsoft.com/office/drawing/2014/main" id="{852C320A-A27E-8136-2868-FA77271DFD3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837" name="Rectángulo 836">
                              <a:extLst>
                                <a:ext uri="{FF2B5EF4-FFF2-40B4-BE49-F238E27FC236}">
                                  <a16:creationId xmlns:a16="http://schemas.microsoft.com/office/drawing/2014/main" id="{635FA53F-CF76-1527-9846-8C72AFE0E5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016" name="Grupo 1015">
                          <a:extLst>
                            <a:ext uri="{FF2B5EF4-FFF2-40B4-BE49-F238E27FC236}">
                              <a16:creationId xmlns:a16="http://schemas.microsoft.com/office/drawing/2014/main" id="{4F29F2CA-43C9-8DE0-84B2-750D0DF6CB0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1017" name="Rectángulo 1016">
                            <a:extLst>
                              <a:ext uri="{FF2B5EF4-FFF2-40B4-BE49-F238E27FC236}">
                                <a16:creationId xmlns:a16="http://schemas.microsoft.com/office/drawing/2014/main" id="{DA37AADF-2B6D-CF5F-E1A4-2FAC6087C5F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18" name="Rectángulo 1017">
                            <a:extLst>
                              <a:ext uri="{FF2B5EF4-FFF2-40B4-BE49-F238E27FC236}">
                                <a16:creationId xmlns:a16="http://schemas.microsoft.com/office/drawing/2014/main" id="{25BED148-09F3-435E-D407-C1DF70456E3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19" name="Rectángulo 1018">
                            <a:extLst>
                              <a:ext uri="{FF2B5EF4-FFF2-40B4-BE49-F238E27FC236}">
                                <a16:creationId xmlns:a16="http://schemas.microsoft.com/office/drawing/2014/main" id="{AF3AFAAD-6BF3-F3FC-CE81-F0432E79B8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012" name="Rectángulo 1011">
                      <a:extLst>
                        <a:ext uri="{FF2B5EF4-FFF2-40B4-BE49-F238E27FC236}">
                          <a16:creationId xmlns:a16="http://schemas.microsoft.com/office/drawing/2014/main" id="{AA58C0A2-0117-6FB6-749A-0B343B3D10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pattFill prst="wdDnDiag">
                      <a:fgClr>
                        <a:schemeClr val="bg1"/>
                      </a:fgClr>
                      <a:bgClr>
                        <a:schemeClr val="bg1">
                          <a:lumMod val="65000"/>
                        </a:schemeClr>
                      </a:bgClr>
                    </a:patt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30" name="Grupo 1029">
                    <a:extLst>
                      <a:ext uri="{FF2B5EF4-FFF2-40B4-BE49-F238E27FC236}">
                        <a16:creationId xmlns:a16="http://schemas.microsoft.com/office/drawing/2014/main" id="{D7397C3D-4BCA-9C1B-02D8-117577FA5AE9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</p:grpSpPr>
                <p:sp>
                  <p:nvSpPr>
                    <p:cNvPr id="1031" name="Rectángulo 1030">
                      <a:extLst>
                        <a:ext uri="{FF2B5EF4-FFF2-40B4-BE49-F238E27FC236}">
                          <a16:creationId xmlns:a16="http://schemas.microsoft.com/office/drawing/2014/main" id="{FBA108C3-1B85-BFB7-3452-A3A1BDCEC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032" name="Grupo 1031">
                      <a:extLst>
                        <a:ext uri="{FF2B5EF4-FFF2-40B4-BE49-F238E27FC236}">
                          <a16:creationId xmlns:a16="http://schemas.microsoft.com/office/drawing/2014/main" id="{070522D8-B638-F000-BB06-E45E5661E8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</p:grpSpPr>
                  <p:grpSp>
                    <p:nvGrpSpPr>
                      <p:cNvPr id="1033" name="Grupo 1032">
                        <a:extLst>
                          <a:ext uri="{FF2B5EF4-FFF2-40B4-BE49-F238E27FC236}">
                            <a16:creationId xmlns:a16="http://schemas.microsoft.com/office/drawing/2014/main" id="{9CF38134-182E-6145-21F3-EE7DB09988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</p:grpSpPr>
                    <p:sp>
                      <p:nvSpPr>
                        <p:cNvPr id="1035" name="Rectángulo 1034">
                          <a:extLst>
                            <a:ext uri="{FF2B5EF4-FFF2-40B4-BE49-F238E27FC236}">
                              <a16:creationId xmlns:a16="http://schemas.microsoft.com/office/drawing/2014/main" id="{94B05CE7-2B3E-2B68-DD54-E89B840C7D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36" name="Elipse 1035">
                          <a:extLst>
                            <a:ext uri="{FF2B5EF4-FFF2-40B4-BE49-F238E27FC236}">
                              <a16:creationId xmlns:a16="http://schemas.microsoft.com/office/drawing/2014/main" id="{6D3117A5-9FEF-24BF-E972-0EB8132F05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37" name="Elipse 1036">
                          <a:extLst>
                            <a:ext uri="{FF2B5EF4-FFF2-40B4-BE49-F238E27FC236}">
                              <a16:creationId xmlns:a16="http://schemas.microsoft.com/office/drawing/2014/main" id="{756C0F62-F88F-5AB6-A134-4DFC496A66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34" name="Rectángulo 1033">
                        <a:extLst>
                          <a:ext uri="{FF2B5EF4-FFF2-40B4-BE49-F238E27FC236}">
                            <a16:creationId xmlns:a16="http://schemas.microsoft.com/office/drawing/2014/main" id="{67504D0A-C871-8265-794A-BADEBD41C0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  <p:grpSp>
              <p:nvGrpSpPr>
                <p:cNvPr id="1114" name="Grupo 1113">
                  <a:extLst>
                    <a:ext uri="{FF2B5EF4-FFF2-40B4-BE49-F238E27FC236}">
                      <a16:creationId xmlns:a16="http://schemas.microsoft.com/office/drawing/2014/main" id="{22EEBD14-7C8D-2826-9F6F-2687CD6E18BA}"/>
                    </a:ext>
                  </a:extLst>
                </p:cNvPr>
                <p:cNvGrpSpPr/>
                <p:nvPr/>
              </p:nvGrpSpPr>
              <p:grpSpPr>
                <a:xfrm flipH="1" flipV="1">
                  <a:off x="6551683" y="1150053"/>
                  <a:ext cx="2222990" cy="1334930"/>
                  <a:chOff x="4815770" y="1355934"/>
                  <a:chExt cx="2222990" cy="1334930"/>
                </a:xfrm>
                <a:noFill/>
              </p:grpSpPr>
              <p:grpSp>
                <p:nvGrpSpPr>
                  <p:cNvPr id="1115" name="Grupo 1114">
                    <a:extLst>
                      <a:ext uri="{FF2B5EF4-FFF2-40B4-BE49-F238E27FC236}">
                        <a16:creationId xmlns:a16="http://schemas.microsoft.com/office/drawing/2014/main" id="{CA08B15D-0F43-783B-1575-D613EC5F50DA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159" name="Grupo 1158">
                      <a:extLst>
                        <a:ext uri="{FF2B5EF4-FFF2-40B4-BE49-F238E27FC236}">
                          <a16:creationId xmlns:a16="http://schemas.microsoft.com/office/drawing/2014/main" id="{73618F99-F049-5FAE-FFBC-0852C2B52784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166" name="Grupo 1165">
                        <a:extLst>
                          <a:ext uri="{FF2B5EF4-FFF2-40B4-BE49-F238E27FC236}">
                            <a16:creationId xmlns:a16="http://schemas.microsoft.com/office/drawing/2014/main" id="{099DA49D-6EE8-D7E3-B89F-1C9C2142033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169" name="Rectángulo: esquinas redondeadas 1168">
                          <a:extLst>
                            <a:ext uri="{FF2B5EF4-FFF2-40B4-BE49-F238E27FC236}">
                              <a16:creationId xmlns:a16="http://schemas.microsoft.com/office/drawing/2014/main" id="{91806C3D-C8FF-7ED8-69E3-C15CC2EA1B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70" name="Rectángulo: esquinas redondeadas 1169">
                          <a:extLst>
                            <a:ext uri="{FF2B5EF4-FFF2-40B4-BE49-F238E27FC236}">
                              <a16:creationId xmlns:a16="http://schemas.microsoft.com/office/drawing/2014/main" id="{03661E5A-5468-0B62-9331-C46F03D493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67" name="Rectángulo 1166">
                        <a:extLst>
                          <a:ext uri="{FF2B5EF4-FFF2-40B4-BE49-F238E27FC236}">
                            <a16:creationId xmlns:a16="http://schemas.microsoft.com/office/drawing/2014/main" id="{1BFAB01F-87F0-430C-57B5-453892D19F6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68" name="Rectángulo 1167">
                        <a:extLst>
                          <a:ext uri="{FF2B5EF4-FFF2-40B4-BE49-F238E27FC236}">
                            <a16:creationId xmlns:a16="http://schemas.microsoft.com/office/drawing/2014/main" id="{0B7EA2D2-9F3D-F967-EB95-5A5B58E3AFD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60" name="Grupo 1159">
                      <a:extLst>
                        <a:ext uri="{FF2B5EF4-FFF2-40B4-BE49-F238E27FC236}">
                          <a16:creationId xmlns:a16="http://schemas.microsoft.com/office/drawing/2014/main" id="{138A540E-ACCD-16C6-E5A1-03FE1ECE1ACA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61" name="Grupo 1160">
                        <a:extLst>
                          <a:ext uri="{FF2B5EF4-FFF2-40B4-BE49-F238E27FC236}">
                            <a16:creationId xmlns:a16="http://schemas.microsoft.com/office/drawing/2014/main" id="{0D3E2C27-B439-F286-D9D8-55247F91BFF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64" name="Rectángulo: esquinas redondeadas 1163">
                          <a:extLst>
                            <a:ext uri="{FF2B5EF4-FFF2-40B4-BE49-F238E27FC236}">
                              <a16:creationId xmlns:a16="http://schemas.microsoft.com/office/drawing/2014/main" id="{700E5B02-AAAB-75D8-22EB-F68AD05777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65" name="Rectángulo: esquinas redondeadas 1164">
                          <a:extLst>
                            <a:ext uri="{FF2B5EF4-FFF2-40B4-BE49-F238E27FC236}">
                              <a16:creationId xmlns:a16="http://schemas.microsoft.com/office/drawing/2014/main" id="{855E1E31-2A9D-C2E4-D4E8-5B100852F9F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62" name="Rectángulo 1161">
                        <a:extLst>
                          <a:ext uri="{FF2B5EF4-FFF2-40B4-BE49-F238E27FC236}">
                            <a16:creationId xmlns:a16="http://schemas.microsoft.com/office/drawing/2014/main" id="{DFE065F0-FA4C-869E-7FA5-0684D34A35F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63" name="Rectángulo 1162">
                        <a:extLst>
                          <a:ext uri="{FF2B5EF4-FFF2-40B4-BE49-F238E27FC236}">
                            <a16:creationId xmlns:a16="http://schemas.microsoft.com/office/drawing/2014/main" id="{56E0C6AF-B364-DDE0-72D1-47192556888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116" name="Grupo 1115">
                    <a:extLst>
                      <a:ext uri="{FF2B5EF4-FFF2-40B4-BE49-F238E27FC236}">
                        <a16:creationId xmlns:a16="http://schemas.microsoft.com/office/drawing/2014/main" id="{C8CBC7A9-9D22-ECFB-FE5B-99D853095F58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1147" name="Grupo 1146">
                      <a:extLst>
                        <a:ext uri="{FF2B5EF4-FFF2-40B4-BE49-F238E27FC236}">
                          <a16:creationId xmlns:a16="http://schemas.microsoft.com/office/drawing/2014/main" id="{A7404D00-59AA-E4AB-79B4-27B7A730FA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154" name="Grupo 1153">
                        <a:extLst>
                          <a:ext uri="{FF2B5EF4-FFF2-40B4-BE49-F238E27FC236}">
                            <a16:creationId xmlns:a16="http://schemas.microsoft.com/office/drawing/2014/main" id="{254BE854-9CC8-2ADD-49C0-C227FFCBF5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157" name="Rectángulo: esquinas redondeadas 1156">
                          <a:extLst>
                            <a:ext uri="{FF2B5EF4-FFF2-40B4-BE49-F238E27FC236}">
                              <a16:creationId xmlns:a16="http://schemas.microsoft.com/office/drawing/2014/main" id="{1E855126-C63C-E2EE-4F3A-07D8210DA50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58" name="Rectángulo: esquinas redondeadas 1157">
                          <a:extLst>
                            <a:ext uri="{FF2B5EF4-FFF2-40B4-BE49-F238E27FC236}">
                              <a16:creationId xmlns:a16="http://schemas.microsoft.com/office/drawing/2014/main" id="{1DF45E98-8DE1-38DE-6CB9-294A034D6B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55" name="Rectángulo 1154">
                        <a:extLst>
                          <a:ext uri="{FF2B5EF4-FFF2-40B4-BE49-F238E27FC236}">
                            <a16:creationId xmlns:a16="http://schemas.microsoft.com/office/drawing/2014/main" id="{A1428B60-52BF-1CC5-696E-1CD83089A3CE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56" name="Rectángulo 1155">
                        <a:extLst>
                          <a:ext uri="{FF2B5EF4-FFF2-40B4-BE49-F238E27FC236}">
                            <a16:creationId xmlns:a16="http://schemas.microsoft.com/office/drawing/2014/main" id="{B20D5510-D3E8-3042-3802-C8424AF0CCEF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48" name="Grupo 1147">
                      <a:extLst>
                        <a:ext uri="{FF2B5EF4-FFF2-40B4-BE49-F238E27FC236}">
                          <a16:creationId xmlns:a16="http://schemas.microsoft.com/office/drawing/2014/main" id="{316DB371-A945-0DB4-2EA1-012742A519E0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49" name="Grupo 1148">
                        <a:extLst>
                          <a:ext uri="{FF2B5EF4-FFF2-40B4-BE49-F238E27FC236}">
                            <a16:creationId xmlns:a16="http://schemas.microsoft.com/office/drawing/2014/main" id="{67AB0D75-E5CC-7BDA-62F3-A307A07D45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52" name="Rectángulo: esquinas redondeadas 1151">
                          <a:extLst>
                            <a:ext uri="{FF2B5EF4-FFF2-40B4-BE49-F238E27FC236}">
                              <a16:creationId xmlns:a16="http://schemas.microsoft.com/office/drawing/2014/main" id="{C4A78A5F-787F-EF1B-08E6-8963CCC3B08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53" name="Rectángulo: esquinas redondeadas 1152">
                          <a:extLst>
                            <a:ext uri="{FF2B5EF4-FFF2-40B4-BE49-F238E27FC236}">
                              <a16:creationId xmlns:a16="http://schemas.microsoft.com/office/drawing/2014/main" id="{BD73D00A-5D1D-1B70-A3AD-466C316168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50" name="Rectángulo 1149">
                        <a:extLst>
                          <a:ext uri="{FF2B5EF4-FFF2-40B4-BE49-F238E27FC236}">
                            <a16:creationId xmlns:a16="http://schemas.microsoft.com/office/drawing/2014/main" id="{5A8B732E-2FA1-1C85-FF12-73ABB143359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51" name="Rectángulo 1150">
                        <a:extLst>
                          <a:ext uri="{FF2B5EF4-FFF2-40B4-BE49-F238E27FC236}">
                            <a16:creationId xmlns:a16="http://schemas.microsoft.com/office/drawing/2014/main" id="{2C1784C9-5227-D309-4F70-1A3D1E8F7EC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117" name="Grupo 1116">
                    <a:extLst>
                      <a:ext uri="{FF2B5EF4-FFF2-40B4-BE49-F238E27FC236}">
                        <a16:creationId xmlns:a16="http://schemas.microsoft.com/office/drawing/2014/main" id="{1F6258BE-E9D4-EBB4-FCC3-E7DE2817E2C1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1126" name="Grupo 1125">
                      <a:extLst>
                        <a:ext uri="{FF2B5EF4-FFF2-40B4-BE49-F238E27FC236}">
                          <a16:creationId xmlns:a16="http://schemas.microsoft.com/office/drawing/2014/main" id="{4699258E-44CD-7887-CB9B-914995BCED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1128" name="Grupo 1127">
                        <a:extLst>
                          <a:ext uri="{FF2B5EF4-FFF2-40B4-BE49-F238E27FC236}">
                            <a16:creationId xmlns:a16="http://schemas.microsoft.com/office/drawing/2014/main" id="{3E62530D-581D-42B5-BC88-2BB71DF750B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1143" name="Elipse 1142">
                          <a:extLst>
                            <a:ext uri="{FF2B5EF4-FFF2-40B4-BE49-F238E27FC236}">
                              <a16:creationId xmlns:a16="http://schemas.microsoft.com/office/drawing/2014/main" id="{B9371026-DD6B-AFE2-4A46-45710FDE2B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144" name="Grupo 1143">
                          <a:extLst>
                            <a:ext uri="{FF2B5EF4-FFF2-40B4-BE49-F238E27FC236}">
                              <a16:creationId xmlns:a16="http://schemas.microsoft.com/office/drawing/2014/main" id="{6A6E4F26-1B75-978E-3004-DBD84F6BAA7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145" name="Rectángulo 1144">
                            <a:extLst>
                              <a:ext uri="{FF2B5EF4-FFF2-40B4-BE49-F238E27FC236}">
                                <a16:creationId xmlns:a16="http://schemas.microsoft.com/office/drawing/2014/main" id="{62EA9573-067A-2C0D-F865-81EA5CB1AC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146" name="Rectángulo 1145">
                            <a:extLst>
                              <a:ext uri="{FF2B5EF4-FFF2-40B4-BE49-F238E27FC236}">
                                <a16:creationId xmlns:a16="http://schemas.microsoft.com/office/drawing/2014/main" id="{07269B2F-0AE7-3025-CC56-FB08DF8E3B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129" name="Grupo 1128">
                        <a:extLst>
                          <a:ext uri="{FF2B5EF4-FFF2-40B4-BE49-F238E27FC236}">
                            <a16:creationId xmlns:a16="http://schemas.microsoft.com/office/drawing/2014/main" id="{DA2D20A8-C161-AD52-7E60-461D7F41ECA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130" name="Grupo 1129">
                          <a:extLst>
                            <a:ext uri="{FF2B5EF4-FFF2-40B4-BE49-F238E27FC236}">
                              <a16:creationId xmlns:a16="http://schemas.microsoft.com/office/drawing/2014/main" id="{0B2BBA0D-52E7-2FB1-4C44-3E59CFCF82D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1135" name="Grupo 1134">
                            <a:extLst>
                              <a:ext uri="{FF2B5EF4-FFF2-40B4-BE49-F238E27FC236}">
                                <a16:creationId xmlns:a16="http://schemas.microsoft.com/office/drawing/2014/main" id="{27AF2C51-B8D6-5CC2-3C44-6F9FB73E7AA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1140" name="Rectángulo 1139">
                              <a:extLst>
                                <a:ext uri="{FF2B5EF4-FFF2-40B4-BE49-F238E27FC236}">
                                  <a16:creationId xmlns:a16="http://schemas.microsoft.com/office/drawing/2014/main" id="{2F337549-F11E-188A-E982-E54AF01CFA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141" name="Rectángulo 1140">
                              <a:extLst>
                                <a:ext uri="{FF2B5EF4-FFF2-40B4-BE49-F238E27FC236}">
                                  <a16:creationId xmlns:a16="http://schemas.microsoft.com/office/drawing/2014/main" id="{907ABCA3-84BF-A4A5-D7A5-C4FCC42152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42" name="Marco 1141">
                              <a:extLst>
                                <a:ext uri="{FF2B5EF4-FFF2-40B4-BE49-F238E27FC236}">
                                  <a16:creationId xmlns:a16="http://schemas.microsoft.com/office/drawing/2014/main" id="{057C255B-813B-5F35-B19F-8E55E91AA3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136" name="Grupo 1135">
                            <a:extLst>
                              <a:ext uri="{FF2B5EF4-FFF2-40B4-BE49-F238E27FC236}">
                                <a16:creationId xmlns:a16="http://schemas.microsoft.com/office/drawing/2014/main" id="{458B259D-122F-C908-5BB8-9D050632384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1137" name="Rectángulo 1136">
                              <a:extLst>
                                <a:ext uri="{FF2B5EF4-FFF2-40B4-BE49-F238E27FC236}">
                                  <a16:creationId xmlns:a16="http://schemas.microsoft.com/office/drawing/2014/main" id="{FEA53165-4D5A-5478-F1A0-47A9B7EA6B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38" name="Rectángulo 1137">
                              <a:extLst>
                                <a:ext uri="{FF2B5EF4-FFF2-40B4-BE49-F238E27FC236}">
                                  <a16:creationId xmlns:a16="http://schemas.microsoft.com/office/drawing/2014/main" id="{610E86EF-150D-674D-3EDD-6ACA7D10D3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39" name="Rectángulo 1138">
                              <a:extLst>
                                <a:ext uri="{FF2B5EF4-FFF2-40B4-BE49-F238E27FC236}">
                                  <a16:creationId xmlns:a16="http://schemas.microsoft.com/office/drawing/2014/main" id="{62A39BC2-5BF9-5389-5AB3-8D0B09A8FC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131" name="Grupo 1130">
                          <a:extLst>
                            <a:ext uri="{FF2B5EF4-FFF2-40B4-BE49-F238E27FC236}">
                              <a16:creationId xmlns:a16="http://schemas.microsoft.com/office/drawing/2014/main" id="{23974D71-93EA-8EE4-0C4E-71B255B9083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1132" name="Rectángulo 1131">
                            <a:extLst>
                              <a:ext uri="{FF2B5EF4-FFF2-40B4-BE49-F238E27FC236}">
                                <a16:creationId xmlns:a16="http://schemas.microsoft.com/office/drawing/2014/main" id="{5F74CAB5-59D4-16DF-B25E-73FE6794481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133" name="Rectángulo 1132">
                            <a:extLst>
                              <a:ext uri="{FF2B5EF4-FFF2-40B4-BE49-F238E27FC236}">
                                <a16:creationId xmlns:a16="http://schemas.microsoft.com/office/drawing/2014/main" id="{59C8CBEF-7BD3-7C55-D7D0-16C8FFBB0E8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134" name="Rectángulo 1133">
                            <a:extLst>
                              <a:ext uri="{FF2B5EF4-FFF2-40B4-BE49-F238E27FC236}">
                                <a16:creationId xmlns:a16="http://schemas.microsoft.com/office/drawing/2014/main" id="{31E34CE6-6CA5-3E61-9A10-173EA5E607E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127" name="Rectángulo 1126">
                      <a:extLst>
                        <a:ext uri="{FF2B5EF4-FFF2-40B4-BE49-F238E27FC236}">
                          <a16:creationId xmlns:a16="http://schemas.microsoft.com/office/drawing/2014/main" id="{DCF64C10-31CD-70A7-48EA-A3DABEFCBB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118" name="Grupo 1117">
                    <a:extLst>
                      <a:ext uri="{FF2B5EF4-FFF2-40B4-BE49-F238E27FC236}">
                        <a16:creationId xmlns:a16="http://schemas.microsoft.com/office/drawing/2014/main" id="{66646568-40DE-6707-06A4-44FEBBD90FC7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1119" name="Rectángulo 1118">
                      <a:extLst>
                        <a:ext uri="{FF2B5EF4-FFF2-40B4-BE49-F238E27FC236}">
                          <a16:creationId xmlns:a16="http://schemas.microsoft.com/office/drawing/2014/main" id="{9CC4B2B8-B653-F799-87EB-00FEC81B0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120" name="Grupo 1119">
                      <a:extLst>
                        <a:ext uri="{FF2B5EF4-FFF2-40B4-BE49-F238E27FC236}">
                          <a16:creationId xmlns:a16="http://schemas.microsoft.com/office/drawing/2014/main" id="{233F3D7F-E6CA-8FAD-36D3-DE3D582921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1121" name="Grupo 1120">
                        <a:extLst>
                          <a:ext uri="{FF2B5EF4-FFF2-40B4-BE49-F238E27FC236}">
                            <a16:creationId xmlns:a16="http://schemas.microsoft.com/office/drawing/2014/main" id="{3FE44B5F-4C9E-6E16-F52B-6276710AC1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1123" name="Rectángulo 1122">
                          <a:extLst>
                            <a:ext uri="{FF2B5EF4-FFF2-40B4-BE49-F238E27FC236}">
                              <a16:creationId xmlns:a16="http://schemas.microsoft.com/office/drawing/2014/main" id="{DDEA9B06-E7F9-75C0-751B-47AED66DF54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124" name="Elipse 1123">
                          <a:extLst>
                            <a:ext uri="{FF2B5EF4-FFF2-40B4-BE49-F238E27FC236}">
                              <a16:creationId xmlns:a16="http://schemas.microsoft.com/office/drawing/2014/main" id="{1EFC8796-6683-3E11-F5D0-EE7E0434F14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125" name="Elipse 1124">
                          <a:extLst>
                            <a:ext uri="{FF2B5EF4-FFF2-40B4-BE49-F238E27FC236}">
                              <a16:creationId xmlns:a16="http://schemas.microsoft.com/office/drawing/2014/main" id="{74286E9A-35B1-100D-1A76-3FC199892B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22" name="Rectángulo 1121">
                        <a:extLst>
                          <a:ext uri="{FF2B5EF4-FFF2-40B4-BE49-F238E27FC236}">
                            <a16:creationId xmlns:a16="http://schemas.microsoft.com/office/drawing/2014/main" id="{D4BA5249-ECB3-721D-D480-AB89486F43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</p:grpSp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1ABE0E64-0000-D8E4-7B2B-1E4CE5CE7925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5A51EEE2-064A-76DC-382F-90096D01D6DB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solidFill>
                  <a:schemeClr val="bg1">
                    <a:lumMod val="65000"/>
                  </a:schemeClr>
                </a:solidFill>
              </p:grpSpPr>
              <p:grpSp>
                <p:nvGrpSpPr>
                  <p:cNvPr id="708" name="Grupo 707">
                    <a:extLst>
                      <a:ext uri="{FF2B5EF4-FFF2-40B4-BE49-F238E27FC236}">
                        <a16:creationId xmlns:a16="http://schemas.microsoft.com/office/drawing/2014/main" id="{BFD73A20-1643-C5F1-93E3-BFC2CAF110B6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710" name="Elipse 709">
                      <a:extLst>
                        <a:ext uri="{FF2B5EF4-FFF2-40B4-BE49-F238E27FC236}">
                          <a16:creationId xmlns:a16="http://schemas.microsoft.com/office/drawing/2014/main" id="{50C75A14-7DE8-4730-EA9D-B8FF1813F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11" name="Diagrama de flujo: operación manual 710">
                      <a:extLst>
                        <a:ext uri="{FF2B5EF4-FFF2-40B4-BE49-F238E27FC236}">
                          <a16:creationId xmlns:a16="http://schemas.microsoft.com/office/drawing/2014/main" id="{CDCD649E-4A98-0D17-042E-9B9A72B20EF8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09" name="Elipse 708">
                    <a:extLst>
                      <a:ext uri="{FF2B5EF4-FFF2-40B4-BE49-F238E27FC236}">
                        <a16:creationId xmlns:a16="http://schemas.microsoft.com/office/drawing/2014/main" id="{8CF6547A-7775-893E-675F-97A1545F108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" name="Diagrama de flujo: operación manual 6">
                  <a:extLst>
                    <a:ext uri="{FF2B5EF4-FFF2-40B4-BE49-F238E27FC236}">
                      <a16:creationId xmlns:a16="http://schemas.microsoft.com/office/drawing/2014/main" id="{BA538EF7-7855-3919-F901-831A45D4BB71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898" name="Grupo 897">
                <a:extLst>
                  <a:ext uri="{FF2B5EF4-FFF2-40B4-BE49-F238E27FC236}">
                    <a16:creationId xmlns:a16="http://schemas.microsoft.com/office/drawing/2014/main" id="{A2C35F7C-60AC-B297-BFED-2AFD6E57B157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</p:grpSpPr>
            <p:grpSp>
              <p:nvGrpSpPr>
                <p:cNvPr id="899" name="Grupo 898">
                  <a:extLst>
                    <a:ext uri="{FF2B5EF4-FFF2-40B4-BE49-F238E27FC236}">
                      <a16:creationId xmlns:a16="http://schemas.microsoft.com/office/drawing/2014/main" id="{4ECD905E-E6AF-BFB2-E1EA-1CDF36A4769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</p:grpSpPr>
              <p:grpSp>
                <p:nvGrpSpPr>
                  <p:cNvPr id="901" name="Grupo 900">
                    <a:extLst>
                      <a:ext uri="{FF2B5EF4-FFF2-40B4-BE49-F238E27FC236}">
                        <a16:creationId xmlns:a16="http://schemas.microsoft.com/office/drawing/2014/main" id="{EEB4F93E-B597-5BA1-57B7-186A3882F712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</p:grpSpPr>
                <p:grpSp>
                  <p:nvGrpSpPr>
                    <p:cNvPr id="903" name="Grupo 902">
                      <a:extLst>
                        <a:ext uri="{FF2B5EF4-FFF2-40B4-BE49-F238E27FC236}">
                          <a16:creationId xmlns:a16="http://schemas.microsoft.com/office/drawing/2014/main" id="{A4A7F015-9A42-DD42-A005-DE971363D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</p:grpSpPr>
                  <p:grpSp>
                    <p:nvGrpSpPr>
                      <p:cNvPr id="905" name="Grupo 904">
                        <a:extLst>
                          <a:ext uri="{FF2B5EF4-FFF2-40B4-BE49-F238E27FC236}">
                            <a16:creationId xmlns:a16="http://schemas.microsoft.com/office/drawing/2014/main" id="{AE93767B-3D16-E47A-F419-C0548B07E1A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</p:grpSpPr>
                    <p:grpSp>
                      <p:nvGrpSpPr>
                        <p:cNvPr id="907" name="Grupo 906">
                          <a:extLst>
                            <a:ext uri="{FF2B5EF4-FFF2-40B4-BE49-F238E27FC236}">
                              <a16:creationId xmlns:a16="http://schemas.microsoft.com/office/drawing/2014/main" id="{A6A9F1B6-6914-6E3E-6C7A-C1475A2329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solidFill>
                          <a:schemeClr val="bg1">
                            <a:lumMod val="65000"/>
                          </a:schemeClr>
                        </a:solidFill>
                      </p:grpSpPr>
                      <p:grpSp>
                        <p:nvGrpSpPr>
                          <p:cNvPr id="909" name="Grupo 908">
                            <a:extLst>
                              <a:ext uri="{FF2B5EF4-FFF2-40B4-BE49-F238E27FC236}">
                                <a16:creationId xmlns:a16="http://schemas.microsoft.com/office/drawing/2014/main" id="{48A15460-2B13-25D5-BE7C-33F439AE295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11" name="Elipse 910">
                              <a:extLst>
                                <a:ext uri="{FF2B5EF4-FFF2-40B4-BE49-F238E27FC236}">
                                  <a16:creationId xmlns:a16="http://schemas.microsoft.com/office/drawing/2014/main" id="{0CE69D44-D18C-5322-8E40-20B252D8AA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2" name="Diagrama de flujo: operación manual 911">
                              <a:extLst>
                                <a:ext uri="{FF2B5EF4-FFF2-40B4-BE49-F238E27FC236}">
                                  <a16:creationId xmlns:a16="http://schemas.microsoft.com/office/drawing/2014/main" id="{7170E10A-FCE2-E30A-9609-2F3B39FD5F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10" name="Elipse 909">
                            <a:extLst>
                              <a:ext uri="{FF2B5EF4-FFF2-40B4-BE49-F238E27FC236}">
                                <a16:creationId xmlns:a16="http://schemas.microsoft.com/office/drawing/2014/main" id="{8A16BDBB-88E8-EFE1-A970-D97329771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08" name="Diagrama de flujo: operación manual 907">
                          <a:extLst>
                            <a:ext uri="{FF2B5EF4-FFF2-40B4-BE49-F238E27FC236}">
                              <a16:creationId xmlns:a16="http://schemas.microsoft.com/office/drawing/2014/main" id="{D22AD5A4-5CE3-3887-14AC-653A2C5A6D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19050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06" name="Elipse 905">
                        <a:extLst>
                          <a:ext uri="{FF2B5EF4-FFF2-40B4-BE49-F238E27FC236}">
                            <a16:creationId xmlns:a16="http://schemas.microsoft.com/office/drawing/2014/main" id="{F6A362AF-DEDA-0437-E00B-E0C5E5C30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4" name="Elipse 903">
                      <a:extLst>
                        <a:ext uri="{FF2B5EF4-FFF2-40B4-BE49-F238E27FC236}">
                          <a16:creationId xmlns:a16="http://schemas.microsoft.com/office/drawing/2014/main" id="{AD260F28-9049-B9B1-7951-DB8F3F79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2" name="Elipse 901">
                    <a:extLst>
                      <a:ext uri="{FF2B5EF4-FFF2-40B4-BE49-F238E27FC236}">
                        <a16:creationId xmlns:a16="http://schemas.microsoft.com/office/drawing/2014/main" id="{8E70C639-CEC4-72ED-DEFC-7BE52CC6FBB1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0" name="Elipse 899">
                  <a:extLst>
                    <a:ext uri="{FF2B5EF4-FFF2-40B4-BE49-F238E27FC236}">
                      <a16:creationId xmlns:a16="http://schemas.microsoft.com/office/drawing/2014/main" id="{663C2139-1C74-F536-6879-50576C60A161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896" name="Grupo 895">
              <a:extLst>
                <a:ext uri="{FF2B5EF4-FFF2-40B4-BE49-F238E27FC236}">
                  <a16:creationId xmlns:a16="http://schemas.microsoft.com/office/drawing/2014/main" id="{8E101F54-4565-BE3F-69FD-4210394BC797}"/>
                </a:ext>
              </a:extLst>
            </p:cNvPr>
            <p:cNvGrpSpPr/>
            <p:nvPr/>
          </p:nvGrpSpPr>
          <p:grpSpPr>
            <a:xfrm flipH="1" flipV="1">
              <a:off x="8584824" y="2838471"/>
              <a:ext cx="4925289" cy="2614476"/>
              <a:chOff x="4815770" y="1150053"/>
              <a:chExt cx="4925289" cy="2614476"/>
            </a:xfrm>
            <a:noFill/>
          </p:grpSpPr>
          <p:grpSp>
            <p:nvGrpSpPr>
              <p:cNvPr id="897" name="Grupo 896">
                <a:extLst>
                  <a:ext uri="{FF2B5EF4-FFF2-40B4-BE49-F238E27FC236}">
                    <a16:creationId xmlns:a16="http://schemas.microsoft.com/office/drawing/2014/main" id="{93DF5529-1892-0C27-F076-4BB21186DED0}"/>
                  </a:ext>
                </a:extLst>
              </p:cNvPr>
              <p:cNvGrpSpPr/>
              <p:nvPr/>
            </p:nvGrpSpPr>
            <p:grpSpPr>
              <a:xfrm rot="1800000">
                <a:off x="4815770" y="1150053"/>
                <a:ext cx="3958903" cy="1540811"/>
                <a:chOff x="4815770" y="1150053"/>
                <a:chExt cx="3958903" cy="1540811"/>
              </a:xfrm>
              <a:grpFill/>
            </p:grpSpPr>
            <p:grpSp>
              <p:nvGrpSpPr>
                <p:cNvPr id="944" name="Grupo 943">
                  <a:extLst>
                    <a:ext uri="{FF2B5EF4-FFF2-40B4-BE49-F238E27FC236}">
                      <a16:creationId xmlns:a16="http://schemas.microsoft.com/office/drawing/2014/main" id="{3377661A-626D-14D2-3261-DE89F7E0F797}"/>
                    </a:ext>
                  </a:extLst>
                </p:cNvPr>
                <p:cNvGrpSpPr/>
                <p:nvPr/>
              </p:nvGrpSpPr>
              <p:grpSpPr>
                <a:xfrm>
                  <a:off x="4815770" y="1355934"/>
                  <a:ext cx="2222990" cy="1334930"/>
                  <a:chOff x="4815770" y="1355934"/>
                  <a:chExt cx="2222990" cy="1334930"/>
                </a:xfrm>
                <a:grpFill/>
              </p:grpSpPr>
              <p:grpSp>
                <p:nvGrpSpPr>
                  <p:cNvPr id="1062" name="Grupo 1061">
                    <a:extLst>
                      <a:ext uri="{FF2B5EF4-FFF2-40B4-BE49-F238E27FC236}">
                        <a16:creationId xmlns:a16="http://schemas.microsoft.com/office/drawing/2014/main" id="{91850246-BC4A-90A3-E308-FCFE43FB55B7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106" name="Grupo 1105">
                      <a:extLst>
                        <a:ext uri="{FF2B5EF4-FFF2-40B4-BE49-F238E27FC236}">
                          <a16:creationId xmlns:a16="http://schemas.microsoft.com/office/drawing/2014/main" id="{904933DF-EB09-CC89-F7C6-F7C473363231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113" name="Grupo 1112">
                        <a:extLst>
                          <a:ext uri="{FF2B5EF4-FFF2-40B4-BE49-F238E27FC236}">
                            <a16:creationId xmlns:a16="http://schemas.microsoft.com/office/drawing/2014/main" id="{971287F3-16A8-21C6-B996-3980C460EEF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174" name="Rectángulo: esquinas redondeadas 1173">
                          <a:extLst>
                            <a:ext uri="{FF2B5EF4-FFF2-40B4-BE49-F238E27FC236}">
                              <a16:creationId xmlns:a16="http://schemas.microsoft.com/office/drawing/2014/main" id="{74E4184B-BBD9-DD60-234B-C08CC75A1A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75" name="Rectángulo: esquinas redondeadas 1174">
                          <a:extLst>
                            <a:ext uri="{FF2B5EF4-FFF2-40B4-BE49-F238E27FC236}">
                              <a16:creationId xmlns:a16="http://schemas.microsoft.com/office/drawing/2014/main" id="{C2858033-D812-A595-EEB6-9BD9D2B37B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72" name="Rectángulo 1171">
                        <a:extLst>
                          <a:ext uri="{FF2B5EF4-FFF2-40B4-BE49-F238E27FC236}">
                            <a16:creationId xmlns:a16="http://schemas.microsoft.com/office/drawing/2014/main" id="{873C4540-BAE1-5027-15FC-C04D9790524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73" name="Rectángulo 1172">
                        <a:extLst>
                          <a:ext uri="{FF2B5EF4-FFF2-40B4-BE49-F238E27FC236}">
                            <a16:creationId xmlns:a16="http://schemas.microsoft.com/office/drawing/2014/main" id="{B7C7BE70-53CA-9FD1-B4A7-381C24F693B0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07" name="Grupo 1106">
                      <a:extLst>
                        <a:ext uri="{FF2B5EF4-FFF2-40B4-BE49-F238E27FC236}">
                          <a16:creationId xmlns:a16="http://schemas.microsoft.com/office/drawing/2014/main" id="{E5AA0135-648F-E892-154E-4FFF11029CC1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08" name="Grupo 1107">
                        <a:extLst>
                          <a:ext uri="{FF2B5EF4-FFF2-40B4-BE49-F238E27FC236}">
                            <a16:creationId xmlns:a16="http://schemas.microsoft.com/office/drawing/2014/main" id="{90F34E97-0CCF-36C1-736F-1B036F54A52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11" name="Rectángulo: esquinas redondeadas 1110">
                          <a:extLst>
                            <a:ext uri="{FF2B5EF4-FFF2-40B4-BE49-F238E27FC236}">
                              <a16:creationId xmlns:a16="http://schemas.microsoft.com/office/drawing/2014/main" id="{9B25B21D-EA23-1355-8A0F-B0D2D319AA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12" name="Rectángulo: esquinas redondeadas 1111">
                          <a:extLst>
                            <a:ext uri="{FF2B5EF4-FFF2-40B4-BE49-F238E27FC236}">
                              <a16:creationId xmlns:a16="http://schemas.microsoft.com/office/drawing/2014/main" id="{5BFB423A-EE98-7140-C221-1E2872EAEAD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09" name="Rectángulo 1108">
                        <a:extLst>
                          <a:ext uri="{FF2B5EF4-FFF2-40B4-BE49-F238E27FC236}">
                            <a16:creationId xmlns:a16="http://schemas.microsoft.com/office/drawing/2014/main" id="{197FE459-5E6A-7D7F-AAD9-492A917C1DC3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10" name="Rectángulo 1109">
                        <a:extLst>
                          <a:ext uri="{FF2B5EF4-FFF2-40B4-BE49-F238E27FC236}">
                            <a16:creationId xmlns:a16="http://schemas.microsoft.com/office/drawing/2014/main" id="{05CB020B-BDE3-BCF0-FD5B-CA4A3DE6F97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63" name="Grupo 1062">
                    <a:extLst>
                      <a:ext uri="{FF2B5EF4-FFF2-40B4-BE49-F238E27FC236}">
                        <a16:creationId xmlns:a16="http://schemas.microsoft.com/office/drawing/2014/main" id="{57B0C7D0-0AD1-ED9A-2787-FF080BD8A2A8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1094" name="Grupo 1093">
                      <a:extLst>
                        <a:ext uri="{FF2B5EF4-FFF2-40B4-BE49-F238E27FC236}">
                          <a16:creationId xmlns:a16="http://schemas.microsoft.com/office/drawing/2014/main" id="{B3F81F36-EA3D-30F7-2CC9-A6424B2A4D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101" name="Grupo 1100">
                        <a:extLst>
                          <a:ext uri="{FF2B5EF4-FFF2-40B4-BE49-F238E27FC236}">
                            <a16:creationId xmlns:a16="http://schemas.microsoft.com/office/drawing/2014/main" id="{03F89910-EF7A-3BF2-15E5-9845A9829D0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104" name="Rectángulo: esquinas redondeadas 1103">
                          <a:extLst>
                            <a:ext uri="{FF2B5EF4-FFF2-40B4-BE49-F238E27FC236}">
                              <a16:creationId xmlns:a16="http://schemas.microsoft.com/office/drawing/2014/main" id="{D2E69D78-55C0-0457-1F89-B8D123F5DD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05" name="Rectángulo: esquinas redondeadas 1104">
                          <a:extLst>
                            <a:ext uri="{FF2B5EF4-FFF2-40B4-BE49-F238E27FC236}">
                              <a16:creationId xmlns:a16="http://schemas.microsoft.com/office/drawing/2014/main" id="{10605FDA-E2E3-5D34-7F3B-31B54047A7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02" name="Rectángulo 1101">
                        <a:extLst>
                          <a:ext uri="{FF2B5EF4-FFF2-40B4-BE49-F238E27FC236}">
                            <a16:creationId xmlns:a16="http://schemas.microsoft.com/office/drawing/2014/main" id="{1B3A2419-CF82-2822-B62F-24A2ADA4283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03" name="Rectángulo 1102">
                        <a:extLst>
                          <a:ext uri="{FF2B5EF4-FFF2-40B4-BE49-F238E27FC236}">
                            <a16:creationId xmlns:a16="http://schemas.microsoft.com/office/drawing/2014/main" id="{FD36B87D-AEA5-2D40-6016-B77D32C18DBE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95" name="Grupo 1094">
                      <a:extLst>
                        <a:ext uri="{FF2B5EF4-FFF2-40B4-BE49-F238E27FC236}">
                          <a16:creationId xmlns:a16="http://schemas.microsoft.com/office/drawing/2014/main" id="{8CB1B04F-A963-4673-DF3D-0DBD4988DB9A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96" name="Grupo 1095">
                        <a:extLst>
                          <a:ext uri="{FF2B5EF4-FFF2-40B4-BE49-F238E27FC236}">
                            <a16:creationId xmlns:a16="http://schemas.microsoft.com/office/drawing/2014/main" id="{8E6F70A6-92DC-B76D-91C6-D38D43553BE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99" name="Rectángulo: esquinas redondeadas 1098">
                          <a:extLst>
                            <a:ext uri="{FF2B5EF4-FFF2-40B4-BE49-F238E27FC236}">
                              <a16:creationId xmlns:a16="http://schemas.microsoft.com/office/drawing/2014/main" id="{C99DF99C-6D0C-CDA2-04C3-BA85D2563C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00" name="Rectángulo: esquinas redondeadas 1099">
                          <a:extLst>
                            <a:ext uri="{FF2B5EF4-FFF2-40B4-BE49-F238E27FC236}">
                              <a16:creationId xmlns:a16="http://schemas.microsoft.com/office/drawing/2014/main" id="{D25BFD35-6412-73B9-EAF4-6613EA6BDA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97" name="Rectángulo 1096">
                        <a:extLst>
                          <a:ext uri="{FF2B5EF4-FFF2-40B4-BE49-F238E27FC236}">
                            <a16:creationId xmlns:a16="http://schemas.microsoft.com/office/drawing/2014/main" id="{7B920030-6E5A-34D3-DA2B-9D51EC0531A8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98" name="Rectángulo 1097">
                        <a:extLst>
                          <a:ext uri="{FF2B5EF4-FFF2-40B4-BE49-F238E27FC236}">
                            <a16:creationId xmlns:a16="http://schemas.microsoft.com/office/drawing/2014/main" id="{CAC4426F-D1E7-AE5D-1CAF-CDD139B75E2A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64" name="Grupo 1063">
                    <a:extLst>
                      <a:ext uri="{FF2B5EF4-FFF2-40B4-BE49-F238E27FC236}">
                        <a16:creationId xmlns:a16="http://schemas.microsoft.com/office/drawing/2014/main" id="{DC5F26A1-E98C-E9C5-6E83-D53B5E5ADA03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1073" name="Grupo 1072">
                      <a:extLst>
                        <a:ext uri="{FF2B5EF4-FFF2-40B4-BE49-F238E27FC236}">
                          <a16:creationId xmlns:a16="http://schemas.microsoft.com/office/drawing/2014/main" id="{2161D794-EB7D-8F0B-131F-B4C2903A46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1075" name="Grupo 1074">
                        <a:extLst>
                          <a:ext uri="{FF2B5EF4-FFF2-40B4-BE49-F238E27FC236}">
                            <a16:creationId xmlns:a16="http://schemas.microsoft.com/office/drawing/2014/main" id="{2B0C954E-9EC9-8C69-7167-19E79BEBD33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1090" name="Elipse 1089">
                          <a:extLst>
                            <a:ext uri="{FF2B5EF4-FFF2-40B4-BE49-F238E27FC236}">
                              <a16:creationId xmlns:a16="http://schemas.microsoft.com/office/drawing/2014/main" id="{E7EA43F7-0E8A-332E-9F79-943D50C66F0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091" name="Grupo 1090">
                          <a:extLst>
                            <a:ext uri="{FF2B5EF4-FFF2-40B4-BE49-F238E27FC236}">
                              <a16:creationId xmlns:a16="http://schemas.microsoft.com/office/drawing/2014/main" id="{30E990D4-B3E8-871A-4355-55D6D073535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092" name="Rectángulo 1091">
                            <a:extLst>
                              <a:ext uri="{FF2B5EF4-FFF2-40B4-BE49-F238E27FC236}">
                                <a16:creationId xmlns:a16="http://schemas.microsoft.com/office/drawing/2014/main" id="{D248F84D-E271-9742-620B-CA111E2E59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93" name="Rectángulo 1092">
                            <a:extLst>
                              <a:ext uri="{FF2B5EF4-FFF2-40B4-BE49-F238E27FC236}">
                                <a16:creationId xmlns:a16="http://schemas.microsoft.com/office/drawing/2014/main" id="{567BC239-C65E-6348-5D2E-B18AF47E3A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076" name="Grupo 1075">
                        <a:extLst>
                          <a:ext uri="{FF2B5EF4-FFF2-40B4-BE49-F238E27FC236}">
                            <a16:creationId xmlns:a16="http://schemas.microsoft.com/office/drawing/2014/main" id="{FAE09E1A-669D-7B25-D45C-8A72AC2683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077" name="Grupo 1076">
                          <a:extLst>
                            <a:ext uri="{FF2B5EF4-FFF2-40B4-BE49-F238E27FC236}">
                              <a16:creationId xmlns:a16="http://schemas.microsoft.com/office/drawing/2014/main" id="{9EC745A5-018C-3C43-95D2-3BF0974A681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1082" name="Grupo 1081">
                            <a:extLst>
                              <a:ext uri="{FF2B5EF4-FFF2-40B4-BE49-F238E27FC236}">
                                <a16:creationId xmlns:a16="http://schemas.microsoft.com/office/drawing/2014/main" id="{D105A44A-2371-AA74-3349-0BFB7F57D7F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1087" name="Rectángulo 1086">
                              <a:extLst>
                                <a:ext uri="{FF2B5EF4-FFF2-40B4-BE49-F238E27FC236}">
                                  <a16:creationId xmlns:a16="http://schemas.microsoft.com/office/drawing/2014/main" id="{BDC004D7-419E-B787-0C97-5C3B2E34B2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088" name="Rectángulo 1087">
                              <a:extLst>
                                <a:ext uri="{FF2B5EF4-FFF2-40B4-BE49-F238E27FC236}">
                                  <a16:creationId xmlns:a16="http://schemas.microsoft.com/office/drawing/2014/main" id="{7BD3623D-8C43-1137-9868-A73190073A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9" name="Marco 1088">
                              <a:extLst>
                                <a:ext uri="{FF2B5EF4-FFF2-40B4-BE49-F238E27FC236}">
                                  <a16:creationId xmlns:a16="http://schemas.microsoft.com/office/drawing/2014/main" id="{FFF062E4-31A5-7344-29F5-298EFBBBA90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083" name="Grupo 1082">
                            <a:extLst>
                              <a:ext uri="{FF2B5EF4-FFF2-40B4-BE49-F238E27FC236}">
                                <a16:creationId xmlns:a16="http://schemas.microsoft.com/office/drawing/2014/main" id="{EFBBA93F-6688-934C-0022-672C202F167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1084" name="Rectángulo 1083">
                              <a:extLst>
                                <a:ext uri="{FF2B5EF4-FFF2-40B4-BE49-F238E27FC236}">
                                  <a16:creationId xmlns:a16="http://schemas.microsoft.com/office/drawing/2014/main" id="{AD2B8A9E-78ED-6050-C5AC-38F7B72990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5" name="Rectángulo 1084">
                              <a:extLst>
                                <a:ext uri="{FF2B5EF4-FFF2-40B4-BE49-F238E27FC236}">
                                  <a16:creationId xmlns:a16="http://schemas.microsoft.com/office/drawing/2014/main" id="{2A9AAD8C-30B1-A237-9353-1DEB0B7ECA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6" name="Rectángulo 1085">
                              <a:extLst>
                                <a:ext uri="{FF2B5EF4-FFF2-40B4-BE49-F238E27FC236}">
                                  <a16:creationId xmlns:a16="http://schemas.microsoft.com/office/drawing/2014/main" id="{E649090D-6C99-8F9F-AF38-BABF52D996C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078" name="Grupo 1077">
                          <a:extLst>
                            <a:ext uri="{FF2B5EF4-FFF2-40B4-BE49-F238E27FC236}">
                              <a16:creationId xmlns:a16="http://schemas.microsoft.com/office/drawing/2014/main" id="{FA25A75D-F505-C86F-C483-CC90C24F1BD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1079" name="Rectángulo 1078">
                            <a:extLst>
                              <a:ext uri="{FF2B5EF4-FFF2-40B4-BE49-F238E27FC236}">
                                <a16:creationId xmlns:a16="http://schemas.microsoft.com/office/drawing/2014/main" id="{6CF0B990-DC10-547E-D2A4-F2307D0B6E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80" name="Rectángulo 1079">
                            <a:extLst>
                              <a:ext uri="{FF2B5EF4-FFF2-40B4-BE49-F238E27FC236}">
                                <a16:creationId xmlns:a16="http://schemas.microsoft.com/office/drawing/2014/main" id="{BEEB639D-85FE-6A28-4D59-8F0CDBA193C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81" name="Rectángulo 1080">
                            <a:extLst>
                              <a:ext uri="{FF2B5EF4-FFF2-40B4-BE49-F238E27FC236}">
                                <a16:creationId xmlns:a16="http://schemas.microsoft.com/office/drawing/2014/main" id="{2CBF8CD8-4C64-AC4C-F32C-A0EEE3012D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074" name="Rectángulo 1073">
                      <a:extLst>
                        <a:ext uri="{FF2B5EF4-FFF2-40B4-BE49-F238E27FC236}">
                          <a16:creationId xmlns:a16="http://schemas.microsoft.com/office/drawing/2014/main" id="{DBCD9C5A-FCA4-4A90-F287-7688E711BA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65" name="Grupo 1064">
                    <a:extLst>
                      <a:ext uri="{FF2B5EF4-FFF2-40B4-BE49-F238E27FC236}">
                        <a16:creationId xmlns:a16="http://schemas.microsoft.com/office/drawing/2014/main" id="{19CEB311-8311-F2B0-7D6F-0697C10D368B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1066" name="Rectángulo 1065">
                      <a:extLst>
                        <a:ext uri="{FF2B5EF4-FFF2-40B4-BE49-F238E27FC236}">
                          <a16:creationId xmlns:a16="http://schemas.microsoft.com/office/drawing/2014/main" id="{F3523DAC-573E-7267-EC7F-957BE7174F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067" name="Grupo 1066">
                      <a:extLst>
                        <a:ext uri="{FF2B5EF4-FFF2-40B4-BE49-F238E27FC236}">
                          <a16:creationId xmlns:a16="http://schemas.microsoft.com/office/drawing/2014/main" id="{C2FFDFEC-FA96-7D1D-1478-ED1D661E51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1068" name="Grupo 1067">
                        <a:extLst>
                          <a:ext uri="{FF2B5EF4-FFF2-40B4-BE49-F238E27FC236}">
                            <a16:creationId xmlns:a16="http://schemas.microsoft.com/office/drawing/2014/main" id="{83212F87-BD11-B4E8-1D9A-ECB189C52B4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1070" name="Rectángulo 1069">
                          <a:extLst>
                            <a:ext uri="{FF2B5EF4-FFF2-40B4-BE49-F238E27FC236}">
                              <a16:creationId xmlns:a16="http://schemas.microsoft.com/office/drawing/2014/main" id="{3C229717-20AE-0D81-450E-A4686D16EC0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71" name="Elipse 1070">
                          <a:extLst>
                            <a:ext uri="{FF2B5EF4-FFF2-40B4-BE49-F238E27FC236}">
                              <a16:creationId xmlns:a16="http://schemas.microsoft.com/office/drawing/2014/main" id="{AAA6CA53-128E-0CA5-FF58-9C1A4E99EF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72" name="Elipse 1071">
                          <a:extLst>
                            <a:ext uri="{FF2B5EF4-FFF2-40B4-BE49-F238E27FC236}">
                              <a16:creationId xmlns:a16="http://schemas.microsoft.com/office/drawing/2014/main" id="{93BD92B6-D2EA-651C-1FC8-06397FD45E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69" name="Rectángulo 1068">
                        <a:extLst>
                          <a:ext uri="{FF2B5EF4-FFF2-40B4-BE49-F238E27FC236}">
                            <a16:creationId xmlns:a16="http://schemas.microsoft.com/office/drawing/2014/main" id="{0EC128BA-09C7-3F8F-410E-FD76F97741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  <p:grpSp>
              <p:nvGrpSpPr>
                <p:cNvPr id="945" name="Grupo 944">
                  <a:extLst>
                    <a:ext uri="{FF2B5EF4-FFF2-40B4-BE49-F238E27FC236}">
                      <a16:creationId xmlns:a16="http://schemas.microsoft.com/office/drawing/2014/main" id="{3DCF2657-A2C2-25E5-55D7-956037BFFA34}"/>
                    </a:ext>
                  </a:extLst>
                </p:cNvPr>
                <p:cNvGrpSpPr/>
                <p:nvPr/>
              </p:nvGrpSpPr>
              <p:grpSpPr>
                <a:xfrm flipH="1" flipV="1">
                  <a:off x="6551683" y="1150053"/>
                  <a:ext cx="2222990" cy="1334930"/>
                  <a:chOff x="4815770" y="1355934"/>
                  <a:chExt cx="2222990" cy="1334930"/>
                </a:xfrm>
                <a:grpFill/>
              </p:grpSpPr>
              <p:grpSp>
                <p:nvGrpSpPr>
                  <p:cNvPr id="946" name="Grupo 945">
                    <a:extLst>
                      <a:ext uri="{FF2B5EF4-FFF2-40B4-BE49-F238E27FC236}">
                        <a16:creationId xmlns:a16="http://schemas.microsoft.com/office/drawing/2014/main" id="{5C8D1721-A691-D45E-E12F-CD2C8ADDD9F8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050" name="Grupo 1049">
                      <a:extLst>
                        <a:ext uri="{FF2B5EF4-FFF2-40B4-BE49-F238E27FC236}">
                          <a16:creationId xmlns:a16="http://schemas.microsoft.com/office/drawing/2014/main" id="{B16216BB-6EC2-CE68-CCBB-7E806C1D9069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057" name="Grupo 1056">
                        <a:extLst>
                          <a:ext uri="{FF2B5EF4-FFF2-40B4-BE49-F238E27FC236}">
                            <a16:creationId xmlns:a16="http://schemas.microsoft.com/office/drawing/2014/main" id="{2F858FDF-C3DA-E426-A181-EE1A27A3076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060" name="Rectángulo: esquinas redondeadas 1059">
                          <a:extLst>
                            <a:ext uri="{FF2B5EF4-FFF2-40B4-BE49-F238E27FC236}">
                              <a16:creationId xmlns:a16="http://schemas.microsoft.com/office/drawing/2014/main" id="{A8101778-0B3B-4617-0F41-D397DF3B98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61" name="Rectángulo: esquinas redondeadas 1060">
                          <a:extLst>
                            <a:ext uri="{FF2B5EF4-FFF2-40B4-BE49-F238E27FC236}">
                              <a16:creationId xmlns:a16="http://schemas.microsoft.com/office/drawing/2014/main" id="{8CA21AA2-5EE3-5A46-BBCD-5CC5748A96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58" name="Rectángulo 1057">
                        <a:extLst>
                          <a:ext uri="{FF2B5EF4-FFF2-40B4-BE49-F238E27FC236}">
                            <a16:creationId xmlns:a16="http://schemas.microsoft.com/office/drawing/2014/main" id="{5CC15209-041E-641B-2548-F115A37A8928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59" name="Rectángulo 1058">
                        <a:extLst>
                          <a:ext uri="{FF2B5EF4-FFF2-40B4-BE49-F238E27FC236}">
                            <a16:creationId xmlns:a16="http://schemas.microsoft.com/office/drawing/2014/main" id="{E96478A4-6CED-67CC-F0B2-0D5F284C7F4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51" name="Grupo 1050">
                      <a:extLst>
                        <a:ext uri="{FF2B5EF4-FFF2-40B4-BE49-F238E27FC236}">
                          <a16:creationId xmlns:a16="http://schemas.microsoft.com/office/drawing/2014/main" id="{B8B1C130-C35A-7A6C-3DF1-8CA1DF4820C8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52" name="Grupo 1051">
                        <a:extLst>
                          <a:ext uri="{FF2B5EF4-FFF2-40B4-BE49-F238E27FC236}">
                            <a16:creationId xmlns:a16="http://schemas.microsoft.com/office/drawing/2014/main" id="{A569EE0E-2FDE-C4BC-BF10-42C07070C4C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55" name="Rectángulo: esquinas redondeadas 1054">
                          <a:extLst>
                            <a:ext uri="{FF2B5EF4-FFF2-40B4-BE49-F238E27FC236}">
                              <a16:creationId xmlns:a16="http://schemas.microsoft.com/office/drawing/2014/main" id="{79B783F3-8995-1D95-AD03-5F9D5298B6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56" name="Rectángulo: esquinas redondeadas 1055">
                          <a:extLst>
                            <a:ext uri="{FF2B5EF4-FFF2-40B4-BE49-F238E27FC236}">
                              <a16:creationId xmlns:a16="http://schemas.microsoft.com/office/drawing/2014/main" id="{38B9F53A-2428-D271-D1D7-9442D0B0A4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53" name="Rectángulo 1052">
                        <a:extLst>
                          <a:ext uri="{FF2B5EF4-FFF2-40B4-BE49-F238E27FC236}">
                            <a16:creationId xmlns:a16="http://schemas.microsoft.com/office/drawing/2014/main" id="{1A8B1F9D-A51D-CB9A-E9DE-086A44CEE19F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54" name="Rectángulo 1053">
                        <a:extLst>
                          <a:ext uri="{FF2B5EF4-FFF2-40B4-BE49-F238E27FC236}">
                            <a16:creationId xmlns:a16="http://schemas.microsoft.com/office/drawing/2014/main" id="{D52E6531-C686-A796-518E-58C835C3E917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47" name="Grupo 946">
                    <a:extLst>
                      <a:ext uri="{FF2B5EF4-FFF2-40B4-BE49-F238E27FC236}">
                        <a16:creationId xmlns:a16="http://schemas.microsoft.com/office/drawing/2014/main" id="{7EC011BB-BFE1-445C-360B-120C91ECADCA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978" name="Grupo 977">
                      <a:extLst>
                        <a:ext uri="{FF2B5EF4-FFF2-40B4-BE49-F238E27FC236}">
                          <a16:creationId xmlns:a16="http://schemas.microsoft.com/office/drawing/2014/main" id="{A3EF4723-F790-43FB-111D-7E071CD045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045" name="Grupo 1044">
                        <a:extLst>
                          <a:ext uri="{FF2B5EF4-FFF2-40B4-BE49-F238E27FC236}">
                            <a16:creationId xmlns:a16="http://schemas.microsoft.com/office/drawing/2014/main" id="{2C446EA4-1DFA-FEC7-B7FF-6E67D2C7658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048" name="Rectángulo: esquinas redondeadas 1047">
                          <a:extLst>
                            <a:ext uri="{FF2B5EF4-FFF2-40B4-BE49-F238E27FC236}">
                              <a16:creationId xmlns:a16="http://schemas.microsoft.com/office/drawing/2014/main" id="{5E3E79EA-4CC8-6260-E8F2-24CA1923EF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49" name="Rectángulo: esquinas redondeadas 1048">
                          <a:extLst>
                            <a:ext uri="{FF2B5EF4-FFF2-40B4-BE49-F238E27FC236}">
                              <a16:creationId xmlns:a16="http://schemas.microsoft.com/office/drawing/2014/main" id="{3FC27123-5A1F-F8AB-9A66-1A447FB0DF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46" name="Rectángulo 1045">
                        <a:extLst>
                          <a:ext uri="{FF2B5EF4-FFF2-40B4-BE49-F238E27FC236}">
                            <a16:creationId xmlns:a16="http://schemas.microsoft.com/office/drawing/2014/main" id="{5687BAF8-3DBC-85B4-40C2-066D7977B54B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47" name="Rectángulo 1046">
                        <a:extLst>
                          <a:ext uri="{FF2B5EF4-FFF2-40B4-BE49-F238E27FC236}">
                            <a16:creationId xmlns:a16="http://schemas.microsoft.com/office/drawing/2014/main" id="{F354DE1A-FA18-9D1E-484E-E7C0E76F2D04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39" name="Grupo 1038">
                      <a:extLst>
                        <a:ext uri="{FF2B5EF4-FFF2-40B4-BE49-F238E27FC236}">
                          <a16:creationId xmlns:a16="http://schemas.microsoft.com/office/drawing/2014/main" id="{E7017FD1-F953-C8EC-F8A3-B1EEE22861E2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40" name="Grupo 1039">
                        <a:extLst>
                          <a:ext uri="{FF2B5EF4-FFF2-40B4-BE49-F238E27FC236}">
                            <a16:creationId xmlns:a16="http://schemas.microsoft.com/office/drawing/2014/main" id="{5498A14E-C78C-F837-CD2D-DDB97279D6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43" name="Rectángulo: esquinas redondeadas 1042">
                          <a:extLst>
                            <a:ext uri="{FF2B5EF4-FFF2-40B4-BE49-F238E27FC236}">
                              <a16:creationId xmlns:a16="http://schemas.microsoft.com/office/drawing/2014/main" id="{BF686925-83C8-0B0E-7AC0-8BD9A0AD835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44" name="Rectángulo: esquinas redondeadas 1043">
                          <a:extLst>
                            <a:ext uri="{FF2B5EF4-FFF2-40B4-BE49-F238E27FC236}">
                              <a16:creationId xmlns:a16="http://schemas.microsoft.com/office/drawing/2014/main" id="{E133B2BE-1AC0-B7AF-7FD7-9A2CA36E02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41" name="Rectángulo 1040">
                        <a:extLst>
                          <a:ext uri="{FF2B5EF4-FFF2-40B4-BE49-F238E27FC236}">
                            <a16:creationId xmlns:a16="http://schemas.microsoft.com/office/drawing/2014/main" id="{B1B192AB-0871-9080-371B-0C499EF92BE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42" name="Rectángulo 1041">
                        <a:extLst>
                          <a:ext uri="{FF2B5EF4-FFF2-40B4-BE49-F238E27FC236}">
                            <a16:creationId xmlns:a16="http://schemas.microsoft.com/office/drawing/2014/main" id="{59804533-A5CC-5974-312A-4EA2B7A295E4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48" name="Grupo 947">
                    <a:extLst>
                      <a:ext uri="{FF2B5EF4-FFF2-40B4-BE49-F238E27FC236}">
                        <a16:creationId xmlns:a16="http://schemas.microsoft.com/office/drawing/2014/main" id="{2DC66734-314D-6E7F-FA0A-7FF044C507C8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957" name="Grupo 956">
                      <a:extLst>
                        <a:ext uri="{FF2B5EF4-FFF2-40B4-BE49-F238E27FC236}">
                          <a16:creationId xmlns:a16="http://schemas.microsoft.com/office/drawing/2014/main" id="{D90546D2-B6E1-7424-16FC-C1E2E8A3AA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959" name="Grupo 958">
                        <a:extLst>
                          <a:ext uri="{FF2B5EF4-FFF2-40B4-BE49-F238E27FC236}">
                            <a16:creationId xmlns:a16="http://schemas.microsoft.com/office/drawing/2014/main" id="{F82C0281-FAA0-D81B-E2FD-98A447CAEA4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974" name="Elipse 973">
                          <a:extLst>
                            <a:ext uri="{FF2B5EF4-FFF2-40B4-BE49-F238E27FC236}">
                              <a16:creationId xmlns:a16="http://schemas.microsoft.com/office/drawing/2014/main" id="{5D36417B-A49C-6583-68CD-A7958661BC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975" name="Grupo 974">
                          <a:extLst>
                            <a:ext uri="{FF2B5EF4-FFF2-40B4-BE49-F238E27FC236}">
                              <a16:creationId xmlns:a16="http://schemas.microsoft.com/office/drawing/2014/main" id="{E1D826B8-589D-295F-3E5E-1CFD8B1CD65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976" name="Rectángulo 975">
                            <a:extLst>
                              <a:ext uri="{FF2B5EF4-FFF2-40B4-BE49-F238E27FC236}">
                                <a16:creationId xmlns:a16="http://schemas.microsoft.com/office/drawing/2014/main" id="{691A3076-C14C-BA1C-522F-928EF43F8BD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977" name="Rectángulo 976">
                            <a:extLst>
                              <a:ext uri="{FF2B5EF4-FFF2-40B4-BE49-F238E27FC236}">
                                <a16:creationId xmlns:a16="http://schemas.microsoft.com/office/drawing/2014/main" id="{3F956DD0-927D-86AA-BB03-3A7C66FDF3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960" name="Grupo 959">
                        <a:extLst>
                          <a:ext uri="{FF2B5EF4-FFF2-40B4-BE49-F238E27FC236}">
                            <a16:creationId xmlns:a16="http://schemas.microsoft.com/office/drawing/2014/main" id="{92103B07-ABF6-29B4-9A74-E09AE58ED6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961" name="Grupo 960">
                          <a:extLst>
                            <a:ext uri="{FF2B5EF4-FFF2-40B4-BE49-F238E27FC236}">
                              <a16:creationId xmlns:a16="http://schemas.microsoft.com/office/drawing/2014/main" id="{422FBDC9-B96B-366A-2297-844964F65E7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966" name="Grupo 965">
                            <a:extLst>
                              <a:ext uri="{FF2B5EF4-FFF2-40B4-BE49-F238E27FC236}">
                                <a16:creationId xmlns:a16="http://schemas.microsoft.com/office/drawing/2014/main" id="{63FE456F-7E44-1E8D-C4AE-8E67AA01FB3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971" name="Rectángulo 970">
                              <a:extLst>
                                <a:ext uri="{FF2B5EF4-FFF2-40B4-BE49-F238E27FC236}">
                                  <a16:creationId xmlns:a16="http://schemas.microsoft.com/office/drawing/2014/main" id="{D31A937D-D425-D2B4-C70B-D22EB630337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972" name="Rectángulo 971">
                              <a:extLst>
                                <a:ext uri="{FF2B5EF4-FFF2-40B4-BE49-F238E27FC236}">
                                  <a16:creationId xmlns:a16="http://schemas.microsoft.com/office/drawing/2014/main" id="{DDF043AE-39C7-F571-245C-5A8E9E35FF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73" name="Marco 972">
                              <a:extLst>
                                <a:ext uri="{FF2B5EF4-FFF2-40B4-BE49-F238E27FC236}">
                                  <a16:creationId xmlns:a16="http://schemas.microsoft.com/office/drawing/2014/main" id="{3F8BA654-AF61-5142-FAD4-F63E2C881D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967" name="Grupo 966">
                            <a:extLst>
                              <a:ext uri="{FF2B5EF4-FFF2-40B4-BE49-F238E27FC236}">
                                <a16:creationId xmlns:a16="http://schemas.microsoft.com/office/drawing/2014/main" id="{710EDE1F-E9C7-344C-8A77-E92E15306CA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968" name="Rectángulo 967">
                              <a:extLst>
                                <a:ext uri="{FF2B5EF4-FFF2-40B4-BE49-F238E27FC236}">
                                  <a16:creationId xmlns:a16="http://schemas.microsoft.com/office/drawing/2014/main" id="{D3CC440D-94AC-3EE7-59E1-7B2F7378863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69" name="Rectángulo 968">
                              <a:extLst>
                                <a:ext uri="{FF2B5EF4-FFF2-40B4-BE49-F238E27FC236}">
                                  <a16:creationId xmlns:a16="http://schemas.microsoft.com/office/drawing/2014/main" id="{262232B1-6E41-9095-B694-275C0094CF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70" name="Rectángulo 969">
                              <a:extLst>
                                <a:ext uri="{FF2B5EF4-FFF2-40B4-BE49-F238E27FC236}">
                                  <a16:creationId xmlns:a16="http://schemas.microsoft.com/office/drawing/2014/main" id="{0657AED7-72E9-A8A9-69CC-A161B8F415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962" name="Grupo 961">
                          <a:extLst>
                            <a:ext uri="{FF2B5EF4-FFF2-40B4-BE49-F238E27FC236}">
                              <a16:creationId xmlns:a16="http://schemas.microsoft.com/office/drawing/2014/main" id="{3EC77BF3-72C3-7800-DA2E-55458DF057A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963" name="Rectángulo 962">
                            <a:extLst>
                              <a:ext uri="{FF2B5EF4-FFF2-40B4-BE49-F238E27FC236}">
                                <a16:creationId xmlns:a16="http://schemas.microsoft.com/office/drawing/2014/main" id="{1DADAEB8-F30F-7B9E-9745-98F1015385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964" name="Rectángulo 963">
                            <a:extLst>
                              <a:ext uri="{FF2B5EF4-FFF2-40B4-BE49-F238E27FC236}">
                                <a16:creationId xmlns:a16="http://schemas.microsoft.com/office/drawing/2014/main" id="{FEA5B114-F711-9084-46CF-8E85642F027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965" name="Rectángulo 964">
                            <a:extLst>
                              <a:ext uri="{FF2B5EF4-FFF2-40B4-BE49-F238E27FC236}">
                                <a16:creationId xmlns:a16="http://schemas.microsoft.com/office/drawing/2014/main" id="{876805A3-5E97-573F-26C3-32E3BB77B2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958" name="Rectángulo 957">
                      <a:extLst>
                        <a:ext uri="{FF2B5EF4-FFF2-40B4-BE49-F238E27FC236}">
                          <a16:creationId xmlns:a16="http://schemas.microsoft.com/office/drawing/2014/main" id="{1B9EE8E7-4E28-37B1-4B7C-CEF838C143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949" name="Grupo 948">
                    <a:extLst>
                      <a:ext uri="{FF2B5EF4-FFF2-40B4-BE49-F238E27FC236}">
                        <a16:creationId xmlns:a16="http://schemas.microsoft.com/office/drawing/2014/main" id="{A6C35182-82DA-A4EC-432A-FC14407E9D36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950" name="Rectángulo 949">
                      <a:extLst>
                        <a:ext uri="{FF2B5EF4-FFF2-40B4-BE49-F238E27FC236}">
                          <a16:creationId xmlns:a16="http://schemas.microsoft.com/office/drawing/2014/main" id="{201C7676-20B1-6959-0B1A-1F9CFC4B3D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951" name="Grupo 950">
                      <a:extLst>
                        <a:ext uri="{FF2B5EF4-FFF2-40B4-BE49-F238E27FC236}">
                          <a16:creationId xmlns:a16="http://schemas.microsoft.com/office/drawing/2014/main" id="{A9E08C64-9E5B-9F8B-2BF0-F80A0D1997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952" name="Grupo 951">
                        <a:extLst>
                          <a:ext uri="{FF2B5EF4-FFF2-40B4-BE49-F238E27FC236}">
                            <a16:creationId xmlns:a16="http://schemas.microsoft.com/office/drawing/2014/main" id="{939459ED-D578-69D0-8D83-E9A70646B7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954" name="Rectángulo 953">
                          <a:extLst>
                            <a:ext uri="{FF2B5EF4-FFF2-40B4-BE49-F238E27FC236}">
                              <a16:creationId xmlns:a16="http://schemas.microsoft.com/office/drawing/2014/main" id="{07B3E51D-C394-106E-39AA-CFB296D6A1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55" name="Elipse 954">
                          <a:extLst>
                            <a:ext uri="{FF2B5EF4-FFF2-40B4-BE49-F238E27FC236}">
                              <a16:creationId xmlns:a16="http://schemas.microsoft.com/office/drawing/2014/main" id="{4C3080EA-E60C-F48F-F563-A44CC3A443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56" name="Elipse 955">
                          <a:extLst>
                            <a:ext uri="{FF2B5EF4-FFF2-40B4-BE49-F238E27FC236}">
                              <a16:creationId xmlns:a16="http://schemas.microsoft.com/office/drawing/2014/main" id="{932661EF-553D-50BC-62AD-6C253498BA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53" name="Rectángulo 952">
                        <a:extLst>
                          <a:ext uri="{FF2B5EF4-FFF2-40B4-BE49-F238E27FC236}">
                            <a16:creationId xmlns:a16="http://schemas.microsoft.com/office/drawing/2014/main" id="{A219665E-F9FC-CB9E-32FD-3D3AF3DDEC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</p:grpSp>
          <p:grpSp>
            <p:nvGrpSpPr>
              <p:cNvPr id="922" name="Grupo 921">
                <a:extLst>
                  <a:ext uri="{FF2B5EF4-FFF2-40B4-BE49-F238E27FC236}">
                    <a16:creationId xmlns:a16="http://schemas.microsoft.com/office/drawing/2014/main" id="{33270555-532D-83C1-0313-394180B560E6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  <a:grpFill/>
            </p:grpSpPr>
            <p:grpSp>
              <p:nvGrpSpPr>
                <p:cNvPr id="938" name="Grupo 937">
                  <a:extLst>
                    <a:ext uri="{FF2B5EF4-FFF2-40B4-BE49-F238E27FC236}">
                      <a16:creationId xmlns:a16="http://schemas.microsoft.com/office/drawing/2014/main" id="{A2557F39-F7E3-3FFC-FBC4-98A47DE04B8E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grpFill/>
              </p:grpSpPr>
              <p:grpSp>
                <p:nvGrpSpPr>
                  <p:cNvPr id="940" name="Grupo 939">
                    <a:extLst>
                      <a:ext uri="{FF2B5EF4-FFF2-40B4-BE49-F238E27FC236}">
                        <a16:creationId xmlns:a16="http://schemas.microsoft.com/office/drawing/2014/main" id="{C57D6C54-2A32-C790-9953-5016A8CE8182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942" name="Elipse 941">
                      <a:extLst>
                        <a:ext uri="{FF2B5EF4-FFF2-40B4-BE49-F238E27FC236}">
                          <a16:creationId xmlns:a16="http://schemas.microsoft.com/office/drawing/2014/main" id="{564026DD-303E-DA52-3154-EE8574A60C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43" name="Diagrama de flujo: operación manual 942">
                      <a:extLst>
                        <a:ext uri="{FF2B5EF4-FFF2-40B4-BE49-F238E27FC236}">
                          <a16:creationId xmlns:a16="http://schemas.microsoft.com/office/drawing/2014/main" id="{7CEA28B2-F172-9380-E384-1D0D301B00AE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41" name="Elipse 940">
                    <a:extLst>
                      <a:ext uri="{FF2B5EF4-FFF2-40B4-BE49-F238E27FC236}">
                        <a16:creationId xmlns:a16="http://schemas.microsoft.com/office/drawing/2014/main" id="{AEA4F4FE-1F3D-32CE-EAFB-8AF6DD9E776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39" name="Diagrama de flujo: operación manual 938">
                  <a:extLst>
                    <a:ext uri="{FF2B5EF4-FFF2-40B4-BE49-F238E27FC236}">
                      <a16:creationId xmlns:a16="http://schemas.microsoft.com/office/drawing/2014/main" id="{51D7ECF9-30CF-80E6-9825-FA813A47BCC6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923" name="Grupo 922">
                <a:extLst>
                  <a:ext uri="{FF2B5EF4-FFF2-40B4-BE49-F238E27FC236}">
                    <a16:creationId xmlns:a16="http://schemas.microsoft.com/office/drawing/2014/main" id="{C24718D8-7AFC-906A-82F1-7C6BAF800048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  <a:grpFill/>
            </p:grpSpPr>
            <p:grpSp>
              <p:nvGrpSpPr>
                <p:cNvPr id="924" name="Grupo 923">
                  <a:extLst>
                    <a:ext uri="{FF2B5EF4-FFF2-40B4-BE49-F238E27FC236}">
                      <a16:creationId xmlns:a16="http://schemas.microsoft.com/office/drawing/2014/main" id="{35CAB68B-46DB-20F1-B49A-E353540F8EEE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  <a:grpFill/>
              </p:grpSpPr>
              <p:grpSp>
                <p:nvGrpSpPr>
                  <p:cNvPr id="926" name="Grupo 925">
                    <a:extLst>
                      <a:ext uri="{FF2B5EF4-FFF2-40B4-BE49-F238E27FC236}">
                        <a16:creationId xmlns:a16="http://schemas.microsoft.com/office/drawing/2014/main" id="{B9B2597B-42E1-1DDE-B7D2-EFD057BB0B21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  <a:grpFill/>
                </p:grpSpPr>
                <p:grpSp>
                  <p:nvGrpSpPr>
                    <p:cNvPr id="928" name="Grupo 927">
                      <a:extLst>
                        <a:ext uri="{FF2B5EF4-FFF2-40B4-BE49-F238E27FC236}">
                          <a16:creationId xmlns:a16="http://schemas.microsoft.com/office/drawing/2014/main" id="{E8AAC7A2-8D62-C054-9EA9-1C787D42A7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  <a:grpFill/>
                  </p:grpSpPr>
                  <p:grpSp>
                    <p:nvGrpSpPr>
                      <p:cNvPr id="930" name="Grupo 929">
                        <a:extLst>
                          <a:ext uri="{FF2B5EF4-FFF2-40B4-BE49-F238E27FC236}">
                            <a16:creationId xmlns:a16="http://schemas.microsoft.com/office/drawing/2014/main" id="{FCFCD1F5-084F-45A8-7CE2-F7F0CFCF6C87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  <a:grpFill/>
                    </p:grpSpPr>
                    <p:grpSp>
                      <p:nvGrpSpPr>
                        <p:cNvPr id="932" name="Grupo 931">
                          <a:extLst>
                            <a:ext uri="{FF2B5EF4-FFF2-40B4-BE49-F238E27FC236}">
                              <a16:creationId xmlns:a16="http://schemas.microsoft.com/office/drawing/2014/main" id="{169216A6-C771-D6DA-EC27-62AAB540184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grpFill/>
                      </p:grpSpPr>
                      <p:grpSp>
                        <p:nvGrpSpPr>
                          <p:cNvPr id="934" name="Grupo 933">
                            <a:extLst>
                              <a:ext uri="{FF2B5EF4-FFF2-40B4-BE49-F238E27FC236}">
                                <a16:creationId xmlns:a16="http://schemas.microsoft.com/office/drawing/2014/main" id="{64F363BE-D14B-FBFE-9192-94011439BC6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36" name="Elipse 935">
                              <a:extLst>
                                <a:ext uri="{FF2B5EF4-FFF2-40B4-BE49-F238E27FC236}">
                                  <a16:creationId xmlns:a16="http://schemas.microsoft.com/office/drawing/2014/main" id="{2D4A7FAB-666B-93F0-4DB8-9983E60C1E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37" name="Diagrama de flujo: operación manual 936">
                              <a:extLst>
                                <a:ext uri="{FF2B5EF4-FFF2-40B4-BE49-F238E27FC236}">
                                  <a16:creationId xmlns:a16="http://schemas.microsoft.com/office/drawing/2014/main" id="{B0ECF368-AFED-BD76-0DB3-8572D7DE4A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35" name="Elipse 934">
                            <a:extLst>
                              <a:ext uri="{FF2B5EF4-FFF2-40B4-BE49-F238E27FC236}">
                                <a16:creationId xmlns:a16="http://schemas.microsoft.com/office/drawing/2014/main" id="{AFECF062-23B1-601A-AFE8-FDD22C4524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33" name="Diagrama de flujo: operación manual 932">
                          <a:extLst>
                            <a:ext uri="{FF2B5EF4-FFF2-40B4-BE49-F238E27FC236}">
                              <a16:creationId xmlns:a16="http://schemas.microsoft.com/office/drawing/2014/main" id="{E2F5ED5E-1EF0-A284-B995-8A574D6BE9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31" name="Elipse 930">
                        <a:extLst>
                          <a:ext uri="{FF2B5EF4-FFF2-40B4-BE49-F238E27FC236}">
                            <a16:creationId xmlns:a16="http://schemas.microsoft.com/office/drawing/2014/main" id="{8957B83C-EA99-3E85-6E48-2A202ACB66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29" name="Elipse 928">
                      <a:extLst>
                        <a:ext uri="{FF2B5EF4-FFF2-40B4-BE49-F238E27FC236}">
                          <a16:creationId xmlns:a16="http://schemas.microsoft.com/office/drawing/2014/main" id="{16B19A16-7293-60A4-3F03-B8E6CEE7DC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27" name="Elipse 926">
                    <a:extLst>
                      <a:ext uri="{FF2B5EF4-FFF2-40B4-BE49-F238E27FC236}">
                        <a16:creationId xmlns:a16="http://schemas.microsoft.com/office/drawing/2014/main" id="{5985A842-0CA4-C071-5F17-55C5CED33C17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25" name="Elipse 924">
                  <a:extLst>
                    <a:ext uri="{FF2B5EF4-FFF2-40B4-BE49-F238E27FC236}">
                      <a16:creationId xmlns:a16="http://schemas.microsoft.com/office/drawing/2014/main" id="{4D47346D-931B-2677-9CF5-87A4FE124C27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45626"/>
                <a:ext cx="1378938" cy="1532574"/>
                <a:chOff x="7991273" y="2932926"/>
                <a:chExt cx="1378938" cy="1532574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932926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79" name="Subtítulo 2">
            <a:extLst>
              <a:ext uri="{FF2B5EF4-FFF2-40B4-BE49-F238E27FC236}">
                <a16:creationId xmlns:a16="http://schemas.microsoft.com/office/drawing/2014/main" id="{BBA388AD-BCF2-79AE-1C6F-3679EA954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1180" name="Cerrar llave 1179">
            <a:extLst>
              <a:ext uri="{FF2B5EF4-FFF2-40B4-BE49-F238E27FC236}">
                <a16:creationId xmlns:a16="http://schemas.microsoft.com/office/drawing/2014/main" id="{43ECB4A9-55CD-E032-0EE2-22C86ADEAE92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1" name="CuadroTexto 1180">
            <a:extLst>
              <a:ext uri="{FF2B5EF4-FFF2-40B4-BE49-F238E27FC236}">
                <a16:creationId xmlns:a16="http://schemas.microsoft.com/office/drawing/2014/main" id="{34E02D08-C6E2-8618-6FB4-F9786642FE0D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280001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600000">
                                      <p:cBhvr>
                                        <p:cTn id="6" dur="100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6" name="Grupo 1175">
            <a:extLst>
              <a:ext uri="{FF2B5EF4-FFF2-40B4-BE49-F238E27FC236}">
                <a16:creationId xmlns:a16="http://schemas.microsoft.com/office/drawing/2014/main" id="{48C26824-C7CF-1974-C8A8-DB27311F8D31}"/>
              </a:ext>
            </a:extLst>
          </p:cNvPr>
          <p:cNvGrpSpPr/>
          <p:nvPr/>
        </p:nvGrpSpPr>
        <p:grpSpPr>
          <a:xfrm rot="600000">
            <a:off x="4815770" y="1150053"/>
            <a:ext cx="8694343" cy="4302894"/>
            <a:chOff x="4815770" y="1150053"/>
            <a:chExt cx="8694343" cy="4302894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9570DE9-EA3A-C6C7-5A81-26F0A307ABEC}"/>
                </a:ext>
              </a:extLst>
            </p:cNvPr>
            <p:cNvGrpSpPr/>
            <p:nvPr/>
          </p:nvGrpSpPr>
          <p:grpSpPr>
            <a:xfrm>
              <a:off x="4815770" y="1150053"/>
              <a:ext cx="4925289" cy="2614476"/>
              <a:chOff x="4815770" y="1150053"/>
              <a:chExt cx="4925289" cy="2614476"/>
            </a:xfrm>
          </p:grpSpPr>
          <p:grpSp>
            <p:nvGrpSpPr>
              <p:cNvPr id="1171" name="Grupo 1170">
                <a:extLst>
                  <a:ext uri="{FF2B5EF4-FFF2-40B4-BE49-F238E27FC236}">
                    <a16:creationId xmlns:a16="http://schemas.microsoft.com/office/drawing/2014/main" id="{68DAA857-8C61-DD70-E6FC-11DCD14C7701}"/>
                  </a:ext>
                </a:extLst>
              </p:cNvPr>
              <p:cNvGrpSpPr/>
              <p:nvPr/>
            </p:nvGrpSpPr>
            <p:grpSpPr>
              <a:xfrm rot="1800000">
                <a:off x="4815770" y="1150053"/>
                <a:ext cx="3958903" cy="1540811"/>
                <a:chOff x="4815770" y="1150053"/>
                <a:chExt cx="3958903" cy="1540811"/>
              </a:xfrm>
            </p:grpSpPr>
            <p:grpSp>
              <p:nvGrpSpPr>
                <p:cNvPr id="1038" name="Grupo 1037">
                  <a:extLst>
                    <a:ext uri="{FF2B5EF4-FFF2-40B4-BE49-F238E27FC236}">
                      <a16:creationId xmlns:a16="http://schemas.microsoft.com/office/drawing/2014/main" id="{ADE5305C-5FA6-E7E8-A7A8-5B1EF7F0E6E7}"/>
                    </a:ext>
                  </a:extLst>
                </p:cNvPr>
                <p:cNvGrpSpPr/>
                <p:nvPr/>
              </p:nvGrpSpPr>
              <p:grpSpPr>
                <a:xfrm>
                  <a:off x="4815770" y="1355934"/>
                  <a:ext cx="2222990" cy="1334930"/>
                  <a:chOff x="4815770" y="1355934"/>
                  <a:chExt cx="2222990" cy="1334930"/>
                </a:xfrm>
              </p:grpSpPr>
              <p:grpSp>
                <p:nvGrpSpPr>
                  <p:cNvPr id="3" name="Grupo 2">
                    <a:extLst>
                      <a:ext uri="{FF2B5EF4-FFF2-40B4-BE49-F238E27FC236}">
                        <a16:creationId xmlns:a16="http://schemas.microsoft.com/office/drawing/2014/main" id="{4B4A3531-917B-846D-2758-21C70D097E3E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</p:grpSpPr>
                <p:grpSp>
                  <p:nvGrpSpPr>
                    <p:cNvPr id="980" name="Grupo 979">
                      <a:extLst>
                        <a:ext uri="{FF2B5EF4-FFF2-40B4-BE49-F238E27FC236}">
                          <a16:creationId xmlns:a16="http://schemas.microsoft.com/office/drawing/2014/main" id="{5EAFEA14-0724-837F-E90C-EFE770D719C6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</p:grpSpPr>
                  <p:grpSp>
                    <p:nvGrpSpPr>
                      <p:cNvPr id="991" name="Grupo 990">
                        <a:extLst>
                          <a:ext uri="{FF2B5EF4-FFF2-40B4-BE49-F238E27FC236}">
                            <a16:creationId xmlns:a16="http://schemas.microsoft.com/office/drawing/2014/main" id="{16077F19-A2D8-E424-EFB6-7A0E0ADDACF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</p:grpSpPr>
                    <p:sp>
                      <p:nvSpPr>
                        <p:cNvPr id="994" name="Rectángulo: esquinas redondeadas 993">
                          <a:extLst>
                            <a:ext uri="{FF2B5EF4-FFF2-40B4-BE49-F238E27FC236}">
                              <a16:creationId xmlns:a16="http://schemas.microsoft.com/office/drawing/2014/main" id="{0611D07B-9F46-8A1D-4C6B-AC226882798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95" name="Rectángulo: esquinas redondeadas 994">
                          <a:extLst>
                            <a:ext uri="{FF2B5EF4-FFF2-40B4-BE49-F238E27FC236}">
                              <a16:creationId xmlns:a16="http://schemas.microsoft.com/office/drawing/2014/main" id="{442184AB-6A44-FE4C-C49C-9BB74D9621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92" name="Rectángulo 991">
                        <a:extLst>
                          <a:ext uri="{FF2B5EF4-FFF2-40B4-BE49-F238E27FC236}">
                            <a16:creationId xmlns:a16="http://schemas.microsoft.com/office/drawing/2014/main" id="{FEF06B2A-3AD0-D89D-8AF9-A381C199FC7B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93" name="Rectángulo 992">
                        <a:extLst>
                          <a:ext uri="{FF2B5EF4-FFF2-40B4-BE49-F238E27FC236}">
                            <a16:creationId xmlns:a16="http://schemas.microsoft.com/office/drawing/2014/main" id="{120DADAE-5F33-48A1-B3B4-C766023FA509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981" name="Grupo 980">
                      <a:extLst>
                        <a:ext uri="{FF2B5EF4-FFF2-40B4-BE49-F238E27FC236}">
                          <a16:creationId xmlns:a16="http://schemas.microsoft.com/office/drawing/2014/main" id="{07F1CC51-6ED4-3E11-11BD-0B97B7071B37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noFill/>
                  </p:grpSpPr>
                  <p:grpSp>
                    <p:nvGrpSpPr>
                      <p:cNvPr id="986" name="Grupo 985">
                        <a:extLst>
                          <a:ext uri="{FF2B5EF4-FFF2-40B4-BE49-F238E27FC236}">
                            <a16:creationId xmlns:a16="http://schemas.microsoft.com/office/drawing/2014/main" id="{E5E3A954-3E6D-2ADE-64AB-85A2B67464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989" name="Rectángulo: esquinas redondeadas 988">
                          <a:extLst>
                            <a:ext uri="{FF2B5EF4-FFF2-40B4-BE49-F238E27FC236}">
                              <a16:creationId xmlns:a16="http://schemas.microsoft.com/office/drawing/2014/main" id="{FEE48E80-89F0-5E94-EB0D-3809F8B3F2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90" name="Rectángulo: esquinas redondeadas 989">
                          <a:extLst>
                            <a:ext uri="{FF2B5EF4-FFF2-40B4-BE49-F238E27FC236}">
                              <a16:creationId xmlns:a16="http://schemas.microsoft.com/office/drawing/2014/main" id="{BB44FBF3-7415-D411-9B80-E12D3CD35D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987" name="Rectángulo 986">
                        <a:extLst>
                          <a:ext uri="{FF2B5EF4-FFF2-40B4-BE49-F238E27FC236}">
                            <a16:creationId xmlns:a16="http://schemas.microsoft.com/office/drawing/2014/main" id="{F000B976-8AB1-74A3-FFC2-2F0B1A60224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88" name="Rectángulo 987">
                        <a:extLst>
                          <a:ext uri="{FF2B5EF4-FFF2-40B4-BE49-F238E27FC236}">
                            <a16:creationId xmlns:a16="http://schemas.microsoft.com/office/drawing/2014/main" id="{BD52ED38-D401-CABB-6049-26BE91B5255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96" name="Grupo 995">
                    <a:extLst>
                      <a:ext uri="{FF2B5EF4-FFF2-40B4-BE49-F238E27FC236}">
                        <a16:creationId xmlns:a16="http://schemas.microsoft.com/office/drawing/2014/main" id="{F4F54822-0FE2-6B5C-5A59-E5795820FDAF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</p:grpSpPr>
                <p:grpSp>
                  <p:nvGrpSpPr>
                    <p:cNvPr id="997" name="Grupo 996">
                      <a:extLst>
                        <a:ext uri="{FF2B5EF4-FFF2-40B4-BE49-F238E27FC236}">
                          <a16:creationId xmlns:a16="http://schemas.microsoft.com/office/drawing/2014/main" id="{C9C3BD8C-7AFE-AACF-54F7-16C7A9F561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</p:grpSpPr>
                  <p:grpSp>
                    <p:nvGrpSpPr>
                      <p:cNvPr id="1004" name="Grupo 1003">
                        <a:extLst>
                          <a:ext uri="{FF2B5EF4-FFF2-40B4-BE49-F238E27FC236}">
                            <a16:creationId xmlns:a16="http://schemas.microsoft.com/office/drawing/2014/main" id="{446CAC1F-52DE-AE6A-A0DF-9B66C774D67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</p:grpSpPr>
                    <p:sp>
                      <p:nvSpPr>
                        <p:cNvPr id="1008" name="Rectángulo: esquinas redondeadas 1007">
                          <a:extLst>
                            <a:ext uri="{FF2B5EF4-FFF2-40B4-BE49-F238E27FC236}">
                              <a16:creationId xmlns:a16="http://schemas.microsoft.com/office/drawing/2014/main" id="{B19D56E1-7290-52B2-A5EF-01888E35B53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09" name="Rectángulo: esquinas redondeadas 1008">
                          <a:extLst>
                            <a:ext uri="{FF2B5EF4-FFF2-40B4-BE49-F238E27FC236}">
                              <a16:creationId xmlns:a16="http://schemas.microsoft.com/office/drawing/2014/main" id="{3666BC98-7686-78CC-40F0-32D950A631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06" name="Rectángulo 1005">
                        <a:extLst>
                          <a:ext uri="{FF2B5EF4-FFF2-40B4-BE49-F238E27FC236}">
                            <a16:creationId xmlns:a16="http://schemas.microsoft.com/office/drawing/2014/main" id="{BA30AA8D-B2A0-100B-64F9-AA272A1EC09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07" name="Rectángulo 1006">
                        <a:extLst>
                          <a:ext uri="{FF2B5EF4-FFF2-40B4-BE49-F238E27FC236}">
                            <a16:creationId xmlns:a16="http://schemas.microsoft.com/office/drawing/2014/main" id="{E690FFDD-9491-A63B-8F84-36DB1FACD1C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998" name="Grupo 997">
                      <a:extLst>
                        <a:ext uri="{FF2B5EF4-FFF2-40B4-BE49-F238E27FC236}">
                          <a16:creationId xmlns:a16="http://schemas.microsoft.com/office/drawing/2014/main" id="{BCFBB9B3-3BDD-ED49-FEDE-F5974C5E29A2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noFill/>
                  </p:grpSpPr>
                  <p:grpSp>
                    <p:nvGrpSpPr>
                      <p:cNvPr id="999" name="Grupo 998">
                        <a:extLst>
                          <a:ext uri="{FF2B5EF4-FFF2-40B4-BE49-F238E27FC236}">
                            <a16:creationId xmlns:a16="http://schemas.microsoft.com/office/drawing/2014/main" id="{D7FC8122-D488-B093-33CE-3A4AB3A936C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02" name="Rectángulo: esquinas redondeadas 1001">
                          <a:extLst>
                            <a:ext uri="{FF2B5EF4-FFF2-40B4-BE49-F238E27FC236}">
                              <a16:creationId xmlns:a16="http://schemas.microsoft.com/office/drawing/2014/main" id="{877520E1-C27D-C11C-8B8C-286E68C8A7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03" name="Rectángulo: esquinas redondeadas 1002">
                          <a:extLst>
                            <a:ext uri="{FF2B5EF4-FFF2-40B4-BE49-F238E27FC236}">
                              <a16:creationId xmlns:a16="http://schemas.microsoft.com/office/drawing/2014/main" id="{73572AA2-0542-0F35-AEEB-667378EA40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00" name="Rectángulo 999">
                        <a:extLst>
                          <a:ext uri="{FF2B5EF4-FFF2-40B4-BE49-F238E27FC236}">
                            <a16:creationId xmlns:a16="http://schemas.microsoft.com/office/drawing/2014/main" id="{64098718-A2BE-00C6-8534-593ED16B9A35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01" name="Rectángulo 1000">
                        <a:extLst>
                          <a:ext uri="{FF2B5EF4-FFF2-40B4-BE49-F238E27FC236}">
                            <a16:creationId xmlns:a16="http://schemas.microsoft.com/office/drawing/2014/main" id="{3E15D743-47C5-541F-613F-D0B2049905E7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10" name="Grupo 1009">
                    <a:extLst>
                      <a:ext uri="{FF2B5EF4-FFF2-40B4-BE49-F238E27FC236}">
                        <a16:creationId xmlns:a16="http://schemas.microsoft.com/office/drawing/2014/main" id="{4DCC6B49-033F-4DAF-8DE4-79870580D3EA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1011" name="Grupo 1010">
                      <a:extLst>
                        <a:ext uri="{FF2B5EF4-FFF2-40B4-BE49-F238E27FC236}">
                          <a16:creationId xmlns:a16="http://schemas.microsoft.com/office/drawing/2014/main" id="{3A61E31C-732B-5E62-A6D6-86DBF32C99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1013" name="Grupo 1012">
                        <a:extLst>
                          <a:ext uri="{FF2B5EF4-FFF2-40B4-BE49-F238E27FC236}">
                            <a16:creationId xmlns:a16="http://schemas.microsoft.com/office/drawing/2014/main" id="{744D2E43-0A10-E04A-BE0C-8E5B5AFF51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p:grpSpPr>
                    <p:sp>
                      <p:nvSpPr>
                        <p:cNvPr id="1026" name="Elipse 1025">
                          <a:extLst>
                            <a:ext uri="{FF2B5EF4-FFF2-40B4-BE49-F238E27FC236}">
                              <a16:creationId xmlns:a16="http://schemas.microsoft.com/office/drawing/2014/main" id="{7A54B857-4BC7-BD71-9EDB-FDDD82D202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027" name="Grupo 1026">
                          <a:extLst>
                            <a:ext uri="{FF2B5EF4-FFF2-40B4-BE49-F238E27FC236}">
                              <a16:creationId xmlns:a16="http://schemas.microsoft.com/office/drawing/2014/main" id="{4A6DC13A-DBEE-C77A-95B1-24BBB6094F9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028" name="Rectángulo 1027">
                            <a:extLst>
                              <a:ext uri="{FF2B5EF4-FFF2-40B4-BE49-F238E27FC236}">
                                <a16:creationId xmlns:a16="http://schemas.microsoft.com/office/drawing/2014/main" id="{79F0B0FB-814B-D58E-4EE6-5A4F5A6ABC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29" name="Rectángulo 1028">
                            <a:extLst>
                              <a:ext uri="{FF2B5EF4-FFF2-40B4-BE49-F238E27FC236}">
                                <a16:creationId xmlns:a16="http://schemas.microsoft.com/office/drawing/2014/main" id="{CD587488-DE1C-CF7A-BF27-CD83CCFC945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014" name="Grupo 1013">
                        <a:extLst>
                          <a:ext uri="{FF2B5EF4-FFF2-40B4-BE49-F238E27FC236}">
                            <a16:creationId xmlns:a16="http://schemas.microsoft.com/office/drawing/2014/main" id="{8A29ABCE-15E4-1A4B-E066-EC276717B70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015" name="Grupo 1014">
                          <a:extLst>
                            <a:ext uri="{FF2B5EF4-FFF2-40B4-BE49-F238E27FC236}">
                              <a16:creationId xmlns:a16="http://schemas.microsoft.com/office/drawing/2014/main" id="{DAAF6B5A-B39B-3CCA-EDB0-8FF64F1E32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1020" name="Grupo 1019">
                            <a:extLst>
                              <a:ext uri="{FF2B5EF4-FFF2-40B4-BE49-F238E27FC236}">
                                <a16:creationId xmlns:a16="http://schemas.microsoft.com/office/drawing/2014/main" id="{DB1F7C63-7863-2443-96E9-81D798E8F78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838" name="Rectángulo 837">
                              <a:extLst>
                                <a:ext uri="{FF2B5EF4-FFF2-40B4-BE49-F238E27FC236}">
                                  <a16:creationId xmlns:a16="http://schemas.microsoft.com/office/drawing/2014/main" id="{0DD6F426-FC55-61A1-F439-BCB85C0CF3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024" name="Rectángulo 1023">
                              <a:extLst>
                                <a:ext uri="{FF2B5EF4-FFF2-40B4-BE49-F238E27FC236}">
                                  <a16:creationId xmlns:a16="http://schemas.microsoft.com/office/drawing/2014/main" id="{18A0E20F-2286-62C3-0AF2-986F6DC313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25" name="Marco 1024">
                              <a:extLst>
                                <a:ext uri="{FF2B5EF4-FFF2-40B4-BE49-F238E27FC236}">
                                  <a16:creationId xmlns:a16="http://schemas.microsoft.com/office/drawing/2014/main" id="{CDC52C2B-A65E-0E7A-D428-75127BCECC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021" name="Grupo 1020">
                            <a:extLst>
                              <a:ext uri="{FF2B5EF4-FFF2-40B4-BE49-F238E27FC236}">
                                <a16:creationId xmlns:a16="http://schemas.microsoft.com/office/drawing/2014/main" id="{CF5AFDD0-DACD-D9DC-78AF-37B1CD71E08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1022" name="Rectángulo 1021">
                              <a:extLst>
                                <a:ext uri="{FF2B5EF4-FFF2-40B4-BE49-F238E27FC236}">
                                  <a16:creationId xmlns:a16="http://schemas.microsoft.com/office/drawing/2014/main" id="{0AD6C9A3-40B8-8229-D402-71A5582F721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23" name="Rectángulo 1022">
                              <a:extLst>
                                <a:ext uri="{FF2B5EF4-FFF2-40B4-BE49-F238E27FC236}">
                                  <a16:creationId xmlns:a16="http://schemas.microsoft.com/office/drawing/2014/main" id="{852C320A-A27E-8136-2868-FA77271DFD3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837" name="Rectángulo 836">
                              <a:extLst>
                                <a:ext uri="{FF2B5EF4-FFF2-40B4-BE49-F238E27FC236}">
                                  <a16:creationId xmlns:a16="http://schemas.microsoft.com/office/drawing/2014/main" id="{635FA53F-CF76-1527-9846-8C72AFE0E5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016" name="Grupo 1015">
                          <a:extLst>
                            <a:ext uri="{FF2B5EF4-FFF2-40B4-BE49-F238E27FC236}">
                              <a16:creationId xmlns:a16="http://schemas.microsoft.com/office/drawing/2014/main" id="{4F29F2CA-43C9-8DE0-84B2-750D0DF6CB0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1017" name="Rectángulo 1016">
                            <a:extLst>
                              <a:ext uri="{FF2B5EF4-FFF2-40B4-BE49-F238E27FC236}">
                                <a16:creationId xmlns:a16="http://schemas.microsoft.com/office/drawing/2014/main" id="{DA37AADF-2B6D-CF5F-E1A4-2FAC6087C5F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18" name="Rectángulo 1017">
                            <a:extLst>
                              <a:ext uri="{FF2B5EF4-FFF2-40B4-BE49-F238E27FC236}">
                                <a16:creationId xmlns:a16="http://schemas.microsoft.com/office/drawing/2014/main" id="{25BED148-09F3-435E-D407-C1DF70456E3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19" name="Rectángulo 1018">
                            <a:extLst>
                              <a:ext uri="{FF2B5EF4-FFF2-40B4-BE49-F238E27FC236}">
                                <a16:creationId xmlns:a16="http://schemas.microsoft.com/office/drawing/2014/main" id="{AF3AFAAD-6BF3-F3FC-CE81-F0432E79B8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012" name="Rectángulo 1011">
                      <a:extLst>
                        <a:ext uri="{FF2B5EF4-FFF2-40B4-BE49-F238E27FC236}">
                          <a16:creationId xmlns:a16="http://schemas.microsoft.com/office/drawing/2014/main" id="{AA58C0A2-0117-6FB6-749A-0B343B3D10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pattFill prst="wdDnDiag">
                      <a:fgClr>
                        <a:schemeClr val="bg1"/>
                      </a:fgClr>
                      <a:bgClr>
                        <a:schemeClr val="bg1">
                          <a:lumMod val="65000"/>
                        </a:schemeClr>
                      </a:bgClr>
                    </a:patt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30" name="Grupo 1029">
                    <a:extLst>
                      <a:ext uri="{FF2B5EF4-FFF2-40B4-BE49-F238E27FC236}">
                        <a16:creationId xmlns:a16="http://schemas.microsoft.com/office/drawing/2014/main" id="{D7397C3D-4BCA-9C1B-02D8-117577FA5AE9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</p:grpSpPr>
                <p:sp>
                  <p:nvSpPr>
                    <p:cNvPr id="1031" name="Rectángulo 1030">
                      <a:extLst>
                        <a:ext uri="{FF2B5EF4-FFF2-40B4-BE49-F238E27FC236}">
                          <a16:creationId xmlns:a16="http://schemas.microsoft.com/office/drawing/2014/main" id="{FBA108C3-1B85-BFB7-3452-A3A1BDCEC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032" name="Grupo 1031">
                      <a:extLst>
                        <a:ext uri="{FF2B5EF4-FFF2-40B4-BE49-F238E27FC236}">
                          <a16:creationId xmlns:a16="http://schemas.microsoft.com/office/drawing/2014/main" id="{070522D8-B638-F000-BB06-E45E5661E8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</p:grpSpPr>
                  <p:grpSp>
                    <p:nvGrpSpPr>
                      <p:cNvPr id="1033" name="Grupo 1032">
                        <a:extLst>
                          <a:ext uri="{FF2B5EF4-FFF2-40B4-BE49-F238E27FC236}">
                            <a16:creationId xmlns:a16="http://schemas.microsoft.com/office/drawing/2014/main" id="{9CF38134-182E-6145-21F3-EE7DB09988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</p:grpSpPr>
                    <p:sp>
                      <p:nvSpPr>
                        <p:cNvPr id="1035" name="Rectángulo 1034">
                          <a:extLst>
                            <a:ext uri="{FF2B5EF4-FFF2-40B4-BE49-F238E27FC236}">
                              <a16:creationId xmlns:a16="http://schemas.microsoft.com/office/drawing/2014/main" id="{94B05CE7-2B3E-2B68-DD54-E89B840C7D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36" name="Elipse 1035">
                          <a:extLst>
                            <a:ext uri="{FF2B5EF4-FFF2-40B4-BE49-F238E27FC236}">
                              <a16:creationId xmlns:a16="http://schemas.microsoft.com/office/drawing/2014/main" id="{6D3117A5-9FEF-24BF-E972-0EB8132F05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37" name="Elipse 1036">
                          <a:extLst>
                            <a:ext uri="{FF2B5EF4-FFF2-40B4-BE49-F238E27FC236}">
                              <a16:creationId xmlns:a16="http://schemas.microsoft.com/office/drawing/2014/main" id="{756C0F62-F88F-5AB6-A134-4DFC496A66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34" name="Rectángulo 1033">
                        <a:extLst>
                          <a:ext uri="{FF2B5EF4-FFF2-40B4-BE49-F238E27FC236}">
                            <a16:creationId xmlns:a16="http://schemas.microsoft.com/office/drawing/2014/main" id="{67504D0A-C871-8265-794A-BADEBD41C0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  <p:grpSp>
              <p:nvGrpSpPr>
                <p:cNvPr id="1114" name="Grupo 1113">
                  <a:extLst>
                    <a:ext uri="{FF2B5EF4-FFF2-40B4-BE49-F238E27FC236}">
                      <a16:creationId xmlns:a16="http://schemas.microsoft.com/office/drawing/2014/main" id="{22EEBD14-7C8D-2826-9F6F-2687CD6E18BA}"/>
                    </a:ext>
                  </a:extLst>
                </p:cNvPr>
                <p:cNvGrpSpPr/>
                <p:nvPr/>
              </p:nvGrpSpPr>
              <p:grpSpPr>
                <a:xfrm flipH="1" flipV="1">
                  <a:off x="6551683" y="1150053"/>
                  <a:ext cx="2222990" cy="1334930"/>
                  <a:chOff x="4815770" y="1355934"/>
                  <a:chExt cx="2222990" cy="1334930"/>
                </a:xfrm>
                <a:noFill/>
              </p:grpSpPr>
              <p:grpSp>
                <p:nvGrpSpPr>
                  <p:cNvPr id="1115" name="Grupo 1114">
                    <a:extLst>
                      <a:ext uri="{FF2B5EF4-FFF2-40B4-BE49-F238E27FC236}">
                        <a16:creationId xmlns:a16="http://schemas.microsoft.com/office/drawing/2014/main" id="{CA08B15D-0F43-783B-1575-D613EC5F50DA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159" name="Grupo 1158">
                      <a:extLst>
                        <a:ext uri="{FF2B5EF4-FFF2-40B4-BE49-F238E27FC236}">
                          <a16:creationId xmlns:a16="http://schemas.microsoft.com/office/drawing/2014/main" id="{73618F99-F049-5FAE-FFBC-0852C2B52784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166" name="Grupo 1165">
                        <a:extLst>
                          <a:ext uri="{FF2B5EF4-FFF2-40B4-BE49-F238E27FC236}">
                            <a16:creationId xmlns:a16="http://schemas.microsoft.com/office/drawing/2014/main" id="{099DA49D-6EE8-D7E3-B89F-1C9C2142033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169" name="Rectángulo: esquinas redondeadas 1168">
                          <a:extLst>
                            <a:ext uri="{FF2B5EF4-FFF2-40B4-BE49-F238E27FC236}">
                              <a16:creationId xmlns:a16="http://schemas.microsoft.com/office/drawing/2014/main" id="{91806C3D-C8FF-7ED8-69E3-C15CC2EA1B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70" name="Rectángulo: esquinas redondeadas 1169">
                          <a:extLst>
                            <a:ext uri="{FF2B5EF4-FFF2-40B4-BE49-F238E27FC236}">
                              <a16:creationId xmlns:a16="http://schemas.microsoft.com/office/drawing/2014/main" id="{03661E5A-5468-0B62-9331-C46F03D493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67" name="Rectángulo 1166">
                        <a:extLst>
                          <a:ext uri="{FF2B5EF4-FFF2-40B4-BE49-F238E27FC236}">
                            <a16:creationId xmlns:a16="http://schemas.microsoft.com/office/drawing/2014/main" id="{1BFAB01F-87F0-430C-57B5-453892D19F6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68" name="Rectángulo 1167">
                        <a:extLst>
                          <a:ext uri="{FF2B5EF4-FFF2-40B4-BE49-F238E27FC236}">
                            <a16:creationId xmlns:a16="http://schemas.microsoft.com/office/drawing/2014/main" id="{0B7EA2D2-9F3D-F967-EB95-5A5B58E3AFD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60" name="Grupo 1159">
                      <a:extLst>
                        <a:ext uri="{FF2B5EF4-FFF2-40B4-BE49-F238E27FC236}">
                          <a16:creationId xmlns:a16="http://schemas.microsoft.com/office/drawing/2014/main" id="{138A540E-ACCD-16C6-E5A1-03FE1ECE1ACA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61" name="Grupo 1160">
                        <a:extLst>
                          <a:ext uri="{FF2B5EF4-FFF2-40B4-BE49-F238E27FC236}">
                            <a16:creationId xmlns:a16="http://schemas.microsoft.com/office/drawing/2014/main" id="{0D3E2C27-B439-F286-D9D8-55247F91BFF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64" name="Rectángulo: esquinas redondeadas 1163">
                          <a:extLst>
                            <a:ext uri="{FF2B5EF4-FFF2-40B4-BE49-F238E27FC236}">
                              <a16:creationId xmlns:a16="http://schemas.microsoft.com/office/drawing/2014/main" id="{700E5B02-AAAB-75D8-22EB-F68AD05777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65" name="Rectángulo: esquinas redondeadas 1164">
                          <a:extLst>
                            <a:ext uri="{FF2B5EF4-FFF2-40B4-BE49-F238E27FC236}">
                              <a16:creationId xmlns:a16="http://schemas.microsoft.com/office/drawing/2014/main" id="{855E1E31-2A9D-C2E4-D4E8-5B100852F9F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62" name="Rectángulo 1161">
                        <a:extLst>
                          <a:ext uri="{FF2B5EF4-FFF2-40B4-BE49-F238E27FC236}">
                            <a16:creationId xmlns:a16="http://schemas.microsoft.com/office/drawing/2014/main" id="{DFE065F0-FA4C-869E-7FA5-0684D34A35F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63" name="Rectángulo 1162">
                        <a:extLst>
                          <a:ext uri="{FF2B5EF4-FFF2-40B4-BE49-F238E27FC236}">
                            <a16:creationId xmlns:a16="http://schemas.microsoft.com/office/drawing/2014/main" id="{56E0C6AF-B364-DDE0-72D1-47192556888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116" name="Grupo 1115">
                    <a:extLst>
                      <a:ext uri="{FF2B5EF4-FFF2-40B4-BE49-F238E27FC236}">
                        <a16:creationId xmlns:a16="http://schemas.microsoft.com/office/drawing/2014/main" id="{C8CBC7A9-9D22-ECFB-FE5B-99D853095F58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1147" name="Grupo 1146">
                      <a:extLst>
                        <a:ext uri="{FF2B5EF4-FFF2-40B4-BE49-F238E27FC236}">
                          <a16:creationId xmlns:a16="http://schemas.microsoft.com/office/drawing/2014/main" id="{A7404D00-59AA-E4AB-79B4-27B7A730FA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154" name="Grupo 1153">
                        <a:extLst>
                          <a:ext uri="{FF2B5EF4-FFF2-40B4-BE49-F238E27FC236}">
                            <a16:creationId xmlns:a16="http://schemas.microsoft.com/office/drawing/2014/main" id="{254BE854-9CC8-2ADD-49C0-C227FFCBF5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157" name="Rectángulo: esquinas redondeadas 1156">
                          <a:extLst>
                            <a:ext uri="{FF2B5EF4-FFF2-40B4-BE49-F238E27FC236}">
                              <a16:creationId xmlns:a16="http://schemas.microsoft.com/office/drawing/2014/main" id="{1E855126-C63C-E2EE-4F3A-07D8210DA50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58" name="Rectángulo: esquinas redondeadas 1157">
                          <a:extLst>
                            <a:ext uri="{FF2B5EF4-FFF2-40B4-BE49-F238E27FC236}">
                              <a16:creationId xmlns:a16="http://schemas.microsoft.com/office/drawing/2014/main" id="{1DF45E98-8DE1-38DE-6CB9-294A034D6B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55" name="Rectángulo 1154">
                        <a:extLst>
                          <a:ext uri="{FF2B5EF4-FFF2-40B4-BE49-F238E27FC236}">
                            <a16:creationId xmlns:a16="http://schemas.microsoft.com/office/drawing/2014/main" id="{A1428B60-52BF-1CC5-696E-1CD83089A3CE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56" name="Rectángulo 1155">
                        <a:extLst>
                          <a:ext uri="{FF2B5EF4-FFF2-40B4-BE49-F238E27FC236}">
                            <a16:creationId xmlns:a16="http://schemas.microsoft.com/office/drawing/2014/main" id="{B20D5510-D3E8-3042-3802-C8424AF0CCEF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48" name="Grupo 1147">
                      <a:extLst>
                        <a:ext uri="{FF2B5EF4-FFF2-40B4-BE49-F238E27FC236}">
                          <a16:creationId xmlns:a16="http://schemas.microsoft.com/office/drawing/2014/main" id="{316DB371-A945-0DB4-2EA1-012742A519E0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49" name="Grupo 1148">
                        <a:extLst>
                          <a:ext uri="{FF2B5EF4-FFF2-40B4-BE49-F238E27FC236}">
                            <a16:creationId xmlns:a16="http://schemas.microsoft.com/office/drawing/2014/main" id="{67AB0D75-E5CC-7BDA-62F3-A307A07D45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52" name="Rectángulo: esquinas redondeadas 1151">
                          <a:extLst>
                            <a:ext uri="{FF2B5EF4-FFF2-40B4-BE49-F238E27FC236}">
                              <a16:creationId xmlns:a16="http://schemas.microsoft.com/office/drawing/2014/main" id="{C4A78A5F-787F-EF1B-08E6-8963CCC3B08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53" name="Rectángulo: esquinas redondeadas 1152">
                          <a:extLst>
                            <a:ext uri="{FF2B5EF4-FFF2-40B4-BE49-F238E27FC236}">
                              <a16:creationId xmlns:a16="http://schemas.microsoft.com/office/drawing/2014/main" id="{BD73D00A-5D1D-1B70-A3AD-466C316168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50" name="Rectángulo 1149">
                        <a:extLst>
                          <a:ext uri="{FF2B5EF4-FFF2-40B4-BE49-F238E27FC236}">
                            <a16:creationId xmlns:a16="http://schemas.microsoft.com/office/drawing/2014/main" id="{5A8B732E-2FA1-1C85-FF12-73ABB143359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51" name="Rectángulo 1150">
                        <a:extLst>
                          <a:ext uri="{FF2B5EF4-FFF2-40B4-BE49-F238E27FC236}">
                            <a16:creationId xmlns:a16="http://schemas.microsoft.com/office/drawing/2014/main" id="{2C1784C9-5227-D309-4F70-1A3D1E8F7EC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117" name="Grupo 1116">
                    <a:extLst>
                      <a:ext uri="{FF2B5EF4-FFF2-40B4-BE49-F238E27FC236}">
                        <a16:creationId xmlns:a16="http://schemas.microsoft.com/office/drawing/2014/main" id="{1F6258BE-E9D4-EBB4-FCC3-E7DE2817E2C1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1126" name="Grupo 1125">
                      <a:extLst>
                        <a:ext uri="{FF2B5EF4-FFF2-40B4-BE49-F238E27FC236}">
                          <a16:creationId xmlns:a16="http://schemas.microsoft.com/office/drawing/2014/main" id="{4699258E-44CD-7887-CB9B-914995BCED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1128" name="Grupo 1127">
                        <a:extLst>
                          <a:ext uri="{FF2B5EF4-FFF2-40B4-BE49-F238E27FC236}">
                            <a16:creationId xmlns:a16="http://schemas.microsoft.com/office/drawing/2014/main" id="{3E62530D-581D-42B5-BC88-2BB71DF750B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1143" name="Elipse 1142">
                          <a:extLst>
                            <a:ext uri="{FF2B5EF4-FFF2-40B4-BE49-F238E27FC236}">
                              <a16:creationId xmlns:a16="http://schemas.microsoft.com/office/drawing/2014/main" id="{B9371026-DD6B-AFE2-4A46-45710FDE2B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144" name="Grupo 1143">
                          <a:extLst>
                            <a:ext uri="{FF2B5EF4-FFF2-40B4-BE49-F238E27FC236}">
                              <a16:creationId xmlns:a16="http://schemas.microsoft.com/office/drawing/2014/main" id="{6A6E4F26-1B75-978E-3004-DBD84F6BAA7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145" name="Rectángulo 1144">
                            <a:extLst>
                              <a:ext uri="{FF2B5EF4-FFF2-40B4-BE49-F238E27FC236}">
                                <a16:creationId xmlns:a16="http://schemas.microsoft.com/office/drawing/2014/main" id="{62EA9573-067A-2C0D-F865-81EA5CB1AC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146" name="Rectángulo 1145">
                            <a:extLst>
                              <a:ext uri="{FF2B5EF4-FFF2-40B4-BE49-F238E27FC236}">
                                <a16:creationId xmlns:a16="http://schemas.microsoft.com/office/drawing/2014/main" id="{07269B2F-0AE7-3025-CC56-FB08DF8E3B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129" name="Grupo 1128">
                        <a:extLst>
                          <a:ext uri="{FF2B5EF4-FFF2-40B4-BE49-F238E27FC236}">
                            <a16:creationId xmlns:a16="http://schemas.microsoft.com/office/drawing/2014/main" id="{DA2D20A8-C161-AD52-7E60-461D7F41ECA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130" name="Grupo 1129">
                          <a:extLst>
                            <a:ext uri="{FF2B5EF4-FFF2-40B4-BE49-F238E27FC236}">
                              <a16:creationId xmlns:a16="http://schemas.microsoft.com/office/drawing/2014/main" id="{0B2BBA0D-52E7-2FB1-4C44-3E59CFCF82D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1135" name="Grupo 1134">
                            <a:extLst>
                              <a:ext uri="{FF2B5EF4-FFF2-40B4-BE49-F238E27FC236}">
                                <a16:creationId xmlns:a16="http://schemas.microsoft.com/office/drawing/2014/main" id="{27AF2C51-B8D6-5CC2-3C44-6F9FB73E7AA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1140" name="Rectángulo 1139">
                              <a:extLst>
                                <a:ext uri="{FF2B5EF4-FFF2-40B4-BE49-F238E27FC236}">
                                  <a16:creationId xmlns:a16="http://schemas.microsoft.com/office/drawing/2014/main" id="{2F337549-F11E-188A-E982-E54AF01CFA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141" name="Rectángulo 1140">
                              <a:extLst>
                                <a:ext uri="{FF2B5EF4-FFF2-40B4-BE49-F238E27FC236}">
                                  <a16:creationId xmlns:a16="http://schemas.microsoft.com/office/drawing/2014/main" id="{907ABCA3-84BF-A4A5-D7A5-C4FCC42152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42" name="Marco 1141">
                              <a:extLst>
                                <a:ext uri="{FF2B5EF4-FFF2-40B4-BE49-F238E27FC236}">
                                  <a16:creationId xmlns:a16="http://schemas.microsoft.com/office/drawing/2014/main" id="{057C255B-813B-5F35-B19F-8E55E91AA3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136" name="Grupo 1135">
                            <a:extLst>
                              <a:ext uri="{FF2B5EF4-FFF2-40B4-BE49-F238E27FC236}">
                                <a16:creationId xmlns:a16="http://schemas.microsoft.com/office/drawing/2014/main" id="{458B259D-122F-C908-5BB8-9D050632384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1137" name="Rectángulo 1136">
                              <a:extLst>
                                <a:ext uri="{FF2B5EF4-FFF2-40B4-BE49-F238E27FC236}">
                                  <a16:creationId xmlns:a16="http://schemas.microsoft.com/office/drawing/2014/main" id="{FEA53165-4D5A-5478-F1A0-47A9B7EA6B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38" name="Rectángulo 1137">
                              <a:extLst>
                                <a:ext uri="{FF2B5EF4-FFF2-40B4-BE49-F238E27FC236}">
                                  <a16:creationId xmlns:a16="http://schemas.microsoft.com/office/drawing/2014/main" id="{610E86EF-150D-674D-3EDD-6ACA7D10D3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39" name="Rectángulo 1138">
                              <a:extLst>
                                <a:ext uri="{FF2B5EF4-FFF2-40B4-BE49-F238E27FC236}">
                                  <a16:creationId xmlns:a16="http://schemas.microsoft.com/office/drawing/2014/main" id="{62A39BC2-5BF9-5389-5AB3-8D0B09A8FC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131" name="Grupo 1130">
                          <a:extLst>
                            <a:ext uri="{FF2B5EF4-FFF2-40B4-BE49-F238E27FC236}">
                              <a16:creationId xmlns:a16="http://schemas.microsoft.com/office/drawing/2014/main" id="{23974D71-93EA-8EE4-0C4E-71B255B9083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1132" name="Rectángulo 1131">
                            <a:extLst>
                              <a:ext uri="{FF2B5EF4-FFF2-40B4-BE49-F238E27FC236}">
                                <a16:creationId xmlns:a16="http://schemas.microsoft.com/office/drawing/2014/main" id="{5F74CAB5-59D4-16DF-B25E-73FE6794481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133" name="Rectángulo 1132">
                            <a:extLst>
                              <a:ext uri="{FF2B5EF4-FFF2-40B4-BE49-F238E27FC236}">
                                <a16:creationId xmlns:a16="http://schemas.microsoft.com/office/drawing/2014/main" id="{59C8CBEF-7BD3-7C55-D7D0-16C8FFBB0E8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134" name="Rectángulo 1133">
                            <a:extLst>
                              <a:ext uri="{FF2B5EF4-FFF2-40B4-BE49-F238E27FC236}">
                                <a16:creationId xmlns:a16="http://schemas.microsoft.com/office/drawing/2014/main" id="{31E34CE6-6CA5-3E61-9A10-173EA5E607E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127" name="Rectángulo 1126">
                      <a:extLst>
                        <a:ext uri="{FF2B5EF4-FFF2-40B4-BE49-F238E27FC236}">
                          <a16:creationId xmlns:a16="http://schemas.microsoft.com/office/drawing/2014/main" id="{DCF64C10-31CD-70A7-48EA-A3DABEFCBB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118" name="Grupo 1117">
                    <a:extLst>
                      <a:ext uri="{FF2B5EF4-FFF2-40B4-BE49-F238E27FC236}">
                        <a16:creationId xmlns:a16="http://schemas.microsoft.com/office/drawing/2014/main" id="{66646568-40DE-6707-06A4-44FEBBD90FC7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1119" name="Rectángulo 1118">
                      <a:extLst>
                        <a:ext uri="{FF2B5EF4-FFF2-40B4-BE49-F238E27FC236}">
                          <a16:creationId xmlns:a16="http://schemas.microsoft.com/office/drawing/2014/main" id="{9CC4B2B8-B653-F799-87EB-00FEC81B0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120" name="Grupo 1119">
                      <a:extLst>
                        <a:ext uri="{FF2B5EF4-FFF2-40B4-BE49-F238E27FC236}">
                          <a16:creationId xmlns:a16="http://schemas.microsoft.com/office/drawing/2014/main" id="{233F3D7F-E6CA-8FAD-36D3-DE3D582921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1121" name="Grupo 1120">
                        <a:extLst>
                          <a:ext uri="{FF2B5EF4-FFF2-40B4-BE49-F238E27FC236}">
                            <a16:creationId xmlns:a16="http://schemas.microsoft.com/office/drawing/2014/main" id="{3FE44B5F-4C9E-6E16-F52B-6276710AC1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1123" name="Rectángulo 1122">
                          <a:extLst>
                            <a:ext uri="{FF2B5EF4-FFF2-40B4-BE49-F238E27FC236}">
                              <a16:creationId xmlns:a16="http://schemas.microsoft.com/office/drawing/2014/main" id="{DDEA9B06-E7F9-75C0-751B-47AED66DF54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124" name="Elipse 1123">
                          <a:extLst>
                            <a:ext uri="{FF2B5EF4-FFF2-40B4-BE49-F238E27FC236}">
                              <a16:creationId xmlns:a16="http://schemas.microsoft.com/office/drawing/2014/main" id="{1EFC8796-6683-3E11-F5D0-EE7E0434F14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125" name="Elipse 1124">
                          <a:extLst>
                            <a:ext uri="{FF2B5EF4-FFF2-40B4-BE49-F238E27FC236}">
                              <a16:creationId xmlns:a16="http://schemas.microsoft.com/office/drawing/2014/main" id="{74286E9A-35B1-100D-1A76-3FC199892B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22" name="Rectángulo 1121">
                        <a:extLst>
                          <a:ext uri="{FF2B5EF4-FFF2-40B4-BE49-F238E27FC236}">
                            <a16:creationId xmlns:a16="http://schemas.microsoft.com/office/drawing/2014/main" id="{D4BA5249-ECB3-721D-D480-AB89486F43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</p:grpSp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1ABE0E64-0000-D8E4-7B2B-1E4CE5CE7925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5A51EEE2-064A-76DC-382F-90096D01D6DB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solidFill>
                  <a:schemeClr val="bg1">
                    <a:lumMod val="65000"/>
                  </a:schemeClr>
                </a:solidFill>
              </p:grpSpPr>
              <p:grpSp>
                <p:nvGrpSpPr>
                  <p:cNvPr id="708" name="Grupo 707">
                    <a:extLst>
                      <a:ext uri="{FF2B5EF4-FFF2-40B4-BE49-F238E27FC236}">
                        <a16:creationId xmlns:a16="http://schemas.microsoft.com/office/drawing/2014/main" id="{BFD73A20-1643-C5F1-93E3-BFC2CAF110B6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710" name="Elipse 709">
                      <a:extLst>
                        <a:ext uri="{FF2B5EF4-FFF2-40B4-BE49-F238E27FC236}">
                          <a16:creationId xmlns:a16="http://schemas.microsoft.com/office/drawing/2014/main" id="{50C75A14-7DE8-4730-EA9D-B8FF1813F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11" name="Diagrama de flujo: operación manual 710">
                      <a:extLst>
                        <a:ext uri="{FF2B5EF4-FFF2-40B4-BE49-F238E27FC236}">
                          <a16:creationId xmlns:a16="http://schemas.microsoft.com/office/drawing/2014/main" id="{CDCD649E-4A98-0D17-042E-9B9A72B20EF8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09" name="Elipse 708">
                    <a:extLst>
                      <a:ext uri="{FF2B5EF4-FFF2-40B4-BE49-F238E27FC236}">
                        <a16:creationId xmlns:a16="http://schemas.microsoft.com/office/drawing/2014/main" id="{8CF6547A-7775-893E-675F-97A1545F108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" name="Diagrama de flujo: operación manual 6">
                  <a:extLst>
                    <a:ext uri="{FF2B5EF4-FFF2-40B4-BE49-F238E27FC236}">
                      <a16:creationId xmlns:a16="http://schemas.microsoft.com/office/drawing/2014/main" id="{BA538EF7-7855-3919-F901-831A45D4BB71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898" name="Grupo 897">
                <a:extLst>
                  <a:ext uri="{FF2B5EF4-FFF2-40B4-BE49-F238E27FC236}">
                    <a16:creationId xmlns:a16="http://schemas.microsoft.com/office/drawing/2014/main" id="{A2C35F7C-60AC-B297-BFED-2AFD6E57B157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</p:grpSpPr>
            <p:grpSp>
              <p:nvGrpSpPr>
                <p:cNvPr id="899" name="Grupo 898">
                  <a:extLst>
                    <a:ext uri="{FF2B5EF4-FFF2-40B4-BE49-F238E27FC236}">
                      <a16:creationId xmlns:a16="http://schemas.microsoft.com/office/drawing/2014/main" id="{4ECD905E-E6AF-BFB2-E1EA-1CDF36A4769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</p:grpSpPr>
              <p:grpSp>
                <p:nvGrpSpPr>
                  <p:cNvPr id="901" name="Grupo 900">
                    <a:extLst>
                      <a:ext uri="{FF2B5EF4-FFF2-40B4-BE49-F238E27FC236}">
                        <a16:creationId xmlns:a16="http://schemas.microsoft.com/office/drawing/2014/main" id="{EEB4F93E-B597-5BA1-57B7-186A3882F712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</p:grpSpPr>
                <p:grpSp>
                  <p:nvGrpSpPr>
                    <p:cNvPr id="903" name="Grupo 902">
                      <a:extLst>
                        <a:ext uri="{FF2B5EF4-FFF2-40B4-BE49-F238E27FC236}">
                          <a16:creationId xmlns:a16="http://schemas.microsoft.com/office/drawing/2014/main" id="{A4A7F015-9A42-DD42-A005-DE971363D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</p:grpSpPr>
                  <p:grpSp>
                    <p:nvGrpSpPr>
                      <p:cNvPr id="905" name="Grupo 904">
                        <a:extLst>
                          <a:ext uri="{FF2B5EF4-FFF2-40B4-BE49-F238E27FC236}">
                            <a16:creationId xmlns:a16="http://schemas.microsoft.com/office/drawing/2014/main" id="{AE93767B-3D16-E47A-F419-C0548B07E1A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</p:grpSpPr>
                    <p:grpSp>
                      <p:nvGrpSpPr>
                        <p:cNvPr id="907" name="Grupo 906">
                          <a:extLst>
                            <a:ext uri="{FF2B5EF4-FFF2-40B4-BE49-F238E27FC236}">
                              <a16:creationId xmlns:a16="http://schemas.microsoft.com/office/drawing/2014/main" id="{A6A9F1B6-6914-6E3E-6C7A-C1475A2329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solidFill>
                          <a:schemeClr val="bg1">
                            <a:lumMod val="65000"/>
                          </a:schemeClr>
                        </a:solidFill>
                      </p:grpSpPr>
                      <p:grpSp>
                        <p:nvGrpSpPr>
                          <p:cNvPr id="909" name="Grupo 908">
                            <a:extLst>
                              <a:ext uri="{FF2B5EF4-FFF2-40B4-BE49-F238E27FC236}">
                                <a16:creationId xmlns:a16="http://schemas.microsoft.com/office/drawing/2014/main" id="{48A15460-2B13-25D5-BE7C-33F439AE295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11" name="Elipse 910">
                              <a:extLst>
                                <a:ext uri="{FF2B5EF4-FFF2-40B4-BE49-F238E27FC236}">
                                  <a16:creationId xmlns:a16="http://schemas.microsoft.com/office/drawing/2014/main" id="{0CE69D44-D18C-5322-8E40-20B252D8AA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2" name="Diagrama de flujo: operación manual 911">
                              <a:extLst>
                                <a:ext uri="{FF2B5EF4-FFF2-40B4-BE49-F238E27FC236}">
                                  <a16:creationId xmlns:a16="http://schemas.microsoft.com/office/drawing/2014/main" id="{7170E10A-FCE2-E30A-9609-2F3B39FD5F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10" name="Elipse 909">
                            <a:extLst>
                              <a:ext uri="{FF2B5EF4-FFF2-40B4-BE49-F238E27FC236}">
                                <a16:creationId xmlns:a16="http://schemas.microsoft.com/office/drawing/2014/main" id="{8A16BDBB-88E8-EFE1-A970-D97329771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08" name="Diagrama de flujo: operación manual 907">
                          <a:extLst>
                            <a:ext uri="{FF2B5EF4-FFF2-40B4-BE49-F238E27FC236}">
                              <a16:creationId xmlns:a16="http://schemas.microsoft.com/office/drawing/2014/main" id="{D22AD5A4-5CE3-3887-14AC-653A2C5A6D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19050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06" name="Elipse 905">
                        <a:extLst>
                          <a:ext uri="{FF2B5EF4-FFF2-40B4-BE49-F238E27FC236}">
                            <a16:creationId xmlns:a16="http://schemas.microsoft.com/office/drawing/2014/main" id="{F6A362AF-DEDA-0437-E00B-E0C5E5C30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4" name="Elipse 903">
                      <a:extLst>
                        <a:ext uri="{FF2B5EF4-FFF2-40B4-BE49-F238E27FC236}">
                          <a16:creationId xmlns:a16="http://schemas.microsoft.com/office/drawing/2014/main" id="{AD260F28-9049-B9B1-7951-DB8F3F79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2" name="Elipse 901">
                    <a:extLst>
                      <a:ext uri="{FF2B5EF4-FFF2-40B4-BE49-F238E27FC236}">
                        <a16:creationId xmlns:a16="http://schemas.microsoft.com/office/drawing/2014/main" id="{8E70C639-CEC4-72ED-DEFC-7BE52CC6FBB1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0" name="Elipse 899">
                  <a:extLst>
                    <a:ext uri="{FF2B5EF4-FFF2-40B4-BE49-F238E27FC236}">
                      <a16:creationId xmlns:a16="http://schemas.microsoft.com/office/drawing/2014/main" id="{663C2139-1C74-F536-6879-50576C60A161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896" name="Grupo 895">
              <a:extLst>
                <a:ext uri="{FF2B5EF4-FFF2-40B4-BE49-F238E27FC236}">
                  <a16:creationId xmlns:a16="http://schemas.microsoft.com/office/drawing/2014/main" id="{8E101F54-4565-BE3F-69FD-4210394BC797}"/>
                </a:ext>
              </a:extLst>
            </p:cNvPr>
            <p:cNvGrpSpPr/>
            <p:nvPr/>
          </p:nvGrpSpPr>
          <p:grpSpPr>
            <a:xfrm flipH="1" flipV="1">
              <a:off x="8584824" y="2838471"/>
              <a:ext cx="4925289" cy="2614476"/>
              <a:chOff x="4815770" y="1150053"/>
              <a:chExt cx="4925289" cy="2614476"/>
            </a:xfrm>
            <a:noFill/>
          </p:grpSpPr>
          <p:grpSp>
            <p:nvGrpSpPr>
              <p:cNvPr id="897" name="Grupo 896">
                <a:extLst>
                  <a:ext uri="{FF2B5EF4-FFF2-40B4-BE49-F238E27FC236}">
                    <a16:creationId xmlns:a16="http://schemas.microsoft.com/office/drawing/2014/main" id="{93DF5529-1892-0C27-F076-4BB21186DED0}"/>
                  </a:ext>
                </a:extLst>
              </p:cNvPr>
              <p:cNvGrpSpPr/>
              <p:nvPr/>
            </p:nvGrpSpPr>
            <p:grpSpPr>
              <a:xfrm rot="1800000">
                <a:off x="4815770" y="1150053"/>
                <a:ext cx="3958903" cy="1540811"/>
                <a:chOff x="4815770" y="1150053"/>
                <a:chExt cx="3958903" cy="1540811"/>
              </a:xfrm>
              <a:grpFill/>
            </p:grpSpPr>
            <p:grpSp>
              <p:nvGrpSpPr>
                <p:cNvPr id="944" name="Grupo 943">
                  <a:extLst>
                    <a:ext uri="{FF2B5EF4-FFF2-40B4-BE49-F238E27FC236}">
                      <a16:creationId xmlns:a16="http://schemas.microsoft.com/office/drawing/2014/main" id="{3377661A-626D-14D2-3261-DE89F7E0F797}"/>
                    </a:ext>
                  </a:extLst>
                </p:cNvPr>
                <p:cNvGrpSpPr/>
                <p:nvPr/>
              </p:nvGrpSpPr>
              <p:grpSpPr>
                <a:xfrm>
                  <a:off x="4815770" y="1355934"/>
                  <a:ext cx="2222990" cy="1334930"/>
                  <a:chOff x="4815770" y="1355934"/>
                  <a:chExt cx="2222990" cy="1334930"/>
                </a:xfrm>
                <a:grpFill/>
              </p:grpSpPr>
              <p:grpSp>
                <p:nvGrpSpPr>
                  <p:cNvPr id="1062" name="Grupo 1061">
                    <a:extLst>
                      <a:ext uri="{FF2B5EF4-FFF2-40B4-BE49-F238E27FC236}">
                        <a16:creationId xmlns:a16="http://schemas.microsoft.com/office/drawing/2014/main" id="{91850246-BC4A-90A3-E308-FCFE43FB55B7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106" name="Grupo 1105">
                      <a:extLst>
                        <a:ext uri="{FF2B5EF4-FFF2-40B4-BE49-F238E27FC236}">
                          <a16:creationId xmlns:a16="http://schemas.microsoft.com/office/drawing/2014/main" id="{904933DF-EB09-CC89-F7C6-F7C473363231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113" name="Grupo 1112">
                        <a:extLst>
                          <a:ext uri="{FF2B5EF4-FFF2-40B4-BE49-F238E27FC236}">
                            <a16:creationId xmlns:a16="http://schemas.microsoft.com/office/drawing/2014/main" id="{971287F3-16A8-21C6-B996-3980C460EEF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174" name="Rectángulo: esquinas redondeadas 1173">
                          <a:extLst>
                            <a:ext uri="{FF2B5EF4-FFF2-40B4-BE49-F238E27FC236}">
                              <a16:creationId xmlns:a16="http://schemas.microsoft.com/office/drawing/2014/main" id="{74E4184B-BBD9-DD60-234B-C08CC75A1A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75" name="Rectángulo: esquinas redondeadas 1174">
                          <a:extLst>
                            <a:ext uri="{FF2B5EF4-FFF2-40B4-BE49-F238E27FC236}">
                              <a16:creationId xmlns:a16="http://schemas.microsoft.com/office/drawing/2014/main" id="{C2858033-D812-A595-EEB6-9BD9D2B37B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72" name="Rectángulo 1171">
                        <a:extLst>
                          <a:ext uri="{FF2B5EF4-FFF2-40B4-BE49-F238E27FC236}">
                            <a16:creationId xmlns:a16="http://schemas.microsoft.com/office/drawing/2014/main" id="{873C4540-BAE1-5027-15FC-C04D9790524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73" name="Rectángulo 1172">
                        <a:extLst>
                          <a:ext uri="{FF2B5EF4-FFF2-40B4-BE49-F238E27FC236}">
                            <a16:creationId xmlns:a16="http://schemas.microsoft.com/office/drawing/2014/main" id="{B7C7BE70-53CA-9FD1-B4A7-381C24F693B0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07" name="Grupo 1106">
                      <a:extLst>
                        <a:ext uri="{FF2B5EF4-FFF2-40B4-BE49-F238E27FC236}">
                          <a16:creationId xmlns:a16="http://schemas.microsoft.com/office/drawing/2014/main" id="{E5AA0135-648F-E892-154E-4FFF11029CC1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08" name="Grupo 1107">
                        <a:extLst>
                          <a:ext uri="{FF2B5EF4-FFF2-40B4-BE49-F238E27FC236}">
                            <a16:creationId xmlns:a16="http://schemas.microsoft.com/office/drawing/2014/main" id="{90F34E97-0CCF-36C1-736F-1B036F54A52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11" name="Rectángulo: esquinas redondeadas 1110">
                          <a:extLst>
                            <a:ext uri="{FF2B5EF4-FFF2-40B4-BE49-F238E27FC236}">
                              <a16:creationId xmlns:a16="http://schemas.microsoft.com/office/drawing/2014/main" id="{9B25B21D-EA23-1355-8A0F-B0D2D319AA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12" name="Rectángulo: esquinas redondeadas 1111">
                          <a:extLst>
                            <a:ext uri="{FF2B5EF4-FFF2-40B4-BE49-F238E27FC236}">
                              <a16:creationId xmlns:a16="http://schemas.microsoft.com/office/drawing/2014/main" id="{5BFB423A-EE98-7140-C221-1E2872EAEAD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09" name="Rectángulo 1108">
                        <a:extLst>
                          <a:ext uri="{FF2B5EF4-FFF2-40B4-BE49-F238E27FC236}">
                            <a16:creationId xmlns:a16="http://schemas.microsoft.com/office/drawing/2014/main" id="{197FE459-5E6A-7D7F-AAD9-492A917C1DC3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10" name="Rectángulo 1109">
                        <a:extLst>
                          <a:ext uri="{FF2B5EF4-FFF2-40B4-BE49-F238E27FC236}">
                            <a16:creationId xmlns:a16="http://schemas.microsoft.com/office/drawing/2014/main" id="{05CB020B-BDE3-BCF0-FD5B-CA4A3DE6F97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63" name="Grupo 1062">
                    <a:extLst>
                      <a:ext uri="{FF2B5EF4-FFF2-40B4-BE49-F238E27FC236}">
                        <a16:creationId xmlns:a16="http://schemas.microsoft.com/office/drawing/2014/main" id="{57B0C7D0-0AD1-ED9A-2787-FF080BD8A2A8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1094" name="Grupo 1093">
                      <a:extLst>
                        <a:ext uri="{FF2B5EF4-FFF2-40B4-BE49-F238E27FC236}">
                          <a16:creationId xmlns:a16="http://schemas.microsoft.com/office/drawing/2014/main" id="{B3F81F36-EA3D-30F7-2CC9-A6424B2A4D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101" name="Grupo 1100">
                        <a:extLst>
                          <a:ext uri="{FF2B5EF4-FFF2-40B4-BE49-F238E27FC236}">
                            <a16:creationId xmlns:a16="http://schemas.microsoft.com/office/drawing/2014/main" id="{03F89910-EF7A-3BF2-15E5-9845A9829D0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104" name="Rectángulo: esquinas redondeadas 1103">
                          <a:extLst>
                            <a:ext uri="{FF2B5EF4-FFF2-40B4-BE49-F238E27FC236}">
                              <a16:creationId xmlns:a16="http://schemas.microsoft.com/office/drawing/2014/main" id="{D2E69D78-55C0-0457-1F89-B8D123F5DD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05" name="Rectángulo: esquinas redondeadas 1104">
                          <a:extLst>
                            <a:ext uri="{FF2B5EF4-FFF2-40B4-BE49-F238E27FC236}">
                              <a16:creationId xmlns:a16="http://schemas.microsoft.com/office/drawing/2014/main" id="{10605FDA-E2E3-5D34-7F3B-31B54047A7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02" name="Rectángulo 1101">
                        <a:extLst>
                          <a:ext uri="{FF2B5EF4-FFF2-40B4-BE49-F238E27FC236}">
                            <a16:creationId xmlns:a16="http://schemas.microsoft.com/office/drawing/2014/main" id="{1B3A2419-CF82-2822-B62F-24A2ADA4283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03" name="Rectángulo 1102">
                        <a:extLst>
                          <a:ext uri="{FF2B5EF4-FFF2-40B4-BE49-F238E27FC236}">
                            <a16:creationId xmlns:a16="http://schemas.microsoft.com/office/drawing/2014/main" id="{FD36B87D-AEA5-2D40-6016-B77D32C18DBE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95" name="Grupo 1094">
                      <a:extLst>
                        <a:ext uri="{FF2B5EF4-FFF2-40B4-BE49-F238E27FC236}">
                          <a16:creationId xmlns:a16="http://schemas.microsoft.com/office/drawing/2014/main" id="{8CB1B04F-A963-4673-DF3D-0DBD4988DB9A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96" name="Grupo 1095">
                        <a:extLst>
                          <a:ext uri="{FF2B5EF4-FFF2-40B4-BE49-F238E27FC236}">
                            <a16:creationId xmlns:a16="http://schemas.microsoft.com/office/drawing/2014/main" id="{8E6F70A6-92DC-B76D-91C6-D38D43553BE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99" name="Rectángulo: esquinas redondeadas 1098">
                          <a:extLst>
                            <a:ext uri="{FF2B5EF4-FFF2-40B4-BE49-F238E27FC236}">
                              <a16:creationId xmlns:a16="http://schemas.microsoft.com/office/drawing/2014/main" id="{C99DF99C-6D0C-CDA2-04C3-BA85D2563C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00" name="Rectángulo: esquinas redondeadas 1099">
                          <a:extLst>
                            <a:ext uri="{FF2B5EF4-FFF2-40B4-BE49-F238E27FC236}">
                              <a16:creationId xmlns:a16="http://schemas.microsoft.com/office/drawing/2014/main" id="{D25BFD35-6412-73B9-EAF4-6613EA6BDA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97" name="Rectángulo 1096">
                        <a:extLst>
                          <a:ext uri="{FF2B5EF4-FFF2-40B4-BE49-F238E27FC236}">
                            <a16:creationId xmlns:a16="http://schemas.microsoft.com/office/drawing/2014/main" id="{7B920030-6E5A-34D3-DA2B-9D51EC0531A8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98" name="Rectángulo 1097">
                        <a:extLst>
                          <a:ext uri="{FF2B5EF4-FFF2-40B4-BE49-F238E27FC236}">
                            <a16:creationId xmlns:a16="http://schemas.microsoft.com/office/drawing/2014/main" id="{CAC4426F-D1E7-AE5D-1CAF-CDD139B75E2A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64" name="Grupo 1063">
                    <a:extLst>
                      <a:ext uri="{FF2B5EF4-FFF2-40B4-BE49-F238E27FC236}">
                        <a16:creationId xmlns:a16="http://schemas.microsoft.com/office/drawing/2014/main" id="{DC5F26A1-E98C-E9C5-6E83-D53B5E5ADA03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1073" name="Grupo 1072">
                      <a:extLst>
                        <a:ext uri="{FF2B5EF4-FFF2-40B4-BE49-F238E27FC236}">
                          <a16:creationId xmlns:a16="http://schemas.microsoft.com/office/drawing/2014/main" id="{2161D794-EB7D-8F0B-131F-B4C2903A46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1075" name="Grupo 1074">
                        <a:extLst>
                          <a:ext uri="{FF2B5EF4-FFF2-40B4-BE49-F238E27FC236}">
                            <a16:creationId xmlns:a16="http://schemas.microsoft.com/office/drawing/2014/main" id="{2B0C954E-9EC9-8C69-7167-19E79BEBD33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1090" name="Elipse 1089">
                          <a:extLst>
                            <a:ext uri="{FF2B5EF4-FFF2-40B4-BE49-F238E27FC236}">
                              <a16:creationId xmlns:a16="http://schemas.microsoft.com/office/drawing/2014/main" id="{E7EA43F7-0E8A-332E-9F79-943D50C66F0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091" name="Grupo 1090">
                          <a:extLst>
                            <a:ext uri="{FF2B5EF4-FFF2-40B4-BE49-F238E27FC236}">
                              <a16:creationId xmlns:a16="http://schemas.microsoft.com/office/drawing/2014/main" id="{30E990D4-B3E8-871A-4355-55D6D073535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092" name="Rectángulo 1091">
                            <a:extLst>
                              <a:ext uri="{FF2B5EF4-FFF2-40B4-BE49-F238E27FC236}">
                                <a16:creationId xmlns:a16="http://schemas.microsoft.com/office/drawing/2014/main" id="{D248F84D-E271-9742-620B-CA111E2E59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93" name="Rectángulo 1092">
                            <a:extLst>
                              <a:ext uri="{FF2B5EF4-FFF2-40B4-BE49-F238E27FC236}">
                                <a16:creationId xmlns:a16="http://schemas.microsoft.com/office/drawing/2014/main" id="{567BC239-C65E-6348-5D2E-B18AF47E3A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076" name="Grupo 1075">
                        <a:extLst>
                          <a:ext uri="{FF2B5EF4-FFF2-40B4-BE49-F238E27FC236}">
                            <a16:creationId xmlns:a16="http://schemas.microsoft.com/office/drawing/2014/main" id="{FAE09E1A-669D-7B25-D45C-8A72AC2683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077" name="Grupo 1076">
                          <a:extLst>
                            <a:ext uri="{FF2B5EF4-FFF2-40B4-BE49-F238E27FC236}">
                              <a16:creationId xmlns:a16="http://schemas.microsoft.com/office/drawing/2014/main" id="{9EC745A5-018C-3C43-95D2-3BF0974A681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1082" name="Grupo 1081">
                            <a:extLst>
                              <a:ext uri="{FF2B5EF4-FFF2-40B4-BE49-F238E27FC236}">
                                <a16:creationId xmlns:a16="http://schemas.microsoft.com/office/drawing/2014/main" id="{D105A44A-2371-AA74-3349-0BFB7F57D7F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1087" name="Rectángulo 1086">
                              <a:extLst>
                                <a:ext uri="{FF2B5EF4-FFF2-40B4-BE49-F238E27FC236}">
                                  <a16:creationId xmlns:a16="http://schemas.microsoft.com/office/drawing/2014/main" id="{BDC004D7-419E-B787-0C97-5C3B2E34B2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088" name="Rectángulo 1087">
                              <a:extLst>
                                <a:ext uri="{FF2B5EF4-FFF2-40B4-BE49-F238E27FC236}">
                                  <a16:creationId xmlns:a16="http://schemas.microsoft.com/office/drawing/2014/main" id="{7BD3623D-8C43-1137-9868-A73190073A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9" name="Marco 1088">
                              <a:extLst>
                                <a:ext uri="{FF2B5EF4-FFF2-40B4-BE49-F238E27FC236}">
                                  <a16:creationId xmlns:a16="http://schemas.microsoft.com/office/drawing/2014/main" id="{FFF062E4-31A5-7344-29F5-298EFBBBA90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083" name="Grupo 1082">
                            <a:extLst>
                              <a:ext uri="{FF2B5EF4-FFF2-40B4-BE49-F238E27FC236}">
                                <a16:creationId xmlns:a16="http://schemas.microsoft.com/office/drawing/2014/main" id="{EFBBA93F-6688-934C-0022-672C202F167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1084" name="Rectángulo 1083">
                              <a:extLst>
                                <a:ext uri="{FF2B5EF4-FFF2-40B4-BE49-F238E27FC236}">
                                  <a16:creationId xmlns:a16="http://schemas.microsoft.com/office/drawing/2014/main" id="{AD2B8A9E-78ED-6050-C5AC-38F7B72990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5" name="Rectángulo 1084">
                              <a:extLst>
                                <a:ext uri="{FF2B5EF4-FFF2-40B4-BE49-F238E27FC236}">
                                  <a16:creationId xmlns:a16="http://schemas.microsoft.com/office/drawing/2014/main" id="{2A9AAD8C-30B1-A237-9353-1DEB0B7ECA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6" name="Rectángulo 1085">
                              <a:extLst>
                                <a:ext uri="{FF2B5EF4-FFF2-40B4-BE49-F238E27FC236}">
                                  <a16:creationId xmlns:a16="http://schemas.microsoft.com/office/drawing/2014/main" id="{E649090D-6C99-8F9F-AF38-BABF52D996C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078" name="Grupo 1077">
                          <a:extLst>
                            <a:ext uri="{FF2B5EF4-FFF2-40B4-BE49-F238E27FC236}">
                              <a16:creationId xmlns:a16="http://schemas.microsoft.com/office/drawing/2014/main" id="{FA25A75D-F505-C86F-C483-CC90C24F1BD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1079" name="Rectángulo 1078">
                            <a:extLst>
                              <a:ext uri="{FF2B5EF4-FFF2-40B4-BE49-F238E27FC236}">
                                <a16:creationId xmlns:a16="http://schemas.microsoft.com/office/drawing/2014/main" id="{6CF0B990-DC10-547E-D2A4-F2307D0B6E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80" name="Rectángulo 1079">
                            <a:extLst>
                              <a:ext uri="{FF2B5EF4-FFF2-40B4-BE49-F238E27FC236}">
                                <a16:creationId xmlns:a16="http://schemas.microsoft.com/office/drawing/2014/main" id="{BEEB639D-85FE-6A28-4D59-8F0CDBA193C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81" name="Rectángulo 1080">
                            <a:extLst>
                              <a:ext uri="{FF2B5EF4-FFF2-40B4-BE49-F238E27FC236}">
                                <a16:creationId xmlns:a16="http://schemas.microsoft.com/office/drawing/2014/main" id="{2CBF8CD8-4C64-AC4C-F32C-A0EEE3012D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074" name="Rectángulo 1073">
                      <a:extLst>
                        <a:ext uri="{FF2B5EF4-FFF2-40B4-BE49-F238E27FC236}">
                          <a16:creationId xmlns:a16="http://schemas.microsoft.com/office/drawing/2014/main" id="{DBCD9C5A-FCA4-4A90-F287-7688E711BA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65" name="Grupo 1064">
                    <a:extLst>
                      <a:ext uri="{FF2B5EF4-FFF2-40B4-BE49-F238E27FC236}">
                        <a16:creationId xmlns:a16="http://schemas.microsoft.com/office/drawing/2014/main" id="{19CEB311-8311-F2B0-7D6F-0697C10D368B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1066" name="Rectángulo 1065">
                      <a:extLst>
                        <a:ext uri="{FF2B5EF4-FFF2-40B4-BE49-F238E27FC236}">
                          <a16:creationId xmlns:a16="http://schemas.microsoft.com/office/drawing/2014/main" id="{F3523DAC-573E-7267-EC7F-957BE7174F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067" name="Grupo 1066">
                      <a:extLst>
                        <a:ext uri="{FF2B5EF4-FFF2-40B4-BE49-F238E27FC236}">
                          <a16:creationId xmlns:a16="http://schemas.microsoft.com/office/drawing/2014/main" id="{C2FFDFEC-FA96-7D1D-1478-ED1D661E51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1068" name="Grupo 1067">
                        <a:extLst>
                          <a:ext uri="{FF2B5EF4-FFF2-40B4-BE49-F238E27FC236}">
                            <a16:creationId xmlns:a16="http://schemas.microsoft.com/office/drawing/2014/main" id="{83212F87-BD11-B4E8-1D9A-ECB189C52B4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1070" name="Rectángulo 1069">
                          <a:extLst>
                            <a:ext uri="{FF2B5EF4-FFF2-40B4-BE49-F238E27FC236}">
                              <a16:creationId xmlns:a16="http://schemas.microsoft.com/office/drawing/2014/main" id="{3C229717-20AE-0D81-450E-A4686D16EC0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71" name="Elipse 1070">
                          <a:extLst>
                            <a:ext uri="{FF2B5EF4-FFF2-40B4-BE49-F238E27FC236}">
                              <a16:creationId xmlns:a16="http://schemas.microsoft.com/office/drawing/2014/main" id="{AAA6CA53-128E-0CA5-FF58-9C1A4E99EF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72" name="Elipse 1071">
                          <a:extLst>
                            <a:ext uri="{FF2B5EF4-FFF2-40B4-BE49-F238E27FC236}">
                              <a16:creationId xmlns:a16="http://schemas.microsoft.com/office/drawing/2014/main" id="{93BD92B6-D2EA-651C-1FC8-06397FD45E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69" name="Rectángulo 1068">
                        <a:extLst>
                          <a:ext uri="{FF2B5EF4-FFF2-40B4-BE49-F238E27FC236}">
                            <a16:creationId xmlns:a16="http://schemas.microsoft.com/office/drawing/2014/main" id="{0EC128BA-09C7-3F8F-410E-FD76F97741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  <p:grpSp>
              <p:nvGrpSpPr>
                <p:cNvPr id="945" name="Grupo 944">
                  <a:extLst>
                    <a:ext uri="{FF2B5EF4-FFF2-40B4-BE49-F238E27FC236}">
                      <a16:creationId xmlns:a16="http://schemas.microsoft.com/office/drawing/2014/main" id="{3DCF2657-A2C2-25E5-55D7-956037BFFA34}"/>
                    </a:ext>
                  </a:extLst>
                </p:cNvPr>
                <p:cNvGrpSpPr/>
                <p:nvPr/>
              </p:nvGrpSpPr>
              <p:grpSpPr>
                <a:xfrm flipH="1" flipV="1">
                  <a:off x="6551683" y="1150053"/>
                  <a:ext cx="2222990" cy="1334930"/>
                  <a:chOff x="4815770" y="1355934"/>
                  <a:chExt cx="2222990" cy="1334930"/>
                </a:xfrm>
                <a:grpFill/>
              </p:grpSpPr>
              <p:grpSp>
                <p:nvGrpSpPr>
                  <p:cNvPr id="946" name="Grupo 945">
                    <a:extLst>
                      <a:ext uri="{FF2B5EF4-FFF2-40B4-BE49-F238E27FC236}">
                        <a16:creationId xmlns:a16="http://schemas.microsoft.com/office/drawing/2014/main" id="{5C8D1721-A691-D45E-E12F-CD2C8ADDD9F8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050" name="Grupo 1049">
                      <a:extLst>
                        <a:ext uri="{FF2B5EF4-FFF2-40B4-BE49-F238E27FC236}">
                          <a16:creationId xmlns:a16="http://schemas.microsoft.com/office/drawing/2014/main" id="{B16216BB-6EC2-CE68-CCBB-7E806C1D9069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057" name="Grupo 1056">
                        <a:extLst>
                          <a:ext uri="{FF2B5EF4-FFF2-40B4-BE49-F238E27FC236}">
                            <a16:creationId xmlns:a16="http://schemas.microsoft.com/office/drawing/2014/main" id="{2F858FDF-C3DA-E426-A181-EE1A27A3076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060" name="Rectángulo: esquinas redondeadas 1059">
                          <a:extLst>
                            <a:ext uri="{FF2B5EF4-FFF2-40B4-BE49-F238E27FC236}">
                              <a16:creationId xmlns:a16="http://schemas.microsoft.com/office/drawing/2014/main" id="{A8101778-0B3B-4617-0F41-D397DF3B98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61" name="Rectángulo: esquinas redondeadas 1060">
                          <a:extLst>
                            <a:ext uri="{FF2B5EF4-FFF2-40B4-BE49-F238E27FC236}">
                              <a16:creationId xmlns:a16="http://schemas.microsoft.com/office/drawing/2014/main" id="{8CA21AA2-5EE3-5A46-BBCD-5CC5748A96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58" name="Rectángulo 1057">
                        <a:extLst>
                          <a:ext uri="{FF2B5EF4-FFF2-40B4-BE49-F238E27FC236}">
                            <a16:creationId xmlns:a16="http://schemas.microsoft.com/office/drawing/2014/main" id="{5CC15209-041E-641B-2548-F115A37A8928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59" name="Rectángulo 1058">
                        <a:extLst>
                          <a:ext uri="{FF2B5EF4-FFF2-40B4-BE49-F238E27FC236}">
                            <a16:creationId xmlns:a16="http://schemas.microsoft.com/office/drawing/2014/main" id="{E96478A4-6CED-67CC-F0B2-0D5F284C7F4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51" name="Grupo 1050">
                      <a:extLst>
                        <a:ext uri="{FF2B5EF4-FFF2-40B4-BE49-F238E27FC236}">
                          <a16:creationId xmlns:a16="http://schemas.microsoft.com/office/drawing/2014/main" id="{B8B1C130-C35A-7A6C-3DF1-8CA1DF4820C8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52" name="Grupo 1051">
                        <a:extLst>
                          <a:ext uri="{FF2B5EF4-FFF2-40B4-BE49-F238E27FC236}">
                            <a16:creationId xmlns:a16="http://schemas.microsoft.com/office/drawing/2014/main" id="{A569EE0E-2FDE-C4BC-BF10-42C07070C4C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55" name="Rectángulo: esquinas redondeadas 1054">
                          <a:extLst>
                            <a:ext uri="{FF2B5EF4-FFF2-40B4-BE49-F238E27FC236}">
                              <a16:creationId xmlns:a16="http://schemas.microsoft.com/office/drawing/2014/main" id="{79B783F3-8995-1D95-AD03-5F9D5298B6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56" name="Rectángulo: esquinas redondeadas 1055">
                          <a:extLst>
                            <a:ext uri="{FF2B5EF4-FFF2-40B4-BE49-F238E27FC236}">
                              <a16:creationId xmlns:a16="http://schemas.microsoft.com/office/drawing/2014/main" id="{38B9F53A-2428-D271-D1D7-9442D0B0A4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53" name="Rectángulo 1052">
                        <a:extLst>
                          <a:ext uri="{FF2B5EF4-FFF2-40B4-BE49-F238E27FC236}">
                            <a16:creationId xmlns:a16="http://schemas.microsoft.com/office/drawing/2014/main" id="{1A8B1F9D-A51D-CB9A-E9DE-086A44CEE19F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54" name="Rectángulo 1053">
                        <a:extLst>
                          <a:ext uri="{FF2B5EF4-FFF2-40B4-BE49-F238E27FC236}">
                            <a16:creationId xmlns:a16="http://schemas.microsoft.com/office/drawing/2014/main" id="{D52E6531-C686-A796-518E-58C835C3E917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47" name="Grupo 946">
                    <a:extLst>
                      <a:ext uri="{FF2B5EF4-FFF2-40B4-BE49-F238E27FC236}">
                        <a16:creationId xmlns:a16="http://schemas.microsoft.com/office/drawing/2014/main" id="{7EC011BB-BFE1-445C-360B-120C91ECADCA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978" name="Grupo 977">
                      <a:extLst>
                        <a:ext uri="{FF2B5EF4-FFF2-40B4-BE49-F238E27FC236}">
                          <a16:creationId xmlns:a16="http://schemas.microsoft.com/office/drawing/2014/main" id="{A3EF4723-F790-43FB-111D-7E071CD045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045" name="Grupo 1044">
                        <a:extLst>
                          <a:ext uri="{FF2B5EF4-FFF2-40B4-BE49-F238E27FC236}">
                            <a16:creationId xmlns:a16="http://schemas.microsoft.com/office/drawing/2014/main" id="{2C446EA4-1DFA-FEC7-B7FF-6E67D2C7658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048" name="Rectángulo: esquinas redondeadas 1047">
                          <a:extLst>
                            <a:ext uri="{FF2B5EF4-FFF2-40B4-BE49-F238E27FC236}">
                              <a16:creationId xmlns:a16="http://schemas.microsoft.com/office/drawing/2014/main" id="{5E3E79EA-4CC8-6260-E8F2-24CA1923EF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49" name="Rectángulo: esquinas redondeadas 1048">
                          <a:extLst>
                            <a:ext uri="{FF2B5EF4-FFF2-40B4-BE49-F238E27FC236}">
                              <a16:creationId xmlns:a16="http://schemas.microsoft.com/office/drawing/2014/main" id="{3FC27123-5A1F-F8AB-9A66-1A447FB0DF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46" name="Rectángulo 1045">
                        <a:extLst>
                          <a:ext uri="{FF2B5EF4-FFF2-40B4-BE49-F238E27FC236}">
                            <a16:creationId xmlns:a16="http://schemas.microsoft.com/office/drawing/2014/main" id="{5687BAF8-3DBC-85B4-40C2-066D7977B54B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47" name="Rectángulo 1046">
                        <a:extLst>
                          <a:ext uri="{FF2B5EF4-FFF2-40B4-BE49-F238E27FC236}">
                            <a16:creationId xmlns:a16="http://schemas.microsoft.com/office/drawing/2014/main" id="{F354DE1A-FA18-9D1E-484E-E7C0E76F2D04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39" name="Grupo 1038">
                      <a:extLst>
                        <a:ext uri="{FF2B5EF4-FFF2-40B4-BE49-F238E27FC236}">
                          <a16:creationId xmlns:a16="http://schemas.microsoft.com/office/drawing/2014/main" id="{E7017FD1-F953-C8EC-F8A3-B1EEE22861E2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40" name="Grupo 1039">
                        <a:extLst>
                          <a:ext uri="{FF2B5EF4-FFF2-40B4-BE49-F238E27FC236}">
                            <a16:creationId xmlns:a16="http://schemas.microsoft.com/office/drawing/2014/main" id="{5498A14E-C78C-F837-CD2D-DDB97279D6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43" name="Rectángulo: esquinas redondeadas 1042">
                          <a:extLst>
                            <a:ext uri="{FF2B5EF4-FFF2-40B4-BE49-F238E27FC236}">
                              <a16:creationId xmlns:a16="http://schemas.microsoft.com/office/drawing/2014/main" id="{BF686925-83C8-0B0E-7AC0-8BD9A0AD835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44" name="Rectángulo: esquinas redondeadas 1043">
                          <a:extLst>
                            <a:ext uri="{FF2B5EF4-FFF2-40B4-BE49-F238E27FC236}">
                              <a16:creationId xmlns:a16="http://schemas.microsoft.com/office/drawing/2014/main" id="{E133B2BE-1AC0-B7AF-7FD7-9A2CA36E02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41" name="Rectángulo 1040">
                        <a:extLst>
                          <a:ext uri="{FF2B5EF4-FFF2-40B4-BE49-F238E27FC236}">
                            <a16:creationId xmlns:a16="http://schemas.microsoft.com/office/drawing/2014/main" id="{B1B192AB-0871-9080-371B-0C499EF92BE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42" name="Rectángulo 1041">
                        <a:extLst>
                          <a:ext uri="{FF2B5EF4-FFF2-40B4-BE49-F238E27FC236}">
                            <a16:creationId xmlns:a16="http://schemas.microsoft.com/office/drawing/2014/main" id="{59804533-A5CC-5974-312A-4EA2B7A295E4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48" name="Grupo 947">
                    <a:extLst>
                      <a:ext uri="{FF2B5EF4-FFF2-40B4-BE49-F238E27FC236}">
                        <a16:creationId xmlns:a16="http://schemas.microsoft.com/office/drawing/2014/main" id="{2DC66734-314D-6E7F-FA0A-7FF044C507C8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957" name="Grupo 956">
                      <a:extLst>
                        <a:ext uri="{FF2B5EF4-FFF2-40B4-BE49-F238E27FC236}">
                          <a16:creationId xmlns:a16="http://schemas.microsoft.com/office/drawing/2014/main" id="{D90546D2-B6E1-7424-16FC-C1E2E8A3AA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959" name="Grupo 958">
                        <a:extLst>
                          <a:ext uri="{FF2B5EF4-FFF2-40B4-BE49-F238E27FC236}">
                            <a16:creationId xmlns:a16="http://schemas.microsoft.com/office/drawing/2014/main" id="{F82C0281-FAA0-D81B-E2FD-98A447CAEA4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974" name="Elipse 973">
                          <a:extLst>
                            <a:ext uri="{FF2B5EF4-FFF2-40B4-BE49-F238E27FC236}">
                              <a16:creationId xmlns:a16="http://schemas.microsoft.com/office/drawing/2014/main" id="{5D36417B-A49C-6583-68CD-A7958661BC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975" name="Grupo 974">
                          <a:extLst>
                            <a:ext uri="{FF2B5EF4-FFF2-40B4-BE49-F238E27FC236}">
                              <a16:creationId xmlns:a16="http://schemas.microsoft.com/office/drawing/2014/main" id="{E1D826B8-589D-295F-3E5E-1CFD8B1CD65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976" name="Rectángulo 975">
                            <a:extLst>
                              <a:ext uri="{FF2B5EF4-FFF2-40B4-BE49-F238E27FC236}">
                                <a16:creationId xmlns:a16="http://schemas.microsoft.com/office/drawing/2014/main" id="{691A3076-C14C-BA1C-522F-928EF43F8BD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977" name="Rectángulo 976">
                            <a:extLst>
                              <a:ext uri="{FF2B5EF4-FFF2-40B4-BE49-F238E27FC236}">
                                <a16:creationId xmlns:a16="http://schemas.microsoft.com/office/drawing/2014/main" id="{3F956DD0-927D-86AA-BB03-3A7C66FDF3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960" name="Grupo 959">
                        <a:extLst>
                          <a:ext uri="{FF2B5EF4-FFF2-40B4-BE49-F238E27FC236}">
                            <a16:creationId xmlns:a16="http://schemas.microsoft.com/office/drawing/2014/main" id="{92103B07-ABF6-29B4-9A74-E09AE58ED6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961" name="Grupo 960">
                          <a:extLst>
                            <a:ext uri="{FF2B5EF4-FFF2-40B4-BE49-F238E27FC236}">
                              <a16:creationId xmlns:a16="http://schemas.microsoft.com/office/drawing/2014/main" id="{422FBDC9-B96B-366A-2297-844964F65E7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966" name="Grupo 965">
                            <a:extLst>
                              <a:ext uri="{FF2B5EF4-FFF2-40B4-BE49-F238E27FC236}">
                                <a16:creationId xmlns:a16="http://schemas.microsoft.com/office/drawing/2014/main" id="{63FE456F-7E44-1E8D-C4AE-8E67AA01FB3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971" name="Rectángulo 970">
                              <a:extLst>
                                <a:ext uri="{FF2B5EF4-FFF2-40B4-BE49-F238E27FC236}">
                                  <a16:creationId xmlns:a16="http://schemas.microsoft.com/office/drawing/2014/main" id="{D31A937D-D425-D2B4-C70B-D22EB630337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972" name="Rectángulo 971">
                              <a:extLst>
                                <a:ext uri="{FF2B5EF4-FFF2-40B4-BE49-F238E27FC236}">
                                  <a16:creationId xmlns:a16="http://schemas.microsoft.com/office/drawing/2014/main" id="{DDF043AE-39C7-F571-245C-5A8E9E35FF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73" name="Marco 972">
                              <a:extLst>
                                <a:ext uri="{FF2B5EF4-FFF2-40B4-BE49-F238E27FC236}">
                                  <a16:creationId xmlns:a16="http://schemas.microsoft.com/office/drawing/2014/main" id="{3F8BA654-AF61-5142-FAD4-F63E2C881D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967" name="Grupo 966">
                            <a:extLst>
                              <a:ext uri="{FF2B5EF4-FFF2-40B4-BE49-F238E27FC236}">
                                <a16:creationId xmlns:a16="http://schemas.microsoft.com/office/drawing/2014/main" id="{710EDE1F-E9C7-344C-8A77-E92E15306CA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968" name="Rectángulo 967">
                              <a:extLst>
                                <a:ext uri="{FF2B5EF4-FFF2-40B4-BE49-F238E27FC236}">
                                  <a16:creationId xmlns:a16="http://schemas.microsoft.com/office/drawing/2014/main" id="{D3CC440D-94AC-3EE7-59E1-7B2F7378863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69" name="Rectángulo 968">
                              <a:extLst>
                                <a:ext uri="{FF2B5EF4-FFF2-40B4-BE49-F238E27FC236}">
                                  <a16:creationId xmlns:a16="http://schemas.microsoft.com/office/drawing/2014/main" id="{262232B1-6E41-9095-B694-275C0094CF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70" name="Rectángulo 969">
                              <a:extLst>
                                <a:ext uri="{FF2B5EF4-FFF2-40B4-BE49-F238E27FC236}">
                                  <a16:creationId xmlns:a16="http://schemas.microsoft.com/office/drawing/2014/main" id="{0657AED7-72E9-A8A9-69CC-A161B8F415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962" name="Grupo 961">
                          <a:extLst>
                            <a:ext uri="{FF2B5EF4-FFF2-40B4-BE49-F238E27FC236}">
                              <a16:creationId xmlns:a16="http://schemas.microsoft.com/office/drawing/2014/main" id="{3EC77BF3-72C3-7800-DA2E-55458DF057A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963" name="Rectángulo 962">
                            <a:extLst>
                              <a:ext uri="{FF2B5EF4-FFF2-40B4-BE49-F238E27FC236}">
                                <a16:creationId xmlns:a16="http://schemas.microsoft.com/office/drawing/2014/main" id="{1DADAEB8-F30F-7B9E-9745-98F1015385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964" name="Rectángulo 963">
                            <a:extLst>
                              <a:ext uri="{FF2B5EF4-FFF2-40B4-BE49-F238E27FC236}">
                                <a16:creationId xmlns:a16="http://schemas.microsoft.com/office/drawing/2014/main" id="{FEA5B114-F711-9084-46CF-8E85642F027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965" name="Rectángulo 964">
                            <a:extLst>
                              <a:ext uri="{FF2B5EF4-FFF2-40B4-BE49-F238E27FC236}">
                                <a16:creationId xmlns:a16="http://schemas.microsoft.com/office/drawing/2014/main" id="{876805A3-5E97-573F-26C3-32E3BB77B2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958" name="Rectángulo 957">
                      <a:extLst>
                        <a:ext uri="{FF2B5EF4-FFF2-40B4-BE49-F238E27FC236}">
                          <a16:creationId xmlns:a16="http://schemas.microsoft.com/office/drawing/2014/main" id="{1B9EE8E7-4E28-37B1-4B7C-CEF838C143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949" name="Grupo 948">
                    <a:extLst>
                      <a:ext uri="{FF2B5EF4-FFF2-40B4-BE49-F238E27FC236}">
                        <a16:creationId xmlns:a16="http://schemas.microsoft.com/office/drawing/2014/main" id="{A6C35182-82DA-A4EC-432A-FC14407E9D36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950" name="Rectángulo 949">
                      <a:extLst>
                        <a:ext uri="{FF2B5EF4-FFF2-40B4-BE49-F238E27FC236}">
                          <a16:creationId xmlns:a16="http://schemas.microsoft.com/office/drawing/2014/main" id="{201C7676-20B1-6959-0B1A-1F9CFC4B3D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951" name="Grupo 950">
                      <a:extLst>
                        <a:ext uri="{FF2B5EF4-FFF2-40B4-BE49-F238E27FC236}">
                          <a16:creationId xmlns:a16="http://schemas.microsoft.com/office/drawing/2014/main" id="{A9E08C64-9E5B-9F8B-2BF0-F80A0D1997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952" name="Grupo 951">
                        <a:extLst>
                          <a:ext uri="{FF2B5EF4-FFF2-40B4-BE49-F238E27FC236}">
                            <a16:creationId xmlns:a16="http://schemas.microsoft.com/office/drawing/2014/main" id="{939459ED-D578-69D0-8D83-E9A70646B7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954" name="Rectángulo 953">
                          <a:extLst>
                            <a:ext uri="{FF2B5EF4-FFF2-40B4-BE49-F238E27FC236}">
                              <a16:creationId xmlns:a16="http://schemas.microsoft.com/office/drawing/2014/main" id="{07B3E51D-C394-106E-39AA-CFB296D6A1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55" name="Elipse 954">
                          <a:extLst>
                            <a:ext uri="{FF2B5EF4-FFF2-40B4-BE49-F238E27FC236}">
                              <a16:creationId xmlns:a16="http://schemas.microsoft.com/office/drawing/2014/main" id="{4C3080EA-E60C-F48F-F563-A44CC3A443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56" name="Elipse 955">
                          <a:extLst>
                            <a:ext uri="{FF2B5EF4-FFF2-40B4-BE49-F238E27FC236}">
                              <a16:creationId xmlns:a16="http://schemas.microsoft.com/office/drawing/2014/main" id="{932661EF-553D-50BC-62AD-6C253498BA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53" name="Rectángulo 952">
                        <a:extLst>
                          <a:ext uri="{FF2B5EF4-FFF2-40B4-BE49-F238E27FC236}">
                            <a16:creationId xmlns:a16="http://schemas.microsoft.com/office/drawing/2014/main" id="{A219665E-F9FC-CB9E-32FD-3D3AF3DDEC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</p:grpSp>
          <p:grpSp>
            <p:nvGrpSpPr>
              <p:cNvPr id="922" name="Grupo 921">
                <a:extLst>
                  <a:ext uri="{FF2B5EF4-FFF2-40B4-BE49-F238E27FC236}">
                    <a16:creationId xmlns:a16="http://schemas.microsoft.com/office/drawing/2014/main" id="{33270555-532D-83C1-0313-394180B560E6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  <a:grpFill/>
            </p:grpSpPr>
            <p:grpSp>
              <p:nvGrpSpPr>
                <p:cNvPr id="938" name="Grupo 937">
                  <a:extLst>
                    <a:ext uri="{FF2B5EF4-FFF2-40B4-BE49-F238E27FC236}">
                      <a16:creationId xmlns:a16="http://schemas.microsoft.com/office/drawing/2014/main" id="{A2557F39-F7E3-3FFC-FBC4-98A47DE04B8E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grpFill/>
              </p:grpSpPr>
              <p:grpSp>
                <p:nvGrpSpPr>
                  <p:cNvPr id="940" name="Grupo 939">
                    <a:extLst>
                      <a:ext uri="{FF2B5EF4-FFF2-40B4-BE49-F238E27FC236}">
                        <a16:creationId xmlns:a16="http://schemas.microsoft.com/office/drawing/2014/main" id="{C57D6C54-2A32-C790-9953-5016A8CE8182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942" name="Elipse 941">
                      <a:extLst>
                        <a:ext uri="{FF2B5EF4-FFF2-40B4-BE49-F238E27FC236}">
                          <a16:creationId xmlns:a16="http://schemas.microsoft.com/office/drawing/2014/main" id="{564026DD-303E-DA52-3154-EE8574A60C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43" name="Diagrama de flujo: operación manual 942">
                      <a:extLst>
                        <a:ext uri="{FF2B5EF4-FFF2-40B4-BE49-F238E27FC236}">
                          <a16:creationId xmlns:a16="http://schemas.microsoft.com/office/drawing/2014/main" id="{7CEA28B2-F172-9380-E384-1D0D301B00AE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41" name="Elipse 940">
                    <a:extLst>
                      <a:ext uri="{FF2B5EF4-FFF2-40B4-BE49-F238E27FC236}">
                        <a16:creationId xmlns:a16="http://schemas.microsoft.com/office/drawing/2014/main" id="{AEA4F4FE-1F3D-32CE-EAFB-8AF6DD9E776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39" name="Diagrama de flujo: operación manual 938">
                  <a:extLst>
                    <a:ext uri="{FF2B5EF4-FFF2-40B4-BE49-F238E27FC236}">
                      <a16:creationId xmlns:a16="http://schemas.microsoft.com/office/drawing/2014/main" id="{51D7ECF9-30CF-80E6-9825-FA813A47BCC6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923" name="Grupo 922">
                <a:extLst>
                  <a:ext uri="{FF2B5EF4-FFF2-40B4-BE49-F238E27FC236}">
                    <a16:creationId xmlns:a16="http://schemas.microsoft.com/office/drawing/2014/main" id="{C24718D8-7AFC-906A-82F1-7C6BAF800048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  <a:grpFill/>
            </p:grpSpPr>
            <p:grpSp>
              <p:nvGrpSpPr>
                <p:cNvPr id="924" name="Grupo 923">
                  <a:extLst>
                    <a:ext uri="{FF2B5EF4-FFF2-40B4-BE49-F238E27FC236}">
                      <a16:creationId xmlns:a16="http://schemas.microsoft.com/office/drawing/2014/main" id="{35CAB68B-46DB-20F1-B49A-E353540F8EEE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  <a:grpFill/>
              </p:grpSpPr>
              <p:grpSp>
                <p:nvGrpSpPr>
                  <p:cNvPr id="926" name="Grupo 925">
                    <a:extLst>
                      <a:ext uri="{FF2B5EF4-FFF2-40B4-BE49-F238E27FC236}">
                        <a16:creationId xmlns:a16="http://schemas.microsoft.com/office/drawing/2014/main" id="{B9B2597B-42E1-1DDE-B7D2-EFD057BB0B21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  <a:grpFill/>
                </p:grpSpPr>
                <p:grpSp>
                  <p:nvGrpSpPr>
                    <p:cNvPr id="928" name="Grupo 927">
                      <a:extLst>
                        <a:ext uri="{FF2B5EF4-FFF2-40B4-BE49-F238E27FC236}">
                          <a16:creationId xmlns:a16="http://schemas.microsoft.com/office/drawing/2014/main" id="{E8AAC7A2-8D62-C054-9EA9-1C787D42A7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  <a:grpFill/>
                  </p:grpSpPr>
                  <p:grpSp>
                    <p:nvGrpSpPr>
                      <p:cNvPr id="930" name="Grupo 929">
                        <a:extLst>
                          <a:ext uri="{FF2B5EF4-FFF2-40B4-BE49-F238E27FC236}">
                            <a16:creationId xmlns:a16="http://schemas.microsoft.com/office/drawing/2014/main" id="{FCFCD1F5-084F-45A8-7CE2-F7F0CFCF6C87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  <a:grpFill/>
                    </p:grpSpPr>
                    <p:grpSp>
                      <p:nvGrpSpPr>
                        <p:cNvPr id="932" name="Grupo 931">
                          <a:extLst>
                            <a:ext uri="{FF2B5EF4-FFF2-40B4-BE49-F238E27FC236}">
                              <a16:creationId xmlns:a16="http://schemas.microsoft.com/office/drawing/2014/main" id="{169216A6-C771-D6DA-EC27-62AAB540184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grpFill/>
                      </p:grpSpPr>
                      <p:grpSp>
                        <p:nvGrpSpPr>
                          <p:cNvPr id="934" name="Grupo 933">
                            <a:extLst>
                              <a:ext uri="{FF2B5EF4-FFF2-40B4-BE49-F238E27FC236}">
                                <a16:creationId xmlns:a16="http://schemas.microsoft.com/office/drawing/2014/main" id="{64F363BE-D14B-FBFE-9192-94011439BC6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36" name="Elipse 935">
                              <a:extLst>
                                <a:ext uri="{FF2B5EF4-FFF2-40B4-BE49-F238E27FC236}">
                                  <a16:creationId xmlns:a16="http://schemas.microsoft.com/office/drawing/2014/main" id="{2D4A7FAB-666B-93F0-4DB8-9983E60C1E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37" name="Diagrama de flujo: operación manual 936">
                              <a:extLst>
                                <a:ext uri="{FF2B5EF4-FFF2-40B4-BE49-F238E27FC236}">
                                  <a16:creationId xmlns:a16="http://schemas.microsoft.com/office/drawing/2014/main" id="{B0ECF368-AFED-BD76-0DB3-8572D7DE4A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35" name="Elipse 934">
                            <a:extLst>
                              <a:ext uri="{FF2B5EF4-FFF2-40B4-BE49-F238E27FC236}">
                                <a16:creationId xmlns:a16="http://schemas.microsoft.com/office/drawing/2014/main" id="{AFECF062-23B1-601A-AFE8-FDD22C4524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33" name="Diagrama de flujo: operación manual 932">
                          <a:extLst>
                            <a:ext uri="{FF2B5EF4-FFF2-40B4-BE49-F238E27FC236}">
                              <a16:creationId xmlns:a16="http://schemas.microsoft.com/office/drawing/2014/main" id="{E2F5ED5E-1EF0-A284-B995-8A574D6BE9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31" name="Elipse 930">
                        <a:extLst>
                          <a:ext uri="{FF2B5EF4-FFF2-40B4-BE49-F238E27FC236}">
                            <a16:creationId xmlns:a16="http://schemas.microsoft.com/office/drawing/2014/main" id="{8957B83C-EA99-3E85-6E48-2A202ACB66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29" name="Elipse 928">
                      <a:extLst>
                        <a:ext uri="{FF2B5EF4-FFF2-40B4-BE49-F238E27FC236}">
                          <a16:creationId xmlns:a16="http://schemas.microsoft.com/office/drawing/2014/main" id="{16B19A16-7293-60A4-3F03-B8E6CEE7DC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27" name="Elipse 926">
                    <a:extLst>
                      <a:ext uri="{FF2B5EF4-FFF2-40B4-BE49-F238E27FC236}">
                        <a16:creationId xmlns:a16="http://schemas.microsoft.com/office/drawing/2014/main" id="{5985A842-0CA4-C071-5F17-55C5CED33C17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25" name="Elipse 924">
                  <a:extLst>
                    <a:ext uri="{FF2B5EF4-FFF2-40B4-BE49-F238E27FC236}">
                      <a16:creationId xmlns:a16="http://schemas.microsoft.com/office/drawing/2014/main" id="{4D47346D-931B-2677-9CF5-87A4FE124C27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45626"/>
                <a:ext cx="1378938" cy="1532574"/>
                <a:chOff x="7991273" y="2932926"/>
                <a:chExt cx="1378938" cy="1532574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932926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79" name="Subtítulo 2">
            <a:extLst>
              <a:ext uri="{FF2B5EF4-FFF2-40B4-BE49-F238E27FC236}">
                <a16:creationId xmlns:a16="http://schemas.microsoft.com/office/drawing/2014/main" id="{AB941231-B60A-C0BC-265A-AE241D109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1180" name="Cerrar llave 1179">
            <a:extLst>
              <a:ext uri="{FF2B5EF4-FFF2-40B4-BE49-F238E27FC236}">
                <a16:creationId xmlns:a16="http://schemas.microsoft.com/office/drawing/2014/main" id="{66A9540D-C532-0AD4-2065-3C633681A8E6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1" name="CuadroTexto 1180">
            <a:extLst>
              <a:ext uri="{FF2B5EF4-FFF2-40B4-BE49-F238E27FC236}">
                <a16:creationId xmlns:a16="http://schemas.microsoft.com/office/drawing/2014/main" id="{AE68A5FB-72B0-8E9A-0400-59CF1B0E3987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14207714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6" name="Grupo 1175">
            <a:extLst>
              <a:ext uri="{FF2B5EF4-FFF2-40B4-BE49-F238E27FC236}">
                <a16:creationId xmlns:a16="http://schemas.microsoft.com/office/drawing/2014/main" id="{48C26824-C7CF-1974-C8A8-DB27311F8D31}"/>
              </a:ext>
            </a:extLst>
          </p:cNvPr>
          <p:cNvGrpSpPr/>
          <p:nvPr/>
        </p:nvGrpSpPr>
        <p:grpSpPr>
          <a:xfrm rot="600000">
            <a:off x="4815770" y="1150053"/>
            <a:ext cx="8694343" cy="4302894"/>
            <a:chOff x="4815770" y="1150053"/>
            <a:chExt cx="8694343" cy="4302894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9570DE9-EA3A-C6C7-5A81-26F0A307ABEC}"/>
                </a:ext>
              </a:extLst>
            </p:cNvPr>
            <p:cNvGrpSpPr/>
            <p:nvPr/>
          </p:nvGrpSpPr>
          <p:grpSpPr>
            <a:xfrm>
              <a:off x="4815770" y="1150053"/>
              <a:ext cx="4925289" cy="2614476"/>
              <a:chOff x="4815770" y="1150053"/>
              <a:chExt cx="4925289" cy="2614476"/>
            </a:xfrm>
          </p:grpSpPr>
          <p:grpSp>
            <p:nvGrpSpPr>
              <p:cNvPr id="1171" name="Grupo 1170">
                <a:extLst>
                  <a:ext uri="{FF2B5EF4-FFF2-40B4-BE49-F238E27FC236}">
                    <a16:creationId xmlns:a16="http://schemas.microsoft.com/office/drawing/2014/main" id="{68DAA857-8C61-DD70-E6FC-11DCD14C7701}"/>
                  </a:ext>
                </a:extLst>
              </p:cNvPr>
              <p:cNvGrpSpPr/>
              <p:nvPr/>
            </p:nvGrpSpPr>
            <p:grpSpPr>
              <a:xfrm rot="1800000">
                <a:off x="4815770" y="1150053"/>
                <a:ext cx="3958903" cy="1540811"/>
                <a:chOff x="4815770" y="1150053"/>
                <a:chExt cx="3958903" cy="1540811"/>
              </a:xfrm>
            </p:grpSpPr>
            <p:grpSp>
              <p:nvGrpSpPr>
                <p:cNvPr id="1038" name="Grupo 1037">
                  <a:extLst>
                    <a:ext uri="{FF2B5EF4-FFF2-40B4-BE49-F238E27FC236}">
                      <a16:creationId xmlns:a16="http://schemas.microsoft.com/office/drawing/2014/main" id="{ADE5305C-5FA6-E7E8-A7A8-5B1EF7F0E6E7}"/>
                    </a:ext>
                  </a:extLst>
                </p:cNvPr>
                <p:cNvGrpSpPr/>
                <p:nvPr/>
              </p:nvGrpSpPr>
              <p:grpSpPr>
                <a:xfrm>
                  <a:off x="4815770" y="1355934"/>
                  <a:ext cx="2222990" cy="1334930"/>
                  <a:chOff x="4815770" y="1355934"/>
                  <a:chExt cx="2222990" cy="1334930"/>
                </a:xfrm>
              </p:grpSpPr>
              <p:grpSp>
                <p:nvGrpSpPr>
                  <p:cNvPr id="3" name="Grupo 2">
                    <a:extLst>
                      <a:ext uri="{FF2B5EF4-FFF2-40B4-BE49-F238E27FC236}">
                        <a16:creationId xmlns:a16="http://schemas.microsoft.com/office/drawing/2014/main" id="{4B4A3531-917B-846D-2758-21C70D097E3E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</p:grpSpPr>
                <p:grpSp>
                  <p:nvGrpSpPr>
                    <p:cNvPr id="980" name="Grupo 979">
                      <a:extLst>
                        <a:ext uri="{FF2B5EF4-FFF2-40B4-BE49-F238E27FC236}">
                          <a16:creationId xmlns:a16="http://schemas.microsoft.com/office/drawing/2014/main" id="{5EAFEA14-0724-837F-E90C-EFE770D719C6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</p:grpSpPr>
                  <p:grpSp>
                    <p:nvGrpSpPr>
                      <p:cNvPr id="991" name="Grupo 990">
                        <a:extLst>
                          <a:ext uri="{FF2B5EF4-FFF2-40B4-BE49-F238E27FC236}">
                            <a16:creationId xmlns:a16="http://schemas.microsoft.com/office/drawing/2014/main" id="{16077F19-A2D8-E424-EFB6-7A0E0ADDACF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</p:grpSpPr>
                    <p:sp>
                      <p:nvSpPr>
                        <p:cNvPr id="994" name="Rectángulo: esquinas redondeadas 993">
                          <a:extLst>
                            <a:ext uri="{FF2B5EF4-FFF2-40B4-BE49-F238E27FC236}">
                              <a16:creationId xmlns:a16="http://schemas.microsoft.com/office/drawing/2014/main" id="{0611D07B-9F46-8A1D-4C6B-AC226882798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95" name="Rectángulo: esquinas redondeadas 994">
                          <a:extLst>
                            <a:ext uri="{FF2B5EF4-FFF2-40B4-BE49-F238E27FC236}">
                              <a16:creationId xmlns:a16="http://schemas.microsoft.com/office/drawing/2014/main" id="{442184AB-6A44-FE4C-C49C-9BB74D9621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92" name="Rectángulo 991">
                        <a:extLst>
                          <a:ext uri="{FF2B5EF4-FFF2-40B4-BE49-F238E27FC236}">
                            <a16:creationId xmlns:a16="http://schemas.microsoft.com/office/drawing/2014/main" id="{FEF06B2A-3AD0-D89D-8AF9-A381C199FC7B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93" name="Rectángulo 992">
                        <a:extLst>
                          <a:ext uri="{FF2B5EF4-FFF2-40B4-BE49-F238E27FC236}">
                            <a16:creationId xmlns:a16="http://schemas.microsoft.com/office/drawing/2014/main" id="{120DADAE-5F33-48A1-B3B4-C766023FA509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981" name="Grupo 980">
                      <a:extLst>
                        <a:ext uri="{FF2B5EF4-FFF2-40B4-BE49-F238E27FC236}">
                          <a16:creationId xmlns:a16="http://schemas.microsoft.com/office/drawing/2014/main" id="{07F1CC51-6ED4-3E11-11BD-0B97B7071B37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noFill/>
                  </p:grpSpPr>
                  <p:grpSp>
                    <p:nvGrpSpPr>
                      <p:cNvPr id="986" name="Grupo 985">
                        <a:extLst>
                          <a:ext uri="{FF2B5EF4-FFF2-40B4-BE49-F238E27FC236}">
                            <a16:creationId xmlns:a16="http://schemas.microsoft.com/office/drawing/2014/main" id="{E5E3A954-3E6D-2ADE-64AB-85A2B67464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989" name="Rectángulo: esquinas redondeadas 988">
                          <a:extLst>
                            <a:ext uri="{FF2B5EF4-FFF2-40B4-BE49-F238E27FC236}">
                              <a16:creationId xmlns:a16="http://schemas.microsoft.com/office/drawing/2014/main" id="{FEE48E80-89F0-5E94-EB0D-3809F8B3F2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90" name="Rectángulo: esquinas redondeadas 989">
                          <a:extLst>
                            <a:ext uri="{FF2B5EF4-FFF2-40B4-BE49-F238E27FC236}">
                              <a16:creationId xmlns:a16="http://schemas.microsoft.com/office/drawing/2014/main" id="{BB44FBF3-7415-D411-9B80-E12D3CD35D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987" name="Rectángulo 986">
                        <a:extLst>
                          <a:ext uri="{FF2B5EF4-FFF2-40B4-BE49-F238E27FC236}">
                            <a16:creationId xmlns:a16="http://schemas.microsoft.com/office/drawing/2014/main" id="{F000B976-8AB1-74A3-FFC2-2F0B1A60224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88" name="Rectángulo 987">
                        <a:extLst>
                          <a:ext uri="{FF2B5EF4-FFF2-40B4-BE49-F238E27FC236}">
                            <a16:creationId xmlns:a16="http://schemas.microsoft.com/office/drawing/2014/main" id="{BD52ED38-D401-CABB-6049-26BE91B5255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96" name="Grupo 995">
                    <a:extLst>
                      <a:ext uri="{FF2B5EF4-FFF2-40B4-BE49-F238E27FC236}">
                        <a16:creationId xmlns:a16="http://schemas.microsoft.com/office/drawing/2014/main" id="{F4F54822-0FE2-6B5C-5A59-E5795820FDAF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</p:grpSpPr>
                <p:grpSp>
                  <p:nvGrpSpPr>
                    <p:cNvPr id="997" name="Grupo 996">
                      <a:extLst>
                        <a:ext uri="{FF2B5EF4-FFF2-40B4-BE49-F238E27FC236}">
                          <a16:creationId xmlns:a16="http://schemas.microsoft.com/office/drawing/2014/main" id="{C9C3BD8C-7AFE-AACF-54F7-16C7A9F561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</p:grpSpPr>
                  <p:grpSp>
                    <p:nvGrpSpPr>
                      <p:cNvPr id="1004" name="Grupo 1003">
                        <a:extLst>
                          <a:ext uri="{FF2B5EF4-FFF2-40B4-BE49-F238E27FC236}">
                            <a16:creationId xmlns:a16="http://schemas.microsoft.com/office/drawing/2014/main" id="{446CAC1F-52DE-AE6A-A0DF-9B66C774D67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</p:grpSpPr>
                    <p:sp>
                      <p:nvSpPr>
                        <p:cNvPr id="1008" name="Rectángulo: esquinas redondeadas 1007">
                          <a:extLst>
                            <a:ext uri="{FF2B5EF4-FFF2-40B4-BE49-F238E27FC236}">
                              <a16:creationId xmlns:a16="http://schemas.microsoft.com/office/drawing/2014/main" id="{B19D56E1-7290-52B2-A5EF-01888E35B53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09" name="Rectángulo: esquinas redondeadas 1008">
                          <a:extLst>
                            <a:ext uri="{FF2B5EF4-FFF2-40B4-BE49-F238E27FC236}">
                              <a16:creationId xmlns:a16="http://schemas.microsoft.com/office/drawing/2014/main" id="{3666BC98-7686-78CC-40F0-32D950A631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06" name="Rectángulo 1005">
                        <a:extLst>
                          <a:ext uri="{FF2B5EF4-FFF2-40B4-BE49-F238E27FC236}">
                            <a16:creationId xmlns:a16="http://schemas.microsoft.com/office/drawing/2014/main" id="{BA30AA8D-B2A0-100B-64F9-AA272A1EC09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07" name="Rectángulo 1006">
                        <a:extLst>
                          <a:ext uri="{FF2B5EF4-FFF2-40B4-BE49-F238E27FC236}">
                            <a16:creationId xmlns:a16="http://schemas.microsoft.com/office/drawing/2014/main" id="{E690FFDD-9491-A63B-8F84-36DB1FACD1C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998" name="Grupo 997">
                      <a:extLst>
                        <a:ext uri="{FF2B5EF4-FFF2-40B4-BE49-F238E27FC236}">
                          <a16:creationId xmlns:a16="http://schemas.microsoft.com/office/drawing/2014/main" id="{BCFBB9B3-3BDD-ED49-FEDE-F5974C5E29A2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noFill/>
                  </p:grpSpPr>
                  <p:grpSp>
                    <p:nvGrpSpPr>
                      <p:cNvPr id="999" name="Grupo 998">
                        <a:extLst>
                          <a:ext uri="{FF2B5EF4-FFF2-40B4-BE49-F238E27FC236}">
                            <a16:creationId xmlns:a16="http://schemas.microsoft.com/office/drawing/2014/main" id="{D7FC8122-D488-B093-33CE-3A4AB3A936C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02" name="Rectángulo: esquinas redondeadas 1001">
                          <a:extLst>
                            <a:ext uri="{FF2B5EF4-FFF2-40B4-BE49-F238E27FC236}">
                              <a16:creationId xmlns:a16="http://schemas.microsoft.com/office/drawing/2014/main" id="{877520E1-C27D-C11C-8B8C-286E68C8A7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03" name="Rectángulo: esquinas redondeadas 1002">
                          <a:extLst>
                            <a:ext uri="{FF2B5EF4-FFF2-40B4-BE49-F238E27FC236}">
                              <a16:creationId xmlns:a16="http://schemas.microsoft.com/office/drawing/2014/main" id="{73572AA2-0542-0F35-AEEB-667378EA40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00" name="Rectángulo 999">
                        <a:extLst>
                          <a:ext uri="{FF2B5EF4-FFF2-40B4-BE49-F238E27FC236}">
                            <a16:creationId xmlns:a16="http://schemas.microsoft.com/office/drawing/2014/main" id="{64098718-A2BE-00C6-8534-593ED16B9A35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01" name="Rectángulo 1000">
                        <a:extLst>
                          <a:ext uri="{FF2B5EF4-FFF2-40B4-BE49-F238E27FC236}">
                            <a16:creationId xmlns:a16="http://schemas.microsoft.com/office/drawing/2014/main" id="{3E15D743-47C5-541F-613F-D0B2049905E7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10" name="Grupo 1009">
                    <a:extLst>
                      <a:ext uri="{FF2B5EF4-FFF2-40B4-BE49-F238E27FC236}">
                        <a16:creationId xmlns:a16="http://schemas.microsoft.com/office/drawing/2014/main" id="{4DCC6B49-033F-4DAF-8DE4-79870580D3EA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1011" name="Grupo 1010">
                      <a:extLst>
                        <a:ext uri="{FF2B5EF4-FFF2-40B4-BE49-F238E27FC236}">
                          <a16:creationId xmlns:a16="http://schemas.microsoft.com/office/drawing/2014/main" id="{3A61E31C-732B-5E62-A6D6-86DBF32C99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1013" name="Grupo 1012">
                        <a:extLst>
                          <a:ext uri="{FF2B5EF4-FFF2-40B4-BE49-F238E27FC236}">
                            <a16:creationId xmlns:a16="http://schemas.microsoft.com/office/drawing/2014/main" id="{744D2E43-0A10-E04A-BE0C-8E5B5AFF51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p:grpSpPr>
                    <p:sp>
                      <p:nvSpPr>
                        <p:cNvPr id="1026" name="Elipse 1025">
                          <a:extLst>
                            <a:ext uri="{FF2B5EF4-FFF2-40B4-BE49-F238E27FC236}">
                              <a16:creationId xmlns:a16="http://schemas.microsoft.com/office/drawing/2014/main" id="{7A54B857-4BC7-BD71-9EDB-FDDD82D202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027" name="Grupo 1026">
                          <a:extLst>
                            <a:ext uri="{FF2B5EF4-FFF2-40B4-BE49-F238E27FC236}">
                              <a16:creationId xmlns:a16="http://schemas.microsoft.com/office/drawing/2014/main" id="{4A6DC13A-DBEE-C77A-95B1-24BBB6094F9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028" name="Rectángulo 1027">
                            <a:extLst>
                              <a:ext uri="{FF2B5EF4-FFF2-40B4-BE49-F238E27FC236}">
                                <a16:creationId xmlns:a16="http://schemas.microsoft.com/office/drawing/2014/main" id="{79F0B0FB-814B-D58E-4EE6-5A4F5A6ABC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29" name="Rectángulo 1028">
                            <a:extLst>
                              <a:ext uri="{FF2B5EF4-FFF2-40B4-BE49-F238E27FC236}">
                                <a16:creationId xmlns:a16="http://schemas.microsoft.com/office/drawing/2014/main" id="{CD587488-DE1C-CF7A-BF27-CD83CCFC945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014" name="Grupo 1013">
                        <a:extLst>
                          <a:ext uri="{FF2B5EF4-FFF2-40B4-BE49-F238E27FC236}">
                            <a16:creationId xmlns:a16="http://schemas.microsoft.com/office/drawing/2014/main" id="{8A29ABCE-15E4-1A4B-E066-EC276717B70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015" name="Grupo 1014">
                          <a:extLst>
                            <a:ext uri="{FF2B5EF4-FFF2-40B4-BE49-F238E27FC236}">
                              <a16:creationId xmlns:a16="http://schemas.microsoft.com/office/drawing/2014/main" id="{DAAF6B5A-B39B-3CCA-EDB0-8FF64F1E32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1020" name="Grupo 1019">
                            <a:extLst>
                              <a:ext uri="{FF2B5EF4-FFF2-40B4-BE49-F238E27FC236}">
                                <a16:creationId xmlns:a16="http://schemas.microsoft.com/office/drawing/2014/main" id="{DB1F7C63-7863-2443-96E9-81D798E8F78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838" name="Rectángulo 837">
                              <a:extLst>
                                <a:ext uri="{FF2B5EF4-FFF2-40B4-BE49-F238E27FC236}">
                                  <a16:creationId xmlns:a16="http://schemas.microsoft.com/office/drawing/2014/main" id="{0DD6F426-FC55-61A1-F439-BCB85C0CF3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024" name="Rectángulo 1023">
                              <a:extLst>
                                <a:ext uri="{FF2B5EF4-FFF2-40B4-BE49-F238E27FC236}">
                                  <a16:creationId xmlns:a16="http://schemas.microsoft.com/office/drawing/2014/main" id="{18A0E20F-2286-62C3-0AF2-986F6DC313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25" name="Marco 1024">
                              <a:extLst>
                                <a:ext uri="{FF2B5EF4-FFF2-40B4-BE49-F238E27FC236}">
                                  <a16:creationId xmlns:a16="http://schemas.microsoft.com/office/drawing/2014/main" id="{CDC52C2B-A65E-0E7A-D428-75127BCECC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021" name="Grupo 1020">
                            <a:extLst>
                              <a:ext uri="{FF2B5EF4-FFF2-40B4-BE49-F238E27FC236}">
                                <a16:creationId xmlns:a16="http://schemas.microsoft.com/office/drawing/2014/main" id="{CF5AFDD0-DACD-D9DC-78AF-37B1CD71E08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1022" name="Rectángulo 1021">
                              <a:extLst>
                                <a:ext uri="{FF2B5EF4-FFF2-40B4-BE49-F238E27FC236}">
                                  <a16:creationId xmlns:a16="http://schemas.microsoft.com/office/drawing/2014/main" id="{0AD6C9A3-40B8-8229-D402-71A5582F721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23" name="Rectángulo 1022">
                              <a:extLst>
                                <a:ext uri="{FF2B5EF4-FFF2-40B4-BE49-F238E27FC236}">
                                  <a16:creationId xmlns:a16="http://schemas.microsoft.com/office/drawing/2014/main" id="{852C320A-A27E-8136-2868-FA77271DFD3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837" name="Rectángulo 836">
                              <a:extLst>
                                <a:ext uri="{FF2B5EF4-FFF2-40B4-BE49-F238E27FC236}">
                                  <a16:creationId xmlns:a16="http://schemas.microsoft.com/office/drawing/2014/main" id="{635FA53F-CF76-1527-9846-8C72AFE0E5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016" name="Grupo 1015">
                          <a:extLst>
                            <a:ext uri="{FF2B5EF4-FFF2-40B4-BE49-F238E27FC236}">
                              <a16:creationId xmlns:a16="http://schemas.microsoft.com/office/drawing/2014/main" id="{4F29F2CA-43C9-8DE0-84B2-750D0DF6CB0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1017" name="Rectángulo 1016">
                            <a:extLst>
                              <a:ext uri="{FF2B5EF4-FFF2-40B4-BE49-F238E27FC236}">
                                <a16:creationId xmlns:a16="http://schemas.microsoft.com/office/drawing/2014/main" id="{DA37AADF-2B6D-CF5F-E1A4-2FAC6087C5F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18" name="Rectángulo 1017">
                            <a:extLst>
                              <a:ext uri="{FF2B5EF4-FFF2-40B4-BE49-F238E27FC236}">
                                <a16:creationId xmlns:a16="http://schemas.microsoft.com/office/drawing/2014/main" id="{25BED148-09F3-435E-D407-C1DF70456E3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19" name="Rectángulo 1018">
                            <a:extLst>
                              <a:ext uri="{FF2B5EF4-FFF2-40B4-BE49-F238E27FC236}">
                                <a16:creationId xmlns:a16="http://schemas.microsoft.com/office/drawing/2014/main" id="{AF3AFAAD-6BF3-F3FC-CE81-F0432E79B8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012" name="Rectángulo 1011">
                      <a:extLst>
                        <a:ext uri="{FF2B5EF4-FFF2-40B4-BE49-F238E27FC236}">
                          <a16:creationId xmlns:a16="http://schemas.microsoft.com/office/drawing/2014/main" id="{AA58C0A2-0117-6FB6-749A-0B343B3D10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pattFill prst="wdDnDiag">
                      <a:fgClr>
                        <a:schemeClr val="bg1"/>
                      </a:fgClr>
                      <a:bgClr>
                        <a:schemeClr val="bg1">
                          <a:lumMod val="65000"/>
                        </a:schemeClr>
                      </a:bgClr>
                    </a:patt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30" name="Grupo 1029">
                    <a:extLst>
                      <a:ext uri="{FF2B5EF4-FFF2-40B4-BE49-F238E27FC236}">
                        <a16:creationId xmlns:a16="http://schemas.microsoft.com/office/drawing/2014/main" id="{D7397C3D-4BCA-9C1B-02D8-117577FA5AE9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</p:grpSpPr>
                <p:sp>
                  <p:nvSpPr>
                    <p:cNvPr id="1031" name="Rectángulo 1030">
                      <a:extLst>
                        <a:ext uri="{FF2B5EF4-FFF2-40B4-BE49-F238E27FC236}">
                          <a16:creationId xmlns:a16="http://schemas.microsoft.com/office/drawing/2014/main" id="{FBA108C3-1B85-BFB7-3452-A3A1BDCEC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032" name="Grupo 1031">
                      <a:extLst>
                        <a:ext uri="{FF2B5EF4-FFF2-40B4-BE49-F238E27FC236}">
                          <a16:creationId xmlns:a16="http://schemas.microsoft.com/office/drawing/2014/main" id="{070522D8-B638-F000-BB06-E45E5661E8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</p:grpSpPr>
                  <p:grpSp>
                    <p:nvGrpSpPr>
                      <p:cNvPr id="1033" name="Grupo 1032">
                        <a:extLst>
                          <a:ext uri="{FF2B5EF4-FFF2-40B4-BE49-F238E27FC236}">
                            <a16:creationId xmlns:a16="http://schemas.microsoft.com/office/drawing/2014/main" id="{9CF38134-182E-6145-21F3-EE7DB09988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</p:grpSpPr>
                    <p:sp>
                      <p:nvSpPr>
                        <p:cNvPr id="1035" name="Rectángulo 1034">
                          <a:extLst>
                            <a:ext uri="{FF2B5EF4-FFF2-40B4-BE49-F238E27FC236}">
                              <a16:creationId xmlns:a16="http://schemas.microsoft.com/office/drawing/2014/main" id="{94B05CE7-2B3E-2B68-DD54-E89B840C7D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36" name="Elipse 1035">
                          <a:extLst>
                            <a:ext uri="{FF2B5EF4-FFF2-40B4-BE49-F238E27FC236}">
                              <a16:creationId xmlns:a16="http://schemas.microsoft.com/office/drawing/2014/main" id="{6D3117A5-9FEF-24BF-E972-0EB8132F05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37" name="Elipse 1036">
                          <a:extLst>
                            <a:ext uri="{FF2B5EF4-FFF2-40B4-BE49-F238E27FC236}">
                              <a16:creationId xmlns:a16="http://schemas.microsoft.com/office/drawing/2014/main" id="{756C0F62-F88F-5AB6-A134-4DFC496A66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34" name="Rectángulo 1033">
                        <a:extLst>
                          <a:ext uri="{FF2B5EF4-FFF2-40B4-BE49-F238E27FC236}">
                            <a16:creationId xmlns:a16="http://schemas.microsoft.com/office/drawing/2014/main" id="{67504D0A-C871-8265-794A-BADEBD41C0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  <p:grpSp>
              <p:nvGrpSpPr>
                <p:cNvPr id="1114" name="Grupo 1113">
                  <a:extLst>
                    <a:ext uri="{FF2B5EF4-FFF2-40B4-BE49-F238E27FC236}">
                      <a16:creationId xmlns:a16="http://schemas.microsoft.com/office/drawing/2014/main" id="{22EEBD14-7C8D-2826-9F6F-2687CD6E18BA}"/>
                    </a:ext>
                  </a:extLst>
                </p:cNvPr>
                <p:cNvGrpSpPr/>
                <p:nvPr/>
              </p:nvGrpSpPr>
              <p:grpSpPr>
                <a:xfrm flipH="1" flipV="1">
                  <a:off x="6551683" y="1150053"/>
                  <a:ext cx="2222990" cy="1334930"/>
                  <a:chOff x="4815770" y="1355934"/>
                  <a:chExt cx="2222990" cy="1334930"/>
                </a:xfrm>
                <a:noFill/>
              </p:grpSpPr>
              <p:grpSp>
                <p:nvGrpSpPr>
                  <p:cNvPr id="1115" name="Grupo 1114">
                    <a:extLst>
                      <a:ext uri="{FF2B5EF4-FFF2-40B4-BE49-F238E27FC236}">
                        <a16:creationId xmlns:a16="http://schemas.microsoft.com/office/drawing/2014/main" id="{CA08B15D-0F43-783B-1575-D613EC5F50DA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159" name="Grupo 1158">
                      <a:extLst>
                        <a:ext uri="{FF2B5EF4-FFF2-40B4-BE49-F238E27FC236}">
                          <a16:creationId xmlns:a16="http://schemas.microsoft.com/office/drawing/2014/main" id="{73618F99-F049-5FAE-FFBC-0852C2B52784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166" name="Grupo 1165">
                        <a:extLst>
                          <a:ext uri="{FF2B5EF4-FFF2-40B4-BE49-F238E27FC236}">
                            <a16:creationId xmlns:a16="http://schemas.microsoft.com/office/drawing/2014/main" id="{099DA49D-6EE8-D7E3-B89F-1C9C2142033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169" name="Rectángulo: esquinas redondeadas 1168">
                          <a:extLst>
                            <a:ext uri="{FF2B5EF4-FFF2-40B4-BE49-F238E27FC236}">
                              <a16:creationId xmlns:a16="http://schemas.microsoft.com/office/drawing/2014/main" id="{91806C3D-C8FF-7ED8-69E3-C15CC2EA1B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70" name="Rectángulo: esquinas redondeadas 1169">
                          <a:extLst>
                            <a:ext uri="{FF2B5EF4-FFF2-40B4-BE49-F238E27FC236}">
                              <a16:creationId xmlns:a16="http://schemas.microsoft.com/office/drawing/2014/main" id="{03661E5A-5468-0B62-9331-C46F03D493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67" name="Rectángulo 1166">
                        <a:extLst>
                          <a:ext uri="{FF2B5EF4-FFF2-40B4-BE49-F238E27FC236}">
                            <a16:creationId xmlns:a16="http://schemas.microsoft.com/office/drawing/2014/main" id="{1BFAB01F-87F0-430C-57B5-453892D19F6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68" name="Rectángulo 1167">
                        <a:extLst>
                          <a:ext uri="{FF2B5EF4-FFF2-40B4-BE49-F238E27FC236}">
                            <a16:creationId xmlns:a16="http://schemas.microsoft.com/office/drawing/2014/main" id="{0B7EA2D2-9F3D-F967-EB95-5A5B58E3AFD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60" name="Grupo 1159">
                      <a:extLst>
                        <a:ext uri="{FF2B5EF4-FFF2-40B4-BE49-F238E27FC236}">
                          <a16:creationId xmlns:a16="http://schemas.microsoft.com/office/drawing/2014/main" id="{138A540E-ACCD-16C6-E5A1-03FE1ECE1ACA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61" name="Grupo 1160">
                        <a:extLst>
                          <a:ext uri="{FF2B5EF4-FFF2-40B4-BE49-F238E27FC236}">
                            <a16:creationId xmlns:a16="http://schemas.microsoft.com/office/drawing/2014/main" id="{0D3E2C27-B439-F286-D9D8-55247F91BFF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64" name="Rectángulo: esquinas redondeadas 1163">
                          <a:extLst>
                            <a:ext uri="{FF2B5EF4-FFF2-40B4-BE49-F238E27FC236}">
                              <a16:creationId xmlns:a16="http://schemas.microsoft.com/office/drawing/2014/main" id="{700E5B02-AAAB-75D8-22EB-F68AD05777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65" name="Rectángulo: esquinas redondeadas 1164">
                          <a:extLst>
                            <a:ext uri="{FF2B5EF4-FFF2-40B4-BE49-F238E27FC236}">
                              <a16:creationId xmlns:a16="http://schemas.microsoft.com/office/drawing/2014/main" id="{855E1E31-2A9D-C2E4-D4E8-5B100852F9F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62" name="Rectángulo 1161">
                        <a:extLst>
                          <a:ext uri="{FF2B5EF4-FFF2-40B4-BE49-F238E27FC236}">
                            <a16:creationId xmlns:a16="http://schemas.microsoft.com/office/drawing/2014/main" id="{DFE065F0-FA4C-869E-7FA5-0684D34A35F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63" name="Rectángulo 1162">
                        <a:extLst>
                          <a:ext uri="{FF2B5EF4-FFF2-40B4-BE49-F238E27FC236}">
                            <a16:creationId xmlns:a16="http://schemas.microsoft.com/office/drawing/2014/main" id="{56E0C6AF-B364-DDE0-72D1-47192556888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116" name="Grupo 1115">
                    <a:extLst>
                      <a:ext uri="{FF2B5EF4-FFF2-40B4-BE49-F238E27FC236}">
                        <a16:creationId xmlns:a16="http://schemas.microsoft.com/office/drawing/2014/main" id="{C8CBC7A9-9D22-ECFB-FE5B-99D853095F58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1147" name="Grupo 1146">
                      <a:extLst>
                        <a:ext uri="{FF2B5EF4-FFF2-40B4-BE49-F238E27FC236}">
                          <a16:creationId xmlns:a16="http://schemas.microsoft.com/office/drawing/2014/main" id="{A7404D00-59AA-E4AB-79B4-27B7A730FA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154" name="Grupo 1153">
                        <a:extLst>
                          <a:ext uri="{FF2B5EF4-FFF2-40B4-BE49-F238E27FC236}">
                            <a16:creationId xmlns:a16="http://schemas.microsoft.com/office/drawing/2014/main" id="{254BE854-9CC8-2ADD-49C0-C227FFCBF5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157" name="Rectángulo: esquinas redondeadas 1156">
                          <a:extLst>
                            <a:ext uri="{FF2B5EF4-FFF2-40B4-BE49-F238E27FC236}">
                              <a16:creationId xmlns:a16="http://schemas.microsoft.com/office/drawing/2014/main" id="{1E855126-C63C-E2EE-4F3A-07D8210DA50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58" name="Rectángulo: esquinas redondeadas 1157">
                          <a:extLst>
                            <a:ext uri="{FF2B5EF4-FFF2-40B4-BE49-F238E27FC236}">
                              <a16:creationId xmlns:a16="http://schemas.microsoft.com/office/drawing/2014/main" id="{1DF45E98-8DE1-38DE-6CB9-294A034D6B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55" name="Rectángulo 1154">
                        <a:extLst>
                          <a:ext uri="{FF2B5EF4-FFF2-40B4-BE49-F238E27FC236}">
                            <a16:creationId xmlns:a16="http://schemas.microsoft.com/office/drawing/2014/main" id="{A1428B60-52BF-1CC5-696E-1CD83089A3CE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56" name="Rectángulo 1155">
                        <a:extLst>
                          <a:ext uri="{FF2B5EF4-FFF2-40B4-BE49-F238E27FC236}">
                            <a16:creationId xmlns:a16="http://schemas.microsoft.com/office/drawing/2014/main" id="{B20D5510-D3E8-3042-3802-C8424AF0CCEF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48" name="Grupo 1147">
                      <a:extLst>
                        <a:ext uri="{FF2B5EF4-FFF2-40B4-BE49-F238E27FC236}">
                          <a16:creationId xmlns:a16="http://schemas.microsoft.com/office/drawing/2014/main" id="{316DB371-A945-0DB4-2EA1-012742A519E0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49" name="Grupo 1148">
                        <a:extLst>
                          <a:ext uri="{FF2B5EF4-FFF2-40B4-BE49-F238E27FC236}">
                            <a16:creationId xmlns:a16="http://schemas.microsoft.com/office/drawing/2014/main" id="{67AB0D75-E5CC-7BDA-62F3-A307A07D45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52" name="Rectángulo: esquinas redondeadas 1151">
                          <a:extLst>
                            <a:ext uri="{FF2B5EF4-FFF2-40B4-BE49-F238E27FC236}">
                              <a16:creationId xmlns:a16="http://schemas.microsoft.com/office/drawing/2014/main" id="{C4A78A5F-787F-EF1B-08E6-8963CCC3B08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53" name="Rectángulo: esquinas redondeadas 1152">
                          <a:extLst>
                            <a:ext uri="{FF2B5EF4-FFF2-40B4-BE49-F238E27FC236}">
                              <a16:creationId xmlns:a16="http://schemas.microsoft.com/office/drawing/2014/main" id="{BD73D00A-5D1D-1B70-A3AD-466C316168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50" name="Rectángulo 1149">
                        <a:extLst>
                          <a:ext uri="{FF2B5EF4-FFF2-40B4-BE49-F238E27FC236}">
                            <a16:creationId xmlns:a16="http://schemas.microsoft.com/office/drawing/2014/main" id="{5A8B732E-2FA1-1C85-FF12-73ABB143359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51" name="Rectángulo 1150">
                        <a:extLst>
                          <a:ext uri="{FF2B5EF4-FFF2-40B4-BE49-F238E27FC236}">
                            <a16:creationId xmlns:a16="http://schemas.microsoft.com/office/drawing/2014/main" id="{2C1784C9-5227-D309-4F70-1A3D1E8F7EC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117" name="Grupo 1116">
                    <a:extLst>
                      <a:ext uri="{FF2B5EF4-FFF2-40B4-BE49-F238E27FC236}">
                        <a16:creationId xmlns:a16="http://schemas.microsoft.com/office/drawing/2014/main" id="{1F6258BE-E9D4-EBB4-FCC3-E7DE2817E2C1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1126" name="Grupo 1125">
                      <a:extLst>
                        <a:ext uri="{FF2B5EF4-FFF2-40B4-BE49-F238E27FC236}">
                          <a16:creationId xmlns:a16="http://schemas.microsoft.com/office/drawing/2014/main" id="{4699258E-44CD-7887-CB9B-914995BCED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1128" name="Grupo 1127">
                        <a:extLst>
                          <a:ext uri="{FF2B5EF4-FFF2-40B4-BE49-F238E27FC236}">
                            <a16:creationId xmlns:a16="http://schemas.microsoft.com/office/drawing/2014/main" id="{3E62530D-581D-42B5-BC88-2BB71DF750B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1143" name="Elipse 1142">
                          <a:extLst>
                            <a:ext uri="{FF2B5EF4-FFF2-40B4-BE49-F238E27FC236}">
                              <a16:creationId xmlns:a16="http://schemas.microsoft.com/office/drawing/2014/main" id="{B9371026-DD6B-AFE2-4A46-45710FDE2B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144" name="Grupo 1143">
                          <a:extLst>
                            <a:ext uri="{FF2B5EF4-FFF2-40B4-BE49-F238E27FC236}">
                              <a16:creationId xmlns:a16="http://schemas.microsoft.com/office/drawing/2014/main" id="{6A6E4F26-1B75-978E-3004-DBD84F6BAA7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145" name="Rectángulo 1144">
                            <a:extLst>
                              <a:ext uri="{FF2B5EF4-FFF2-40B4-BE49-F238E27FC236}">
                                <a16:creationId xmlns:a16="http://schemas.microsoft.com/office/drawing/2014/main" id="{62EA9573-067A-2C0D-F865-81EA5CB1AC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146" name="Rectángulo 1145">
                            <a:extLst>
                              <a:ext uri="{FF2B5EF4-FFF2-40B4-BE49-F238E27FC236}">
                                <a16:creationId xmlns:a16="http://schemas.microsoft.com/office/drawing/2014/main" id="{07269B2F-0AE7-3025-CC56-FB08DF8E3B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129" name="Grupo 1128">
                        <a:extLst>
                          <a:ext uri="{FF2B5EF4-FFF2-40B4-BE49-F238E27FC236}">
                            <a16:creationId xmlns:a16="http://schemas.microsoft.com/office/drawing/2014/main" id="{DA2D20A8-C161-AD52-7E60-461D7F41ECA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130" name="Grupo 1129">
                          <a:extLst>
                            <a:ext uri="{FF2B5EF4-FFF2-40B4-BE49-F238E27FC236}">
                              <a16:creationId xmlns:a16="http://schemas.microsoft.com/office/drawing/2014/main" id="{0B2BBA0D-52E7-2FB1-4C44-3E59CFCF82D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1135" name="Grupo 1134">
                            <a:extLst>
                              <a:ext uri="{FF2B5EF4-FFF2-40B4-BE49-F238E27FC236}">
                                <a16:creationId xmlns:a16="http://schemas.microsoft.com/office/drawing/2014/main" id="{27AF2C51-B8D6-5CC2-3C44-6F9FB73E7AA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1140" name="Rectángulo 1139">
                              <a:extLst>
                                <a:ext uri="{FF2B5EF4-FFF2-40B4-BE49-F238E27FC236}">
                                  <a16:creationId xmlns:a16="http://schemas.microsoft.com/office/drawing/2014/main" id="{2F337549-F11E-188A-E982-E54AF01CFA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141" name="Rectángulo 1140">
                              <a:extLst>
                                <a:ext uri="{FF2B5EF4-FFF2-40B4-BE49-F238E27FC236}">
                                  <a16:creationId xmlns:a16="http://schemas.microsoft.com/office/drawing/2014/main" id="{907ABCA3-84BF-A4A5-D7A5-C4FCC42152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42" name="Marco 1141">
                              <a:extLst>
                                <a:ext uri="{FF2B5EF4-FFF2-40B4-BE49-F238E27FC236}">
                                  <a16:creationId xmlns:a16="http://schemas.microsoft.com/office/drawing/2014/main" id="{057C255B-813B-5F35-B19F-8E55E91AA3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136" name="Grupo 1135">
                            <a:extLst>
                              <a:ext uri="{FF2B5EF4-FFF2-40B4-BE49-F238E27FC236}">
                                <a16:creationId xmlns:a16="http://schemas.microsoft.com/office/drawing/2014/main" id="{458B259D-122F-C908-5BB8-9D050632384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1137" name="Rectángulo 1136">
                              <a:extLst>
                                <a:ext uri="{FF2B5EF4-FFF2-40B4-BE49-F238E27FC236}">
                                  <a16:creationId xmlns:a16="http://schemas.microsoft.com/office/drawing/2014/main" id="{FEA53165-4D5A-5478-F1A0-47A9B7EA6B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38" name="Rectángulo 1137">
                              <a:extLst>
                                <a:ext uri="{FF2B5EF4-FFF2-40B4-BE49-F238E27FC236}">
                                  <a16:creationId xmlns:a16="http://schemas.microsoft.com/office/drawing/2014/main" id="{610E86EF-150D-674D-3EDD-6ACA7D10D3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39" name="Rectángulo 1138">
                              <a:extLst>
                                <a:ext uri="{FF2B5EF4-FFF2-40B4-BE49-F238E27FC236}">
                                  <a16:creationId xmlns:a16="http://schemas.microsoft.com/office/drawing/2014/main" id="{62A39BC2-5BF9-5389-5AB3-8D0B09A8FC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131" name="Grupo 1130">
                          <a:extLst>
                            <a:ext uri="{FF2B5EF4-FFF2-40B4-BE49-F238E27FC236}">
                              <a16:creationId xmlns:a16="http://schemas.microsoft.com/office/drawing/2014/main" id="{23974D71-93EA-8EE4-0C4E-71B255B9083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1132" name="Rectángulo 1131">
                            <a:extLst>
                              <a:ext uri="{FF2B5EF4-FFF2-40B4-BE49-F238E27FC236}">
                                <a16:creationId xmlns:a16="http://schemas.microsoft.com/office/drawing/2014/main" id="{5F74CAB5-59D4-16DF-B25E-73FE6794481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133" name="Rectángulo 1132">
                            <a:extLst>
                              <a:ext uri="{FF2B5EF4-FFF2-40B4-BE49-F238E27FC236}">
                                <a16:creationId xmlns:a16="http://schemas.microsoft.com/office/drawing/2014/main" id="{59C8CBEF-7BD3-7C55-D7D0-16C8FFBB0E8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134" name="Rectángulo 1133">
                            <a:extLst>
                              <a:ext uri="{FF2B5EF4-FFF2-40B4-BE49-F238E27FC236}">
                                <a16:creationId xmlns:a16="http://schemas.microsoft.com/office/drawing/2014/main" id="{31E34CE6-6CA5-3E61-9A10-173EA5E607E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127" name="Rectángulo 1126">
                      <a:extLst>
                        <a:ext uri="{FF2B5EF4-FFF2-40B4-BE49-F238E27FC236}">
                          <a16:creationId xmlns:a16="http://schemas.microsoft.com/office/drawing/2014/main" id="{DCF64C10-31CD-70A7-48EA-A3DABEFCBB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118" name="Grupo 1117">
                    <a:extLst>
                      <a:ext uri="{FF2B5EF4-FFF2-40B4-BE49-F238E27FC236}">
                        <a16:creationId xmlns:a16="http://schemas.microsoft.com/office/drawing/2014/main" id="{66646568-40DE-6707-06A4-44FEBBD90FC7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1119" name="Rectángulo 1118">
                      <a:extLst>
                        <a:ext uri="{FF2B5EF4-FFF2-40B4-BE49-F238E27FC236}">
                          <a16:creationId xmlns:a16="http://schemas.microsoft.com/office/drawing/2014/main" id="{9CC4B2B8-B653-F799-87EB-00FEC81B0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120" name="Grupo 1119">
                      <a:extLst>
                        <a:ext uri="{FF2B5EF4-FFF2-40B4-BE49-F238E27FC236}">
                          <a16:creationId xmlns:a16="http://schemas.microsoft.com/office/drawing/2014/main" id="{233F3D7F-E6CA-8FAD-36D3-DE3D582921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1121" name="Grupo 1120">
                        <a:extLst>
                          <a:ext uri="{FF2B5EF4-FFF2-40B4-BE49-F238E27FC236}">
                            <a16:creationId xmlns:a16="http://schemas.microsoft.com/office/drawing/2014/main" id="{3FE44B5F-4C9E-6E16-F52B-6276710AC1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1123" name="Rectángulo 1122">
                          <a:extLst>
                            <a:ext uri="{FF2B5EF4-FFF2-40B4-BE49-F238E27FC236}">
                              <a16:creationId xmlns:a16="http://schemas.microsoft.com/office/drawing/2014/main" id="{DDEA9B06-E7F9-75C0-751B-47AED66DF54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124" name="Elipse 1123">
                          <a:extLst>
                            <a:ext uri="{FF2B5EF4-FFF2-40B4-BE49-F238E27FC236}">
                              <a16:creationId xmlns:a16="http://schemas.microsoft.com/office/drawing/2014/main" id="{1EFC8796-6683-3E11-F5D0-EE7E0434F14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125" name="Elipse 1124">
                          <a:extLst>
                            <a:ext uri="{FF2B5EF4-FFF2-40B4-BE49-F238E27FC236}">
                              <a16:creationId xmlns:a16="http://schemas.microsoft.com/office/drawing/2014/main" id="{74286E9A-35B1-100D-1A76-3FC199892B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22" name="Rectángulo 1121">
                        <a:extLst>
                          <a:ext uri="{FF2B5EF4-FFF2-40B4-BE49-F238E27FC236}">
                            <a16:creationId xmlns:a16="http://schemas.microsoft.com/office/drawing/2014/main" id="{D4BA5249-ECB3-721D-D480-AB89486F43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</p:grpSp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1ABE0E64-0000-D8E4-7B2B-1E4CE5CE7925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5A51EEE2-064A-76DC-382F-90096D01D6DB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solidFill>
                  <a:schemeClr val="bg1">
                    <a:lumMod val="65000"/>
                  </a:schemeClr>
                </a:solidFill>
              </p:grpSpPr>
              <p:grpSp>
                <p:nvGrpSpPr>
                  <p:cNvPr id="708" name="Grupo 707">
                    <a:extLst>
                      <a:ext uri="{FF2B5EF4-FFF2-40B4-BE49-F238E27FC236}">
                        <a16:creationId xmlns:a16="http://schemas.microsoft.com/office/drawing/2014/main" id="{BFD73A20-1643-C5F1-93E3-BFC2CAF110B6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710" name="Elipse 709">
                      <a:extLst>
                        <a:ext uri="{FF2B5EF4-FFF2-40B4-BE49-F238E27FC236}">
                          <a16:creationId xmlns:a16="http://schemas.microsoft.com/office/drawing/2014/main" id="{50C75A14-7DE8-4730-EA9D-B8FF1813F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11" name="Diagrama de flujo: operación manual 710">
                      <a:extLst>
                        <a:ext uri="{FF2B5EF4-FFF2-40B4-BE49-F238E27FC236}">
                          <a16:creationId xmlns:a16="http://schemas.microsoft.com/office/drawing/2014/main" id="{CDCD649E-4A98-0D17-042E-9B9A72B20EF8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09" name="Elipse 708">
                    <a:extLst>
                      <a:ext uri="{FF2B5EF4-FFF2-40B4-BE49-F238E27FC236}">
                        <a16:creationId xmlns:a16="http://schemas.microsoft.com/office/drawing/2014/main" id="{8CF6547A-7775-893E-675F-97A1545F108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" name="Diagrama de flujo: operación manual 6">
                  <a:extLst>
                    <a:ext uri="{FF2B5EF4-FFF2-40B4-BE49-F238E27FC236}">
                      <a16:creationId xmlns:a16="http://schemas.microsoft.com/office/drawing/2014/main" id="{BA538EF7-7855-3919-F901-831A45D4BB71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898" name="Grupo 897">
                <a:extLst>
                  <a:ext uri="{FF2B5EF4-FFF2-40B4-BE49-F238E27FC236}">
                    <a16:creationId xmlns:a16="http://schemas.microsoft.com/office/drawing/2014/main" id="{A2C35F7C-60AC-B297-BFED-2AFD6E57B157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</p:grpSpPr>
            <p:grpSp>
              <p:nvGrpSpPr>
                <p:cNvPr id="899" name="Grupo 898">
                  <a:extLst>
                    <a:ext uri="{FF2B5EF4-FFF2-40B4-BE49-F238E27FC236}">
                      <a16:creationId xmlns:a16="http://schemas.microsoft.com/office/drawing/2014/main" id="{4ECD905E-E6AF-BFB2-E1EA-1CDF36A4769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</p:grpSpPr>
              <p:grpSp>
                <p:nvGrpSpPr>
                  <p:cNvPr id="901" name="Grupo 900">
                    <a:extLst>
                      <a:ext uri="{FF2B5EF4-FFF2-40B4-BE49-F238E27FC236}">
                        <a16:creationId xmlns:a16="http://schemas.microsoft.com/office/drawing/2014/main" id="{EEB4F93E-B597-5BA1-57B7-186A3882F712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</p:grpSpPr>
                <p:grpSp>
                  <p:nvGrpSpPr>
                    <p:cNvPr id="903" name="Grupo 902">
                      <a:extLst>
                        <a:ext uri="{FF2B5EF4-FFF2-40B4-BE49-F238E27FC236}">
                          <a16:creationId xmlns:a16="http://schemas.microsoft.com/office/drawing/2014/main" id="{A4A7F015-9A42-DD42-A005-DE971363D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</p:grpSpPr>
                  <p:grpSp>
                    <p:nvGrpSpPr>
                      <p:cNvPr id="905" name="Grupo 904">
                        <a:extLst>
                          <a:ext uri="{FF2B5EF4-FFF2-40B4-BE49-F238E27FC236}">
                            <a16:creationId xmlns:a16="http://schemas.microsoft.com/office/drawing/2014/main" id="{AE93767B-3D16-E47A-F419-C0548B07E1A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</p:grpSpPr>
                    <p:grpSp>
                      <p:nvGrpSpPr>
                        <p:cNvPr id="907" name="Grupo 906">
                          <a:extLst>
                            <a:ext uri="{FF2B5EF4-FFF2-40B4-BE49-F238E27FC236}">
                              <a16:creationId xmlns:a16="http://schemas.microsoft.com/office/drawing/2014/main" id="{A6A9F1B6-6914-6E3E-6C7A-C1475A2329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solidFill>
                          <a:schemeClr val="bg1">
                            <a:lumMod val="65000"/>
                          </a:schemeClr>
                        </a:solidFill>
                      </p:grpSpPr>
                      <p:grpSp>
                        <p:nvGrpSpPr>
                          <p:cNvPr id="909" name="Grupo 908">
                            <a:extLst>
                              <a:ext uri="{FF2B5EF4-FFF2-40B4-BE49-F238E27FC236}">
                                <a16:creationId xmlns:a16="http://schemas.microsoft.com/office/drawing/2014/main" id="{48A15460-2B13-25D5-BE7C-33F439AE295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11" name="Elipse 910">
                              <a:extLst>
                                <a:ext uri="{FF2B5EF4-FFF2-40B4-BE49-F238E27FC236}">
                                  <a16:creationId xmlns:a16="http://schemas.microsoft.com/office/drawing/2014/main" id="{0CE69D44-D18C-5322-8E40-20B252D8AA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2" name="Diagrama de flujo: operación manual 911">
                              <a:extLst>
                                <a:ext uri="{FF2B5EF4-FFF2-40B4-BE49-F238E27FC236}">
                                  <a16:creationId xmlns:a16="http://schemas.microsoft.com/office/drawing/2014/main" id="{7170E10A-FCE2-E30A-9609-2F3B39FD5F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10" name="Elipse 909">
                            <a:extLst>
                              <a:ext uri="{FF2B5EF4-FFF2-40B4-BE49-F238E27FC236}">
                                <a16:creationId xmlns:a16="http://schemas.microsoft.com/office/drawing/2014/main" id="{8A16BDBB-88E8-EFE1-A970-D97329771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08" name="Diagrama de flujo: operación manual 907">
                          <a:extLst>
                            <a:ext uri="{FF2B5EF4-FFF2-40B4-BE49-F238E27FC236}">
                              <a16:creationId xmlns:a16="http://schemas.microsoft.com/office/drawing/2014/main" id="{D22AD5A4-5CE3-3887-14AC-653A2C5A6D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19050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06" name="Elipse 905">
                        <a:extLst>
                          <a:ext uri="{FF2B5EF4-FFF2-40B4-BE49-F238E27FC236}">
                            <a16:creationId xmlns:a16="http://schemas.microsoft.com/office/drawing/2014/main" id="{F6A362AF-DEDA-0437-E00B-E0C5E5C30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4" name="Elipse 903">
                      <a:extLst>
                        <a:ext uri="{FF2B5EF4-FFF2-40B4-BE49-F238E27FC236}">
                          <a16:creationId xmlns:a16="http://schemas.microsoft.com/office/drawing/2014/main" id="{AD260F28-9049-B9B1-7951-DB8F3F79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2" name="Elipse 901">
                    <a:extLst>
                      <a:ext uri="{FF2B5EF4-FFF2-40B4-BE49-F238E27FC236}">
                        <a16:creationId xmlns:a16="http://schemas.microsoft.com/office/drawing/2014/main" id="{8E70C639-CEC4-72ED-DEFC-7BE52CC6FBB1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0" name="Elipse 899">
                  <a:extLst>
                    <a:ext uri="{FF2B5EF4-FFF2-40B4-BE49-F238E27FC236}">
                      <a16:creationId xmlns:a16="http://schemas.microsoft.com/office/drawing/2014/main" id="{663C2139-1C74-F536-6879-50576C60A161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896" name="Grupo 895">
              <a:extLst>
                <a:ext uri="{FF2B5EF4-FFF2-40B4-BE49-F238E27FC236}">
                  <a16:creationId xmlns:a16="http://schemas.microsoft.com/office/drawing/2014/main" id="{8E101F54-4565-BE3F-69FD-4210394BC797}"/>
                </a:ext>
              </a:extLst>
            </p:cNvPr>
            <p:cNvGrpSpPr/>
            <p:nvPr/>
          </p:nvGrpSpPr>
          <p:grpSpPr>
            <a:xfrm flipH="1" flipV="1">
              <a:off x="8584824" y="2838471"/>
              <a:ext cx="4925289" cy="2614476"/>
              <a:chOff x="4815770" y="1150053"/>
              <a:chExt cx="4925289" cy="2614476"/>
            </a:xfrm>
            <a:noFill/>
          </p:grpSpPr>
          <p:grpSp>
            <p:nvGrpSpPr>
              <p:cNvPr id="897" name="Grupo 896">
                <a:extLst>
                  <a:ext uri="{FF2B5EF4-FFF2-40B4-BE49-F238E27FC236}">
                    <a16:creationId xmlns:a16="http://schemas.microsoft.com/office/drawing/2014/main" id="{93DF5529-1892-0C27-F076-4BB21186DED0}"/>
                  </a:ext>
                </a:extLst>
              </p:cNvPr>
              <p:cNvGrpSpPr/>
              <p:nvPr/>
            </p:nvGrpSpPr>
            <p:grpSpPr>
              <a:xfrm rot="1800000">
                <a:off x="4815770" y="1150053"/>
                <a:ext cx="3958903" cy="1540811"/>
                <a:chOff x="4815770" y="1150053"/>
                <a:chExt cx="3958903" cy="1540811"/>
              </a:xfrm>
              <a:grpFill/>
            </p:grpSpPr>
            <p:grpSp>
              <p:nvGrpSpPr>
                <p:cNvPr id="944" name="Grupo 943">
                  <a:extLst>
                    <a:ext uri="{FF2B5EF4-FFF2-40B4-BE49-F238E27FC236}">
                      <a16:creationId xmlns:a16="http://schemas.microsoft.com/office/drawing/2014/main" id="{3377661A-626D-14D2-3261-DE89F7E0F797}"/>
                    </a:ext>
                  </a:extLst>
                </p:cNvPr>
                <p:cNvGrpSpPr/>
                <p:nvPr/>
              </p:nvGrpSpPr>
              <p:grpSpPr>
                <a:xfrm>
                  <a:off x="4815770" y="1355934"/>
                  <a:ext cx="2222990" cy="1334930"/>
                  <a:chOff x="4815770" y="1355934"/>
                  <a:chExt cx="2222990" cy="1334930"/>
                </a:xfrm>
                <a:grpFill/>
              </p:grpSpPr>
              <p:grpSp>
                <p:nvGrpSpPr>
                  <p:cNvPr id="1062" name="Grupo 1061">
                    <a:extLst>
                      <a:ext uri="{FF2B5EF4-FFF2-40B4-BE49-F238E27FC236}">
                        <a16:creationId xmlns:a16="http://schemas.microsoft.com/office/drawing/2014/main" id="{91850246-BC4A-90A3-E308-FCFE43FB55B7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106" name="Grupo 1105">
                      <a:extLst>
                        <a:ext uri="{FF2B5EF4-FFF2-40B4-BE49-F238E27FC236}">
                          <a16:creationId xmlns:a16="http://schemas.microsoft.com/office/drawing/2014/main" id="{904933DF-EB09-CC89-F7C6-F7C473363231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113" name="Grupo 1112">
                        <a:extLst>
                          <a:ext uri="{FF2B5EF4-FFF2-40B4-BE49-F238E27FC236}">
                            <a16:creationId xmlns:a16="http://schemas.microsoft.com/office/drawing/2014/main" id="{971287F3-16A8-21C6-B996-3980C460EEF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174" name="Rectángulo: esquinas redondeadas 1173">
                          <a:extLst>
                            <a:ext uri="{FF2B5EF4-FFF2-40B4-BE49-F238E27FC236}">
                              <a16:creationId xmlns:a16="http://schemas.microsoft.com/office/drawing/2014/main" id="{74E4184B-BBD9-DD60-234B-C08CC75A1A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75" name="Rectángulo: esquinas redondeadas 1174">
                          <a:extLst>
                            <a:ext uri="{FF2B5EF4-FFF2-40B4-BE49-F238E27FC236}">
                              <a16:creationId xmlns:a16="http://schemas.microsoft.com/office/drawing/2014/main" id="{C2858033-D812-A595-EEB6-9BD9D2B37B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72" name="Rectángulo 1171">
                        <a:extLst>
                          <a:ext uri="{FF2B5EF4-FFF2-40B4-BE49-F238E27FC236}">
                            <a16:creationId xmlns:a16="http://schemas.microsoft.com/office/drawing/2014/main" id="{873C4540-BAE1-5027-15FC-C04D9790524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73" name="Rectángulo 1172">
                        <a:extLst>
                          <a:ext uri="{FF2B5EF4-FFF2-40B4-BE49-F238E27FC236}">
                            <a16:creationId xmlns:a16="http://schemas.microsoft.com/office/drawing/2014/main" id="{B7C7BE70-53CA-9FD1-B4A7-381C24F693B0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07" name="Grupo 1106">
                      <a:extLst>
                        <a:ext uri="{FF2B5EF4-FFF2-40B4-BE49-F238E27FC236}">
                          <a16:creationId xmlns:a16="http://schemas.microsoft.com/office/drawing/2014/main" id="{E5AA0135-648F-E892-154E-4FFF11029CC1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08" name="Grupo 1107">
                        <a:extLst>
                          <a:ext uri="{FF2B5EF4-FFF2-40B4-BE49-F238E27FC236}">
                            <a16:creationId xmlns:a16="http://schemas.microsoft.com/office/drawing/2014/main" id="{90F34E97-0CCF-36C1-736F-1B036F54A52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11" name="Rectángulo: esquinas redondeadas 1110">
                          <a:extLst>
                            <a:ext uri="{FF2B5EF4-FFF2-40B4-BE49-F238E27FC236}">
                              <a16:creationId xmlns:a16="http://schemas.microsoft.com/office/drawing/2014/main" id="{9B25B21D-EA23-1355-8A0F-B0D2D319AA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12" name="Rectángulo: esquinas redondeadas 1111">
                          <a:extLst>
                            <a:ext uri="{FF2B5EF4-FFF2-40B4-BE49-F238E27FC236}">
                              <a16:creationId xmlns:a16="http://schemas.microsoft.com/office/drawing/2014/main" id="{5BFB423A-EE98-7140-C221-1E2872EAEAD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09" name="Rectángulo 1108">
                        <a:extLst>
                          <a:ext uri="{FF2B5EF4-FFF2-40B4-BE49-F238E27FC236}">
                            <a16:creationId xmlns:a16="http://schemas.microsoft.com/office/drawing/2014/main" id="{197FE459-5E6A-7D7F-AAD9-492A917C1DC3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10" name="Rectángulo 1109">
                        <a:extLst>
                          <a:ext uri="{FF2B5EF4-FFF2-40B4-BE49-F238E27FC236}">
                            <a16:creationId xmlns:a16="http://schemas.microsoft.com/office/drawing/2014/main" id="{05CB020B-BDE3-BCF0-FD5B-CA4A3DE6F97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63" name="Grupo 1062">
                    <a:extLst>
                      <a:ext uri="{FF2B5EF4-FFF2-40B4-BE49-F238E27FC236}">
                        <a16:creationId xmlns:a16="http://schemas.microsoft.com/office/drawing/2014/main" id="{57B0C7D0-0AD1-ED9A-2787-FF080BD8A2A8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1094" name="Grupo 1093">
                      <a:extLst>
                        <a:ext uri="{FF2B5EF4-FFF2-40B4-BE49-F238E27FC236}">
                          <a16:creationId xmlns:a16="http://schemas.microsoft.com/office/drawing/2014/main" id="{B3F81F36-EA3D-30F7-2CC9-A6424B2A4D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101" name="Grupo 1100">
                        <a:extLst>
                          <a:ext uri="{FF2B5EF4-FFF2-40B4-BE49-F238E27FC236}">
                            <a16:creationId xmlns:a16="http://schemas.microsoft.com/office/drawing/2014/main" id="{03F89910-EF7A-3BF2-15E5-9845A9829D0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104" name="Rectángulo: esquinas redondeadas 1103">
                          <a:extLst>
                            <a:ext uri="{FF2B5EF4-FFF2-40B4-BE49-F238E27FC236}">
                              <a16:creationId xmlns:a16="http://schemas.microsoft.com/office/drawing/2014/main" id="{D2E69D78-55C0-0457-1F89-B8D123F5DD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05" name="Rectángulo: esquinas redondeadas 1104">
                          <a:extLst>
                            <a:ext uri="{FF2B5EF4-FFF2-40B4-BE49-F238E27FC236}">
                              <a16:creationId xmlns:a16="http://schemas.microsoft.com/office/drawing/2014/main" id="{10605FDA-E2E3-5D34-7F3B-31B54047A7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02" name="Rectángulo 1101">
                        <a:extLst>
                          <a:ext uri="{FF2B5EF4-FFF2-40B4-BE49-F238E27FC236}">
                            <a16:creationId xmlns:a16="http://schemas.microsoft.com/office/drawing/2014/main" id="{1B3A2419-CF82-2822-B62F-24A2ADA4283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03" name="Rectángulo 1102">
                        <a:extLst>
                          <a:ext uri="{FF2B5EF4-FFF2-40B4-BE49-F238E27FC236}">
                            <a16:creationId xmlns:a16="http://schemas.microsoft.com/office/drawing/2014/main" id="{FD36B87D-AEA5-2D40-6016-B77D32C18DBE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95" name="Grupo 1094">
                      <a:extLst>
                        <a:ext uri="{FF2B5EF4-FFF2-40B4-BE49-F238E27FC236}">
                          <a16:creationId xmlns:a16="http://schemas.microsoft.com/office/drawing/2014/main" id="{8CB1B04F-A963-4673-DF3D-0DBD4988DB9A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96" name="Grupo 1095">
                        <a:extLst>
                          <a:ext uri="{FF2B5EF4-FFF2-40B4-BE49-F238E27FC236}">
                            <a16:creationId xmlns:a16="http://schemas.microsoft.com/office/drawing/2014/main" id="{8E6F70A6-92DC-B76D-91C6-D38D43553BE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99" name="Rectángulo: esquinas redondeadas 1098">
                          <a:extLst>
                            <a:ext uri="{FF2B5EF4-FFF2-40B4-BE49-F238E27FC236}">
                              <a16:creationId xmlns:a16="http://schemas.microsoft.com/office/drawing/2014/main" id="{C99DF99C-6D0C-CDA2-04C3-BA85D2563C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00" name="Rectángulo: esquinas redondeadas 1099">
                          <a:extLst>
                            <a:ext uri="{FF2B5EF4-FFF2-40B4-BE49-F238E27FC236}">
                              <a16:creationId xmlns:a16="http://schemas.microsoft.com/office/drawing/2014/main" id="{D25BFD35-6412-73B9-EAF4-6613EA6BDA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97" name="Rectángulo 1096">
                        <a:extLst>
                          <a:ext uri="{FF2B5EF4-FFF2-40B4-BE49-F238E27FC236}">
                            <a16:creationId xmlns:a16="http://schemas.microsoft.com/office/drawing/2014/main" id="{7B920030-6E5A-34D3-DA2B-9D51EC0531A8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98" name="Rectángulo 1097">
                        <a:extLst>
                          <a:ext uri="{FF2B5EF4-FFF2-40B4-BE49-F238E27FC236}">
                            <a16:creationId xmlns:a16="http://schemas.microsoft.com/office/drawing/2014/main" id="{CAC4426F-D1E7-AE5D-1CAF-CDD139B75E2A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64" name="Grupo 1063">
                    <a:extLst>
                      <a:ext uri="{FF2B5EF4-FFF2-40B4-BE49-F238E27FC236}">
                        <a16:creationId xmlns:a16="http://schemas.microsoft.com/office/drawing/2014/main" id="{DC5F26A1-E98C-E9C5-6E83-D53B5E5ADA03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1073" name="Grupo 1072">
                      <a:extLst>
                        <a:ext uri="{FF2B5EF4-FFF2-40B4-BE49-F238E27FC236}">
                          <a16:creationId xmlns:a16="http://schemas.microsoft.com/office/drawing/2014/main" id="{2161D794-EB7D-8F0B-131F-B4C2903A46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1075" name="Grupo 1074">
                        <a:extLst>
                          <a:ext uri="{FF2B5EF4-FFF2-40B4-BE49-F238E27FC236}">
                            <a16:creationId xmlns:a16="http://schemas.microsoft.com/office/drawing/2014/main" id="{2B0C954E-9EC9-8C69-7167-19E79BEBD33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1090" name="Elipse 1089">
                          <a:extLst>
                            <a:ext uri="{FF2B5EF4-FFF2-40B4-BE49-F238E27FC236}">
                              <a16:creationId xmlns:a16="http://schemas.microsoft.com/office/drawing/2014/main" id="{E7EA43F7-0E8A-332E-9F79-943D50C66F0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091" name="Grupo 1090">
                          <a:extLst>
                            <a:ext uri="{FF2B5EF4-FFF2-40B4-BE49-F238E27FC236}">
                              <a16:creationId xmlns:a16="http://schemas.microsoft.com/office/drawing/2014/main" id="{30E990D4-B3E8-871A-4355-55D6D073535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092" name="Rectángulo 1091">
                            <a:extLst>
                              <a:ext uri="{FF2B5EF4-FFF2-40B4-BE49-F238E27FC236}">
                                <a16:creationId xmlns:a16="http://schemas.microsoft.com/office/drawing/2014/main" id="{D248F84D-E271-9742-620B-CA111E2E59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93" name="Rectángulo 1092">
                            <a:extLst>
                              <a:ext uri="{FF2B5EF4-FFF2-40B4-BE49-F238E27FC236}">
                                <a16:creationId xmlns:a16="http://schemas.microsoft.com/office/drawing/2014/main" id="{567BC239-C65E-6348-5D2E-B18AF47E3A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076" name="Grupo 1075">
                        <a:extLst>
                          <a:ext uri="{FF2B5EF4-FFF2-40B4-BE49-F238E27FC236}">
                            <a16:creationId xmlns:a16="http://schemas.microsoft.com/office/drawing/2014/main" id="{FAE09E1A-669D-7B25-D45C-8A72AC2683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077" name="Grupo 1076">
                          <a:extLst>
                            <a:ext uri="{FF2B5EF4-FFF2-40B4-BE49-F238E27FC236}">
                              <a16:creationId xmlns:a16="http://schemas.microsoft.com/office/drawing/2014/main" id="{9EC745A5-018C-3C43-95D2-3BF0974A681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1082" name="Grupo 1081">
                            <a:extLst>
                              <a:ext uri="{FF2B5EF4-FFF2-40B4-BE49-F238E27FC236}">
                                <a16:creationId xmlns:a16="http://schemas.microsoft.com/office/drawing/2014/main" id="{D105A44A-2371-AA74-3349-0BFB7F57D7F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1087" name="Rectángulo 1086">
                              <a:extLst>
                                <a:ext uri="{FF2B5EF4-FFF2-40B4-BE49-F238E27FC236}">
                                  <a16:creationId xmlns:a16="http://schemas.microsoft.com/office/drawing/2014/main" id="{BDC004D7-419E-B787-0C97-5C3B2E34B2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088" name="Rectángulo 1087">
                              <a:extLst>
                                <a:ext uri="{FF2B5EF4-FFF2-40B4-BE49-F238E27FC236}">
                                  <a16:creationId xmlns:a16="http://schemas.microsoft.com/office/drawing/2014/main" id="{7BD3623D-8C43-1137-9868-A73190073A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9" name="Marco 1088">
                              <a:extLst>
                                <a:ext uri="{FF2B5EF4-FFF2-40B4-BE49-F238E27FC236}">
                                  <a16:creationId xmlns:a16="http://schemas.microsoft.com/office/drawing/2014/main" id="{FFF062E4-31A5-7344-29F5-298EFBBBA90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083" name="Grupo 1082">
                            <a:extLst>
                              <a:ext uri="{FF2B5EF4-FFF2-40B4-BE49-F238E27FC236}">
                                <a16:creationId xmlns:a16="http://schemas.microsoft.com/office/drawing/2014/main" id="{EFBBA93F-6688-934C-0022-672C202F167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1084" name="Rectángulo 1083">
                              <a:extLst>
                                <a:ext uri="{FF2B5EF4-FFF2-40B4-BE49-F238E27FC236}">
                                  <a16:creationId xmlns:a16="http://schemas.microsoft.com/office/drawing/2014/main" id="{AD2B8A9E-78ED-6050-C5AC-38F7B72990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5" name="Rectángulo 1084">
                              <a:extLst>
                                <a:ext uri="{FF2B5EF4-FFF2-40B4-BE49-F238E27FC236}">
                                  <a16:creationId xmlns:a16="http://schemas.microsoft.com/office/drawing/2014/main" id="{2A9AAD8C-30B1-A237-9353-1DEB0B7ECA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6" name="Rectángulo 1085">
                              <a:extLst>
                                <a:ext uri="{FF2B5EF4-FFF2-40B4-BE49-F238E27FC236}">
                                  <a16:creationId xmlns:a16="http://schemas.microsoft.com/office/drawing/2014/main" id="{E649090D-6C99-8F9F-AF38-BABF52D996C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078" name="Grupo 1077">
                          <a:extLst>
                            <a:ext uri="{FF2B5EF4-FFF2-40B4-BE49-F238E27FC236}">
                              <a16:creationId xmlns:a16="http://schemas.microsoft.com/office/drawing/2014/main" id="{FA25A75D-F505-C86F-C483-CC90C24F1BD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1079" name="Rectángulo 1078">
                            <a:extLst>
                              <a:ext uri="{FF2B5EF4-FFF2-40B4-BE49-F238E27FC236}">
                                <a16:creationId xmlns:a16="http://schemas.microsoft.com/office/drawing/2014/main" id="{6CF0B990-DC10-547E-D2A4-F2307D0B6E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80" name="Rectángulo 1079">
                            <a:extLst>
                              <a:ext uri="{FF2B5EF4-FFF2-40B4-BE49-F238E27FC236}">
                                <a16:creationId xmlns:a16="http://schemas.microsoft.com/office/drawing/2014/main" id="{BEEB639D-85FE-6A28-4D59-8F0CDBA193C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81" name="Rectángulo 1080">
                            <a:extLst>
                              <a:ext uri="{FF2B5EF4-FFF2-40B4-BE49-F238E27FC236}">
                                <a16:creationId xmlns:a16="http://schemas.microsoft.com/office/drawing/2014/main" id="{2CBF8CD8-4C64-AC4C-F32C-A0EEE3012D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074" name="Rectángulo 1073">
                      <a:extLst>
                        <a:ext uri="{FF2B5EF4-FFF2-40B4-BE49-F238E27FC236}">
                          <a16:creationId xmlns:a16="http://schemas.microsoft.com/office/drawing/2014/main" id="{DBCD9C5A-FCA4-4A90-F287-7688E711BA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65" name="Grupo 1064">
                    <a:extLst>
                      <a:ext uri="{FF2B5EF4-FFF2-40B4-BE49-F238E27FC236}">
                        <a16:creationId xmlns:a16="http://schemas.microsoft.com/office/drawing/2014/main" id="{19CEB311-8311-F2B0-7D6F-0697C10D368B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1066" name="Rectángulo 1065">
                      <a:extLst>
                        <a:ext uri="{FF2B5EF4-FFF2-40B4-BE49-F238E27FC236}">
                          <a16:creationId xmlns:a16="http://schemas.microsoft.com/office/drawing/2014/main" id="{F3523DAC-573E-7267-EC7F-957BE7174F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067" name="Grupo 1066">
                      <a:extLst>
                        <a:ext uri="{FF2B5EF4-FFF2-40B4-BE49-F238E27FC236}">
                          <a16:creationId xmlns:a16="http://schemas.microsoft.com/office/drawing/2014/main" id="{C2FFDFEC-FA96-7D1D-1478-ED1D661E51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1068" name="Grupo 1067">
                        <a:extLst>
                          <a:ext uri="{FF2B5EF4-FFF2-40B4-BE49-F238E27FC236}">
                            <a16:creationId xmlns:a16="http://schemas.microsoft.com/office/drawing/2014/main" id="{83212F87-BD11-B4E8-1D9A-ECB189C52B4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1070" name="Rectángulo 1069">
                          <a:extLst>
                            <a:ext uri="{FF2B5EF4-FFF2-40B4-BE49-F238E27FC236}">
                              <a16:creationId xmlns:a16="http://schemas.microsoft.com/office/drawing/2014/main" id="{3C229717-20AE-0D81-450E-A4686D16EC0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71" name="Elipse 1070">
                          <a:extLst>
                            <a:ext uri="{FF2B5EF4-FFF2-40B4-BE49-F238E27FC236}">
                              <a16:creationId xmlns:a16="http://schemas.microsoft.com/office/drawing/2014/main" id="{AAA6CA53-128E-0CA5-FF58-9C1A4E99EF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72" name="Elipse 1071">
                          <a:extLst>
                            <a:ext uri="{FF2B5EF4-FFF2-40B4-BE49-F238E27FC236}">
                              <a16:creationId xmlns:a16="http://schemas.microsoft.com/office/drawing/2014/main" id="{93BD92B6-D2EA-651C-1FC8-06397FD45E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69" name="Rectángulo 1068">
                        <a:extLst>
                          <a:ext uri="{FF2B5EF4-FFF2-40B4-BE49-F238E27FC236}">
                            <a16:creationId xmlns:a16="http://schemas.microsoft.com/office/drawing/2014/main" id="{0EC128BA-09C7-3F8F-410E-FD76F97741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  <p:grpSp>
              <p:nvGrpSpPr>
                <p:cNvPr id="945" name="Grupo 944">
                  <a:extLst>
                    <a:ext uri="{FF2B5EF4-FFF2-40B4-BE49-F238E27FC236}">
                      <a16:creationId xmlns:a16="http://schemas.microsoft.com/office/drawing/2014/main" id="{3DCF2657-A2C2-25E5-55D7-956037BFFA34}"/>
                    </a:ext>
                  </a:extLst>
                </p:cNvPr>
                <p:cNvGrpSpPr/>
                <p:nvPr/>
              </p:nvGrpSpPr>
              <p:grpSpPr>
                <a:xfrm flipH="1" flipV="1">
                  <a:off x="6551683" y="1150053"/>
                  <a:ext cx="2222990" cy="1334930"/>
                  <a:chOff x="4815770" y="1355934"/>
                  <a:chExt cx="2222990" cy="1334930"/>
                </a:xfrm>
                <a:grpFill/>
              </p:grpSpPr>
              <p:grpSp>
                <p:nvGrpSpPr>
                  <p:cNvPr id="946" name="Grupo 945">
                    <a:extLst>
                      <a:ext uri="{FF2B5EF4-FFF2-40B4-BE49-F238E27FC236}">
                        <a16:creationId xmlns:a16="http://schemas.microsoft.com/office/drawing/2014/main" id="{5C8D1721-A691-D45E-E12F-CD2C8ADDD9F8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050" name="Grupo 1049">
                      <a:extLst>
                        <a:ext uri="{FF2B5EF4-FFF2-40B4-BE49-F238E27FC236}">
                          <a16:creationId xmlns:a16="http://schemas.microsoft.com/office/drawing/2014/main" id="{B16216BB-6EC2-CE68-CCBB-7E806C1D9069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057" name="Grupo 1056">
                        <a:extLst>
                          <a:ext uri="{FF2B5EF4-FFF2-40B4-BE49-F238E27FC236}">
                            <a16:creationId xmlns:a16="http://schemas.microsoft.com/office/drawing/2014/main" id="{2F858FDF-C3DA-E426-A181-EE1A27A3076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060" name="Rectángulo: esquinas redondeadas 1059">
                          <a:extLst>
                            <a:ext uri="{FF2B5EF4-FFF2-40B4-BE49-F238E27FC236}">
                              <a16:creationId xmlns:a16="http://schemas.microsoft.com/office/drawing/2014/main" id="{A8101778-0B3B-4617-0F41-D397DF3B98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61" name="Rectángulo: esquinas redondeadas 1060">
                          <a:extLst>
                            <a:ext uri="{FF2B5EF4-FFF2-40B4-BE49-F238E27FC236}">
                              <a16:creationId xmlns:a16="http://schemas.microsoft.com/office/drawing/2014/main" id="{8CA21AA2-5EE3-5A46-BBCD-5CC5748A96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58" name="Rectángulo 1057">
                        <a:extLst>
                          <a:ext uri="{FF2B5EF4-FFF2-40B4-BE49-F238E27FC236}">
                            <a16:creationId xmlns:a16="http://schemas.microsoft.com/office/drawing/2014/main" id="{5CC15209-041E-641B-2548-F115A37A8928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59" name="Rectángulo 1058">
                        <a:extLst>
                          <a:ext uri="{FF2B5EF4-FFF2-40B4-BE49-F238E27FC236}">
                            <a16:creationId xmlns:a16="http://schemas.microsoft.com/office/drawing/2014/main" id="{E96478A4-6CED-67CC-F0B2-0D5F284C7F4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51" name="Grupo 1050">
                      <a:extLst>
                        <a:ext uri="{FF2B5EF4-FFF2-40B4-BE49-F238E27FC236}">
                          <a16:creationId xmlns:a16="http://schemas.microsoft.com/office/drawing/2014/main" id="{B8B1C130-C35A-7A6C-3DF1-8CA1DF4820C8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52" name="Grupo 1051">
                        <a:extLst>
                          <a:ext uri="{FF2B5EF4-FFF2-40B4-BE49-F238E27FC236}">
                            <a16:creationId xmlns:a16="http://schemas.microsoft.com/office/drawing/2014/main" id="{A569EE0E-2FDE-C4BC-BF10-42C07070C4C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55" name="Rectángulo: esquinas redondeadas 1054">
                          <a:extLst>
                            <a:ext uri="{FF2B5EF4-FFF2-40B4-BE49-F238E27FC236}">
                              <a16:creationId xmlns:a16="http://schemas.microsoft.com/office/drawing/2014/main" id="{79B783F3-8995-1D95-AD03-5F9D5298B6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56" name="Rectángulo: esquinas redondeadas 1055">
                          <a:extLst>
                            <a:ext uri="{FF2B5EF4-FFF2-40B4-BE49-F238E27FC236}">
                              <a16:creationId xmlns:a16="http://schemas.microsoft.com/office/drawing/2014/main" id="{38B9F53A-2428-D271-D1D7-9442D0B0A4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53" name="Rectángulo 1052">
                        <a:extLst>
                          <a:ext uri="{FF2B5EF4-FFF2-40B4-BE49-F238E27FC236}">
                            <a16:creationId xmlns:a16="http://schemas.microsoft.com/office/drawing/2014/main" id="{1A8B1F9D-A51D-CB9A-E9DE-086A44CEE19F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54" name="Rectángulo 1053">
                        <a:extLst>
                          <a:ext uri="{FF2B5EF4-FFF2-40B4-BE49-F238E27FC236}">
                            <a16:creationId xmlns:a16="http://schemas.microsoft.com/office/drawing/2014/main" id="{D52E6531-C686-A796-518E-58C835C3E917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47" name="Grupo 946">
                    <a:extLst>
                      <a:ext uri="{FF2B5EF4-FFF2-40B4-BE49-F238E27FC236}">
                        <a16:creationId xmlns:a16="http://schemas.microsoft.com/office/drawing/2014/main" id="{7EC011BB-BFE1-445C-360B-120C91ECADCA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978" name="Grupo 977">
                      <a:extLst>
                        <a:ext uri="{FF2B5EF4-FFF2-40B4-BE49-F238E27FC236}">
                          <a16:creationId xmlns:a16="http://schemas.microsoft.com/office/drawing/2014/main" id="{A3EF4723-F790-43FB-111D-7E071CD045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045" name="Grupo 1044">
                        <a:extLst>
                          <a:ext uri="{FF2B5EF4-FFF2-40B4-BE49-F238E27FC236}">
                            <a16:creationId xmlns:a16="http://schemas.microsoft.com/office/drawing/2014/main" id="{2C446EA4-1DFA-FEC7-B7FF-6E67D2C7658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048" name="Rectángulo: esquinas redondeadas 1047">
                          <a:extLst>
                            <a:ext uri="{FF2B5EF4-FFF2-40B4-BE49-F238E27FC236}">
                              <a16:creationId xmlns:a16="http://schemas.microsoft.com/office/drawing/2014/main" id="{5E3E79EA-4CC8-6260-E8F2-24CA1923EF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49" name="Rectángulo: esquinas redondeadas 1048">
                          <a:extLst>
                            <a:ext uri="{FF2B5EF4-FFF2-40B4-BE49-F238E27FC236}">
                              <a16:creationId xmlns:a16="http://schemas.microsoft.com/office/drawing/2014/main" id="{3FC27123-5A1F-F8AB-9A66-1A447FB0DF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46" name="Rectángulo 1045">
                        <a:extLst>
                          <a:ext uri="{FF2B5EF4-FFF2-40B4-BE49-F238E27FC236}">
                            <a16:creationId xmlns:a16="http://schemas.microsoft.com/office/drawing/2014/main" id="{5687BAF8-3DBC-85B4-40C2-066D7977B54B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47" name="Rectángulo 1046">
                        <a:extLst>
                          <a:ext uri="{FF2B5EF4-FFF2-40B4-BE49-F238E27FC236}">
                            <a16:creationId xmlns:a16="http://schemas.microsoft.com/office/drawing/2014/main" id="{F354DE1A-FA18-9D1E-484E-E7C0E76F2D04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39" name="Grupo 1038">
                      <a:extLst>
                        <a:ext uri="{FF2B5EF4-FFF2-40B4-BE49-F238E27FC236}">
                          <a16:creationId xmlns:a16="http://schemas.microsoft.com/office/drawing/2014/main" id="{E7017FD1-F953-C8EC-F8A3-B1EEE22861E2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40" name="Grupo 1039">
                        <a:extLst>
                          <a:ext uri="{FF2B5EF4-FFF2-40B4-BE49-F238E27FC236}">
                            <a16:creationId xmlns:a16="http://schemas.microsoft.com/office/drawing/2014/main" id="{5498A14E-C78C-F837-CD2D-DDB97279D6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43" name="Rectángulo: esquinas redondeadas 1042">
                          <a:extLst>
                            <a:ext uri="{FF2B5EF4-FFF2-40B4-BE49-F238E27FC236}">
                              <a16:creationId xmlns:a16="http://schemas.microsoft.com/office/drawing/2014/main" id="{BF686925-83C8-0B0E-7AC0-8BD9A0AD835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44" name="Rectángulo: esquinas redondeadas 1043">
                          <a:extLst>
                            <a:ext uri="{FF2B5EF4-FFF2-40B4-BE49-F238E27FC236}">
                              <a16:creationId xmlns:a16="http://schemas.microsoft.com/office/drawing/2014/main" id="{E133B2BE-1AC0-B7AF-7FD7-9A2CA36E02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41" name="Rectángulo 1040">
                        <a:extLst>
                          <a:ext uri="{FF2B5EF4-FFF2-40B4-BE49-F238E27FC236}">
                            <a16:creationId xmlns:a16="http://schemas.microsoft.com/office/drawing/2014/main" id="{B1B192AB-0871-9080-371B-0C499EF92BE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42" name="Rectángulo 1041">
                        <a:extLst>
                          <a:ext uri="{FF2B5EF4-FFF2-40B4-BE49-F238E27FC236}">
                            <a16:creationId xmlns:a16="http://schemas.microsoft.com/office/drawing/2014/main" id="{59804533-A5CC-5974-312A-4EA2B7A295E4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48" name="Grupo 947">
                    <a:extLst>
                      <a:ext uri="{FF2B5EF4-FFF2-40B4-BE49-F238E27FC236}">
                        <a16:creationId xmlns:a16="http://schemas.microsoft.com/office/drawing/2014/main" id="{2DC66734-314D-6E7F-FA0A-7FF044C507C8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957" name="Grupo 956">
                      <a:extLst>
                        <a:ext uri="{FF2B5EF4-FFF2-40B4-BE49-F238E27FC236}">
                          <a16:creationId xmlns:a16="http://schemas.microsoft.com/office/drawing/2014/main" id="{D90546D2-B6E1-7424-16FC-C1E2E8A3AA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959" name="Grupo 958">
                        <a:extLst>
                          <a:ext uri="{FF2B5EF4-FFF2-40B4-BE49-F238E27FC236}">
                            <a16:creationId xmlns:a16="http://schemas.microsoft.com/office/drawing/2014/main" id="{F82C0281-FAA0-D81B-E2FD-98A447CAEA4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974" name="Elipse 973">
                          <a:extLst>
                            <a:ext uri="{FF2B5EF4-FFF2-40B4-BE49-F238E27FC236}">
                              <a16:creationId xmlns:a16="http://schemas.microsoft.com/office/drawing/2014/main" id="{5D36417B-A49C-6583-68CD-A7958661BC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975" name="Grupo 974">
                          <a:extLst>
                            <a:ext uri="{FF2B5EF4-FFF2-40B4-BE49-F238E27FC236}">
                              <a16:creationId xmlns:a16="http://schemas.microsoft.com/office/drawing/2014/main" id="{E1D826B8-589D-295F-3E5E-1CFD8B1CD65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976" name="Rectángulo 975">
                            <a:extLst>
                              <a:ext uri="{FF2B5EF4-FFF2-40B4-BE49-F238E27FC236}">
                                <a16:creationId xmlns:a16="http://schemas.microsoft.com/office/drawing/2014/main" id="{691A3076-C14C-BA1C-522F-928EF43F8BD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977" name="Rectángulo 976">
                            <a:extLst>
                              <a:ext uri="{FF2B5EF4-FFF2-40B4-BE49-F238E27FC236}">
                                <a16:creationId xmlns:a16="http://schemas.microsoft.com/office/drawing/2014/main" id="{3F956DD0-927D-86AA-BB03-3A7C66FDF3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960" name="Grupo 959">
                        <a:extLst>
                          <a:ext uri="{FF2B5EF4-FFF2-40B4-BE49-F238E27FC236}">
                            <a16:creationId xmlns:a16="http://schemas.microsoft.com/office/drawing/2014/main" id="{92103B07-ABF6-29B4-9A74-E09AE58ED6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961" name="Grupo 960">
                          <a:extLst>
                            <a:ext uri="{FF2B5EF4-FFF2-40B4-BE49-F238E27FC236}">
                              <a16:creationId xmlns:a16="http://schemas.microsoft.com/office/drawing/2014/main" id="{422FBDC9-B96B-366A-2297-844964F65E7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966" name="Grupo 965">
                            <a:extLst>
                              <a:ext uri="{FF2B5EF4-FFF2-40B4-BE49-F238E27FC236}">
                                <a16:creationId xmlns:a16="http://schemas.microsoft.com/office/drawing/2014/main" id="{63FE456F-7E44-1E8D-C4AE-8E67AA01FB3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971" name="Rectángulo 970">
                              <a:extLst>
                                <a:ext uri="{FF2B5EF4-FFF2-40B4-BE49-F238E27FC236}">
                                  <a16:creationId xmlns:a16="http://schemas.microsoft.com/office/drawing/2014/main" id="{D31A937D-D425-D2B4-C70B-D22EB630337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972" name="Rectángulo 971">
                              <a:extLst>
                                <a:ext uri="{FF2B5EF4-FFF2-40B4-BE49-F238E27FC236}">
                                  <a16:creationId xmlns:a16="http://schemas.microsoft.com/office/drawing/2014/main" id="{DDF043AE-39C7-F571-245C-5A8E9E35FF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73" name="Marco 972">
                              <a:extLst>
                                <a:ext uri="{FF2B5EF4-FFF2-40B4-BE49-F238E27FC236}">
                                  <a16:creationId xmlns:a16="http://schemas.microsoft.com/office/drawing/2014/main" id="{3F8BA654-AF61-5142-FAD4-F63E2C881D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967" name="Grupo 966">
                            <a:extLst>
                              <a:ext uri="{FF2B5EF4-FFF2-40B4-BE49-F238E27FC236}">
                                <a16:creationId xmlns:a16="http://schemas.microsoft.com/office/drawing/2014/main" id="{710EDE1F-E9C7-344C-8A77-E92E15306CA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968" name="Rectángulo 967">
                              <a:extLst>
                                <a:ext uri="{FF2B5EF4-FFF2-40B4-BE49-F238E27FC236}">
                                  <a16:creationId xmlns:a16="http://schemas.microsoft.com/office/drawing/2014/main" id="{D3CC440D-94AC-3EE7-59E1-7B2F7378863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69" name="Rectángulo 968">
                              <a:extLst>
                                <a:ext uri="{FF2B5EF4-FFF2-40B4-BE49-F238E27FC236}">
                                  <a16:creationId xmlns:a16="http://schemas.microsoft.com/office/drawing/2014/main" id="{262232B1-6E41-9095-B694-275C0094CF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70" name="Rectángulo 969">
                              <a:extLst>
                                <a:ext uri="{FF2B5EF4-FFF2-40B4-BE49-F238E27FC236}">
                                  <a16:creationId xmlns:a16="http://schemas.microsoft.com/office/drawing/2014/main" id="{0657AED7-72E9-A8A9-69CC-A161B8F415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962" name="Grupo 961">
                          <a:extLst>
                            <a:ext uri="{FF2B5EF4-FFF2-40B4-BE49-F238E27FC236}">
                              <a16:creationId xmlns:a16="http://schemas.microsoft.com/office/drawing/2014/main" id="{3EC77BF3-72C3-7800-DA2E-55458DF057A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963" name="Rectángulo 962">
                            <a:extLst>
                              <a:ext uri="{FF2B5EF4-FFF2-40B4-BE49-F238E27FC236}">
                                <a16:creationId xmlns:a16="http://schemas.microsoft.com/office/drawing/2014/main" id="{1DADAEB8-F30F-7B9E-9745-98F1015385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964" name="Rectángulo 963">
                            <a:extLst>
                              <a:ext uri="{FF2B5EF4-FFF2-40B4-BE49-F238E27FC236}">
                                <a16:creationId xmlns:a16="http://schemas.microsoft.com/office/drawing/2014/main" id="{FEA5B114-F711-9084-46CF-8E85642F027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965" name="Rectángulo 964">
                            <a:extLst>
                              <a:ext uri="{FF2B5EF4-FFF2-40B4-BE49-F238E27FC236}">
                                <a16:creationId xmlns:a16="http://schemas.microsoft.com/office/drawing/2014/main" id="{876805A3-5E97-573F-26C3-32E3BB77B2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958" name="Rectángulo 957">
                      <a:extLst>
                        <a:ext uri="{FF2B5EF4-FFF2-40B4-BE49-F238E27FC236}">
                          <a16:creationId xmlns:a16="http://schemas.microsoft.com/office/drawing/2014/main" id="{1B9EE8E7-4E28-37B1-4B7C-CEF838C143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949" name="Grupo 948">
                    <a:extLst>
                      <a:ext uri="{FF2B5EF4-FFF2-40B4-BE49-F238E27FC236}">
                        <a16:creationId xmlns:a16="http://schemas.microsoft.com/office/drawing/2014/main" id="{A6C35182-82DA-A4EC-432A-FC14407E9D36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950" name="Rectángulo 949">
                      <a:extLst>
                        <a:ext uri="{FF2B5EF4-FFF2-40B4-BE49-F238E27FC236}">
                          <a16:creationId xmlns:a16="http://schemas.microsoft.com/office/drawing/2014/main" id="{201C7676-20B1-6959-0B1A-1F9CFC4B3D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951" name="Grupo 950">
                      <a:extLst>
                        <a:ext uri="{FF2B5EF4-FFF2-40B4-BE49-F238E27FC236}">
                          <a16:creationId xmlns:a16="http://schemas.microsoft.com/office/drawing/2014/main" id="{A9E08C64-9E5B-9F8B-2BF0-F80A0D1997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952" name="Grupo 951">
                        <a:extLst>
                          <a:ext uri="{FF2B5EF4-FFF2-40B4-BE49-F238E27FC236}">
                            <a16:creationId xmlns:a16="http://schemas.microsoft.com/office/drawing/2014/main" id="{939459ED-D578-69D0-8D83-E9A70646B7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954" name="Rectángulo 953">
                          <a:extLst>
                            <a:ext uri="{FF2B5EF4-FFF2-40B4-BE49-F238E27FC236}">
                              <a16:creationId xmlns:a16="http://schemas.microsoft.com/office/drawing/2014/main" id="{07B3E51D-C394-106E-39AA-CFB296D6A1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55" name="Elipse 954">
                          <a:extLst>
                            <a:ext uri="{FF2B5EF4-FFF2-40B4-BE49-F238E27FC236}">
                              <a16:creationId xmlns:a16="http://schemas.microsoft.com/office/drawing/2014/main" id="{4C3080EA-E60C-F48F-F563-A44CC3A443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56" name="Elipse 955">
                          <a:extLst>
                            <a:ext uri="{FF2B5EF4-FFF2-40B4-BE49-F238E27FC236}">
                              <a16:creationId xmlns:a16="http://schemas.microsoft.com/office/drawing/2014/main" id="{932661EF-553D-50BC-62AD-6C253498BA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53" name="Rectángulo 952">
                        <a:extLst>
                          <a:ext uri="{FF2B5EF4-FFF2-40B4-BE49-F238E27FC236}">
                            <a16:creationId xmlns:a16="http://schemas.microsoft.com/office/drawing/2014/main" id="{A219665E-F9FC-CB9E-32FD-3D3AF3DDEC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</p:grpSp>
          <p:grpSp>
            <p:nvGrpSpPr>
              <p:cNvPr id="922" name="Grupo 921">
                <a:extLst>
                  <a:ext uri="{FF2B5EF4-FFF2-40B4-BE49-F238E27FC236}">
                    <a16:creationId xmlns:a16="http://schemas.microsoft.com/office/drawing/2014/main" id="{33270555-532D-83C1-0313-394180B560E6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  <a:grpFill/>
            </p:grpSpPr>
            <p:grpSp>
              <p:nvGrpSpPr>
                <p:cNvPr id="938" name="Grupo 937">
                  <a:extLst>
                    <a:ext uri="{FF2B5EF4-FFF2-40B4-BE49-F238E27FC236}">
                      <a16:creationId xmlns:a16="http://schemas.microsoft.com/office/drawing/2014/main" id="{A2557F39-F7E3-3FFC-FBC4-98A47DE04B8E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grpFill/>
              </p:grpSpPr>
              <p:grpSp>
                <p:nvGrpSpPr>
                  <p:cNvPr id="940" name="Grupo 939">
                    <a:extLst>
                      <a:ext uri="{FF2B5EF4-FFF2-40B4-BE49-F238E27FC236}">
                        <a16:creationId xmlns:a16="http://schemas.microsoft.com/office/drawing/2014/main" id="{C57D6C54-2A32-C790-9953-5016A8CE8182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942" name="Elipse 941">
                      <a:extLst>
                        <a:ext uri="{FF2B5EF4-FFF2-40B4-BE49-F238E27FC236}">
                          <a16:creationId xmlns:a16="http://schemas.microsoft.com/office/drawing/2014/main" id="{564026DD-303E-DA52-3154-EE8574A60C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43" name="Diagrama de flujo: operación manual 942">
                      <a:extLst>
                        <a:ext uri="{FF2B5EF4-FFF2-40B4-BE49-F238E27FC236}">
                          <a16:creationId xmlns:a16="http://schemas.microsoft.com/office/drawing/2014/main" id="{7CEA28B2-F172-9380-E384-1D0D301B00AE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41" name="Elipse 940">
                    <a:extLst>
                      <a:ext uri="{FF2B5EF4-FFF2-40B4-BE49-F238E27FC236}">
                        <a16:creationId xmlns:a16="http://schemas.microsoft.com/office/drawing/2014/main" id="{AEA4F4FE-1F3D-32CE-EAFB-8AF6DD9E776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39" name="Diagrama de flujo: operación manual 938">
                  <a:extLst>
                    <a:ext uri="{FF2B5EF4-FFF2-40B4-BE49-F238E27FC236}">
                      <a16:creationId xmlns:a16="http://schemas.microsoft.com/office/drawing/2014/main" id="{51D7ECF9-30CF-80E6-9825-FA813A47BCC6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923" name="Grupo 922">
                <a:extLst>
                  <a:ext uri="{FF2B5EF4-FFF2-40B4-BE49-F238E27FC236}">
                    <a16:creationId xmlns:a16="http://schemas.microsoft.com/office/drawing/2014/main" id="{C24718D8-7AFC-906A-82F1-7C6BAF800048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  <a:grpFill/>
            </p:grpSpPr>
            <p:grpSp>
              <p:nvGrpSpPr>
                <p:cNvPr id="924" name="Grupo 923">
                  <a:extLst>
                    <a:ext uri="{FF2B5EF4-FFF2-40B4-BE49-F238E27FC236}">
                      <a16:creationId xmlns:a16="http://schemas.microsoft.com/office/drawing/2014/main" id="{35CAB68B-46DB-20F1-B49A-E353540F8EEE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  <a:grpFill/>
              </p:grpSpPr>
              <p:grpSp>
                <p:nvGrpSpPr>
                  <p:cNvPr id="926" name="Grupo 925">
                    <a:extLst>
                      <a:ext uri="{FF2B5EF4-FFF2-40B4-BE49-F238E27FC236}">
                        <a16:creationId xmlns:a16="http://schemas.microsoft.com/office/drawing/2014/main" id="{B9B2597B-42E1-1DDE-B7D2-EFD057BB0B21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  <a:grpFill/>
                </p:grpSpPr>
                <p:grpSp>
                  <p:nvGrpSpPr>
                    <p:cNvPr id="928" name="Grupo 927">
                      <a:extLst>
                        <a:ext uri="{FF2B5EF4-FFF2-40B4-BE49-F238E27FC236}">
                          <a16:creationId xmlns:a16="http://schemas.microsoft.com/office/drawing/2014/main" id="{E8AAC7A2-8D62-C054-9EA9-1C787D42A7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  <a:grpFill/>
                  </p:grpSpPr>
                  <p:grpSp>
                    <p:nvGrpSpPr>
                      <p:cNvPr id="930" name="Grupo 929">
                        <a:extLst>
                          <a:ext uri="{FF2B5EF4-FFF2-40B4-BE49-F238E27FC236}">
                            <a16:creationId xmlns:a16="http://schemas.microsoft.com/office/drawing/2014/main" id="{FCFCD1F5-084F-45A8-7CE2-F7F0CFCF6C87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  <a:grpFill/>
                    </p:grpSpPr>
                    <p:grpSp>
                      <p:nvGrpSpPr>
                        <p:cNvPr id="932" name="Grupo 931">
                          <a:extLst>
                            <a:ext uri="{FF2B5EF4-FFF2-40B4-BE49-F238E27FC236}">
                              <a16:creationId xmlns:a16="http://schemas.microsoft.com/office/drawing/2014/main" id="{169216A6-C771-D6DA-EC27-62AAB540184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grpFill/>
                      </p:grpSpPr>
                      <p:grpSp>
                        <p:nvGrpSpPr>
                          <p:cNvPr id="934" name="Grupo 933">
                            <a:extLst>
                              <a:ext uri="{FF2B5EF4-FFF2-40B4-BE49-F238E27FC236}">
                                <a16:creationId xmlns:a16="http://schemas.microsoft.com/office/drawing/2014/main" id="{64F363BE-D14B-FBFE-9192-94011439BC6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36" name="Elipse 935">
                              <a:extLst>
                                <a:ext uri="{FF2B5EF4-FFF2-40B4-BE49-F238E27FC236}">
                                  <a16:creationId xmlns:a16="http://schemas.microsoft.com/office/drawing/2014/main" id="{2D4A7FAB-666B-93F0-4DB8-9983E60C1E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37" name="Diagrama de flujo: operación manual 936">
                              <a:extLst>
                                <a:ext uri="{FF2B5EF4-FFF2-40B4-BE49-F238E27FC236}">
                                  <a16:creationId xmlns:a16="http://schemas.microsoft.com/office/drawing/2014/main" id="{B0ECF368-AFED-BD76-0DB3-8572D7DE4A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35" name="Elipse 934">
                            <a:extLst>
                              <a:ext uri="{FF2B5EF4-FFF2-40B4-BE49-F238E27FC236}">
                                <a16:creationId xmlns:a16="http://schemas.microsoft.com/office/drawing/2014/main" id="{AFECF062-23B1-601A-AFE8-FDD22C4524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33" name="Diagrama de flujo: operación manual 932">
                          <a:extLst>
                            <a:ext uri="{FF2B5EF4-FFF2-40B4-BE49-F238E27FC236}">
                              <a16:creationId xmlns:a16="http://schemas.microsoft.com/office/drawing/2014/main" id="{E2F5ED5E-1EF0-A284-B995-8A574D6BE9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31" name="Elipse 930">
                        <a:extLst>
                          <a:ext uri="{FF2B5EF4-FFF2-40B4-BE49-F238E27FC236}">
                            <a16:creationId xmlns:a16="http://schemas.microsoft.com/office/drawing/2014/main" id="{8957B83C-EA99-3E85-6E48-2A202ACB66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29" name="Elipse 928">
                      <a:extLst>
                        <a:ext uri="{FF2B5EF4-FFF2-40B4-BE49-F238E27FC236}">
                          <a16:creationId xmlns:a16="http://schemas.microsoft.com/office/drawing/2014/main" id="{16B19A16-7293-60A4-3F03-B8E6CEE7DC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27" name="Elipse 926">
                    <a:extLst>
                      <a:ext uri="{FF2B5EF4-FFF2-40B4-BE49-F238E27FC236}">
                        <a16:creationId xmlns:a16="http://schemas.microsoft.com/office/drawing/2014/main" id="{5985A842-0CA4-C071-5F17-55C5CED33C17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25" name="Elipse 924">
                  <a:extLst>
                    <a:ext uri="{FF2B5EF4-FFF2-40B4-BE49-F238E27FC236}">
                      <a16:creationId xmlns:a16="http://schemas.microsoft.com/office/drawing/2014/main" id="{4D47346D-931B-2677-9CF5-87A4FE124C27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45626"/>
                <a:ext cx="1378938" cy="1532574"/>
                <a:chOff x="7991273" y="2932926"/>
                <a:chExt cx="1378938" cy="1532574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932926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77" name="CuadroTexto 1176">
            <a:extLst>
              <a:ext uri="{FF2B5EF4-FFF2-40B4-BE49-F238E27FC236}">
                <a16:creationId xmlns:a16="http://schemas.microsoft.com/office/drawing/2014/main" id="{229B0C47-9FB9-836E-58AD-9B349A050213}"/>
              </a:ext>
            </a:extLst>
          </p:cNvPr>
          <p:cNvSpPr txBox="1"/>
          <p:nvPr/>
        </p:nvSpPr>
        <p:spPr>
          <a:xfrm>
            <a:off x="5529921" y="3498798"/>
            <a:ext cx="2348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rgbClr val="FF0000"/>
                </a:solidFill>
              </a:rPr>
              <a:t>Rotación Antihoraria</a:t>
            </a:r>
          </a:p>
        </p:txBody>
      </p:sp>
      <p:sp>
        <p:nvSpPr>
          <p:cNvPr id="1180" name="Subtítulo 2">
            <a:extLst>
              <a:ext uri="{FF2B5EF4-FFF2-40B4-BE49-F238E27FC236}">
                <a16:creationId xmlns:a16="http://schemas.microsoft.com/office/drawing/2014/main" id="{1AA7E1DC-6C62-9880-CA92-31D4E9248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1181" name="Cerrar llave 1180">
            <a:extLst>
              <a:ext uri="{FF2B5EF4-FFF2-40B4-BE49-F238E27FC236}">
                <a16:creationId xmlns:a16="http://schemas.microsoft.com/office/drawing/2014/main" id="{40043248-2562-C88E-F359-FC7BBF342509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2" name="CuadroTexto 1181">
            <a:extLst>
              <a:ext uri="{FF2B5EF4-FFF2-40B4-BE49-F238E27FC236}">
                <a16:creationId xmlns:a16="http://schemas.microsoft.com/office/drawing/2014/main" id="{0ED12629-59F1-B8A1-66D3-E90D8114A506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147343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17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6" name="Grupo 1175">
            <a:extLst>
              <a:ext uri="{FF2B5EF4-FFF2-40B4-BE49-F238E27FC236}">
                <a16:creationId xmlns:a16="http://schemas.microsoft.com/office/drawing/2014/main" id="{48C26824-C7CF-1974-C8A8-DB27311F8D31}"/>
              </a:ext>
            </a:extLst>
          </p:cNvPr>
          <p:cNvGrpSpPr/>
          <p:nvPr/>
        </p:nvGrpSpPr>
        <p:grpSpPr>
          <a:xfrm rot="600000">
            <a:off x="4815770" y="1150053"/>
            <a:ext cx="8694343" cy="4302894"/>
            <a:chOff x="4815770" y="1150053"/>
            <a:chExt cx="8694343" cy="4302894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9570DE9-EA3A-C6C7-5A81-26F0A307ABEC}"/>
                </a:ext>
              </a:extLst>
            </p:cNvPr>
            <p:cNvGrpSpPr/>
            <p:nvPr/>
          </p:nvGrpSpPr>
          <p:grpSpPr>
            <a:xfrm>
              <a:off x="4815770" y="1150053"/>
              <a:ext cx="4925289" cy="2614476"/>
              <a:chOff x="4815770" y="1150053"/>
              <a:chExt cx="4925289" cy="2614476"/>
            </a:xfrm>
          </p:grpSpPr>
          <p:grpSp>
            <p:nvGrpSpPr>
              <p:cNvPr id="1171" name="Grupo 1170">
                <a:extLst>
                  <a:ext uri="{FF2B5EF4-FFF2-40B4-BE49-F238E27FC236}">
                    <a16:creationId xmlns:a16="http://schemas.microsoft.com/office/drawing/2014/main" id="{68DAA857-8C61-DD70-E6FC-11DCD14C7701}"/>
                  </a:ext>
                </a:extLst>
              </p:cNvPr>
              <p:cNvGrpSpPr/>
              <p:nvPr/>
            </p:nvGrpSpPr>
            <p:grpSpPr>
              <a:xfrm rot="1800000">
                <a:off x="4815770" y="1150053"/>
                <a:ext cx="3958903" cy="1540811"/>
                <a:chOff x="4815770" y="1150053"/>
                <a:chExt cx="3958903" cy="1540811"/>
              </a:xfrm>
            </p:grpSpPr>
            <p:grpSp>
              <p:nvGrpSpPr>
                <p:cNvPr id="1038" name="Grupo 1037">
                  <a:extLst>
                    <a:ext uri="{FF2B5EF4-FFF2-40B4-BE49-F238E27FC236}">
                      <a16:creationId xmlns:a16="http://schemas.microsoft.com/office/drawing/2014/main" id="{ADE5305C-5FA6-E7E8-A7A8-5B1EF7F0E6E7}"/>
                    </a:ext>
                  </a:extLst>
                </p:cNvPr>
                <p:cNvGrpSpPr/>
                <p:nvPr/>
              </p:nvGrpSpPr>
              <p:grpSpPr>
                <a:xfrm>
                  <a:off x="4815770" y="1355934"/>
                  <a:ext cx="2222990" cy="1334930"/>
                  <a:chOff x="4815770" y="1355934"/>
                  <a:chExt cx="2222990" cy="1334930"/>
                </a:xfrm>
              </p:grpSpPr>
              <p:grpSp>
                <p:nvGrpSpPr>
                  <p:cNvPr id="3" name="Grupo 2">
                    <a:extLst>
                      <a:ext uri="{FF2B5EF4-FFF2-40B4-BE49-F238E27FC236}">
                        <a16:creationId xmlns:a16="http://schemas.microsoft.com/office/drawing/2014/main" id="{4B4A3531-917B-846D-2758-21C70D097E3E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</p:grpSpPr>
                <p:grpSp>
                  <p:nvGrpSpPr>
                    <p:cNvPr id="980" name="Grupo 979">
                      <a:extLst>
                        <a:ext uri="{FF2B5EF4-FFF2-40B4-BE49-F238E27FC236}">
                          <a16:creationId xmlns:a16="http://schemas.microsoft.com/office/drawing/2014/main" id="{5EAFEA14-0724-837F-E90C-EFE770D719C6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</p:grpSpPr>
                  <p:grpSp>
                    <p:nvGrpSpPr>
                      <p:cNvPr id="991" name="Grupo 990">
                        <a:extLst>
                          <a:ext uri="{FF2B5EF4-FFF2-40B4-BE49-F238E27FC236}">
                            <a16:creationId xmlns:a16="http://schemas.microsoft.com/office/drawing/2014/main" id="{16077F19-A2D8-E424-EFB6-7A0E0ADDACF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</p:grpSpPr>
                    <p:sp>
                      <p:nvSpPr>
                        <p:cNvPr id="994" name="Rectángulo: esquinas redondeadas 993">
                          <a:extLst>
                            <a:ext uri="{FF2B5EF4-FFF2-40B4-BE49-F238E27FC236}">
                              <a16:creationId xmlns:a16="http://schemas.microsoft.com/office/drawing/2014/main" id="{0611D07B-9F46-8A1D-4C6B-AC226882798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95" name="Rectángulo: esquinas redondeadas 994">
                          <a:extLst>
                            <a:ext uri="{FF2B5EF4-FFF2-40B4-BE49-F238E27FC236}">
                              <a16:creationId xmlns:a16="http://schemas.microsoft.com/office/drawing/2014/main" id="{442184AB-6A44-FE4C-C49C-9BB74D9621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92" name="Rectángulo 991">
                        <a:extLst>
                          <a:ext uri="{FF2B5EF4-FFF2-40B4-BE49-F238E27FC236}">
                            <a16:creationId xmlns:a16="http://schemas.microsoft.com/office/drawing/2014/main" id="{FEF06B2A-3AD0-D89D-8AF9-A381C199FC7B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93" name="Rectángulo 992">
                        <a:extLst>
                          <a:ext uri="{FF2B5EF4-FFF2-40B4-BE49-F238E27FC236}">
                            <a16:creationId xmlns:a16="http://schemas.microsoft.com/office/drawing/2014/main" id="{120DADAE-5F33-48A1-B3B4-C766023FA509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981" name="Grupo 980">
                      <a:extLst>
                        <a:ext uri="{FF2B5EF4-FFF2-40B4-BE49-F238E27FC236}">
                          <a16:creationId xmlns:a16="http://schemas.microsoft.com/office/drawing/2014/main" id="{07F1CC51-6ED4-3E11-11BD-0B97B7071B37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noFill/>
                  </p:grpSpPr>
                  <p:grpSp>
                    <p:nvGrpSpPr>
                      <p:cNvPr id="986" name="Grupo 985">
                        <a:extLst>
                          <a:ext uri="{FF2B5EF4-FFF2-40B4-BE49-F238E27FC236}">
                            <a16:creationId xmlns:a16="http://schemas.microsoft.com/office/drawing/2014/main" id="{E5E3A954-3E6D-2ADE-64AB-85A2B67464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989" name="Rectángulo: esquinas redondeadas 988">
                          <a:extLst>
                            <a:ext uri="{FF2B5EF4-FFF2-40B4-BE49-F238E27FC236}">
                              <a16:creationId xmlns:a16="http://schemas.microsoft.com/office/drawing/2014/main" id="{FEE48E80-89F0-5E94-EB0D-3809F8B3F2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90" name="Rectángulo: esquinas redondeadas 989">
                          <a:extLst>
                            <a:ext uri="{FF2B5EF4-FFF2-40B4-BE49-F238E27FC236}">
                              <a16:creationId xmlns:a16="http://schemas.microsoft.com/office/drawing/2014/main" id="{BB44FBF3-7415-D411-9B80-E12D3CD35D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987" name="Rectángulo 986">
                        <a:extLst>
                          <a:ext uri="{FF2B5EF4-FFF2-40B4-BE49-F238E27FC236}">
                            <a16:creationId xmlns:a16="http://schemas.microsoft.com/office/drawing/2014/main" id="{F000B976-8AB1-74A3-FFC2-2F0B1A60224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88" name="Rectángulo 987">
                        <a:extLst>
                          <a:ext uri="{FF2B5EF4-FFF2-40B4-BE49-F238E27FC236}">
                            <a16:creationId xmlns:a16="http://schemas.microsoft.com/office/drawing/2014/main" id="{BD52ED38-D401-CABB-6049-26BE91B5255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96" name="Grupo 995">
                    <a:extLst>
                      <a:ext uri="{FF2B5EF4-FFF2-40B4-BE49-F238E27FC236}">
                        <a16:creationId xmlns:a16="http://schemas.microsoft.com/office/drawing/2014/main" id="{F4F54822-0FE2-6B5C-5A59-E5795820FDAF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</p:grpSpPr>
                <p:grpSp>
                  <p:nvGrpSpPr>
                    <p:cNvPr id="997" name="Grupo 996">
                      <a:extLst>
                        <a:ext uri="{FF2B5EF4-FFF2-40B4-BE49-F238E27FC236}">
                          <a16:creationId xmlns:a16="http://schemas.microsoft.com/office/drawing/2014/main" id="{C9C3BD8C-7AFE-AACF-54F7-16C7A9F561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</p:grpSpPr>
                  <p:grpSp>
                    <p:nvGrpSpPr>
                      <p:cNvPr id="1004" name="Grupo 1003">
                        <a:extLst>
                          <a:ext uri="{FF2B5EF4-FFF2-40B4-BE49-F238E27FC236}">
                            <a16:creationId xmlns:a16="http://schemas.microsoft.com/office/drawing/2014/main" id="{446CAC1F-52DE-AE6A-A0DF-9B66C774D67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</p:grpSpPr>
                    <p:sp>
                      <p:nvSpPr>
                        <p:cNvPr id="1008" name="Rectángulo: esquinas redondeadas 1007">
                          <a:extLst>
                            <a:ext uri="{FF2B5EF4-FFF2-40B4-BE49-F238E27FC236}">
                              <a16:creationId xmlns:a16="http://schemas.microsoft.com/office/drawing/2014/main" id="{B19D56E1-7290-52B2-A5EF-01888E35B53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09" name="Rectángulo: esquinas redondeadas 1008">
                          <a:extLst>
                            <a:ext uri="{FF2B5EF4-FFF2-40B4-BE49-F238E27FC236}">
                              <a16:creationId xmlns:a16="http://schemas.microsoft.com/office/drawing/2014/main" id="{3666BC98-7686-78CC-40F0-32D950A631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06" name="Rectángulo 1005">
                        <a:extLst>
                          <a:ext uri="{FF2B5EF4-FFF2-40B4-BE49-F238E27FC236}">
                            <a16:creationId xmlns:a16="http://schemas.microsoft.com/office/drawing/2014/main" id="{BA30AA8D-B2A0-100B-64F9-AA272A1EC09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07" name="Rectángulo 1006">
                        <a:extLst>
                          <a:ext uri="{FF2B5EF4-FFF2-40B4-BE49-F238E27FC236}">
                            <a16:creationId xmlns:a16="http://schemas.microsoft.com/office/drawing/2014/main" id="{E690FFDD-9491-A63B-8F84-36DB1FACD1C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998" name="Grupo 997">
                      <a:extLst>
                        <a:ext uri="{FF2B5EF4-FFF2-40B4-BE49-F238E27FC236}">
                          <a16:creationId xmlns:a16="http://schemas.microsoft.com/office/drawing/2014/main" id="{BCFBB9B3-3BDD-ED49-FEDE-F5974C5E29A2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noFill/>
                  </p:grpSpPr>
                  <p:grpSp>
                    <p:nvGrpSpPr>
                      <p:cNvPr id="999" name="Grupo 998">
                        <a:extLst>
                          <a:ext uri="{FF2B5EF4-FFF2-40B4-BE49-F238E27FC236}">
                            <a16:creationId xmlns:a16="http://schemas.microsoft.com/office/drawing/2014/main" id="{D7FC8122-D488-B093-33CE-3A4AB3A936C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02" name="Rectángulo: esquinas redondeadas 1001">
                          <a:extLst>
                            <a:ext uri="{FF2B5EF4-FFF2-40B4-BE49-F238E27FC236}">
                              <a16:creationId xmlns:a16="http://schemas.microsoft.com/office/drawing/2014/main" id="{877520E1-C27D-C11C-8B8C-286E68C8A7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03" name="Rectángulo: esquinas redondeadas 1002">
                          <a:extLst>
                            <a:ext uri="{FF2B5EF4-FFF2-40B4-BE49-F238E27FC236}">
                              <a16:creationId xmlns:a16="http://schemas.microsoft.com/office/drawing/2014/main" id="{73572AA2-0542-0F35-AEEB-667378EA40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00" name="Rectángulo 999">
                        <a:extLst>
                          <a:ext uri="{FF2B5EF4-FFF2-40B4-BE49-F238E27FC236}">
                            <a16:creationId xmlns:a16="http://schemas.microsoft.com/office/drawing/2014/main" id="{64098718-A2BE-00C6-8534-593ED16B9A35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01" name="Rectángulo 1000">
                        <a:extLst>
                          <a:ext uri="{FF2B5EF4-FFF2-40B4-BE49-F238E27FC236}">
                            <a16:creationId xmlns:a16="http://schemas.microsoft.com/office/drawing/2014/main" id="{3E15D743-47C5-541F-613F-D0B2049905E7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10" name="Grupo 1009">
                    <a:extLst>
                      <a:ext uri="{FF2B5EF4-FFF2-40B4-BE49-F238E27FC236}">
                        <a16:creationId xmlns:a16="http://schemas.microsoft.com/office/drawing/2014/main" id="{4DCC6B49-033F-4DAF-8DE4-79870580D3EA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1011" name="Grupo 1010">
                      <a:extLst>
                        <a:ext uri="{FF2B5EF4-FFF2-40B4-BE49-F238E27FC236}">
                          <a16:creationId xmlns:a16="http://schemas.microsoft.com/office/drawing/2014/main" id="{3A61E31C-732B-5E62-A6D6-86DBF32C99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1013" name="Grupo 1012">
                        <a:extLst>
                          <a:ext uri="{FF2B5EF4-FFF2-40B4-BE49-F238E27FC236}">
                            <a16:creationId xmlns:a16="http://schemas.microsoft.com/office/drawing/2014/main" id="{744D2E43-0A10-E04A-BE0C-8E5B5AFF51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p:grpSpPr>
                    <p:sp>
                      <p:nvSpPr>
                        <p:cNvPr id="1026" name="Elipse 1025">
                          <a:extLst>
                            <a:ext uri="{FF2B5EF4-FFF2-40B4-BE49-F238E27FC236}">
                              <a16:creationId xmlns:a16="http://schemas.microsoft.com/office/drawing/2014/main" id="{7A54B857-4BC7-BD71-9EDB-FDDD82D202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027" name="Grupo 1026">
                          <a:extLst>
                            <a:ext uri="{FF2B5EF4-FFF2-40B4-BE49-F238E27FC236}">
                              <a16:creationId xmlns:a16="http://schemas.microsoft.com/office/drawing/2014/main" id="{4A6DC13A-DBEE-C77A-95B1-24BBB6094F9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028" name="Rectángulo 1027">
                            <a:extLst>
                              <a:ext uri="{FF2B5EF4-FFF2-40B4-BE49-F238E27FC236}">
                                <a16:creationId xmlns:a16="http://schemas.microsoft.com/office/drawing/2014/main" id="{79F0B0FB-814B-D58E-4EE6-5A4F5A6ABC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29" name="Rectángulo 1028">
                            <a:extLst>
                              <a:ext uri="{FF2B5EF4-FFF2-40B4-BE49-F238E27FC236}">
                                <a16:creationId xmlns:a16="http://schemas.microsoft.com/office/drawing/2014/main" id="{CD587488-DE1C-CF7A-BF27-CD83CCFC945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014" name="Grupo 1013">
                        <a:extLst>
                          <a:ext uri="{FF2B5EF4-FFF2-40B4-BE49-F238E27FC236}">
                            <a16:creationId xmlns:a16="http://schemas.microsoft.com/office/drawing/2014/main" id="{8A29ABCE-15E4-1A4B-E066-EC276717B70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015" name="Grupo 1014">
                          <a:extLst>
                            <a:ext uri="{FF2B5EF4-FFF2-40B4-BE49-F238E27FC236}">
                              <a16:creationId xmlns:a16="http://schemas.microsoft.com/office/drawing/2014/main" id="{DAAF6B5A-B39B-3CCA-EDB0-8FF64F1E32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1020" name="Grupo 1019">
                            <a:extLst>
                              <a:ext uri="{FF2B5EF4-FFF2-40B4-BE49-F238E27FC236}">
                                <a16:creationId xmlns:a16="http://schemas.microsoft.com/office/drawing/2014/main" id="{DB1F7C63-7863-2443-96E9-81D798E8F78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838" name="Rectángulo 837">
                              <a:extLst>
                                <a:ext uri="{FF2B5EF4-FFF2-40B4-BE49-F238E27FC236}">
                                  <a16:creationId xmlns:a16="http://schemas.microsoft.com/office/drawing/2014/main" id="{0DD6F426-FC55-61A1-F439-BCB85C0CF3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024" name="Rectángulo 1023">
                              <a:extLst>
                                <a:ext uri="{FF2B5EF4-FFF2-40B4-BE49-F238E27FC236}">
                                  <a16:creationId xmlns:a16="http://schemas.microsoft.com/office/drawing/2014/main" id="{18A0E20F-2286-62C3-0AF2-986F6DC313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25" name="Marco 1024">
                              <a:extLst>
                                <a:ext uri="{FF2B5EF4-FFF2-40B4-BE49-F238E27FC236}">
                                  <a16:creationId xmlns:a16="http://schemas.microsoft.com/office/drawing/2014/main" id="{CDC52C2B-A65E-0E7A-D428-75127BCECC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021" name="Grupo 1020">
                            <a:extLst>
                              <a:ext uri="{FF2B5EF4-FFF2-40B4-BE49-F238E27FC236}">
                                <a16:creationId xmlns:a16="http://schemas.microsoft.com/office/drawing/2014/main" id="{CF5AFDD0-DACD-D9DC-78AF-37B1CD71E08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1022" name="Rectángulo 1021">
                              <a:extLst>
                                <a:ext uri="{FF2B5EF4-FFF2-40B4-BE49-F238E27FC236}">
                                  <a16:creationId xmlns:a16="http://schemas.microsoft.com/office/drawing/2014/main" id="{0AD6C9A3-40B8-8229-D402-71A5582F721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23" name="Rectángulo 1022">
                              <a:extLst>
                                <a:ext uri="{FF2B5EF4-FFF2-40B4-BE49-F238E27FC236}">
                                  <a16:creationId xmlns:a16="http://schemas.microsoft.com/office/drawing/2014/main" id="{852C320A-A27E-8136-2868-FA77271DFD3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837" name="Rectángulo 836">
                              <a:extLst>
                                <a:ext uri="{FF2B5EF4-FFF2-40B4-BE49-F238E27FC236}">
                                  <a16:creationId xmlns:a16="http://schemas.microsoft.com/office/drawing/2014/main" id="{635FA53F-CF76-1527-9846-8C72AFE0E5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016" name="Grupo 1015">
                          <a:extLst>
                            <a:ext uri="{FF2B5EF4-FFF2-40B4-BE49-F238E27FC236}">
                              <a16:creationId xmlns:a16="http://schemas.microsoft.com/office/drawing/2014/main" id="{4F29F2CA-43C9-8DE0-84B2-750D0DF6CB0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1017" name="Rectángulo 1016">
                            <a:extLst>
                              <a:ext uri="{FF2B5EF4-FFF2-40B4-BE49-F238E27FC236}">
                                <a16:creationId xmlns:a16="http://schemas.microsoft.com/office/drawing/2014/main" id="{DA37AADF-2B6D-CF5F-E1A4-2FAC6087C5F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18" name="Rectángulo 1017">
                            <a:extLst>
                              <a:ext uri="{FF2B5EF4-FFF2-40B4-BE49-F238E27FC236}">
                                <a16:creationId xmlns:a16="http://schemas.microsoft.com/office/drawing/2014/main" id="{25BED148-09F3-435E-D407-C1DF70456E3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19" name="Rectángulo 1018">
                            <a:extLst>
                              <a:ext uri="{FF2B5EF4-FFF2-40B4-BE49-F238E27FC236}">
                                <a16:creationId xmlns:a16="http://schemas.microsoft.com/office/drawing/2014/main" id="{AF3AFAAD-6BF3-F3FC-CE81-F0432E79B8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012" name="Rectángulo 1011">
                      <a:extLst>
                        <a:ext uri="{FF2B5EF4-FFF2-40B4-BE49-F238E27FC236}">
                          <a16:creationId xmlns:a16="http://schemas.microsoft.com/office/drawing/2014/main" id="{AA58C0A2-0117-6FB6-749A-0B343B3D10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pattFill prst="wdDnDiag">
                      <a:fgClr>
                        <a:schemeClr val="bg1"/>
                      </a:fgClr>
                      <a:bgClr>
                        <a:schemeClr val="bg1">
                          <a:lumMod val="65000"/>
                        </a:schemeClr>
                      </a:bgClr>
                    </a:patt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30" name="Grupo 1029">
                    <a:extLst>
                      <a:ext uri="{FF2B5EF4-FFF2-40B4-BE49-F238E27FC236}">
                        <a16:creationId xmlns:a16="http://schemas.microsoft.com/office/drawing/2014/main" id="{D7397C3D-4BCA-9C1B-02D8-117577FA5AE9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</p:grpSpPr>
                <p:sp>
                  <p:nvSpPr>
                    <p:cNvPr id="1031" name="Rectángulo 1030">
                      <a:extLst>
                        <a:ext uri="{FF2B5EF4-FFF2-40B4-BE49-F238E27FC236}">
                          <a16:creationId xmlns:a16="http://schemas.microsoft.com/office/drawing/2014/main" id="{FBA108C3-1B85-BFB7-3452-A3A1BDCEC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032" name="Grupo 1031">
                      <a:extLst>
                        <a:ext uri="{FF2B5EF4-FFF2-40B4-BE49-F238E27FC236}">
                          <a16:creationId xmlns:a16="http://schemas.microsoft.com/office/drawing/2014/main" id="{070522D8-B638-F000-BB06-E45E5661E8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</p:grpSpPr>
                  <p:grpSp>
                    <p:nvGrpSpPr>
                      <p:cNvPr id="1033" name="Grupo 1032">
                        <a:extLst>
                          <a:ext uri="{FF2B5EF4-FFF2-40B4-BE49-F238E27FC236}">
                            <a16:creationId xmlns:a16="http://schemas.microsoft.com/office/drawing/2014/main" id="{9CF38134-182E-6145-21F3-EE7DB09988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</p:grpSpPr>
                    <p:sp>
                      <p:nvSpPr>
                        <p:cNvPr id="1035" name="Rectángulo 1034">
                          <a:extLst>
                            <a:ext uri="{FF2B5EF4-FFF2-40B4-BE49-F238E27FC236}">
                              <a16:creationId xmlns:a16="http://schemas.microsoft.com/office/drawing/2014/main" id="{94B05CE7-2B3E-2B68-DD54-E89B840C7D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36" name="Elipse 1035">
                          <a:extLst>
                            <a:ext uri="{FF2B5EF4-FFF2-40B4-BE49-F238E27FC236}">
                              <a16:creationId xmlns:a16="http://schemas.microsoft.com/office/drawing/2014/main" id="{6D3117A5-9FEF-24BF-E972-0EB8132F05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37" name="Elipse 1036">
                          <a:extLst>
                            <a:ext uri="{FF2B5EF4-FFF2-40B4-BE49-F238E27FC236}">
                              <a16:creationId xmlns:a16="http://schemas.microsoft.com/office/drawing/2014/main" id="{756C0F62-F88F-5AB6-A134-4DFC496A66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34" name="Rectángulo 1033">
                        <a:extLst>
                          <a:ext uri="{FF2B5EF4-FFF2-40B4-BE49-F238E27FC236}">
                            <a16:creationId xmlns:a16="http://schemas.microsoft.com/office/drawing/2014/main" id="{67504D0A-C871-8265-794A-BADEBD41C0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  <p:grpSp>
              <p:nvGrpSpPr>
                <p:cNvPr id="1114" name="Grupo 1113">
                  <a:extLst>
                    <a:ext uri="{FF2B5EF4-FFF2-40B4-BE49-F238E27FC236}">
                      <a16:creationId xmlns:a16="http://schemas.microsoft.com/office/drawing/2014/main" id="{22EEBD14-7C8D-2826-9F6F-2687CD6E18BA}"/>
                    </a:ext>
                  </a:extLst>
                </p:cNvPr>
                <p:cNvGrpSpPr/>
                <p:nvPr/>
              </p:nvGrpSpPr>
              <p:grpSpPr>
                <a:xfrm flipH="1" flipV="1">
                  <a:off x="6551683" y="1150053"/>
                  <a:ext cx="2222990" cy="1334930"/>
                  <a:chOff x="4815770" y="1355934"/>
                  <a:chExt cx="2222990" cy="1334930"/>
                </a:xfrm>
                <a:noFill/>
              </p:grpSpPr>
              <p:grpSp>
                <p:nvGrpSpPr>
                  <p:cNvPr id="1115" name="Grupo 1114">
                    <a:extLst>
                      <a:ext uri="{FF2B5EF4-FFF2-40B4-BE49-F238E27FC236}">
                        <a16:creationId xmlns:a16="http://schemas.microsoft.com/office/drawing/2014/main" id="{CA08B15D-0F43-783B-1575-D613EC5F50DA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159" name="Grupo 1158">
                      <a:extLst>
                        <a:ext uri="{FF2B5EF4-FFF2-40B4-BE49-F238E27FC236}">
                          <a16:creationId xmlns:a16="http://schemas.microsoft.com/office/drawing/2014/main" id="{73618F99-F049-5FAE-FFBC-0852C2B52784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166" name="Grupo 1165">
                        <a:extLst>
                          <a:ext uri="{FF2B5EF4-FFF2-40B4-BE49-F238E27FC236}">
                            <a16:creationId xmlns:a16="http://schemas.microsoft.com/office/drawing/2014/main" id="{099DA49D-6EE8-D7E3-B89F-1C9C2142033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169" name="Rectángulo: esquinas redondeadas 1168">
                          <a:extLst>
                            <a:ext uri="{FF2B5EF4-FFF2-40B4-BE49-F238E27FC236}">
                              <a16:creationId xmlns:a16="http://schemas.microsoft.com/office/drawing/2014/main" id="{91806C3D-C8FF-7ED8-69E3-C15CC2EA1B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70" name="Rectángulo: esquinas redondeadas 1169">
                          <a:extLst>
                            <a:ext uri="{FF2B5EF4-FFF2-40B4-BE49-F238E27FC236}">
                              <a16:creationId xmlns:a16="http://schemas.microsoft.com/office/drawing/2014/main" id="{03661E5A-5468-0B62-9331-C46F03D493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67" name="Rectángulo 1166">
                        <a:extLst>
                          <a:ext uri="{FF2B5EF4-FFF2-40B4-BE49-F238E27FC236}">
                            <a16:creationId xmlns:a16="http://schemas.microsoft.com/office/drawing/2014/main" id="{1BFAB01F-87F0-430C-57B5-453892D19F6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68" name="Rectángulo 1167">
                        <a:extLst>
                          <a:ext uri="{FF2B5EF4-FFF2-40B4-BE49-F238E27FC236}">
                            <a16:creationId xmlns:a16="http://schemas.microsoft.com/office/drawing/2014/main" id="{0B7EA2D2-9F3D-F967-EB95-5A5B58E3AFD2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60" name="Grupo 1159">
                      <a:extLst>
                        <a:ext uri="{FF2B5EF4-FFF2-40B4-BE49-F238E27FC236}">
                          <a16:creationId xmlns:a16="http://schemas.microsoft.com/office/drawing/2014/main" id="{138A540E-ACCD-16C6-E5A1-03FE1ECE1ACA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61" name="Grupo 1160">
                        <a:extLst>
                          <a:ext uri="{FF2B5EF4-FFF2-40B4-BE49-F238E27FC236}">
                            <a16:creationId xmlns:a16="http://schemas.microsoft.com/office/drawing/2014/main" id="{0D3E2C27-B439-F286-D9D8-55247F91BFF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64" name="Rectángulo: esquinas redondeadas 1163">
                          <a:extLst>
                            <a:ext uri="{FF2B5EF4-FFF2-40B4-BE49-F238E27FC236}">
                              <a16:creationId xmlns:a16="http://schemas.microsoft.com/office/drawing/2014/main" id="{700E5B02-AAAB-75D8-22EB-F68AD05777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65" name="Rectángulo: esquinas redondeadas 1164">
                          <a:extLst>
                            <a:ext uri="{FF2B5EF4-FFF2-40B4-BE49-F238E27FC236}">
                              <a16:creationId xmlns:a16="http://schemas.microsoft.com/office/drawing/2014/main" id="{855E1E31-2A9D-C2E4-D4E8-5B100852F9F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62" name="Rectángulo 1161">
                        <a:extLst>
                          <a:ext uri="{FF2B5EF4-FFF2-40B4-BE49-F238E27FC236}">
                            <a16:creationId xmlns:a16="http://schemas.microsoft.com/office/drawing/2014/main" id="{DFE065F0-FA4C-869E-7FA5-0684D34A35F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63" name="Rectángulo 1162">
                        <a:extLst>
                          <a:ext uri="{FF2B5EF4-FFF2-40B4-BE49-F238E27FC236}">
                            <a16:creationId xmlns:a16="http://schemas.microsoft.com/office/drawing/2014/main" id="{56E0C6AF-B364-DDE0-72D1-47192556888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116" name="Grupo 1115">
                    <a:extLst>
                      <a:ext uri="{FF2B5EF4-FFF2-40B4-BE49-F238E27FC236}">
                        <a16:creationId xmlns:a16="http://schemas.microsoft.com/office/drawing/2014/main" id="{C8CBC7A9-9D22-ECFB-FE5B-99D853095F58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1147" name="Grupo 1146">
                      <a:extLst>
                        <a:ext uri="{FF2B5EF4-FFF2-40B4-BE49-F238E27FC236}">
                          <a16:creationId xmlns:a16="http://schemas.microsoft.com/office/drawing/2014/main" id="{A7404D00-59AA-E4AB-79B4-27B7A730FA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154" name="Grupo 1153">
                        <a:extLst>
                          <a:ext uri="{FF2B5EF4-FFF2-40B4-BE49-F238E27FC236}">
                            <a16:creationId xmlns:a16="http://schemas.microsoft.com/office/drawing/2014/main" id="{254BE854-9CC8-2ADD-49C0-C227FFCBF5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157" name="Rectángulo: esquinas redondeadas 1156">
                          <a:extLst>
                            <a:ext uri="{FF2B5EF4-FFF2-40B4-BE49-F238E27FC236}">
                              <a16:creationId xmlns:a16="http://schemas.microsoft.com/office/drawing/2014/main" id="{1E855126-C63C-E2EE-4F3A-07D8210DA50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58" name="Rectángulo: esquinas redondeadas 1157">
                          <a:extLst>
                            <a:ext uri="{FF2B5EF4-FFF2-40B4-BE49-F238E27FC236}">
                              <a16:creationId xmlns:a16="http://schemas.microsoft.com/office/drawing/2014/main" id="{1DF45E98-8DE1-38DE-6CB9-294A034D6B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55" name="Rectángulo 1154">
                        <a:extLst>
                          <a:ext uri="{FF2B5EF4-FFF2-40B4-BE49-F238E27FC236}">
                            <a16:creationId xmlns:a16="http://schemas.microsoft.com/office/drawing/2014/main" id="{A1428B60-52BF-1CC5-696E-1CD83089A3CE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56" name="Rectángulo 1155">
                        <a:extLst>
                          <a:ext uri="{FF2B5EF4-FFF2-40B4-BE49-F238E27FC236}">
                            <a16:creationId xmlns:a16="http://schemas.microsoft.com/office/drawing/2014/main" id="{B20D5510-D3E8-3042-3802-C8424AF0CCEF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48" name="Grupo 1147">
                      <a:extLst>
                        <a:ext uri="{FF2B5EF4-FFF2-40B4-BE49-F238E27FC236}">
                          <a16:creationId xmlns:a16="http://schemas.microsoft.com/office/drawing/2014/main" id="{316DB371-A945-0DB4-2EA1-012742A519E0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49" name="Grupo 1148">
                        <a:extLst>
                          <a:ext uri="{FF2B5EF4-FFF2-40B4-BE49-F238E27FC236}">
                            <a16:creationId xmlns:a16="http://schemas.microsoft.com/office/drawing/2014/main" id="{67AB0D75-E5CC-7BDA-62F3-A307A07D45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52" name="Rectángulo: esquinas redondeadas 1151">
                          <a:extLst>
                            <a:ext uri="{FF2B5EF4-FFF2-40B4-BE49-F238E27FC236}">
                              <a16:creationId xmlns:a16="http://schemas.microsoft.com/office/drawing/2014/main" id="{C4A78A5F-787F-EF1B-08E6-8963CCC3B08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53" name="Rectángulo: esquinas redondeadas 1152">
                          <a:extLst>
                            <a:ext uri="{FF2B5EF4-FFF2-40B4-BE49-F238E27FC236}">
                              <a16:creationId xmlns:a16="http://schemas.microsoft.com/office/drawing/2014/main" id="{BD73D00A-5D1D-1B70-A3AD-466C316168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50" name="Rectángulo 1149">
                        <a:extLst>
                          <a:ext uri="{FF2B5EF4-FFF2-40B4-BE49-F238E27FC236}">
                            <a16:creationId xmlns:a16="http://schemas.microsoft.com/office/drawing/2014/main" id="{5A8B732E-2FA1-1C85-FF12-73ABB143359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51" name="Rectángulo 1150">
                        <a:extLst>
                          <a:ext uri="{FF2B5EF4-FFF2-40B4-BE49-F238E27FC236}">
                            <a16:creationId xmlns:a16="http://schemas.microsoft.com/office/drawing/2014/main" id="{2C1784C9-5227-D309-4F70-1A3D1E8F7EC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117" name="Grupo 1116">
                    <a:extLst>
                      <a:ext uri="{FF2B5EF4-FFF2-40B4-BE49-F238E27FC236}">
                        <a16:creationId xmlns:a16="http://schemas.microsoft.com/office/drawing/2014/main" id="{1F6258BE-E9D4-EBB4-FCC3-E7DE2817E2C1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1126" name="Grupo 1125">
                      <a:extLst>
                        <a:ext uri="{FF2B5EF4-FFF2-40B4-BE49-F238E27FC236}">
                          <a16:creationId xmlns:a16="http://schemas.microsoft.com/office/drawing/2014/main" id="{4699258E-44CD-7887-CB9B-914995BCED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1128" name="Grupo 1127">
                        <a:extLst>
                          <a:ext uri="{FF2B5EF4-FFF2-40B4-BE49-F238E27FC236}">
                            <a16:creationId xmlns:a16="http://schemas.microsoft.com/office/drawing/2014/main" id="{3E62530D-581D-42B5-BC88-2BB71DF750B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1143" name="Elipse 1142">
                          <a:extLst>
                            <a:ext uri="{FF2B5EF4-FFF2-40B4-BE49-F238E27FC236}">
                              <a16:creationId xmlns:a16="http://schemas.microsoft.com/office/drawing/2014/main" id="{B9371026-DD6B-AFE2-4A46-45710FDE2B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144" name="Grupo 1143">
                          <a:extLst>
                            <a:ext uri="{FF2B5EF4-FFF2-40B4-BE49-F238E27FC236}">
                              <a16:creationId xmlns:a16="http://schemas.microsoft.com/office/drawing/2014/main" id="{6A6E4F26-1B75-978E-3004-DBD84F6BAA7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145" name="Rectángulo 1144">
                            <a:extLst>
                              <a:ext uri="{FF2B5EF4-FFF2-40B4-BE49-F238E27FC236}">
                                <a16:creationId xmlns:a16="http://schemas.microsoft.com/office/drawing/2014/main" id="{62EA9573-067A-2C0D-F865-81EA5CB1AC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146" name="Rectángulo 1145">
                            <a:extLst>
                              <a:ext uri="{FF2B5EF4-FFF2-40B4-BE49-F238E27FC236}">
                                <a16:creationId xmlns:a16="http://schemas.microsoft.com/office/drawing/2014/main" id="{07269B2F-0AE7-3025-CC56-FB08DF8E3B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129" name="Grupo 1128">
                        <a:extLst>
                          <a:ext uri="{FF2B5EF4-FFF2-40B4-BE49-F238E27FC236}">
                            <a16:creationId xmlns:a16="http://schemas.microsoft.com/office/drawing/2014/main" id="{DA2D20A8-C161-AD52-7E60-461D7F41ECA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130" name="Grupo 1129">
                          <a:extLst>
                            <a:ext uri="{FF2B5EF4-FFF2-40B4-BE49-F238E27FC236}">
                              <a16:creationId xmlns:a16="http://schemas.microsoft.com/office/drawing/2014/main" id="{0B2BBA0D-52E7-2FB1-4C44-3E59CFCF82D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1135" name="Grupo 1134">
                            <a:extLst>
                              <a:ext uri="{FF2B5EF4-FFF2-40B4-BE49-F238E27FC236}">
                                <a16:creationId xmlns:a16="http://schemas.microsoft.com/office/drawing/2014/main" id="{27AF2C51-B8D6-5CC2-3C44-6F9FB73E7AA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1140" name="Rectángulo 1139">
                              <a:extLst>
                                <a:ext uri="{FF2B5EF4-FFF2-40B4-BE49-F238E27FC236}">
                                  <a16:creationId xmlns:a16="http://schemas.microsoft.com/office/drawing/2014/main" id="{2F337549-F11E-188A-E982-E54AF01CFA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141" name="Rectángulo 1140">
                              <a:extLst>
                                <a:ext uri="{FF2B5EF4-FFF2-40B4-BE49-F238E27FC236}">
                                  <a16:creationId xmlns:a16="http://schemas.microsoft.com/office/drawing/2014/main" id="{907ABCA3-84BF-A4A5-D7A5-C4FCC42152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42" name="Marco 1141">
                              <a:extLst>
                                <a:ext uri="{FF2B5EF4-FFF2-40B4-BE49-F238E27FC236}">
                                  <a16:creationId xmlns:a16="http://schemas.microsoft.com/office/drawing/2014/main" id="{057C255B-813B-5F35-B19F-8E55E91AA3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136" name="Grupo 1135">
                            <a:extLst>
                              <a:ext uri="{FF2B5EF4-FFF2-40B4-BE49-F238E27FC236}">
                                <a16:creationId xmlns:a16="http://schemas.microsoft.com/office/drawing/2014/main" id="{458B259D-122F-C908-5BB8-9D050632384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1137" name="Rectángulo 1136">
                              <a:extLst>
                                <a:ext uri="{FF2B5EF4-FFF2-40B4-BE49-F238E27FC236}">
                                  <a16:creationId xmlns:a16="http://schemas.microsoft.com/office/drawing/2014/main" id="{FEA53165-4D5A-5478-F1A0-47A9B7EA6B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38" name="Rectángulo 1137">
                              <a:extLst>
                                <a:ext uri="{FF2B5EF4-FFF2-40B4-BE49-F238E27FC236}">
                                  <a16:creationId xmlns:a16="http://schemas.microsoft.com/office/drawing/2014/main" id="{610E86EF-150D-674D-3EDD-6ACA7D10D3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139" name="Rectángulo 1138">
                              <a:extLst>
                                <a:ext uri="{FF2B5EF4-FFF2-40B4-BE49-F238E27FC236}">
                                  <a16:creationId xmlns:a16="http://schemas.microsoft.com/office/drawing/2014/main" id="{62A39BC2-5BF9-5389-5AB3-8D0B09A8FC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131" name="Grupo 1130">
                          <a:extLst>
                            <a:ext uri="{FF2B5EF4-FFF2-40B4-BE49-F238E27FC236}">
                              <a16:creationId xmlns:a16="http://schemas.microsoft.com/office/drawing/2014/main" id="{23974D71-93EA-8EE4-0C4E-71B255B9083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1132" name="Rectángulo 1131">
                            <a:extLst>
                              <a:ext uri="{FF2B5EF4-FFF2-40B4-BE49-F238E27FC236}">
                                <a16:creationId xmlns:a16="http://schemas.microsoft.com/office/drawing/2014/main" id="{5F74CAB5-59D4-16DF-B25E-73FE6794481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133" name="Rectángulo 1132">
                            <a:extLst>
                              <a:ext uri="{FF2B5EF4-FFF2-40B4-BE49-F238E27FC236}">
                                <a16:creationId xmlns:a16="http://schemas.microsoft.com/office/drawing/2014/main" id="{59C8CBEF-7BD3-7C55-D7D0-16C8FFBB0E8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134" name="Rectángulo 1133">
                            <a:extLst>
                              <a:ext uri="{FF2B5EF4-FFF2-40B4-BE49-F238E27FC236}">
                                <a16:creationId xmlns:a16="http://schemas.microsoft.com/office/drawing/2014/main" id="{31E34CE6-6CA5-3E61-9A10-173EA5E607E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127" name="Rectángulo 1126">
                      <a:extLst>
                        <a:ext uri="{FF2B5EF4-FFF2-40B4-BE49-F238E27FC236}">
                          <a16:creationId xmlns:a16="http://schemas.microsoft.com/office/drawing/2014/main" id="{DCF64C10-31CD-70A7-48EA-A3DABEFCBB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118" name="Grupo 1117">
                    <a:extLst>
                      <a:ext uri="{FF2B5EF4-FFF2-40B4-BE49-F238E27FC236}">
                        <a16:creationId xmlns:a16="http://schemas.microsoft.com/office/drawing/2014/main" id="{66646568-40DE-6707-06A4-44FEBBD90FC7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1119" name="Rectángulo 1118">
                      <a:extLst>
                        <a:ext uri="{FF2B5EF4-FFF2-40B4-BE49-F238E27FC236}">
                          <a16:creationId xmlns:a16="http://schemas.microsoft.com/office/drawing/2014/main" id="{9CC4B2B8-B653-F799-87EB-00FEC81B0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120" name="Grupo 1119">
                      <a:extLst>
                        <a:ext uri="{FF2B5EF4-FFF2-40B4-BE49-F238E27FC236}">
                          <a16:creationId xmlns:a16="http://schemas.microsoft.com/office/drawing/2014/main" id="{233F3D7F-E6CA-8FAD-36D3-DE3D582921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1121" name="Grupo 1120">
                        <a:extLst>
                          <a:ext uri="{FF2B5EF4-FFF2-40B4-BE49-F238E27FC236}">
                            <a16:creationId xmlns:a16="http://schemas.microsoft.com/office/drawing/2014/main" id="{3FE44B5F-4C9E-6E16-F52B-6276710AC1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1123" name="Rectángulo 1122">
                          <a:extLst>
                            <a:ext uri="{FF2B5EF4-FFF2-40B4-BE49-F238E27FC236}">
                              <a16:creationId xmlns:a16="http://schemas.microsoft.com/office/drawing/2014/main" id="{DDEA9B06-E7F9-75C0-751B-47AED66DF54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124" name="Elipse 1123">
                          <a:extLst>
                            <a:ext uri="{FF2B5EF4-FFF2-40B4-BE49-F238E27FC236}">
                              <a16:creationId xmlns:a16="http://schemas.microsoft.com/office/drawing/2014/main" id="{1EFC8796-6683-3E11-F5D0-EE7E0434F14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125" name="Elipse 1124">
                          <a:extLst>
                            <a:ext uri="{FF2B5EF4-FFF2-40B4-BE49-F238E27FC236}">
                              <a16:creationId xmlns:a16="http://schemas.microsoft.com/office/drawing/2014/main" id="{74286E9A-35B1-100D-1A76-3FC199892B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22" name="Rectángulo 1121">
                        <a:extLst>
                          <a:ext uri="{FF2B5EF4-FFF2-40B4-BE49-F238E27FC236}">
                            <a16:creationId xmlns:a16="http://schemas.microsoft.com/office/drawing/2014/main" id="{D4BA5249-ECB3-721D-D480-AB89486F43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</p:grpSp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1ABE0E64-0000-D8E4-7B2B-1E4CE5CE7925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5A51EEE2-064A-76DC-382F-90096D01D6DB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solidFill>
                  <a:schemeClr val="bg1">
                    <a:lumMod val="65000"/>
                  </a:schemeClr>
                </a:solidFill>
              </p:grpSpPr>
              <p:grpSp>
                <p:nvGrpSpPr>
                  <p:cNvPr id="708" name="Grupo 707">
                    <a:extLst>
                      <a:ext uri="{FF2B5EF4-FFF2-40B4-BE49-F238E27FC236}">
                        <a16:creationId xmlns:a16="http://schemas.microsoft.com/office/drawing/2014/main" id="{BFD73A20-1643-C5F1-93E3-BFC2CAF110B6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710" name="Elipse 709">
                      <a:extLst>
                        <a:ext uri="{FF2B5EF4-FFF2-40B4-BE49-F238E27FC236}">
                          <a16:creationId xmlns:a16="http://schemas.microsoft.com/office/drawing/2014/main" id="{50C75A14-7DE8-4730-EA9D-B8FF1813F2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711" name="Diagrama de flujo: operación manual 710">
                      <a:extLst>
                        <a:ext uri="{FF2B5EF4-FFF2-40B4-BE49-F238E27FC236}">
                          <a16:creationId xmlns:a16="http://schemas.microsoft.com/office/drawing/2014/main" id="{CDCD649E-4A98-0D17-042E-9B9A72B20EF8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709" name="Elipse 708">
                    <a:extLst>
                      <a:ext uri="{FF2B5EF4-FFF2-40B4-BE49-F238E27FC236}">
                        <a16:creationId xmlns:a16="http://schemas.microsoft.com/office/drawing/2014/main" id="{8CF6547A-7775-893E-675F-97A1545F108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7" name="Diagrama de flujo: operación manual 6">
                  <a:extLst>
                    <a:ext uri="{FF2B5EF4-FFF2-40B4-BE49-F238E27FC236}">
                      <a16:creationId xmlns:a16="http://schemas.microsoft.com/office/drawing/2014/main" id="{BA538EF7-7855-3919-F901-831A45D4BB71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898" name="Grupo 897">
                <a:extLst>
                  <a:ext uri="{FF2B5EF4-FFF2-40B4-BE49-F238E27FC236}">
                    <a16:creationId xmlns:a16="http://schemas.microsoft.com/office/drawing/2014/main" id="{A2C35F7C-60AC-B297-BFED-2AFD6E57B157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</p:grpSpPr>
            <p:grpSp>
              <p:nvGrpSpPr>
                <p:cNvPr id="899" name="Grupo 898">
                  <a:extLst>
                    <a:ext uri="{FF2B5EF4-FFF2-40B4-BE49-F238E27FC236}">
                      <a16:creationId xmlns:a16="http://schemas.microsoft.com/office/drawing/2014/main" id="{4ECD905E-E6AF-BFB2-E1EA-1CDF36A4769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</p:grpSpPr>
              <p:grpSp>
                <p:nvGrpSpPr>
                  <p:cNvPr id="901" name="Grupo 900">
                    <a:extLst>
                      <a:ext uri="{FF2B5EF4-FFF2-40B4-BE49-F238E27FC236}">
                        <a16:creationId xmlns:a16="http://schemas.microsoft.com/office/drawing/2014/main" id="{EEB4F93E-B597-5BA1-57B7-186A3882F712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</p:grpSpPr>
                <p:grpSp>
                  <p:nvGrpSpPr>
                    <p:cNvPr id="903" name="Grupo 902">
                      <a:extLst>
                        <a:ext uri="{FF2B5EF4-FFF2-40B4-BE49-F238E27FC236}">
                          <a16:creationId xmlns:a16="http://schemas.microsoft.com/office/drawing/2014/main" id="{A4A7F015-9A42-DD42-A005-DE971363D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</p:grpSpPr>
                  <p:grpSp>
                    <p:nvGrpSpPr>
                      <p:cNvPr id="905" name="Grupo 904">
                        <a:extLst>
                          <a:ext uri="{FF2B5EF4-FFF2-40B4-BE49-F238E27FC236}">
                            <a16:creationId xmlns:a16="http://schemas.microsoft.com/office/drawing/2014/main" id="{AE93767B-3D16-E47A-F419-C0548B07E1A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</p:grpSpPr>
                    <p:grpSp>
                      <p:nvGrpSpPr>
                        <p:cNvPr id="907" name="Grupo 906">
                          <a:extLst>
                            <a:ext uri="{FF2B5EF4-FFF2-40B4-BE49-F238E27FC236}">
                              <a16:creationId xmlns:a16="http://schemas.microsoft.com/office/drawing/2014/main" id="{A6A9F1B6-6914-6E3E-6C7A-C1475A2329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solidFill>
                          <a:schemeClr val="bg1">
                            <a:lumMod val="65000"/>
                          </a:schemeClr>
                        </a:solidFill>
                      </p:grpSpPr>
                      <p:grpSp>
                        <p:nvGrpSpPr>
                          <p:cNvPr id="909" name="Grupo 908">
                            <a:extLst>
                              <a:ext uri="{FF2B5EF4-FFF2-40B4-BE49-F238E27FC236}">
                                <a16:creationId xmlns:a16="http://schemas.microsoft.com/office/drawing/2014/main" id="{48A15460-2B13-25D5-BE7C-33F439AE295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11" name="Elipse 910">
                              <a:extLst>
                                <a:ext uri="{FF2B5EF4-FFF2-40B4-BE49-F238E27FC236}">
                                  <a16:creationId xmlns:a16="http://schemas.microsoft.com/office/drawing/2014/main" id="{0CE69D44-D18C-5322-8E40-20B252D8AA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2" name="Diagrama de flujo: operación manual 911">
                              <a:extLst>
                                <a:ext uri="{FF2B5EF4-FFF2-40B4-BE49-F238E27FC236}">
                                  <a16:creationId xmlns:a16="http://schemas.microsoft.com/office/drawing/2014/main" id="{7170E10A-FCE2-E30A-9609-2F3B39FD5F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10" name="Elipse 909">
                            <a:extLst>
                              <a:ext uri="{FF2B5EF4-FFF2-40B4-BE49-F238E27FC236}">
                                <a16:creationId xmlns:a16="http://schemas.microsoft.com/office/drawing/2014/main" id="{8A16BDBB-88E8-EFE1-A970-D97329771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08" name="Diagrama de flujo: operación manual 907">
                          <a:extLst>
                            <a:ext uri="{FF2B5EF4-FFF2-40B4-BE49-F238E27FC236}">
                              <a16:creationId xmlns:a16="http://schemas.microsoft.com/office/drawing/2014/main" id="{D22AD5A4-5CE3-3887-14AC-653A2C5A6D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19050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06" name="Elipse 905">
                        <a:extLst>
                          <a:ext uri="{FF2B5EF4-FFF2-40B4-BE49-F238E27FC236}">
                            <a16:creationId xmlns:a16="http://schemas.microsoft.com/office/drawing/2014/main" id="{F6A362AF-DEDA-0437-E00B-E0C5E5C30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4" name="Elipse 903">
                      <a:extLst>
                        <a:ext uri="{FF2B5EF4-FFF2-40B4-BE49-F238E27FC236}">
                          <a16:creationId xmlns:a16="http://schemas.microsoft.com/office/drawing/2014/main" id="{AD260F28-9049-B9B1-7951-DB8F3F79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2" name="Elipse 901">
                    <a:extLst>
                      <a:ext uri="{FF2B5EF4-FFF2-40B4-BE49-F238E27FC236}">
                        <a16:creationId xmlns:a16="http://schemas.microsoft.com/office/drawing/2014/main" id="{8E70C639-CEC4-72ED-DEFC-7BE52CC6FBB1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0" name="Elipse 899">
                  <a:extLst>
                    <a:ext uri="{FF2B5EF4-FFF2-40B4-BE49-F238E27FC236}">
                      <a16:creationId xmlns:a16="http://schemas.microsoft.com/office/drawing/2014/main" id="{663C2139-1C74-F536-6879-50576C60A161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896" name="Grupo 895">
              <a:extLst>
                <a:ext uri="{FF2B5EF4-FFF2-40B4-BE49-F238E27FC236}">
                  <a16:creationId xmlns:a16="http://schemas.microsoft.com/office/drawing/2014/main" id="{8E101F54-4565-BE3F-69FD-4210394BC797}"/>
                </a:ext>
              </a:extLst>
            </p:cNvPr>
            <p:cNvGrpSpPr/>
            <p:nvPr/>
          </p:nvGrpSpPr>
          <p:grpSpPr>
            <a:xfrm flipH="1" flipV="1">
              <a:off x="8584824" y="2838471"/>
              <a:ext cx="4925289" cy="2614476"/>
              <a:chOff x="4815770" y="1150053"/>
              <a:chExt cx="4925289" cy="2614476"/>
            </a:xfrm>
            <a:noFill/>
          </p:grpSpPr>
          <p:grpSp>
            <p:nvGrpSpPr>
              <p:cNvPr id="897" name="Grupo 896">
                <a:extLst>
                  <a:ext uri="{FF2B5EF4-FFF2-40B4-BE49-F238E27FC236}">
                    <a16:creationId xmlns:a16="http://schemas.microsoft.com/office/drawing/2014/main" id="{93DF5529-1892-0C27-F076-4BB21186DED0}"/>
                  </a:ext>
                </a:extLst>
              </p:cNvPr>
              <p:cNvGrpSpPr/>
              <p:nvPr/>
            </p:nvGrpSpPr>
            <p:grpSpPr>
              <a:xfrm rot="1800000">
                <a:off x="4815770" y="1150053"/>
                <a:ext cx="3958903" cy="1540811"/>
                <a:chOff x="4815770" y="1150053"/>
                <a:chExt cx="3958903" cy="1540811"/>
              </a:xfrm>
              <a:grpFill/>
            </p:grpSpPr>
            <p:grpSp>
              <p:nvGrpSpPr>
                <p:cNvPr id="944" name="Grupo 943">
                  <a:extLst>
                    <a:ext uri="{FF2B5EF4-FFF2-40B4-BE49-F238E27FC236}">
                      <a16:creationId xmlns:a16="http://schemas.microsoft.com/office/drawing/2014/main" id="{3377661A-626D-14D2-3261-DE89F7E0F797}"/>
                    </a:ext>
                  </a:extLst>
                </p:cNvPr>
                <p:cNvGrpSpPr/>
                <p:nvPr/>
              </p:nvGrpSpPr>
              <p:grpSpPr>
                <a:xfrm>
                  <a:off x="4815770" y="1355934"/>
                  <a:ext cx="2222990" cy="1334930"/>
                  <a:chOff x="4815770" y="1355934"/>
                  <a:chExt cx="2222990" cy="1334930"/>
                </a:xfrm>
                <a:grpFill/>
              </p:grpSpPr>
              <p:grpSp>
                <p:nvGrpSpPr>
                  <p:cNvPr id="1062" name="Grupo 1061">
                    <a:extLst>
                      <a:ext uri="{FF2B5EF4-FFF2-40B4-BE49-F238E27FC236}">
                        <a16:creationId xmlns:a16="http://schemas.microsoft.com/office/drawing/2014/main" id="{91850246-BC4A-90A3-E308-FCFE43FB55B7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106" name="Grupo 1105">
                      <a:extLst>
                        <a:ext uri="{FF2B5EF4-FFF2-40B4-BE49-F238E27FC236}">
                          <a16:creationId xmlns:a16="http://schemas.microsoft.com/office/drawing/2014/main" id="{904933DF-EB09-CC89-F7C6-F7C473363231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113" name="Grupo 1112">
                        <a:extLst>
                          <a:ext uri="{FF2B5EF4-FFF2-40B4-BE49-F238E27FC236}">
                            <a16:creationId xmlns:a16="http://schemas.microsoft.com/office/drawing/2014/main" id="{971287F3-16A8-21C6-B996-3980C460EEF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174" name="Rectángulo: esquinas redondeadas 1173">
                          <a:extLst>
                            <a:ext uri="{FF2B5EF4-FFF2-40B4-BE49-F238E27FC236}">
                              <a16:creationId xmlns:a16="http://schemas.microsoft.com/office/drawing/2014/main" id="{74E4184B-BBD9-DD60-234B-C08CC75A1A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75" name="Rectángulo: esquinas redondeadas 1174">
                          <a:extLst>
                            <a:ext uri="{FF2B5EF4-FFF2-40B4-BE49-F238E27FC236}">
                              <a16:creationId xmlns:a16="http://schemas.microsoft.com/office/drawing/2014/main" id="{C2858033-D812-A595-EEB6-9BD9D2B37B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72" name="Rectángulo 1171">
                        <a:extLst>
                          <a:ext uri="{FF2B5EF4-FFF2-40B4-BE49-F238E27FC236}">
                            <a16:creationId xmlns:a16="http://schemas.microsoft.com/office/drawing/2014/main" id="{873C4540-BAE1-5027-15FC-C04D9790524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73" name="Rectángulo 1172">
                        <a:extLst>
                          <a:ext uri="{FF2B5EF4-FFF2-40B4-BE49-F238E27FC236}">
                            <a16:creationId xmlns:a16="http://schemas.microsoft.com/office/drawing/2014/main" id="{B7C7BE70-53CA-9FD1-B4A7-381C24F693B0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107" name="Grupo 1106">
                      <a:extLst>
                        <a:ext uri="{FF2B5EF4-FFF2-40B4-BE49-F238E27FC236}">
                          <a16:creationId xmlns:a16="http://schemas.microsoft.com/office/drawing/2014/main" id="{E5AA0135-648F-E892-154E-4FFF11029CC1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108" name="Grupo 1107">
                        <a:extLst>
                          <a:ext uri="{FF2B5EF4-FFF2-40B4-BE49-F238E27FC236}">
                            <a16:creationId xmlns:a16="http://schemas.microsoft.com/office/drawing/2014/main" id="{90F34E97-0CCF-36C1-736F-1B036F54A52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111" name="Rectángulo: esquinas redondeadas 1110">
                          <a:extLst>
                            <a:ext uri="{FF2B5EF4-FFF2-40B4-BE49-F238E27FC236}">
                              <a16:creationId xmlns:a16="http://schemas.microsoft.com/office/drawing/2014/main" id="{9B25B21D-EA23-1355-8A0F-B0D2D319AA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12" name="Rectángulo: esquinas redondeadas 1111">
                          <a:extLst>
                            <a:ext uri="{FF2B5EF4-FFF2-40B4-BE49-F238E27FC236}">
                              <a16:creationId xmlns:a16="http://schemas.microsoft.com/office/drawing/2014/main" id="{5BFB423A-EE98-7140-C221-1E2872EAEAD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09" name="Rectángulo 1108">
                        <a:extLst>
                          <a:ext uri="{FF2B5EF4-FFF2-40B4-BE49-F238E27FC236}">
                            <a16:creationId xmlns:a16="http://schemas.microsoft.com/office/drawing/2014/main" id="{197FE459-5E6A-7D7F-AAD9-492A917C1DC3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10" name="Rectángulo 1109">
                        <a:extLst>
                          <a:ext uri="{FF2B5EF4-FFF2-40B4-BE49-F238E27FC236}">
                            <a16:creationId xmlns:a16="http://schemas.microsoft.com/office/drawing/2014/main" id="{05CB020B-BDE3-BCF0-FD5B-CA4A3DE6F97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63" name="Grupo 1062">
                    <a:extLst>
                      <a:ext uri="{FF2B5EF4-FFF2-40B4-BE49-F238E27FC236}">
                        <a16:creationId xmlns:a16="http://schemas.microsoft.com/office/drawing/2014/main" id="{57B0C7D0-0AD1-ED9A-2787-FF080BD8A2A8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1094" name="Grupo 1093">
                      <a:extLst>
                        <a:ext uri="{FF2B5EF4-FFF2-40B4-BE49-F238E27FC236}">
                          <a16:creationId xmlns:a16="http://schemas.microsoft.com/office/drawing/2014/main" id="{B3F81F36-EA3D-30F7-2CC9-A6424B2A4D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101" name="Grupo 1100">
                        <a:extLst>
                          <a:ext uri="{FF2B5EF4-FFF2-40B4-BE49-F238E27FC236}">
                            <a16:creationId xmlns:a16="http://schemas.microsoft.com/office/drawing/2014/main" id="{03F89910-EF7A-3BF2-15E5-9845A9829D0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104" name="Rectángulo: esquinas redondeadas 1103">
                          <a:extLst>
                            <a:ext uri="{FF2B5EF4-FFF2-40B4-BE49-F238E27FC236}">
                              <a16:creationId xmlns:a16="http://schemas.microsoft.com/office/drawing/2014/main" id="{D2E69D78-55C0-0457-1F89-B8D123F5DD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05" name="Rectángulo: esquinas redondeadas 1104">
                          <a:extLst>
                            <a:ext uri="{FF2B5EF4-FFF2-40B4-BE49-F238E27FC236}">
                              <a16:creationId xmlns:a16="http://schemas.microsoft.com/office/drawing/2014/main" id="{10605FDA-E2E3-5D34-7F3B-31B54047A7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102" name="Rectángulo 1101">
                        <a:extLst>
                          <a:ext uri="{FF2B5EF4-FFF2-40B4-BE49-F238E27FC236}">
                            <a16:creationId xmlns:a16="http://schemas.microsoft.com/office/drawing/2014/main" id="{1B3A2419-CF82-2822-B62F-24A2ADA4283C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03" name="Rectángulo 1102">
                        <a:extLst>
                          <a:ext uri="{FF2B5EF4-FFF2-40B4-BE49-F238E27FC236}">
                            <a16:creationId xmlns:a16="http://schemas.microsoft.com/office/drawing/2014/main" id="{FD36B87D-AEA5-2D40-6016-B77D32C18DBE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95" name="Grupo 1094">
                      <a:extLst>
                        <a:ext uri="{FF2B5EF4-FFF2-40B4-BE49-F238E27FC236}">
                          <a16:creationId xmlns:a16="http://schemas.microsoft.com/office/drawing/2014/main" id="{8CB1B04F-A963-4673-DF3D-0DBD4988DB9A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96" name="Grupo 1095">
                        <a:extLst>
                          <a:ext uri="{FF2B5EF4-FFF2-40B4-BE49-F238E27FC236}">
                            <a16:creationId xmlns:a16="http://schemas.microsoft.com/office/drawing/2014/main" id="{8E6F70A6-92DC-B76D-91C6-D38D43553BE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99" name="Rectángulo: esquinas redondeadas 1098">
                          <a:extLst>
                            <a:ext uri="{FF2B5EF4-FFF2-40B4-BE49-F238E27FC236}">
                              <a16:creationId xmlns:a16="http://schemas.microsoft.com/office/drawing/2014/main" id="{C99DF99C-6D0C-CDA2-04C3-BA85D2563C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00" name="Rectángulo: esquinas redondeadas 1099">
                          <a:extLst>
                            <a:ext uri="{FF2B5EF4-FFF2-40B4-BE49-F238E27FC236}">
                              <a16:creationId xmlns:a16="http://schemas.microsoft.com/office/drawing/2014/main" id="{D25BFD35-6412-73B9-EAF4-6613EA6BDA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97" name="Rectángulo 1096">
                        <a:extLst>
                          <a:ext uri="{FF2B5EF4-FFF2-40B4-BE49-F238E27FC236}">
                            <a16:creationId xmlns:a16="http://schemas.microsoft.com/office/drawing/2014/main" id="{7B920030-6E5A-34D3-DA2B-9D51EC0531A8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98" name="Rectángulo 1097">
                        <a:extLst>
                          <a:ext uri="{FF2B5EF4-FFF2-40B4-BE49-F238E27FC236}">
                            <a16:creationId xmlns:a16="http://schemas.microsoft.com/office/drawing/2014/main" id="{CAC4426F-D1E7-AE5D-1CAF-CDD139B75E2A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64" name="Grupo 1063">
                    <a:extLst>
                      <a:ext uri="{FF2B5EF4-FFF2-40B4-BE49-F238E27FC236}">
                        <a16:creationId xmlns:a16="http://schemas.microsoft.com/office/drawing/2014/main" id="{DC5F26A1-E98C-E9C5-6E83-D53B5E5ADA03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1073" name="Grupo 1072">
                      <a:extLst>
                        <a:ext uri="{FF2B5EF4-FFF2-40B4-BE49-F238E27FC236}">
                          <a16:creationId xmlns:a16="http://schemas.microsoft.com/office/drawing/2014/main" id="{2161D794-EB7D-8F0B-131F-B4C2903A46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1075" name="Grupo 1074">
                        <a:extLst>
                          <a:ext uri="{FF2B5EF4-FFF2-40B4-BE49-F238E27FC236}">
                            <a16:creationId xmlns:a16="http://schemas.microsoft.com/office/drawing/2014/main" id="{2B0C954E-9EC9-8C69-7167-19E79BEBD33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1090" name="Elipse 1089">
                          <a:extLst>
                            <a:ext uri="{FF2B5EF4-FFF2-40B4-BE49-F238E27FC236}">
                              <a16:creationId xmlns:a16="http://schemas.microsoft.com/office/drawing/2014/main" id="{E7EA43F7-0E8A-332E-9F79-943D50C66F0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091" name="Grupo 1090">
                          <a:extLst>
                            <a:ext uri="{FF2B5EF4-FFF2-40B4-BE49-F238E27FC236}">
                              <a16:creationId xmlns:a16="http://schemas.microsoft.com/office/drawing/2014/main" id="{30E990D4-B3E8-871A-4355-55D6D073535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092" name="Rectángulo 1091">
                            <a:extLst>
                              <a:ext uri="{FF2B5EF4-FFF2-40B4-BE49-F238E27FC236}">
                                <a16:creationId xmlns:a16="http://schemas.microsoft.com/office/drawing/2014/main" id="{D248F84D-E271-9742-620B-CA111E2E59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93" name="Rectángulo 1092">
                            <a:extLst>
                              <a:ext uri="{FF2B5EF4-FFF2-40B4-BE49-F238E27FC236}">
                                <a16:creationId xmlns:a16="http://schemas.microsoft.com/office/drawing/2014/main" id="{567BC239-C65E-6348-5D2E-B18AF47E3A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076" name="Grupo 1075">
                        <a:extLst>
                          <a:ext uri="{FF2B5EF4-FFF2-40B4-BE49-F238E27FC236}">
                            <a16:creationId xmlns:a16="http://schemas.microsoft.com/office/drawing/2014/main" id="{FAE09E1A-669D-7B25-D45C-8A72AC2683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077" name="Grupo 1076">
                          <a:extLst>
                            <a:ext uri="{FF2B5EF4-FFF2-40B4-BE49-F238E27FC236}">
                              <a16:creationId xmlns:a16="http://schemas.microsoft.com/office/drawing/2014/main" id="{9EC745A5-018C-3C43-95D2-3BF0974A681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1082" name="Grupo 1081">
                            <a:extLst>
                              <a:ext uri="{FF2B5EF4-FFF2-40B4-BE49-F238E27FC236}">
                                <a16:creationId xmlns:a16="http://schemas.microsoft.com/office/drawing/2014/main" id="{D105A44A-2371-AA74-3349-0BFB7F57D7F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1087" name="Rectángulo 1086">
                              <a:extLst>
                                <a:ext uri="{FF2B5EF4-FFF2-40B4-BE49-F238E27FC236}">
                                  <a16:creationId xmlns:a16="http://schemas.microsoft.com/office/drawing/2014/main" id="{BDC004D7-419E-B787-0C97-5C3B2E34B2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088" name="Rectángulo 1087">
                              <a:extLst>
                                <a:ext uri="{FF2B5EF4-FFF2-40B4-BE49-F238E27FC236}">
                                  <a16:creationId xmlns:a16="http://schemas.microsoft.com/office/drawing/2014/main" id="{7BD3623D-8C43-1137-9868-A73190073A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9" name="Marco 1088">
                              <a:extLst>
                                <a:ext uri="{FF2B5EF4-FFF2-40B4-BE49-F238E27FC236}">
                                  <a16:creationId xmlns:a16="http://schemas.microsoft.com/office/drawing/2014/main" id="{FFF062E4-31A5-7344-29F5-298EFBBBA90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083" name="Grupo 1082">
                            <a:extLst>
                              <a:ext uri="{FF2B5EF4-FFF2-40B4-BE49-F238E27FC236}">
                                <a16:creationId xmlns:a16="http://schemas.microsoft.com/office/drawing/2014/main" id="{EFBBA93F-6688-934C-0022-672C202F167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1084" name="Rectángulo 1083">
                              <a:extLst>
                                <a:ext uri="{FF2B5EF4-FFF2-40B4-BE49-F238E27FC236}">
                                  <a16:creationId xmlns:a16="http://schemas.microsoft.com/office/drawing/2014/main" id="{AD2B8A9E-78ED-6050-C5AC-38F7B72990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5" name="Rectángulo 1084">
                              <a:extLst>
                                <a:ext uri="{FF2B5EF4-FFF2-40B4-BE49-F238E27FC236}">
                                  <a16:creationId xmlns:a16="http://schemas.microsoft.com/office/drawing/2014/main" id="{2A9AAD8C-30B1-A237-9353-1DEB0B7ECA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86" name="Rectángulo 1085">
                              <a:extLst>
                                <a:ext uri="{FF2B5EF4-FFF2-40B4-BE49-F238E27FC236}">
                                  <a16:creationId xmlns:a16="http://schemas.microsoft.com/office/drawing/2014/main" id="{E649090D-6C99-8F9F-AF38-BABF52D996C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078" name="Grupo 1077">
                          <a:extLst>
                            <a:ext uri="{FF2B5EF4-FFF2-40B4-BE49-F238E27FC236}">
                              <a16:creationId xmlns:a16="http://schemas.microsoft.com/office/drawing/2014/main" id="{FA25A75D-F505-C86F-C483-CC90C24F1BD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1079" name="Rectángulo 1078">
                            <a:extLst>
                              <a:ext uri="{FF2B5EF4-FFF2-40B4-BE49-F238E27FC236}">
                                <a16:creationId xmlns:a16="http://schemas.microsoft.com/office/drawing/2014/main" id="{6CF0B990-DC10-547E-D2A4-F2307D0B6E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80" name="Rectángulo 1079">
                            <a:extLst>
                              <a:ext uri="{FF2B5EF4-FFF2-40B4-BE49-F238E27FC236}">
                                <a16:creationId xmlns:a16="http://schemas.microsoft.com/office/drawing/2014/main" id="{BEEB639D-85FE-6A28-4D59-8F0CDBA193C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81" name="Rectángulo 1080">
                            <a:extLst>
                              <a:ext uri="{FF2B5EF4-FFF2-40B4-BE49-F238E27FC236}">
                                <a16:creationId xmlns:a16="http://schemas.microsoft.com/office/drawing/2014/main" id="{2CBF8CD8-4C64-AC4C-F32C-A0EEE3012D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074" name="Rectángulo 1073">
                      <a:extLst>
                        <a:ext uri="{FF2B5EF4-FFF2-40B4-BE49-F238E27FC236}">
                          <a16:creationId xmlns:a16="http://schemas.microsoft.com/office/drawing/2014/main" id="{DBCD9C5A-FCA4-4A90-F287-7688E711BA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65" name="Grupo 1064">
                    <a:extLst>
                      <a:ext uri="{FF2B5EF4-FFF2-40B4-BE49-F238E27FC236}">
                        <a16:creationId xmlns:a16="http://schemas.microsoft.com/office/drawing/2014/main" id="{19CEB311-8311-F2B0-7D6F-0697C10D368B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1066" name="Rectángulo 1065">
                      <a:extLst>
                        <a:ext uri="{FF2B5EF4-FFF2-40B4-BE49-F238E27FC236}">
                          <a16:creationId xmlns:a16="http://schemas.microsoft.com/office/drawing/2014/main" id="{F3523DAC-573E-7267-EC7F-957BE7174F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067" name="Grupo 1066">
                      <a:extLst>
                        <a:ext uri="{FF2B5EF4-FFF2-40B4-BE49-F238E27FC236}">
                          <a16:creationId xmlns:a16="http://schemas.microsoft.com/office/drawing/2014/main" id="{C2FFDFEC-FA96-7D1D-1478-ED1D661E51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1068" name="Grupo 1067">
                        <a:extLst>
                          <a:ext uri="{FF2B5EF4-FFF2-40B4-BE49-F238E27FC236}">
                            <a16:creationId xmlns:a16="http://schemas.microsoft.com/office/drawing/2014/main" id="{83212F87-BD11-B4E8-1D9A-ECB189C52B4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1070" name="Rectángulo 1069">
                          <a:extLst>
                            <a:ext uri="{FF2B5EF4-FFF2-40B4-BE49-F238E27FC236}">
                              <a16:creationId xmlns:a16="http://schemas.microsoft.com/office/drawing/2014/main" id="{3C229717-20AE-0D81-450E-A4686D16EC0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71" name="Elipse 1070">
                          <a:extLst>
                            <a:ext uri="{FF2B5EF4-FFF2-40B4-BE49-F238E27FC236}">
                              <a16:creationId xmlns:a16="http://schemas.microsoft.com/office/drawing/2014/main" id="{AAA6CA53-128E-0CA5-FF58-9C1A4E99EF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72" name="Elipse 1071">
                          <a:extLst>
                            <a:ext uri="{FF2B5EF4-FFF2-40B4-BE49-F238E27FC236}">
                              <a16:creationId xmlns:a16="http://schemas.microsoft.com/office/drawing/2014/main" id="{93BD92B6-D2EA-651C-1FC8-06397FD45E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69" name="Rectángulo 1068">
                        <a:extLst>
                          <a:ext uri="{FF2B5EF4-FFF2-40B4-BE49-F238E27FC236}">
                            <a16:creationId xmlns:a16="http://schemas.microsoft.com/office/drawing/2014/main" id="{0EC128BA-09C7-3F8F-410E-FD76F97741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  <p:grpSp>
              <p:nvGrpSpPr>
                <p:cNvPr id="945" name="Grupo 944">
                  <a:extLst>
                    <a:ext uri="{FF2B5EF4-FFF2-40B4-BE49-F238E27FC236}">
                      <a16:creationId xmlns:a16="http://schemas.microsoft.com/office/drawing/2014/main" id="{3DCF2657-A2C2-25E5-55D7-956037BFFA34}"/>
                    </a:ext>
                  </a:extLst>
                </p:cNvPr>
                <p:cNvGrpSpPr/>
                <p:nvPr/>
              </p:nvGrpSpPr>
              <p:grpSpPr>
                <a:xfrm flipH="1" flipV="1">
                  <a:off x="6551683" y="1150053"/>
                  <a:ext cx="2222990" cy="1334930"/>
                  <a:chOff x="4815770" y="1355934"/>
                  <a:chExt cx="2222990" cy="1334930"/>
                </a:xfrm>
                <a:grpFill/>
              </p:grpSpPr>
              <p:grpSp>
                <p:nvGrpSpPr>
                  <p:cNvPr id="946" name="Grupo 945">
                    <a:extLst>
                      <a:ext uri="{FF2B5EF4-FFF2-40B4-BE49-F238E27FC236}">
                        <a16:creationId xmlns:a16="http://schemas.microsoft.com/office/drawing/2014/main" id="{5C8D1721-A691-D45E-E12F-CD2C8ADDD9F8}"/>
                      </a:ext>
                    </a:extLst>
                  </p:cNvPr>
                  <p:cNvGrpSpPr/>
                  <p:nvPr/>
                </p:nvGrpSpPr>
                <p:grpSpPr>
                  <a:xfrm rot="3960000">
                    <a:off x="5443097" y="1563968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050" name="Grupo 1049">
                      <a:extLst>
                        <a:ext uri="{FF2B5EF4-FFF2-40B4-BE49-F238E27FC236}">
                          <a16:creationId xmlns:a16="http://schemas.microsoft.com/office/drawing/2014/main" id="{B16216BB-6EC2-CE68-CCBB-7E806C1D9069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057" name="Grupo 1056">
                        <a:extLst>
                          <a:ext uri="{FF2B5EF4-FFF2-40B4-BE49-F238E27FC236}">
                            <a16:creationId xmlns:a16="http://schemas.microsoft.com/office/drawing/2014/main" id="{2F858FDF-C3DA-E426-A181-EE1A27A3076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060" name="Rectángulo: esquinas redondeadas 1059">
                          <a:extLst>
                            <a:ext uri="{FF2B5EF4-FFF2-40B4-BE49-F238E27FC236}">
                              <a16:creationId xmlns:a16="http://schemas.microsoft.com/office/drawing/2014/main" id="{A8101778-0B3B-4617-0F41-D397DF3B98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61" name="Rectángulo: esquinas redondeadas 1060">
                          <a:extLst>
                            <a:ext uri="{FF2B5EF4-FFF2-40B4-BE49-F238E27FC236}">
                              <a16:creationId xmlns:a16="http://schemas.microsoft.com/office/drawing/2014/main" id="{8CA21AA2-5EE3-5A46-BBCD-5CC5748A96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58" name="Rectángulo 1057">
                        <a:extLst>
                          <a:ext uri="{FF2B5EF4-FFF2-40B4-BE49-F238E27FC236}">
                            <a16:creationId xmlns:a16="http://schemas.microsoft.com/office/drawing/2014/main" id="{5CC15209-041E-641B-2548-F115A37A8928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59" name="Rectángulo 1058">
                        <a:extLst>
                          <a:ext uri="{FF2B5EF4-FFF2-40B4-BE49-F238E27FC236}">
                            <a16:creationId xmlns:a16="http://schemas.microsoft.com/office/drawing/2014/main" id="{E96478A4-6CED-67CC-F0B2-0D5F284C7F4D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51" name="Grupo 1050">
                      <a:extLst>
                        <a:ext uri="{FF2B5EF4-FFF2-40B4-BE49-F238E27FC236}">
                          <a16:creationId xmlns:a16="http://schemas.microsoft.com/office/drawing/2014/main" id="{B8B1C130-C35A-7A6C-3DF1-8CA1DF4820C8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52" name="Grupo 1051">
                        <a:extLst>
                          <a:ext uri="{FF2B5EF4-FFF2-40B4-BE49-F238E27FC236}">
                            <a16:creationId xmlns:a16="http://schemas.microsoft.com/office/drawing/2014/main" id="{A569EE0E-2FDE-C4BC-BF10-42C07070C4C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55" name="Rectángulo: esquinas redondeadas 1054">
                          <a:extLst>
                            <a:ext uri="{FF2B5EF4-FFF2-40B4-BE49-F238E27FC236}">
                              <a16:creationId xmlns:a16="http://schemas.microsoft.com/office/drawing/2014/main" id="{79B783F3-8995-1D95-AD03-5F9D5298B6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56" name="Rectángulo: esquinas redondeadas 1055">
                          <a:extLst>
                            <a:ext uri="{FF2B5EF4-FFF2-40B4-BE49-F238E27FC236}">
                              <a16:creationId xmlns:a16="http://schemas.microsoft.com/office/drawing/2014/main" id="{38B9F53A-2428-D271-D1D7-9442D0B0A4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53" name="Rectángulo 1052">
                        <a:extLst>
                          <a:ext uri="{FF2B5EF4-FFF2-40B4-BE49-F238E27FC236}">
                            <a16:creationId xmlns:a16="http://schemas.microsoft.com/office/drawing/2014/main" id="{1A8B1F9D-A51D-CB9A-E9DE-086A44CEE19F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54" name="Rectángulo 1053">
                        <a:extLst>
                          <a:ext uri="{FF2B5EF4-FFF2-40B4-BE49-F238E27FC236}">
                            <a16:creationId xmlns:a16="http://schemas.microsoft.com/office/drawing/2014/main" id="{D52E6531-C686-A796-518E-58C835C3E917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47" name="Grupo 946">
                    <a:extLst>
                      <a:ext uri="{FF2B5EF4-FFF2-40B4-BE49-F238E27FC236}">
                        <a16:creationId xmlns:a16="http://schemas.microsoft.com/office/drawing/2014/main" id="{7EC011BB-BFE1-445C-360B-120C91ECADCA}"/>
                      </a:ext>
                    </a:extLst>
                  </p:cNvPr>
                  <p:cNvGrpSpPr/>
                  <p:nvPr/>
                </p:nvGrpSpPr>
                <p:grpSpPr>
                  <a:xfrm rot="6360000">
                    <a:off x="5378332" y="793372"/>
                    <a:ext cx="566675" cy="1691800"/>
                    <a:chOff x="2374194" y="2848341"/>
                    <a:chExt cx="685443" cy="2067229"/>
                  </a:xfrm>
                  <a:grpFill/>
                </p:grpSpPr>
                <p:grpSp>
                  <p:nvGrpSpPr>
                    <p:cNvPr id="978" name="Grupo 977">
                      <a:extLst>
                        <a:ext uri="{FF2B5EF4-FFF2-40B4-BE49-F238E27FC236}">
                          <a16:creationId xmlns:a16="http://schemas.microsoft.com/office/drawing/2014/main" id="{A3EF4723-F790-43FB-111D-7E071CD045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6948" y="3859120"/>
                      <a:ext cx="342689" cy="1056450"/>
                      <a:chOff x="5808395" y="3718253"/>
                      <a:chExt cx="276758" cy="836445"/>
                    </a:xfrm>
                    <a:grpFill/>
                  </p:grpSpPr>
                  <p:grpSp>
                    <p:nvGrpSpPr>
                      <p:cNvPr id="1045" name="Grupo 1044">
                        <a:extLst>
                          <a:ext uri="{FF2B5EF4-FFF2-40B4-BE49-F238E27FC236}">
                            <a16:creationId xmlns:a16="http://schemas.microsoft.com/office/drawing/2014/main" id="{2C446EA4-1DFA-FEC7-B7FF-6E67D2C7658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395" y="3718253"/>
                        <a:ext cx="184852" cy="473941"/>
                        <a:chOff x="6165845" y="3717239"/>
                        <a:chExt cx="184852" cy="473941"/>
                      </a:xfrm>
                      <a:grpFill/>
                    </p:grpSpPr>
                    <p:sp>
                      <p:nvSpPr>
                        <p:cNvPr id="1048" name="Rectángulo: esquinas redondeadas 1047">
                          <a:extLst>
                            <a:ext uri="{FF2B5EF4-FFF2-40B4-BE49-F238E27FC236}">
                              <a16:creationId xmlns:a16="http://schemas.microsoft.com/office/drawing/2014/main" id="{5E3E79EA-4CC8-6260-E8F2-24CA1923EF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845" y="3717239"/>
                          <a:ext cx="184852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49" name="Rectángulo: esquinas redondeadas 1048">
                          <a:extLst>
                            <a:ext uri="{FF2B5EF4-FFF2-40B4-BE49-F238E27FC236}">
                              <a16:creationId xmlns:a16="http://schemas.microsoft.com/office/drawing/2014/main" id="{3FC27123-5A1F-F8AB-9A66-1A447FB0DF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22646" flipH="1">
                          <a:off x="6207873" y="3795106"/>
                          <a:ext cx="46037" cy="203887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46" name="Rectángulo 1045">
                        <a:extLst>
                          <a:ext uri="{FF2B5EF4-FFF2-40B4-BE49-F238E27FC236}">
                            <a16:creationId xmlns:a16="http://schemas.microsoft.com/office/drawing/2014/main" id="{5687BAF8-3DBC-85B4-40C2-066D7977B54B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47" name="Rectángulo 1046">
                        <a:extLst>
                          <a:ext uri="{FF2B5EF4-FFF2-40B4-BE49-F238E27FC236}">
                            <a16:creationId xmlns:a16="http://schemas.microsoft.com/office/drawing/2014/main" id="{F354DE1A-FA18-9D1E-484E-E7C0E76F2D04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39" name="Grupo 1038">
                      <a:extLst>
                        <a:ext uri="{FF2B5EF4-FFF2-40B4-BE49-F238E27FC236}">
                          <a16:creationId xmlns:a16="http://schemas.microsoft.com/office/drawing/2014/main" id="{E7017FD1-F953-C8EC-F8A3-B1EEE22861E2}"/>
                        </a:ext>
                      </a:extLst>
                    </p:cNvPr>
                    <p:cNvGrpSpPr/>
                    <p:nvPr/>
                  </p:nvGrpSpPr>
                  <p:grpSpPr>
                    <a:xfrm flipH="1" flipV="1">
                      <a:off x="2374194" y="2848341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40" name="Grupo 1039">
                        <a:extLst>
                          <a:ext uri="{FF2B5EF4-FFF2-40B4-BE49-F238E27FC236}">
                            <a16:creationId xmlns:a16="http://schemas.microsoft.com/office/drawing/2014/main" id="{5498A14E-C78C-F837-CD2D-DDB97279D6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43" name="Rectángulo: esquinas redondeadas 1042">
                          <a:extLst>
                            <a:ext uri="{FF2B5EF4-FFF2-40B4-BE49-F238E27FC236}">
                              <a16:creationId xmlns:a16="http://schemas.microsoft.com/office/drawing/2014/main" id="{BF686925-83C8-0B0E-7AC0-8BD9A0AD835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44" name="Rectángulo: esquinas redondeadas 1043">
                          <a:extLst>
                            <a:ext uri="{FF2B5EF4-FFF2-40B4-BE49-F238E27FC236}">
                              <a16:creationId xmlns:a16="http://schemas.microsoft.com/office/drawing/2014/main" id="{E133B2BE-1AC0-B7AF-7FD7-9A2CA36E02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41" name="Rectángulo 1040">
                        <a:extLst>
                          <a:ext uri="{FF2B5EF4-FFF2-40B4-BE49-F238E27FC236}">
                            <a16:creationId xmlns:a16="http://schemas.microsoft.com/office/drawing/2014/main" id="{B1B192AB-0871-9080-371B-0C499EF92BE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42" name="Rectángulo 1041">
                        <a:extLst>
                          <a:ext uri="{FF2B5EF4-FFF2-40B4-BE49-F238E27FC236}">
                            <a16:creationId xmlns:a16="http://schemas.microsoft.com/office/drawing/2014/main" id="{59804533-A5CC-5974-312A-4EA2B7A295E4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948" name="Grupo 947">
                    <a:extLst>
                      <a:ext uri="{FF2B5EF4-FFF2-40B4-BE49-F238E27FC236}">
                        <a16:creationId xmlns:a16="http://schemas.microsoft.com/office/drawing/2014/main" id="{2DC66734-314D-6E7F-FA0A-7FF044C507C8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957" name="Grupo 956">
                      <a:extLst>
                        <a:ext uri="{FF2B5EF4-FFF2-40B4-BE49-F238E27FC236}">
                          <a16:creationId xmlns:a16="http://schemas.microsoft.com/office/drawing/2014/main" id="{D90546D2-B6E1-7424-16FC-C1E2E8A3AA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959" name="Grupo 958">
                        <a:extLst>
                          <a:ext uri="{FF2B5EF4-FFF2-40B4-BE49-F238E27FC236}">
                            <a16:creationId xmlns:a16="http://schemas.microsoft.com/office/drawing/2014/main" id="{F82C0281-FAA0-D81B-E2FD-98A447CAEA4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974" name="Elipse 973">
                          <a:extLst>
                            <a:ext uri="{FF2B5EF4-FFF2-40B4-BE49-F238E27FC236}">
                              <a16:creationId xmlns:a16="http://schemas.microsoft.com/office/drawing/2014/main" id="{5D36417B-A49C-6583-68CD-A7958661BC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975" name="Grupo 974">
                          <a:extLst>
                            <a:ext uri="{FF2B5EF4-FFF2-40B4-BE49-F238E27FC236}">
                              <a16:creationId xmlns:a16="http://schemas.microsoft.com/office/drawing/2014/main" id="{E1D826B8-589D-295F-3E5E-1CFD8B1CD65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976" name="Rectángulo 975">
                            <a:extLst>
                              <a:ext uri="{FF2B5EF4-FFF2-40B4-BE49-F238E27FC236}">
                                <a16:creationId xmlns:a16="http://schemas.microsoft.com/office/drawing/2014/main" id="{691A3076-C14C-BA1C-522F-928EF43F8BD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977" name="Rectángulo 976">
                            <a:extLst>
                              <a:ext uri="{FF2B5EF4-FFF2-40B4-BE49-F238E27FC236}">
                                <a16:creationId xmlns:a16="http://schemas.microsoft.com/office/drawing/2014/main" id="{3F956DD0-927D-86AA-BB03-3A7C66FDF3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960" name="Grupo 959">
                        <a:extLst>
                          <a:ext uri="{FF2B5EF4-FFF2-40B4-BE49-F238E27FC236}">
                            <a16:creationId xmlns:a16="http://schemas.microsoft.com/office/drawing/2014/main" id="{92103B07-ABF6-29B4-9A74-E09AE58ED6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961" name="Grupo 960">
                          <a:extLst>
                            <a:ext uri="{FF2B5EF4-FFF2-40B4-BE49-F238E27FC236}">
                              <a16:creationId xmlns:a16="http://schemas.microsoft.com/office/drawing/2014/main" id="{422FBDC9-B96B-366A-2297-844964F65E7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966" name="Grupo 965">
                            <a:extLst>
                              <a:ext uri="{FF2B5EF4-FFF2-40B4-BE49-F238E27FC236}">
                                <a16:creationId xmlns:a16="http://schemas.microsoft.com/office/drawing/2014/main" id="{63FE456F-7E44-1E8D-C4AE-8E67AA01FB3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971" name="Rectángulo 970">
                              <a:extLst>
                                <a:ext uri="{FF2B5EF4-FFF2-40B4-BE49-F238E27FC236}">
                                  <a16:creationId xmlns:a16="http://schemas.microsoft.com/office/drawing/2014/main" id="{D31A937D-D425-D2B4-C70B-D22EB630337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972" name="Rectángulo 971">
                              <a:extLst>
                                <a:ext uri="{FF2B5EF4-FFF2-40B4-BE49-F238E27FC236}">
                                  <a16:creationId xmlns:a16="http://schemas.microsoft.com/office/drawing/2014/main" id="{DDF043AE-39C7-F571-245C-5A8E9E35FF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73" name="Marco 972">
                              <a:extLst>
                                <a:ext uri="{FF2B5EF4-FFF2-40B4-BE49-F238E27FC236}">
                                  <a16:creationId xmlns:a16="http://schemas.microsoft.com/office/drawing/2014/main" id="{3F8BA654-AF61-5142-FAD4-F63E2C881D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967" name="Grupo 966">
                            <a:extLst>
                              <a:ext uri="{FF2B5EF4-FFF2-40B4-BE49-F238E27FC236}">
                                <a16:creationId xmlns:a16="http://schemas.microsoft.com/office/drawing/2014/main" id="{710EDE1F-E9C7-344C-8A77-E92E15306CA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968" name="Rectángulo 967">
                              <a:extLst>
                                <a:ext uri="{FF2B5EF4-FFF2-40B4-BE49-F238E27FC236}">
                                  <a16:creationId xmlns:a16="http://schemas.microsoft.com/office/drawing/2014/main" id="{D3CC440D-94AC-3EE7-59E1-7B2F7378863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69" name="Rectángulo 968">
                              <a:extLst>
                                <a:ext uri="{FF2B5EF4-FFF2-40B4-BE49-F238E27FC236}">
                                  <a16:creationId xmlns:a16="http://schemas.microsoft.com/office/drawing/2014/main" id="{262232B1-6E41-9095-B694-275C0094CF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70" name="Rectángulo 969">
                              <a:extLst>
                                <a:ext uri="{FF2B5EF4-FFF2-40B4-BE49-F238E27FC236}">
                                  <a16:creationId xmlns:a16="http://schemas.microsoft.com/office/drawing/2014/main" id="{0657AED7-72E9-A8A9-69CC-A161B8F415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962" name="Grupo 961">
                          <a:extLst>
                            <a:ext uri="{FF2B5EF4-FFF2-40B4-BE49-F238E27FC236}">
                              <a16:creationId xmlns:a16="http://schemas.microsoft.com/office/drawing/2014/main" id="{3EC77BF3-72C3-7800-DA2E-55458DF057A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963" name="Rectángulo 962">
                            <a:extLst>
                              <a:ext uri="{FF2B5EF4-FFF2-40B4-BE49-F238E27FC236}">
                                <a16:creationId xmlns:a16="http://schemas.microsoft.com/office/drawing/2014/main" id="{1DADAEB8-F30F-7B9E-9745-98F1015385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964" name="Rectángulo 963">
                            <a:extLst>
                              <a:ext uri="{FF2B5EF4-FFF2-40B4-BE49-F238E27FC236}">
                                <a16:creationId xmlns:a16="http://schemas.microsoft.com/office/drawing/2014/main" id="{FEA5B114-F711-9084-46CF-8E85642F027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965" name="Rectángulo 964">
                            <a:extLst>
                              <a:ext uri="{FF2B5EF4-FFF2-40B4-BE49-F238E27FC236}">
                                <a16:creationId xmlns:a16="http://schemas.microsoft.com/office/drawing/2014/main" id="{876805A3-5E97-573F-26C3-32E3BB77B2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958" name="Rectángulo 957">
                      <a:extLst>
                        <a:ext uri="{FF2B5EF4-FFF2-40B4-BE49-F238E27FC236}">
                          <a16:creationId xmlns:a16="http://schemas.microsoft.com/office/drawing/2014/main" id="{1B9EE8E7-4E28-37B1-4B7C-CEF838C143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949" name="Grupo 948">
                    <a:extLst>
                      <a:ext uri="{FF2B5EF4-FFF2-40B4-BE49-F238E27FC236}">
                        <a16:creationId xmlns:a16="http://schemas.microsoft.com/office/drawing/2014/main" id="{A6C35182-82DA-A4EC-432A-FC14407E9D36}"/>
                      </a:ext>
                    </a:extLst>
                  </p:cNvPr>
                  <p:cNvGrpSpPr/>
                  <p:nvPr/>
                </p:nvGrpSpPr>
                <p:grpSpPr>
                  <a:xfrm rot="5151436">
                    <a:off x="5213985" y="1962552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950" name="Rectángulo 949">
                      <a:extLst>
                        <a:ext uri="{FF2B5EF4-FFF2-40B4-BE49-F238E27FC236}">
                          <a16:creationId xmlns:a16="http://schemas.microsoft.com/office/drawing/2014/main" id="{201C7676-20B1-6959-0B1A-1F9CFC4B3D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951" name="Grupo 950">
                      <a:extLst>
                        <a:ext uri="{FF2B5EF4-FFF2-40B4-BE49-F238E27FC236}">
                          <a16:creationId xmlns:a16="http://schemas.microsoft.com/office/drawing/2014/main" id="{A9E08C64-9E5B-9F8B-2BF0-F80A0D1997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952" name="Grupo 951">
                        <a:extLst>
                          <a:ext uri="{FF2B5EF4-FFF2-40B4-BE49-F238E27FC236}">
                            <a16:creationId xmlns:a16="http://schemas.microsoft.com/office/drawing/2014/main" id="{939459ED-D578-69D0-8D83-E9A70646B7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954" name="Rectángulo 953">
                          <a:extLst>
                            <a:ext uri="{FF2B5EF4-FFF2-40B4-BE49-F238E27FC236}">
                              <a16:creationId xmlns:a16="http://schemas.microsoft.com/office/drawing/2014/main" id="{07B3E51D-C394-106E-39AA-CFB296D6A1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55" name="Elipse 954">
                          <a:extLst>
                            <a:ext uri="{FF2B5EF4-FFF2-40B4-BE49-F238E27FC236}">
                              <a16:creationId xmlns:a16="http://schemas.microsoft.com/office/drawing/2014/main" id="{4C3080EA-E60C-F48F-F563-A44CC3A443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956" name="Elipse 955">
                          <a:extLst>
                            <a:ext uri="{FF2B5EF4-FFF2-40B4-BE49-F238E27FC236}">
                              <a16:creationId xmlns:a16="http://schemas.microsoft.com/office/drawing/2014/main" id="{932661EF-553D-50BC-62AD-6C253498BA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53" name="Rectángulo 952">
                        <a:extLst>
                          <a:ext uri="{FF2B5EF4-FFF2-40B4-BE49-F238E27FC236}">
                            <a16:creationId xmlns:a16="http://schemas.microsoft.com/office/drawing/2014/main" id="{A219665E-F9FC-CB9E-32FD-3D3AF3DDEC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</p:grpSp>
          <p:grpSp>
            <p:nvGrpSpPr>
              <p:cNvPr id="922" name="Grupo 921">
                <a:extLst>
                  <a:ext uri="{FF2B5EF4-FFF2-40B4-BE49-F238E27FC236}">
                    <a16:creationId xmlns:a16="http://schemas.microsoft.com/office/drawing/2014/main" id="{33270555-532D-83C1-0313-394180B560E6}"/>
                  </a:ext>
                </a:extLst>
              </p:cNvPr>
              <p:cNvGrpSpPr/>
              <p:nvPr/>
            </p:nvGrpSpPr>
            <p:grpSpPr>
              <a:xfrm rot="297357">
                <a:off x="7452980" y="1750589"/>
                <a:ext cx="2288079" cy="2013940"/>
                <a:chOff x="5734796" y="1871886"/>
                <a:chExt cx="2288079" cy="2013940"/>
              </a:xfrm>
              <a:grpFill/>
            </p:grpSpPr>
            <p:grpSp>
              <p:nvGrpSpPr>
                <p:cNvPr id="938" name="Grupo 937">
                  <a:extLst>
                    <a:ext uri="{FF2B5EF4-FFF2-40B4-BE49-F238E27FC236}">
                      <a16:creationId xmlns:a16="http://schemas.microsoft.com/office/drawing/2014/main" id="{A2557F39-F7E3-3FFC-FBC4-98A47DE04B8E}"/>
                    </a:ext>
                  </a:extLst>
                </p:cNvPr>
                <p:cNvGrpSpPr/>
                <p:nvPr/>
              </p:nvGrpSpPr>
              <p:grpSpPr>
                <a:xfrm>
                  <a:off x="5734796" y="1871886"/>
                  <a:ext cx="2288079" cy="2013940"/>
                  <a:chOff x="5830183" y="2277270"/>
                  <a:chExt cx="2288079" cy="2013940"/>
                </a:xfrm>
                <a:grpFill/>
              </p:grpSpPr>
              <p:grpSp>
                <p:nvGrpSpPr>
                  <p:cNvPr id="940" name="Grupo 939">
                    <a:extLst>
                      <a:ext uri="{FF2B5EF4-FFF2-40B4-BE49-F238E27FC236}">
                        <a16:creationId xmlns:a16="http://schemas.microsoft.com/office/drawing/2014/main" id="{C57D6C54-2A32-C790-9953-5016A8CE8182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942" name="Elipse 941">
                      <a:extLst>
                        <a:ext uri="{FF2B5EF4-FFF2-40B4-BE49-F238E27FC236}">
                          <a16:creationId xmlns:a16="http://schemas.microsoft.com/office/drawing/2014/main" id="{564026DD-303E-DA52-3154-EE8574A60C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43" name="Diagrama de flujo: operación manual 942">
                      <a:extLst>
                        <a:ext uri="{FF2B5EF4-FFF2-40B4-BE49-F238E27FC236}">
                          <a16:creationId xmlns:a16="http://schemas.microsoft.com/office/drawing/2014/main" id="{7CEA28B2-F172-9380-E384-1D0D301B00AE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41" name="Elipse 940">
                    <a:extLst>
                      <a:ext uri="{FF2B5EF4-FFF2-40B4-BE49-F238E27FC236}">
                        <a16:creationId xmlns:a16="http://schemas.microsoft.com/office/drawing/2014/main" id="{AEA4F4FE-1F3D-32CE-EAFB-8AF6DD9E7764}"/>
                      </a:ext>
                    </a:extLst>
                  </p:cNvPr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39" name="Diagrama de flujo: operación manual 938">
                  <a:extLst>
                    <a:ext uri="{FF2B5EF4-FFF2-40B4-BE49-F238E27FC236}">
                      <a16:creationId xmlns:a16="http://schemas.microsoft.com/office/drawing/2014/main" id="{51D7ECF9-30CF-80E6-9825-FA813A47BCC6}"/>
                    </a:ext>
                  </a:extLst>
                </p:cNvPr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923" name="Grupo 922">
                <a:extLst>
                  <a:ext uri="{FF2B5EF4-FFF2-40B4-BE49-F238E27FC236}">
                    <a16:creationId xmlns:a16="http://schemas.microsoft.com/office/drawing/2014/main" id="{C24718D8-7AFC-906A-82F1-7C6BAF800048}"/>
                  </a:ext>
                </a:extLst>
              </p:cNvPr>
              <p:cNvGrpSpPr/>
              <p:nvPr/>
            </p:nvGrpSpPr>
            <p:grpSpPr>
              <a:xfrm rot="600000">
                <a:off x="6749442" y="1333028"/>
                <a:ext cx="1318435" cy="1266043"/>
                <a:chOff x="6641702" y="1526452"/>
                <a:chExt cx="1318435" cy="1266043"/>
              </a:xfrm>
              <a:grpFill/>
            </p:grpSpPr>
            <p:grpSp>
              <p:nvGrpSpPr>
                <p:cNvPr id="924" name="Grupo 923">
                  <a:extLst>
                    <a:ext uri="{FF2B5EF4-FFF2-40B4-BE49-F238E27FC236}">
                      <a16:creationId xmlns:a16="http://schemas.microsoft.com/office/drawing/2014/main" id="{35CAB68B-46DB-20F1-B49A-E353540F8EEE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  <a:grpFill/>
              </p:grpSpPr>
              <p:grpSp>
                <p:nvGrpSpPr>
                  <p:cNvPr id="926" name="Grupo 925">
                    <a:extLst>
                      <a:ext uri="{FF2B5EF4-FFF2-40B4-BE49-F238E27FC236}">
                        <a16:creationId xmlns:a16="http://schemas.microsoft.com/office/drawing/2014/main" id="{B9B2597B-42E1-1DDE-B7D2-EFD057BB0B21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  <a:grpFill/>
                </p:grpSpPr>
                <p:grpSp>
                  <p:nvGrpSpPr>
                    <p:cNvPr id="928" name="Grupo 927">
                      <a:extLst>
                        <a:ext uri="{FF2B5EF4-FFF2-40B4-BE49-F238E27FC236}">
                          <a16:creationId xmlns:a16="http://schemas.microsoft.com/office/drawing/2014/main" id="{E8AAC7A2-8D62-C054-9EA9-1C787D42A7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  <a:grpFill/>
                  </p:grpSpPr>
                  <p:grpSp>
                    <p:nvGrpSpPr>
                      <p:cNvPr id="930" name="Grupo 929">
                        <a:extLst>
                          <a:ext uri="{FF2B5EF4-FFF2-40B4-BE49-F238E27FC236}">
                            <a16:creationId xmlns:a16="http://schemas.microsoft.com/office/drawing/2014/main" id="{FCFCD1F5-084F-45A8-7CE2-F7F0CFCF6C87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  <a:grpFill/>
                    </p:grpSpPr>
                    <p:grpSp>
                      <p:nvGrpSpPr>
                        <p:cNvPr id="932" name="Grupo 931">
                          <a:extLst>
                            <a:ext uri="{FF2B5EF4-FFF2-40B4-BE49-F238E27FC236}">
                              <a16:creationId xmlns:a16="http://schemas.microsoft.com/office/drawing/2014/main" id="{169216A6-C771-D6DA-EC27-62AAB540184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grpFill/>
                      </p:grpSpPr>
                      <p:grpSp>
                        <p:nvGrpSpPr>
                          <p:cNvPr id="934" name="Grupo 933">
                            <a:extLst>
                              <a:ext uri="{FF2B5EF4-FFF2-40B4-BE49-F238E27FC236}">
                                <a16:creationId xmlns:a16="http://schemas.microsoft.com/office/drawing/2014/main" id="{64F363BE-D14B-FBFE-9192-94011439BC6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36" name="Elipse 935">
                              <a:extLst>
                                <a:ext uri="{FF2B5EF4-FFF2-40B4-BE49-F238E27FC236}">
                                  <a16:creationId xmlns:a16="http://schemas.microsoft.com/office/drawing/2014/main" id="{2D4A7FAB-666B-93F0-4DB8-9983E60C1E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37" name="Diagrama de flujo: operación manual 936">
                              <a:extLst>
                                <a:ext uri="{FF2B5EF4-FFF2-40B4-BE49-F238E27FC236}">
                                  <a16:creationId xmlns:a16="http://schemas.microsoft.com/office/drawing/2014/main" id="{B0ECF368-AFED-BD76-0DB3-8572D7DE4A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35" name="Elipse 934">
                            <a:extLst>
                              <a:ext uri="{FF2B5EF4-FFF2-40B4-BE49-F238E27FC236}">
                                <a16:creationId xmlns:a16="http://schemas.microsoft.com/office/drawing/2014/main" id="{AFECF062-23B1-601A-AFE8-FDD22C4524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33" name="Diagrama de flujo: operación manual 932">
                          <a:extLst>
                            <a:ext uri="{FF2B5EF4-FFF2-40B4-BE49-F238E27FC236}">
                              <a16:creationId xmlns:a16="http://schemas.microsoft.com/office/drawing/2014/main" id="{E2F5ED5E-1EF0-A284-B995-8A574D6BE9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31" name="Elipse 930">
                        <a:extLst>
                          <a:ext uri="{FF2B5EF4-FFF2-40B4-BE49-F238E27FC236}">
                            <a16:creationId xmlns:a16="http://schemas.microsoft.com/office/drawing/2014/main" id="{8957B83C-EA99-3E85-6E48-2A202ACB66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29" name="Elipse 928">
                      <a:extLst>
                        <a:ext uri="{FF2B5EF4-FFF2-40B4-BE49-F238E27FC236}">
                          <a16:creationId xmlns:a16="http://schemas.microsoft.com/office/drawing/2014/main" id="{16B19A16-7293-60A4-3F03-B8E6CEE7DC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27" name="Elipse 926">
                    <a:extLst>
                      <a:ext uri="{FF2B5EF4-FFF2-40B4-BE49-F238E27FC236}">
                        <a16:creationId xmlns:a16="http://schemas.microsoft.com/office/drawing/2014/main" id="{5985A842-0CA4-C071-5F17-55C5CED33C17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25" name="Elipse 924">
                  <a:extLst>
                    <a:ext uri="{FF2B5EF4-FFF2-40B4-BE49-F238E27FC236}">
                      <a16:creationId xmlns:a16="http://schemas.microsoft.com/office/drawing/2014/main" id="{4D47346D-931B-2677-9CF5-87A4FE124C27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45626"/>
                <a:ext cx="1378938" cy="1532574"/>
                <a:chOff x="7991273" y="2932926"/>
                <a:chExt cx="1378938" cy="1532574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932926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80" name="Subtítulo 2">
            <a:extLst>
              <a:ext uri="{FF2B5EF4-FFF2-40B4-BE49-F238E27FC236}">
                <a16:creationId xmlns:a16="http://schemas.microsoft.com/office/drawing/2014/main" id="{819A3BDE-216F-D60C-0BC1-2D460ADFA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6</a:t>
            </a:r>
            <a:endParaRPr lang="es-ES" dirty="0"/>
          </a:p>
        </p:txBody>
      </p:sp>
      <p:sp>
        <p:nvSpPr>
          <p:cNvPr id="1181" name="Cerrar llave 1180">
            <a:extLst>
              <a:ext uri="{FF2B5EF4-FFF2-40B4-BE49-F238E27FC236}">
                <a16:creationId xmlns:a16="http://schemas.microsoft.com/office/drawing/2014/main" id="{0CAFAE49-8C9B-BBCB-0ABD-29CFF0569EA3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2" name="CuadroTexto 1181">
            <a:extLst>
              <a:ext uri="{FF2B5EF4-FFF2-40B4-BE49-F238E27FC236}">
                <a16:creationId xmlns:a16="http://schemas.microsoft.com/office/drawing/2014/main" id="{DD587C43-7B81-6FDD-19D2-AB7FF7567782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225437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600000">
                                      <p:cBhvr>
                                        <p:cTn id="6" dur="100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rupo 1170">
            <a:extLst>
              <a:ext uri="{FF2B5EF4-FFF2-40B4-BE49-F238E27FC236}">
                <a16:creationId xmlns:a16="http://schemas.microsoft.com/office/drawing/2014/main" id="{68DAA857-8C61-DD70-E6FC-11DCD14C7701}"/>
              </a:ext>
            </a:extLst>
          </p:cNvPr>
          <p:cNvGrpSpPr/>
          <p:nvPr/>
        </p:nvGrpSpPr>
        <p:grpSpPr>
          <a:xfrm rot="1800000">
            <a:off x="4815770" y="1150053"/>
            <a:ext cx="3958903" cy="1540811"/>
            <a:chOff x="4815770" y="1150053"/>
            <a:chExt cx="3958903" cy="1540811"/>
          </a:xfrm>
        </p:grpSpPr>
        <p:grpSp>
          <p:nvGrpSpPr>
            <p:cNvPr id="1038" name="Grupo 1037">
              <a:extLst>
                <a:ext uri="{FF2B5EF4-FFF2-40B4-BE49-F238E27FC236}">
                  <a16:creationId xmlns:a16="http://schemas.microsoft.com/office/drawing/2014/main" id="{ADE5305C-5FA6-E7E8-A7A8-5B1EF7F0E6E7}"/>
                </a:ext>
              </a:extLst>
            </p:cNvPr>
            <p:cNvGrpSpPr/>
            <p:nvPr/>
          </p:nvGrpSpPr>
          <p:grpSpPr>
            <a:xfrm>
              <a:off x="4815770" y="1355934"/>
              <a:ext cx="2222990" cy="1334930"/>
              <a:chOff x="4815770" y="1355934"/>
              <a:chExt cx="2222990" cy="1334930"/>
            </a:xfrm>
          </p:grpSpPr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4B4A3531-917B-846D-2758-21C70D097E3E}"/>
                  </a:ext>
                </a:extLst>
              </p:cNvPr>
              <p:cNvGrpSpPr/>
              <p:nvPr/>
            </p:nvGrpSpPr>
            <p:grpSpPr>
              <a:xfrm rot="3960000">
                <a:off x="5443097" y="1563968"/>
                <a:ext cx="561266" cy="1692526"/>
                <a:chOff x="3254442" y="2847789"/>
                <a:chExt cx="678900" cy="2068116"/>
              </a:xfrm>
            </p:grpSpPr>
            <p:grpSp>
              <p:nvGrpSpPr>
                <p:cNvPr id="980" name="Grupo 979">
                  <a:extLst>
                    <a:ext uri="{FF2B5EF4-FFF2-40B4-BE49-F238E27FC236}">
                      <a16:creationId xmlns:a16="http://schemas.microsoft.com/office/drawing/2014/main" id="{5EAFEA14-0724-837F-E90C-EFE770D719C6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</p:grpSpPr>
              <p:grpSp>
                <p:nvGrpSpPr>
                  <p:cNvPr id="991" name="Grupo 990">
                    <a:extLst>
                      <a:ext uri="{FF2B5EF4-FFF2-40B4-BE49-F238E27FC236}">
                        <a16:creationId xmlns:a16="http://schemas.microsoft.com/office/drawing/2014/main" id="{16077F19-A2D8-E424-EFB6-7A0E0ADDACF2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</p:grpSpPr>
                <p:sp>
                  <p:nvSpPr>
                    <p:cNvPr id="994" name="Rectángulo: esquinas redondeadas 993">
                      <a:extLst>
                        <a:ext uri="{FF2B5EF4-FFF2-40B4-BE49-F238E27FC236}">
                          <a16:creationId xmlns:a16="http://schemas.microsoft.com/office/drawing/2014/main" id="{0611D07B-9F46-8A1D-4C6B-AC226882798E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95" name="Rectángulo: esquinas redondeadas 994">
                      <a:extLst>
                        <a:ext uri="{FF2B5EF4-FFF2-40B4-BE49-F238E27FC236}">
                          <a16:creationId xmlns:a16="http://schemas.microsoft.com/office/drawing/2014/main" id="{442184AB-6A44-FE4C-C49C-9BB74D9621F7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92" name="Rectángulo 991">
                    <a:extLst>
                      <a:ext uri="{FF2B5EF4-FFF2-40B4-BE49-F238E27FC236}">
                        <a16:creationId xmlns:a16="http://schemas.microsoft.com/office/drawing/2014/main" id="{FEF06B2A-3AD0-D89D-8AF9-A381C199FC7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93" name="Rectángulo 992">
                    <a:extLst>
                      <a:ext uri="{FF2B5EF4-FFF2-40B4-BE49-F238E27FC236}">
                        <a16:creationId xmlns:a16="http://schemas.microsoft.com/office/drawing/2014/main" id="{120DADAE-5F33-48A1-B3B4-C766023FA509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81" name="Grupo 980">
                  <a:extLst>
                    <a:ext uri="{FF2B5EF4-FFF2-40B4-BE49-F238E27FC236}">
                      <a16:creationId xmlns:a16="http://schemas.microsoft.com/office/drawing/2014/main" id="{07F1CC51-6ED4-3E11-11BD-0B97B7071B37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986" name="Grupo 985">
                    <a:extLst>
                      <a:ext uri="{FF2B5EF4-FFF2-40B4-BE49-F238E27FC236}">
                        <a16:creationId xmlns:a16="http://schemas.microsoft.com/office/drawing/2014/main" id="{E5E3A954-3E6D-2ADE-64AB-85A2B6746485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989" name="Rectángulo: esquinas redondeadas 988">
                      <a:extLst>
                        <a:ext uri="{FF2B5EF4-FFF2-40B4-BE49-F238E27FC236}">
                          <a16:creationId xmlns:a16="http://schemas.microsoft.com/office/drawing/2014/main" id="{FEE48E80-89F0-5E94-EB0D-3809F8B3F223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90" name="Rectángulo: esquinas redondeadas 989">
                      <a:extLst>
                        <a:ext uri="{FF2B5EF4-FFF2-40B4-BE49-F238E27FC236}">
                          <a16:creationId xmlns:a16="http://schemas.microsoft.com/office/drawing/2014/main" id="{BB44FBF3-7415-D411-9B80-E12D3CD35D83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987" name="Rectángulo 986">
                    <a:extLst>
                      <a:ext uri="{FF2B5EF4-FFF2-40B4-BE49-F238E27FC236}">
                        <a16:creationId xmlns:a16="http://schemas.microsoft.com/office/drawing/2014/main" id="{F000B976-8AB1-74A3-FFC2-2F0B1A60224D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88" name="Rectángulo 987">
                    <a:extLst>
                      <a:ext uri="{FF2B5EF4-FFF2-40B4-BE49-F238E27FC236}">
                        <a16:creationId xmlns:a16="http://schemas.microsoft.com/office/drawing/2014/main" id="{BD52ED38-D401-CABB-6049-26BE91B52552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996" name="Grupo 995">
                <a:extLst>
                  <a:ext uri="{FF2B5EF4-FFF2-40B4-BE49-F238E27FC236}">
                    <a16:creationId xmlns:a16="http://schemas.microsoft.com/office/drawing/2014/main" id="{F4F54822-0FE2-6B5C-5A59-E5795820FDAF}"/>
                  </a:ext>
                </a:extLst>
              </p:cNvPr>
              <p:cNvGrpSpPr/>
              <p:nvPr/>
            </p:nvGrpSpPr>
            <p:grpSpPr>
              <a:xfrm rot="6360000">
                <a:off x="5378332" y="793372"/>
                <a:ext cx="566675" cy="1691800"/>
                <a:chOff x="2374194" y="2848341"/>
                <a:chExt cx="685443" cy="2067229"/>
              </a:xfrm>
            </p:grpSpPr>
            <p:grpSp>
              <p:nvGrpSpPr>
                <p:cNvPr id="997" name="Grupo 996">
                  <a:extLst>
                    <a:ext uri="{FF2B5EF4-FFF2-40B4-BE49-F238E27FC236}">
                      <a16:creationId xmlns:a16="http://schemas.microsoft.com/office/drawing/2014/main" id="{C9C3BD8C-7AFE-AACF-54F7-16C7A9F5617E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</p:grpSpPr>
              <p:grpSp>
                <p:nvGrpSpPr>
                  <p:cNvPr id="1004" name="Grupo 1003">
                    <a:extLst>
                      <a:ext uri="{FF2B5EF4-FFF2-40B4-BE49-F238E27FC236}">
                        <a16:creationId xmlns:a16="http://schemas.microsoft.com/office/drawing/2014/main" id="{446CAC1F-52DE-AE6A-A0DF-9B66C774D673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</p:grpSpPr>
                <p:sp>
                  <p:nvSpPr>
                    <p:cNvPr id="1008" name="Rectángulo: esquinas redondeadas 1007">
                      <a:extLst>
                        <a:ext uri="{FF2B5EF4-FFF2-40B4-BE49-F238E27FC236}">
                          <a16:creationId xmlns:a16="http://schemas.microsoft.com/office/drawing/2014/main" id="{B19D56E1-7290-52B2-A5EF-01888E35B53E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09" name="Rectángulo: esquinas redondeadas 1008">
                      <a:extLst>
                        <a:ext uri="{FF2B5EF4-FFF2-40B4-BE49-F238E27FC236}">
                          <a16:creationId xmlns:a16="http://schemas.microsoft.com/office/drawing/2014/main" id="{3666BC98-7686-78CC-40F0-32D950A6314B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06" name="Rectángulo 1005">
                    <a:extLst>
                      <a:ext uri="{FF2B5EF4-FFF2-40B4-BE49-F238E27FC236}">
                        <a16:creationId xmlns:a16="http://schemas.microsoft.com/office/drawing/2014/main" id="{BA30AA8D-B2A0-100B-64F9-AA272A1EC092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007" name="Rectángulo 1006">
                    <a:extLst>
                      <a:ext uri="{FF2B5EF4-FFF2-40B4-BE49-F238E27FC236}">
                        <a16:creationId xmlns:a16="http://schemas.microsoft.com/office/drawing/2014/main" id="{E690FFDD-9491-A63B-8F84-36DB1FACD1CC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998" name="Grupo 997">
                  <a:extLst>
                    <a:ext uri="{FF2B5EF4-FFF2-40B4-BE49-F238E27FC236}">
                      <a16:creationId xmlns:a16="http://schemas.microsoft.com/office/drawing/2014/main" id="{BCFBB9B3-3BDD-ED49-FEDE-F5974C5E29A2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noFill/>
              </p:grpSpPr>
              <p:grpSp>
                <p:nvGrpSpPr>
                  <p:cNvPr id="999" name="Grupo 998">
                    <a:extLst>
                      <a:ext uri="{FF2B5EF4-FFF2-40B4-BE49-F238E27FC236}">
                        <a16:creationId xmlns:a16="http://schemas.microsoft.com/office/drawing/2014/main" id="{D7FC8122-D488-B093-33CE-3A4AB3A936CB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1002" name="Rectángulo: esquinas redondeadas 1001">
                      <a:extLst>
                        <a:ext uri="{FF2B5EF4-FFF2-40B4-BE49-F238E27FC236}">
                          <a16:creationId xmlns:a16="http://schemas.microsoft.com/office/drawing/2014/main" id="{877520E1-C27D-C11C-8B8C-286E68C8A784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003" name="Rectángulo: esquinas redondeadas 1002">
                      <a:extLst>
                        <a:ext uri="{FF2B5EF4-FFF2-40B4-BE49-F238E27FC236}">
                          <a16:creationId xmlns:a16="http://schemas.microsoft.com/office/drawing/2014/main" id="{73572AA2-0542-0F35-AEEB-667378EA405A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000" name="Rectángulo 999">
                    <a:extLst>
                      <a:ext uri="{FF2B5EF4-FFF2-40B4-BE49-F238E27FC236}">
                        <a16:creationId xmlns:a16="http://schemas.microsoft.com/office/drawing/2014/main" id="{64098718-A2BE-00C6-8534-593ED16B9A35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001" name="Rectángulo 1000">
                    <a:extLst>
                      <a:ext uri="{FF2B5EF4-FFF2-40B4-BE49-F238E27FC236}">
                        <a16:creationId xmlns:a16="http://schemas.microsoft.com/office/drawing/2014/main" id="{3E15D743-47C5-541F-613F-D0B2049905E7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010" name="Grupo 1009">
                <a:extLst>
                  <a:ext uri="{FF2B5EF4-FFF2-40B4-BE49-F238E27FC236}">
                    <a16:creationId xmlns:a16="http://schemas.microsoft.com/office/drawing/2014/main" id="{4DCC6B49-033F-4DAF-8DE4-79870580D3EA}"/>
                  </a:ext>
                </a:extLst>
              </p:cNvPr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1011" name="Grupo 1010">
                  <a:extLst>
                    <a:ext uri="{FF2B5EF4-FFF2-40B4-BE49-F238E27FC236}">
                      <a16:creationId xmlns:a16="http://schemas.microsoft.com/office/drawing/2014/main" id="{3A61E31C-732B-5E62-A6D6-86DBF32C99D4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1013" name="Grupo 1012">
                    <a:extLst>
                      <a:ext uri="{FF2B5EF4-FFF2-40B4-BE49-F238E27FC236}">
                        <a16:creationId xmlns:a16="http://schemas.microsoft.com/office/drawing/2014/main" id="{744D2E43-0A10-E04A-BE0C-8E5B5AFF5146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solidFill>
                    <a:schemeClr val="tx1">
                      <a:lumMod val="75000"/>
                      <a:lumOff val="25000"/>
                    </a:schemeClr>
                  </a:solidFill>
                </p:grpSpPr>
                <p:sp>
                  <p:nvSpPr>
                    <p:cNvPr id="1026" name="Elipse 1025">
                      <a:extLst>
                        <a:ext uri="{FF2B5EF4-FFF2-40B4-BE49-F238E27FC236}">
                          <a16:creationId xmlns:a16="http://schemas.microsoft.com/office/drawing/2014/main" id="{7A54B857-4BC7-BD71-9EDB-FDDD82D20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1027" name="Grupo 1026">
                      <a:extLst>
                        <a:ext uri="{FF2B5EF4-FFF2-40B4-BE49-F238E27FC236}">
                          <a16:creationId xmlns:a16="http://schemas.microsoft.com/office/drawing/2014/main" id="{4A6DC13A-DBEE-C77A-95B1-24BBB6094F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1028" name="Rectángulo 1027">
                        <a:extLst>
                          <a:ext uri="{FF2B5EF4-FFF2-40B4-BE49-F238E27FC236}">
                            <a16:creationId xmlns:a16="http://schemas.microsoft.com/office/drawing/2014/main" id="{79F0B0FB-814B-D58E-4EE6-5A4F5A6ABC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29" name="Rectángulo 1028">
                        <a:extLst>
                          <a:ext uri="{FF2B5EF4-FFF2-40B4-BE49-F238E27FC236}">
                            <a16:creationId xmlns:a16="http://schemas.microsoft.com/office/drawing/2014/main" id="{CD587488-DE1C-CF7A-BF27-CD83CCFC94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1014" name="Grupo 1013">
                    <a:extLst>
                      <a:ext uri="{FF2B5EF4-FFF2-40B4-BE49-F238E27FC236}">
                        <a16:creationId xmlns:a16="http://schemas.microsoft.com/office/drawing/2014/main" id="{8A29ABCE-15E4-1A4B-E066-EC276717B70E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1015" name="Grupo 1014">
                      <a:extLst>
                        <a:ext uri="{FF2B5EF4-FFF2-40B4-BE49-F238E27FC236}">
                          <a16:creationId xmlns:a16="http://schemas.microsoft.com/office/drawing/2014/main" id="{DAAF6B5A-B39B-3CCA-EDB0-8FF64F1E32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020" name="Grupo 1019">
                        <a:extLst>
                          <a:ext uri="{FF2B5EF4-FFF2-40B4-BE49-F238E27FC236}">
                            <a16:creationId xmlns:a16="http://schemas.microsoft.com/office/drawing/2014/main" id="{DB1F7C63-7863-2443-96E9-81D798E8F7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838" name="Rectángulo 837">
                          <a:extLst>
                            <a:ext uri="{FF2B5EF4-FFF2-40B4-BE49-F238E27FC236}">
                              <a16:creationId xmlns:a16="http://schemas.microsoft.com/office/drawing/2014/main" id="{0DD6F426-FC55-61A1-F439-BCB85C0CF3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24" name="Rectángulo 1023">
                          <a:extLst>
                            <a:ext uri="{FF2B5EF4-FFF2-40B4-BE49-F238E27FC236}">
                              <a16:creationId xmlns:a16="http://schemas.microsoft.com/office/drawing/2014/main" id="{18A0E20F-2286-62C3-0AF2-986F6DC313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25" name="Marco 1024">
                          <a:extLst>
                            <a:ext uri="{FF2B5EF4-FFF2-40B4-BE49-F238E27FC236}">
                              <a16:creationId xmlns:a16="http://schemas.microsoft.com/office/drawing/2014/main" id="{CDC52C2B-A65E-0E7A-D428-75127BCECC1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1021" name="Grupo 1020">
                        <a:extLst>
                          <a:ext uri="{FF2B5EF4-FFF2-40B4-BE49-F238E27FC236}">
                            <a16:creationId xmlns:a16="http://schemas.microsoft.com/office/drawing/2014/main" id="{CF5AFDD0-DACD-D9DC-78AF-37B1CD71E08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1022" name="Rectángulo 1021">
                          <a:extLst>
                            <a:ext uri="{FF2B5EF4-FFF2-40B4-BE49-F238E27FC236}">
                              <a16:creationId xmlns:a16="http://schemas.microsoft.com/office/drawing/2014/main" id="{0AD6C9A3-40B8-8229-D402-71A5582F72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23" name="Rectángulo 1022">
                          <a:extLst>
                            <a:ext uri="{FF2B5EF4-FFF2-40B4-BE49-F238E27FC236}">
                              <a16:creationId xmlns:a16="http://schemas.microsoft.com/office/drawing/2014/main" id="{852C320A-A27E-8136-2868-FA77271DFD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37" name="Rectángulo 836">
                          <a:extLst>
                            <a:ext uri="{FF2B5EF4-FFF2-40B4-BE49-F238E27FC236}">
                              <a16:creationId xmlns:a16="http://schemas.microsoft.com/office/drawing/2014/main" id="{635FA53F-CF76-1527-9846-8C72AFE0E5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1016" name="Grupo 1015">
                      <a:extLst>
                        <a:ext uri="{FF2B5EF4-FFF2-40B4-BE49-F238E27FC236}">
                          <a16:creationId xmlns:a16="http://schemas.microsoft.com/office/drawing/2014/main" id="{4F29F2CA-43C9-8DE0-84B2-750D0DF6CB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1017" name="Rectángulo 1016">
                        <a:extLst>
                          <a:ext uri="{FF2B5EF4-FFF2-40B4-BE49-F238E27FC236}">
                            <a16:creationId xmlns:a16="http://schemas.microsoft.com/office/drawing/2014/main" id="{DA37AADF-2B6D-CF5F-E1A4-2FAC6087C5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018" name="Rectángulo 1017">
                        <a:extLst>
                          <a:ext uri="{FF2B5EF4-FFF2-40B4-BE49-F238E27FC236}">
                            <a16:creationId xmlns:a16="http://schemas.microsoft.com/office/drawing/2014/main" id="{25BED148-09F3-435E-D407-C1DF70456E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19" name="Rectángulo 1018">
                        <a:extLst>
                          <a:ext uri="{FF2B5EF4-FFF2-40B4-BE49-F238E27FC236}">
                            <a16:creationId xmlns:a16="http://schemas.microsoft.com/office/drawing/2014/main" id="{AF3AFAAD-6BF3-F3FC-CE81-F0432E79B8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1012" name="Rectángulo 1011">
                  <a:extLst>
                    <a:ext uri="{FF2B5EF4-FFF2-40B4-BE49-F238E27FC236}">
                      <a16:creationId xmlns:a16="http://schemas.microsoft.com/office/drawing/2014/main" id="{AA58C0A2-0117-6FB6-749A-0B343B3D1044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pattFill prst="wdDnDiag">
                  <a:fgClr>
                    <a:schemeClr val="bg1"/>
                  </a:fgClr>
                  <a:bgClr>
                    <a:schemeClr val="bg1">
                      <a:lumMod val="65000"/>
                    </a:schemeClr>
                  </a:bgClr>
                </a:patt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030" name="Grupo 1029">
                <a:extLst>
                  <a:ext uri="{FF2B5EF4-FFF2-40B4-BE49-F238E27FC236}">
                    <a16:creationId xmlns:a16="http://schemas.microsoft.com/office/drawing/2014/main" id="{D7397C3D-4BCA-9C1B-02D8-117577FA5AE9}"/>
                  </a:ext>
                </a:extLst>
              </p:cNvPr>
              <p:cNvGrpSpPr/>
              <p:nvPr/>
            </p:nvGrpSpPr>
            <p:grpSpPr>
              <a:xfrm rot="5151436">
                <a:off x="5213985" y="1962552"/>
                <a:ext cx="796736" cy="112283"/>
                <a:chOff x="2676060" y="4093308"/>
                <a:chExt cx="963722" cy="137200"/>
              </a:xfrm>
            </p:grpSpPr>
            <p:sp>
              <p:nvSpPr>
                <p:cNvPr id="1031" name="Rectángulo 1030">
                  <a:extLst>
                    <a:ext uri="{FF2B5EF4-FFF2-40B4-BE49-F238E27FC236}">
                      <a16:creationId xmlns:a16="http://schemas.microsoft.com/office/drawing/2014/main" id="{FBA108C3-1B85-BFB7-3452-A3A1BDCEC768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032" name="Grupo 1031">
                  <a:extLst>
                    <a:ext uri="{FF2B5EF4-FFF2-40B4-BE49-F238E27FC236}">
                      <a16:creationId xmlns:a16="http://schemas.microsoft.com/office/drawing/2014/main" id="{070522D8-B638-F000-BB06-E45E5661E849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</p:grpSpPr>
              <p:grpSp>
                <p:nvGrpSpPr>
                  <p:cNvPr id="1033" name="Grupo 1032">
                    <a:extLst>
                      <a:ext uri="{FF2B5EF4-FFF2-40B4-BE49-F238E27FC236}">
                        <a16:creationId xmlns:a16="http://schemas.microsoft.com/office/drawing/2014/main" id="{9CF38134-182E-6145-21F3-EE7DB09988D4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</p:grpSpPr>
                <p:sp>
                  <p:nvSpPr>
                    <p:cNvPr id="1035" name="Rectángulo 1034">
                      <a:extLst>
                        <a:ext uri="{FF2B5EF4-FFF2-40B4-BE49-F238E27FC236}">
                          <a16:creationId xmlns:a16="http://schemas.microsoft.com/office/drawing/2014/main" id="{94B05CE7-2B3E-2B68-DD54-E89B840C7D2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36" name="Elipse 1035">
                      <a:extLst>
                        <a:ext uri="{FF2B5EF4-FFF2-40B4-BE49-F238E27FC236}">
                          <a16:creationId xmlns:a16="http://schemas.microsoft.com/office/drawing/2014/main" id="{6D3117A5-9FEF-24BF-E972-0EB8132F05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37" name="Elipse 1036">
                      <a:extLst>
                        <a:ext uri="{FF2B5EF4-FFF2-40B4-BE49-F238E27FC236}">
                          <a16:creationId xmlns:a16="http://schemas.microsoft.com/office/drawing/2014/main" id="{756C0F62-F88F-5AB6-A134-4DFC496A66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34" name="Rectángulo 1033">
                    <a:extLst>
                      <a:ext uri="{FF2B5EF4-FFF2-40B4-BE49-F238E27FC236}">
                        <a16:creationId xmlns:a16="http://schemas.microsoft.com/office/drawing/2014/main" id="{67504D0A-C871-8265-794A-BADEBD41C06F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  <p:grpSp>
          <p:nvGrpSpPr>
            <p:cNvPr id="1114" name="Grupo 1113">
              <a:extLst>
                <a:ext uri="{FF2B5EF4-FFF2-40B4-BE49-F238E27FC236}">
                  <a16:creationId xmlns:a16="http://schemas.microsoft.com/office/drawing/2014/main" id="{22EEBD14-7C8D-2826-9F6F-2687CD6E18BA}"/>
                </a:ext>
              </a:extLst>
            </p:cNvPr>
            <p:cNvGrpSpPr/>
            <p:nvPr/>
          </p:nvGrpSpPr>
          <p:grpSpPr>
            <a:xfrm flipH="1" flipV="1">
              <a:off x="6551683" y="1150053"/>
              <a:ext cx="2222990" cy="1334930"/>
              <a:chOff x="4815770" y="1355934"/>
              <a:chExt cx="2222990" cy="1334930"/>
            </a:xfrm>
            <a:noFill/>
          </p:grpSpPr>
          <p:grpSp>
            <p:nvGrpSpPr>
              <p:cNvPr id="1115" name="Grupo 1114">
                <a:extLst>
                  <a:ext uri="{FF2B5EF4-FFF2-40B4-BE49-F238E27FC236}">
                    <a16:creationId xmlns:a16="http://schemas.microsoft.com/office/drawing/2014/main" id="{CA08B15D-0F43-783B-1575-D613EC5F50DA}"/>
                  </a:ext>
                </a:extLst>
              </p:cNvPr>
              <p:cNvGrpSpPr/>
              <p:nvPr/>
            </p:nvGrpSpPr>
            <p:grpSpPr>
              <a:xfrm rot="3960000">
                <a:off x="5443097" y="1563968"/>
                <a:ext cx="561266" cy="1692526"/>
                <a:chOff x="3254442" y="2847789"/>
                <a:chExt cx="678900" cy="2068116"/>
              </a:xfrm>
              <a:grpFill/>
            </p:grpSpPr>
            <p:grpSp>
              <p:nvGrpSpPr>
                <p:cNvPr id="1159" name="Grupo 1158">
                  <a:extLst>
                    <a:ext uri="{FF2B5EF4-FFF2-40B4-BE49-F238E27FC236}">
                      <a16:creationId xmlns:a16="http://schemas.microsoft.com/office/drawing/2014/main" id="{73618F99-F049-5FAE-FFBC-0852C2B52784}"/>
                    </a:ext>
                  </a:extLst>
                </p:cNvPr>
                <p:cNvGrpSpPr/>
                <p:nvPr/>
              </p:nvGrpSpPr>
              <p:grpSpPr>
                <a:xfrm flipH="1">
                  <a:off x="3254442" y="3860029"/>
                  <a:ext cx="342598" cy="1055876"/>
                  <a:chOff x="5808469" y="3718708"/>
                  <a:chExt cx="276684" cy="835990"/>
                </a:xfrm>
                <a:grpFill/>
              </p:grpSpPr>
              <p:grpSp>
                <p:nvGrpSpPr>
                  <p:cNvPr id="1166" name="Grupo 1165">
                    <a:extLst>
                      <a:ext uri="{FF2B5EF4-FFF2-40B4-BE49-F238E27FC236}">
                        <a16:creationId xmlns:a16="http://schemas.microsoft.com/office/drawing/2014/main" id="{099DA49D-6EE8-D7E3-B89F-1C9C21420338}"/>
                      </a:ext>
                    </a:extLst>
                  </p:cNvPr>
                  <p:cNvGrpSpPr/>
                  <p:nvPr/>
                </p:nvGrpSpPr>
                <p:grpSpPr>
                  <a:xfrm>
                    <a:off x="5808469" y="3718708"/>
                    <a:ext cx="181848" cy="473941"/>
                    <a:chOff x="6165919" y="3717694"/>
                    <a:chExt cx="181848" cy="473941"/>
                  </a:xfrm>
                  <a:grpFill/>
                </p:grpSpPr>
                <p:sp>
                  <p:nvSpPr>
                    <p:cNvPr id="1169" name="Rectángulo: esquinas redondeadas 1168">
                      <a:extLst>
                        <a:ext uri="{FF2B5EF4-FFF2-40B4-BE49-F238E27FC236}">
                          <a16:creationId xmlns:a16="http://schemas.microsoft.com/office/drawing/2014/main" id="{91806C3D-C8FF-7ED8-69E3-C15CC2EA1B9B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919" y="3717694"/>
                      <a:ext cx="181848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170" name="Rectángulo: esquinas redondeadas 1169">
                      <a:extLst>
                        <a:ext uri="{FF2B5EF4-FFF2-40B4-BE49-F238E27FC236}">
                          <a16:creationId xmlns:a16="http://schemas.microsoft.com/office/drawing/2014/main" id="{03661E5A-5468-0B62-9331-C46F03D4932A}"/>
                        </a:ext>
                      </a:extLst>
                    </p:cNvPr>
                    <p:cNvSpPr/>
                    <p:nvPr/>
                  </p:nvSpPr>
                  <p:spPr>
                    <a:xfrm rot="655801" flipH="1">
                      <a:off x="6207416" y="3774548"/>
                      <a:ext cx="49476" cy="223589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167" name="Rectángulo 1166">
                    <a:extLst>
                      <a:ext uri="{FF2B5EF4-FFF2-40B4-BE49-F238E27FC236}">
                        <a16:creationId xmlns:a16="http://schemas.microsoft.com/office/drawing/2014/main" id="{1BFAB01F-87F0-430C-57B5-453892D19F6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1168" name="Rectángulo 1167">
                    <a:extLst>
                      <a:ext uri="{FF2B5EF4-FFF2-40B4-BE49-F238E27FC236}">
                        <a16:creationId xmlns:a16="http://schemas.microsoft.com/office/drawing/2014/main" id="{0B7EA2D2-9F3D-F967-EB95-5A5B58E3AFD2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160" name="Grupo 1159">
                  <a:extLst>
                    <a:ext uri="{FF2B5EF4-FFF2-40B4-BE49-F238E27FC236}">
                      <a16:creationId xmlns:a16="http://schemas.microsoft.com/office/drawing/2014/main" id="{138A540E-ACCD-16C6-E5A1-03FE1ECE1ACA}"/>
                    </a:ext>
                  </a:extLst>
                </p:cNvPr>
                <p:cNvGrpSpPr/>
                <p:nvPr/>
              </p:nvGrpSpPr>
              <p:grpSpPr>
                <a:xfrm flipV="1">
                  <a:off x="3591454" y="2847789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1161" name="Grupo 1160">
                    <a:extLst>
                      <a:ext uri="{FF2B5EF4-FFF2-40B4-BE49-F238E27FC236}">
                        <a16:creationId xmlns:a16="http://schemas.microsoft.com/office/drawing/2014/main" id="{0D3E2C27-B439-F286-D9D8-55247F91BFF4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1164" name="Rectángulo: esquinas redondeadas 1163">
                      <a:extLst>
                        <a:ext uri="{FF2B5EF4-FFF2-40B4-BE49-F238E27FC236}">
                          <a16:creationId xmlns:a16="http://schemas.microsoft.com/office/drawing/2014/main" id="{700E5B02-AAAB-75D8-22EB-F68AD05777E1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165" name="Rectángulo: esquinas redondeadas 1164">
                      <a:extLst>
                        <a:ext uri="{FF2B5EF4-FFF2-40B4-BE49-F238E27FC236}">
                          <a16:creationId xmlns:a16="http://schemas.microsoft.com/office/drawing/2014/main" id="{855E1E31-2A9D-C2E4-D4E8-5B100852F9FF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162" name="Rectángulo 1161">
                    <a:extLst>
                      <a:ext uri="{FF2B5EF4-FFF2-40B4-BE49-F238E27FC236}">
                        <a16:creationId xmlns:a16="http://schemas.microsoft.com/office/drawing/2014/main" id="{DFE065F0-FA4C-869E-7FA5-0684D34A35F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1163" name="Rectángulo 1162">
                    <a:extLst>
                      <a:ext uri="{FF2B5EF4-FFF2-40B4-BE49-F238E27FC236}">
                        <a16:creationId xmlns:a16="http://schemas.microsoft.com/office/drawing/2014/main" id="{56E0C6AF-B364-DDE0-72D1-471925568886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116" name="Grupo 1115">
                <a:extLst>
                  <a:ext uri="{FF2B5EF4-FFF2-40B4-BE49-F238E27FC236}">
                    <a16:creationId xmlns:a16="http://schemas.microsoft.com/office/drawing/2014/main" id="{C8CBC7A9-9D22-ECFB-FE5B-99D853095F58}"/>
                  </a:ext>
                </a:extLst>
              </p:cNvPr>
              <p:cNvGrpSpPr/>
              <p:nvPr/>
            </p:nvGrpSpPr>
            <p:grpSpPr>
              <a:xfrm rot="6360000">
                <a:off x="5378332" y="793372"/>
                <a:ext cx="566675" cy="1691800"/>
                <a:chOff x="2374194" y="2848341"/>
                <a:chExt cx="685443" cy="2067229"/>
              </a:xfrm>
              <a:grpFill/>
            </p:grpSpPr>
            <p:grpSp>
              <p:nvGrpSpPr>
                <p:cNvPr id="1147" name="Grupo 1146">
                  <a:extLst>
                    <a:ext uri="{FF2B5EF4-FFF2-40B4-BE49-F238E27FC236}">
                      <a16:creationId xmlns:a16="http://schemas.microsoft.com/office/drawing/2014/main" id="{A7404D00-59AA-E4AB-79B4-27B7A730FAE1}"/>
                    </a:ext>
                  </a:extLst>
                </p:cNvPr>
                <p:cNvGrpSpPr/>
                <p:nvPr/>
              </p:nvGrpSpPr>
              <p:grpSpPr>
                <a:xfrm>
                  <a:off x="2716948" y="3859120"/>
                  <a:ext cx="342689" cy="1056450"/>
                  <a:chOff x="5808395" y="3718253"/>
                  <a:chExt cx="276758" cy="836445"/>
                </a:xfrm>
                <a:grpFill/>
              </p:grpSpPr>
              <p:grpSp>
                <p:nvGrpSpPr>
                  <p:cNvPr id="1154" name="Grupo 1153">
                    <a:extLst>
                      <a:ext uri="{FF2B5EF4-FFF2-40B4-BE49-F238E27FC236}">
                        <a16:creationId xmlns:a16="http://schemas.microsoft.com/office/drawing/2014/main" id="{254BE854-9CC8-2ADD-49C0-C227FFCBF55D}"/>
                      </a:ext>
                    </a:extLst>
                  </p:cNvPr>
                  <p:cNvGrpSpPr/>
                  <p:nvPr/>
                </p:nvGrpSpPr>
                <p:grpSpPr>
                  <a:xfrm>
                    <a:off x="5808395" y="3718253"/>
                    <a:ext cx="184852" cy="473941"/>
                    <a:chOff x="6165845" y="3717239"/>
                    <a:chExt cx="184852" cy="473941"/>
                  </a:xfrm>
                  <a:grpFill/>
                </p:grpSpPr>
                <p:sp>
                  <p:nvSpPr>
                    <p:cNvPr id="1157" name="Rectángulo: esquinas redondeadas 1156">
                      <a:extLst>
                        <a:ext uri="{FF2B5EF4-FFF2-40B4-BE49-F238E27FC236}">
                          <a16:creationId xmlns:a16="http://schemas.microsoft.com/office/drawing/2014/main" id="{1E855126-C63C-E2EE-4F3A-07D8210DA509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5845" y="3717239"/>
                      <a:ext cx="184852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158" name="Rectángulo: esquinas redondeadas 1157">
                      <a:extLst>
                        <a:ext uri="{FF2B5EF4-FFF2-40B4-BE49-F238E27FC236}">
                          <a16:creationId xmlns:a16="http://schemas.microsoft.com/office/drawing/2014/main" id="{1DF45E98-8DE1-38DE-6CB9-294A034D6BCC}"/>
                        </a:ext>
                      </a:extLst>
                    </p:cNvPr>
                    <p:cNvSpPr/>
                    <p:nvPr/>
                  </p:nvSpPr>
                  <p:spPr>
                    <a:xfrm rot="622646" flipH="1">
                      <a:off x="6207873" y="3795106"/>
                      <a:ext cx="46037" cy="203887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155" name="Rectángulo 1154">
                    <a:extLst>
                      <a:ext uri="{FF2B5EF4-FFF2-40B4-BE49-F238E27FC236}">
                        <a16:creationId xmlns:a16="http://schemas.microsoft.com/office/drawing/2014/main" id="{A1428B60-52BF-1CC5-696E-1CD83089A3CE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156" name="Rectángulo 1155">
                    <a:extLst>
                      <a:ext uri="{FF2B5EF4-FFF2-40B4-BE49-F238E27FC236}">
                        <a16:creationId xmlns:a16="http://schemas.microsoft.com/office/drawing/2014/main" id="{B20D5510-D3E8-3042-3802-C8424AF0CCEF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148" name="Grupo 1147">
                  <a:extLst>
                    <a:ext uri="{FF2B5EF4-FFF2-40B4-BE49-F238E27FC236}">
                      <a16:creationId xmlns:a16="http://schemas.microsoft.com/office/drawing/2014/main" id="{316DB371-A945-0DB4-2EA1-012742A519E0}"/>
                    </a:ext>
                  </a:extLst>
                </p:cNvPr>
                <p:cNvGrpSpPr/>
                <p:nvPr/>
              </p:nvGrpSpPr>
              <p:grpSpPr>
                <a:xfrm flipH="1" flipV="1">
                  <a:off x="2374194" y="2848341"/>
                  <a:ext cx="341888" cy="1051388"/>
                  <a:chOff x="5809042" y="3722261"/>
                  <a:chExt cx="276111" cy="832437"/>
                </a:xfrm>
                <a:grpFill/>
              </p:grpSpPr>
              <p:grpSp>
                <p:nvGrpSpPr>
                  <p:cNvPr id="1149" name="Grupo 1148">
                    <a:extLst>
                      <a:ext uri="{FF2B5EF4-FFF2-40B4-BE49-F238E27FC236}">
                        <a16:creationId xmlns:a16="http://schemas.microsoft.com/office/drawing/2014/main" id="{67AB0D75-E5CC-7BDA-62F3-A307A07D451C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1152" name="Rectángulo: esquinas redondeadas 1151">
                      <a:extLst>
                        <a:ext uri="{FF2B5EF4-FFF2-40B4-BE49-F238E27FC236}">
                          <a16:creationId xmlns:a16="http://schemas.microsoft.com/office/drawing/2014/main" id="{C4A78A5F-787F-EF1B-08E6-8963CCC3B08D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153" name="Rectángulo: esquinas redondeadas 1152">
                      <a:extLst>
                        <a:ext uri="{FF2B5EF4-FFF2-40B4-BE49-F238E27FC236}">
                          <a16:creationId xmlns:a16="http://schemas.microsoft.com/office/drawing/2014/main" id="{BD73D00A-5D1D-1B70-A3AD-466C316168E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150" name="Rectángulo 1149">
                    <a:extLst>
                      <a:ext uri="{FF2B5EF4-FFF2-40B4-BE49-F238E27FC236}">
                        <a16:creationId xmlns:a16="http://schemas.microsoft.com/office/drawing/2014/main" id="{5A8B732E-2FA1-1C85-FF12-73ABB143359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151" name="Rectángulo 1150">
                    <a:extLst>
                      <a:ext uri="{FF2B5EF4-FFF2-40B4-BE49-F238E27FC236}">
                        <a16:creationId xmlns:a16="http://schemas.microsoft.com/office/drawing/2014/main" id="{2C1784C9-5227-D309-4F70-1A3D1E8F7EC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117" name="Grupo 1116">
                <a:extLst>
                  <a:ext uri="{FF2B5EF4-FFF2-40B4-BE49-F238E27FC236}">
                    <a16:creationId xmlns:a16="http://schemas.microsoft.com/office/drawing/2014/main" id="{1F6258BE-E9D4-EBB4-FCC3-E7DE2817E2C1}"/>
                  </a:ext>
                </a:extLst>
              </p:cNvPr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  <a:grpFill/>
            </p:grpSpPr>
            <p:grpSp>
              <p:nvGrpSpPr>
                <p:cNvPr id="1126" name="Grupo 1125">
                  <a:extLst>
                    <a:ext uri="{FF2B5EF4-FFF2-40B4-BE49-F238E27FC236}">
                      <a16:creationId xmlns:a16="http://schemas.microsoft.com/office/drawing/2014/main" id="{4699258E-44CD-7887-CB9B-914995BCED3C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  <a:grpFill/>
              </p:grpSpPr>
              <p:grpSp>
                <p:nvGrpSpPr>
                  <p:cNvPr id="1128" name="Grupo 1127">
                    <a:extLst>
                      <a:ext uri="{FF2B5EF4-FFF2-40B4-BE49-F238E27FC236}">
                        <a16:creationId xmlns:a16="http://schemas.microsoft.com/office/drawing/2014/main" id="{3E62530D-581D-42B5-BC88-2BB71DF750BC}"/>
                      </a:ext>
                    </a:extLst>
                  </p:cNvPr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  <a:grpFill/>
                </p:grpSpPr>
                <p:sp>
                  <p:nvSpPr>
                    <p:cNvPr id="1143" name="Elipse 1142">
                      <a:extLst>
                        <a:ext uri="{FF2B5EF4-FFF2-40B4-BE49-F238E27FC236}">
                          <a16:creationId xmlns:a16="http://schemas.microsoft.com/office/drawing/2014/main" id="{B9371026-DD6B-AFE2-4A46-45710FDE2B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grpSp>
                  <p:nvGrpSpPr>
                    <p:cNvPr id="1144" name="Grupo 1143">
                      <a:extLst>
                        <a:ext uri="{FF2B5EF4-FFF2-40B4-BE49-F238E27FC236}">
                          <a16:creationId xmlns:a16="http://schemas.microsoft.com/office/drawing/2014/main" id="{6A6E4F26-1B75-978E-3004-DBD84F6BAA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  <a:grpFill/>
                  </p:grpSpPr>
                  <p:sp>
                    <p:nvSpPr>
                      <p:cNvPr id="1145" name="Rectángulo 1144">
                        <a:extLst>
                          <a:ext uri="{FF2B5EF4-FFF2-40B4-BE49-F238E27FC236}">
                            <a16:creationId xmlns:a16="http://schemas.microsoft.com/office/drawing/2014/main" id="{62EA9573-067A-2C0D-F865-81EA5CB1A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46" name="Rectángulo 1145">
                        <a:extLst>
                          <a:ext uri="{FF2B5EF4-FFF2-40B4-BE49-F238E27FC236}">
                            <a16:creationId xmlns:a16="http://schemas.microsoft.com/office/drawing/2014/main" id="{07269B2F-0AE7-3025-CC56-FB08DF8E3B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1129" name="Grupo 1128">
                    <a:extLst>
                      <a:ext uri="{FF2B5EF4-FFF2-40B4-BE49-F238E27FC236}">
                        <a16:creationId xmlns:a16="http://schemas.microsoft.com/office/drawing/2014/main" id="{DA2D20A8-C161-AD52-7E60-461D7F41ECA9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  <a:grpFill/>
                </p:grpSpPr>
                <p:grpSp>
                  <p:nvGrpSpPr>
                    <p:cNvPr id="1130" name="Grupo 1129">
                      <a:extLst>
                        <a:ext uri="{FF2B5EF4-FFF2-40B4-BE49-F238E27FC236}">
                          <a16:creationId xmlns:a16="http://schemas.microsoft.com/office/drawing/2014/main" id="{0B2BBA0D-52E7-2FB1-4C44-3E59CFCF82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1135" name="Grupo 1134">
                        <a:extLst>
                          <a:ext uri="{FF2B5EF4-FFF2-40B4-BE49-F238E27FC236}">
                            <a16:creationId xmlns:a16="http://schemas.microsoft.com/office/drawing/2014/main" id="{27AF2C51-B8D6-5CC2-3C44-6F9FB73E7AA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  <a:grpFill/>
                    </p:grpSpPr>
                    <p:sp>
                      <p:nvSpPr>
                        <p:cNvPr id="1140" name="Rectángulo 1139">
                          <a:extLst>
                            <a:ext uri="{FF2B5EF4-FFF2-40B4-BE49-F238E27FC236}">
                              <a16:creationId xmlns:a16="http://schemas.microsoft.com/office/drawing/2014/main" id="{2F337549-F11E-188A-E982-E54AF01CFA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141" name="Rectángulo 1140">
                          <a:extLst>
                            <a:ext uri="{FF2B5EF4-FFF2-40B4-BE49-F238E27FC236}">
                              <a16:creationId xmlns:a16="http://schemas.microsoft.com/office/drawing/2014/main" id="{907ABCA3-84BF-A4A5-D7A5-C4FCC421528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42" name="Marco 1141">
                          <a:extLst>
                            <a:ext uri="{FF2B5EF4-FFF2-40B4-BE49-F238E27FC236}">
                              <a16:creationId xmlns:a16="http://schemas.microsoft.com/office/drawing/2014/main" id="{057C255B-813B-5F35-B19F-8E55E91AA32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name="adj1" fmla="val 7853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1136" name="Grupo 1135">
                        <a:extLst>
                          <a:ext uri="{FF2B5EF4-FFF2-40B4-BE49-F238E27FC236}">
                            <a16:creationId xmlns:a16="http://schemas.microsoft.com/office/drawing/2014/main" id="{458B259D-122F-C908-5BB8-9D050632384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  <a:grpFill/>
                    </p:grpSpPr>
                    <p:sp>
                      <p:nvSpPr>
                        <p:cNvPr id="1137" name="Rectángulo 1136">
                          <a:extLst>
                            <a:ext uri="{FF2B5EF4-FFF2-40B4-BE49-F238E27FC236}">
                              <a16:creationId xmlns:a16="http://schemas.microsoft.com/office/drawing/2014/main" id="{FEA53165-4D5A-5478-F1A0-47A9B7EA6B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38" name="Rectángulo 1137">
                          <a:extLst>
                            <a:ext uri="{FF2B5EF4-FFF2-40B4-BE49-F238E27FC236}">
                              <a16:creationId xmlns:a16="http://schemas.microsoft.com/office/drawing/2014/main" id="{610E86EF-150D-674D-3EDD-6ACA7D10D39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139" name="Rectángulo 1138">
                          <a:extLst>
                            <a:ext uri="{FF2B5EF4-FFF2-40B4-BE49-F238E27FC236}">
                              <a16:creationId xmlns:a16="http://schemas.microsoft.com/office/drawing/2014/main" id="{62A39BC2-5BF9-5389-5AB3-8D0B09A8FC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1131" name="Grupo 1130">
                      <a:extLst>
                        <a:ext uri="{FF2B5EF4-FFF2-40B4-BE49-F238E27FC236}">
                          <a16:creationId xmlns:a16="http://schemas.microsoft.com/office/drawing/2014/main" id="{23974D71-93EA-8EE4-0C4E-71B255B908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  <a:grpFill/>
                  </p:grpSpPr>
                  <p:sp>
                    <p:nvSpPr>
                      <p:cNvPr id="1132" name="Rectángulo 1131">
                        <a:extLst>
                          <a:ext uri="{FF2B5EF4-FFF2-40B4-BE49-F238E27FC236}">
                            <a16:creationId xmlns:a16="http://schemas.microsoft.com/office/drawing/2014/main" id="{5F74CAB5-59D4-16DF-B25E-73FE679448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133" name="Rectángulo 1132">
                        <a:extLst>
                          <a:ext uri="{FF2B5EF4-FFF2-40B4-BE49-F238E27FC236}">
                            <a16:creationId xmlns:a16="http://schemas.microsoft.com/office/drawing/2014/main" id="{59C8CBEF-7BD3-7C55-D7D0-16C8FFBB0E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34" name="Rectángulo 1133">
                        <a:extLst>
                          <a:ext uri="{FF2B5EF4-FFF2-40B4-BE49-F238E27FC236}">
                            <a16:creationId xmlns:a16="http://schemas.microsoft.com/office/drawing/2014/main" id="{31E34CE6-6CA5-3E61-9A10-173EA5E60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</p:grpSp>
            <p:sp>
              <p:nvSpPr>
                <p:cNvPr id="1127" name="Rectángulo 1126">
                  <a:extLst>
                    <a:ext uri="{FF2B5EF4-FFF2-40B4-BE49-F238E27FC236}">
                      <a16:creationId xmlns:a16="http://schemas.microsoft.com/office/drawing/2014/main" id="{DCF64C10-31CD-70A7-48EA-A3DABEFCBBF4}"/>
                    </a:ext>
                  </a:extLst>
                </p:cNvPr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118" name="Grupo 1117">
                <a:extLst>
                  <a:ext uri="{FF2B5EF4-FFF2-40B4-BE49-F238E27FC236}">
                    <a16:creationId xmlns:a16="http://schemas.microsoft.com/office/drawing/2014/main" id="{66646568-40DE-6707-06A4-44FEBBD90FC7}"/>
                  </a:ext>
                </a:extLst>
              </p:cNvPr>
              <p:cNvGrpSpPr/>
              <p:nvPr/>
            </p:nvGrpSpPr>
            <p:grpSpPr>
              <a:xfrm rot="5151436">
                <a:off x="5213985" y="1962552"/>
                <a:ext cx="796736" cy="112283"/>
                <a:chOff x="2676060" y="4093308"/>
                <a:chExt cx="963722" cy="137200"/>
              </a:xfrm>
              <a:grpFill/>
            </p:grpSpPr>
            <p:sp>
              <p:nvSpPr>
                <p:cNvPr id="1119" name="Rectángulo 1118">
                  <a:extLst>
                    <a:ext uri="{FF2B5EF4-FFF2-40B4-BE49-F238E27FC236}">
                      <a16:creationId xmlns:a16="http://schemas.microsoft.com/office/drawing/2014/main" id="{9CC4B2B8-B653-F799-87EB-00FEC81B0214}"/>
                    </a:ext>
                  </a:extLst>
                </p:cNvPr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120" name="Grupo 1119">
                  <a:extLst>
                    <a:ext uri="{FF2B5EF4-FFF2-40B4-BE49-F238E27FC236}">
                      <a16:creationId xmlns:a16="http://schemas.microsoft.com/office/drawing/2014/main" id="{233F3D7F-E6CA-8FAD-36D3-DE3D58292194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100055"/>
                  <a:chOff x="2676060" y="4130453"/>
                  <a:chExt cx="963722" cy="100055"/>
                </a:xfrm>
                <a:grpFill/>
              </p:grpSpPr>
              <p:grpSp>
                <p:nvGrpSpPr>
                  <p:cNvPr id="1121" name="Grupo 1120">
                    <a:extLst>
                      <a:ext uri="{FF2B5EF4-FFF2-40B4-BE49-F238E27FC236}">
                        <a16:creationId xmlns:a16="http://schemas.microsoft.com/office/drawing/2014/main" id="{3FE44B5F-4C9E-6E16-F52B-6276710AC137}"/>
                      </a:ext>
                    </a:extLst>
                  </p:cNvPr>
                  <p:cNvGrpSpPr/>
                  <p:nvPr/>
                </p:nvGrpSpPr>
                <p:grpSpPr>
                  <a:xfrm>
                    <a:off x="2676060" y="4130453"/>
                    <a:ext cx="963722" cy="75413"/>
                    <a:chOff x="5775047" y="3892550"/>
                    <a:chExt cx="778309" cy="59708"/>
                  </a:xfrm>
                  <a:grpFill/>
                </p:grpSpPr>
                <p:sp>
                  <p:nvSpPr>
                    <p:cNvPr id="1123" name="Rectángulo 1122">
                      <a:extLst>
                        <a:ext uri="{FF2B5EF4-FFF2-40B4-BE49-F238E27FC236}">
                          <a16:creationId xmlns:a16="http://schemas.microsoft.com/office/drawing/2014/main" id="{DDEA9B06-E7F9-75C0-751B-47AED66DF54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124" name="Elipse 1123">
                      <a:extLst>
                        <a:ext uri="{FF2B5EF4-FFF2-40B4-BE49-F238E27FC236}">
                          <a16:creationId xmlns:a16="http://schemas.microsoft.com/office/drawing/2014/main" id="{1EFC8796-6683-3E11-F5D0-EE7E0434F1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125" name="Elipse 1124">
                      <a:extLst>
                        <a:ext uri="{FF2B5EF4-FFF2-40B4-BE49-F238E27FC236}">
                          <a16:creationId xmlns:a16="http://schemas.microsoft.com/office/drawing/2014/main" id="{74286E9A-35B1-100D-1A76-3FC199892B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122" name="Rectángulo 1121">
                    <a:extLst>
                      <a:ext uri="{FF2B5EF4-FFF2-40B4-BE49-F238E27FC236}">
                        <a16:creationId xmlns:a16="http://schemas.microsoft.com/office/drawing/2014/main" id="{D4BA5249-ECB3-721D-D480-AB89486F431C}"/>
                      </a:ext>
                    </a:extLst>
                  </p:cNvPr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ABE0E64-0000-D8E4-7B2B-1E4CE5CE7925}"/>
              </a:ext>
            </a:extLst>
          </p:cNvPr>
          <p:cNvGrpSpPr/>
          <p:nvPr/>
        </p:nvGrpSpPr>
        <p:grpSpPr>
          <a:xfrm rot="297357">
            <a:off x="7452980" y="1750589"/>
            <a:ext cx="2288079" cy="2013940"/>
            <a:chOff x="5734796" y="1871886"/>
            <a:chExt cx="2288079" cy="201394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A51EEE2-064A-76DC-382F-90096D01D6DB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08" name="Grupo 707">
                <a:extLst>
                  <a:ext uri="{FF2B5EF4-FFF2-40B4-BE49-F238E27FC236}">
                    <a16:creationId xmlns:a16="http://schemas.microsoft.com/office/drawing/2014/main" id="{BFD73A20-1643-C5F1-93E3-BFC2CAF110B6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10" name="Elipse 709">
                  <a:extLst>
                    <a:ext uri="{FF2B5EF4-FFF2-40B4-BE49-F238E27FC236}">
                      <a16:creationId xmlns:a16="http://schemas.microsoft.com/office/drawing/2014/main" id="{50C75A14-7DE8-4730-EA9D-B8FF1813F252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1" name="Diagrama de flujo: operación manual 710">
                  <a:extLst>
                    <a:ext uri="{FF2B5EF4-FFF2-40B4-BE49-F238E27FC236}">
                      <a16:creationId xmlns:a16="http://schemas.microsoft.com/office/drawing/2014/main" id="{CDCD649E-4A98-0D17-042E-9B9A72B20EF8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09" name="Elipse 708">
                <a:extLst>
                  <a:ext uri="{FF2B5EF4-FFF2-40B4-BE49-F238E27FC236}">
                    <a16:creationId xmlns:a16="http://schemas.microsoft.com/office/drawing/2014/main" id="{8CF6547A-7775-893E-675F-97A1545F1084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" name="Diagrama de flujo: operación manual 6">
              <a:extLst>
                <a:ext uri="{FF2B5EF4-FFF2-40B4-BE49-F238E27FC236}">
                  <a16:creationId xmlns:a16="http://schemas.microsoft.com/office/drawing/2014/main" id="{BA538EF7-7855-3919-F901-831A45D4BB7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898" name="Grupo 897">
            <a:extLst>
              <a:ext uri="{FF2B5EF4-FFF2-40B4-BE49-F238E27FC236}">
                <a16:creationId xmlns:a16="http://schemas.microsoft.com/office/drawing/2014/main" id="{A2C35F7C-60AC-B297-BFED-2AFD6E57B157}"/>
              </a:ext>
            </a:extLst>
          </p:cNvPr>
          <p:cNvGrpSpPr/>
          <p:nvPr/>
        </p:nvGrpSpPr>
        <p:grpSpPr>
          <a:xfrm rot="600000">
            <a:off x="6749442" y="1333028"/>
            <a:ext cx="1318435" cy="1266043"/>
            <a:chOff x="6641702" y="1526452"/>
            <a:chExt cx="1318435" cy="1266043"/>
          </a:xfrm>
        </p:grpSpPr>
        <p:grpSp>
          <p:nvGrpSpPr>
            <p:cNvPr id="899" name="Grupo 898">
              <a:extLst>
                <a:ext uri="{FF2B5EF4-FFF2-40B4-BE49-F238E27FC236}">
                  <a16:creationId xmlns:a16="http://schemas.microsoft.com/office/drawing/2014/main" id="{4ECD905E-E6AF-BFB2-E1EA-1CDF36A4769D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</p:grpSpPr>
          <p:grpSp>
            <p:nvGrpSpPr>
              <p:cNvPr id="901" name="Grupo 900">
                <a:extLst>
                  <a:ext uri="{FF2B5EF4-FFF2-40B4-BE49-F238E27FC236}">
                    <a16:creationId xmlns:a16="http://schemas.microsoft.com/office/drawing/2014/main" id="{EEB4F93E-B597-5BA1-57B7-186A3882F712}"/>
                  </a:ext>
                </a:extLst>
              </p:cNvPr>
              <p:cNvGrpSpPr/>
              <p:nvPr/>
            </p:nvGrpSpPr>
            <p:grpSpPr>
              <a:xfrm rot="785047">
                <a:off x="6641702" y="1526452"/>
                <a:ext cx="1192937" cy="1266043"/>
                <a:chOff x="6040669" y="1851040"/>
                <a:chExt cx="1192937" cy="1266043"/>
              </a:xfrm>
            </p:grpSpPr>
            <p:grpSp>
              <p:nvGrpSpPr>
                <p:cNvPr id="903" name="Grupo 902">
                  <a:extLst>
                    <a:ext uri="{FF2B5EF4-FFF2-40B4-BE49-F238E27FC236}">
                      <a16:creationId xmlns:a16="http://schemas.microsoft.com/office/drawing/2014/main" id="{A4A7F015-9A42-DD42-A005-DE971363D27E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</p:grpSpPr>
              <p:grpSp>
                <p:nvGrpSpPr>
                  <p:cNvPr id="905" name="Grupo 904">
                    <a:extLst>
                      <a:ext uri="{FF2B5EF4-FFF2-40B4-BE49-F238E27FC236}">
                        <a16:creationId xmlns:a16="http://schemas.microsoft.com/office/drawing/2014/main" id="{AE93767B-3D16-E47A-F419-C0548B07E1AB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</p:grpSpPr>
                <p:grpSp>
                  <p:nvGrpSpPr>
                    <p:cNvPr id="907" name="Grupo 906">
                      <a:extLst>
                        <a:ext uri="{FF2B5EF4-FFF2-40B4-BE49-F238E27FC236}">
                          <a16:creationId xmlns:a16="http://schemas.microsoft.com/office/drawing/2014/main" id="{A6A9F1B6-6914-6E3E-6C7A-C1475A2329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solidFill>
                      <a:schemeClr val="bg1">
                        <a:lumMod val="65000"/>
                      </a:schemeClr>
                    </a:solidFill>
                  </p:grpSpPr>
                  <p:grpSp>
                    <p:nvGrpSpPr>
                      <p:cNvPr id="909" name="Grupo 908">
                        <a:extLst>
                          <a:ext uri="{FF2B5EF4-FFF2-40B4-BE49-F238E27FC236}">
                            <a16:creationId xmlns:a16="http://schemas.microsoft.com/office/drawing/2014/main" id="{48A15460-2B13-25D5-BE7C-33F439AE29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911" name="Elipse 910">
                          <a:extLst>
                            <a:ext uri="{FF2B5EF4-FFF2-40B4-BE49-F238E27FC236}">
                              <a16:creationId xmlns:a16="http://schemas.microsoft.com/office/drawing/2014/main" id="{0CE69D44-D18C-5322-8E40-20B252D8AA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912" name="Diagrama de flujo: operación manual 911">
                          <a:extLst>
                            <a:ext uri="{FF2B5EF4-FFF2-40B4-BE49-F238E27FC236}">
                              <a16:creationId xmlns:a16="http://schemas.microsoft.com/office/drawing/2014/main" id="{7170E10A-FCE2-E30A-9609-2F3B39FD5F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10" name="Elipse 909">
                        <a:extLst>
                          <a:ext uri="{FF2B5EF4-FFF2-40B4-BE49-F238E27FC236}">
                            <a16:creationId xmlns:a16="http://schemas.microsoft.com/office/drawing/2014/main" id="{8A16BDBB-88E8-EFE1-A970-D97329771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8" name="Diagrama de flujo: operación manual 907">
                      <a:extLst>
                        <a:ext uri="{FF2B5EF4-FFF2-40B4-BE49-F238E27FC236}">
                          <a16:creationId xmlns:a16="http://schemas.microsoft.com/office/drawing/2014/main" id="{D22AD5A4-5CE3-3887-14AC-653A2C5A6D7D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90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6" name="Elipse 905">
                    <a:extLst>
                      <a:ext uri="{FF2B5EF4-FFF2-40B4-BE49-F238E27FC236}">
                        <a16:creationId xmlns:a16="http://schemas.microsoft.com/office/drawing/2014/main" id="{F6A362AF-DEDA-0437-E00B-E0C5E5C30BB7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4" name="Elipse 903">
                  <a:extLst>
                    <a:ext uri="{FF2B5EF4-FFF2-40B4-BE49-F238E27FC236}">
                      <a16:creationId xmlns:a16="http://schemas.microsoft.com/office/drawing/2014/main" id="{AD260F28-9049-B9B1-7951-DB8F3F79C27A}"/>
                    </a:ext>
                  </a:extLst>
                </p:cNvPr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02" name="Elipse 901">
                <a:extLst>
                  <a:ext uri="{FF2B5EF4-FFF2-40B4-BE49-F238E27FC236}">
                    <a16:creationId xmlns:a16="http://schemas.microsoft.com/office/drawing/2014/main" id="{8E70C639-CEC4-72ED-DEFC-7BE52CC6FBB1}"/>
                  </a:ext>
                </a:extLst>
              </p:cNvPr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00" name="Elipse 899">
              <a:extLst>
                <a:ext uri="{FF2B5EF4-FFF2-40B4-BE49-F238E27FC236}">
                  <a16:creationId xmlns:a16="http://schemas.microsoft.com/office/drawing/2014/main" id="{663C2139-1C74-F536-6879-50576C60A161}"/>
                </a:ext>
              </a:extLst>
            </p:cNvPr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45626"/>
                <a:ext cx="1378938" cy="1532574"/>
                <a:chOff x="7991273" y="2932926"/>
                <a:chExt cx="1378938" cy="1532574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932926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79" name="Subtítulo 2">
            <a:extLst>
              <a:ext uri="{FF2B5EF4-FFF2-40B4-BE49-F238E27FC236}">
                <a16:creationId xmlns:a16="http://schemas.microsoft.com/office/drawing/2014/main" id="{CE11C814-8650-56BD-25A7-0400EFB45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5</a:t>
            </a:r>
            <a:endParaRPr lang="es-ES" dirty="0"/>
          </a:p>
        </p:txBody>
      </p:sp>
      <p:sp>
        <p:nvSpPr>
          <p:cNvPr id="1180" name="Cerrar llave 1179">
            <a:extLst>
              <a:ext uri="{FF2B5EF4-FFF2-40B4-BE49-F238E27FC236}">
                <a16:creationId xmlns:a16="http://schemas.microsoft.com/office/drawing/2014/main" id="{766DC23C-3CE7-EA24-C5BB-0F3DAAAA2162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1" name="CuadroTexto 1180">
            <a:extLst>
              <a:ext uri="{FF2B5EF4-FFF2-40B4-BE49-F238E27FC236}">
                <a16:creationId xmlns:a16="http://schemas.microsoft.com/office/drawing/2014/main" id="{1ECBB8EE-89AE-CDA6-A30A-194F2F7CACF6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278854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6" dur="1000" fill="hold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91427"/>
            <a:ext cx="11068575" cy="7225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A11B5D9-D67B-B731-7474-81678723818C}"/>
              </a:ext>
            </a:extLst>
          </p:cNvPr>
          <p:cNvGrpSpPr/>
          <p:nvPr/>
        </p:nvGrpSpPr>
        <p:grpSpPr>
          <a:xfrm flipH="1" flipV="1">
            <a:off x="5194589" y="5492214"/>
            <a:ext cx="3238211" cy="2924646"/>
            <a:chOff x="8018716" y="2357977"/>
            <a:chExt cx="3238211" cy="2924646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920C253-0E48-93CA-499A-CCC6819417C7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8738716" y="4158654"/>
              <a:ext cx="0" cy="144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ED0D386-B267-25FA-691A-BD875C66D05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787833" y="3825336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01117A9-0139-CCD7-F6CB-0FC050581115}"/>
                </a:ext>
              </a:extLst>
            </p:cNvPr>
            <p:cNvCxnSpPr/>
            <p:nvPr/>
          </p:nvCxnSpPr>
          <p:spPr>
            <a:xfrm flipV="1">
              <a:off x="9240575" y="327805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6CEC4080-DD4F-1A76-6C40-B90A28AFB0F3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9622413" y="239538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0F4712B-574B-3E49-6439-CE1E658247F6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8843666" y="2357977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92422B7D-A41C-821F-7D6E-8EDD552DEBBC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716927" y="343912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AF7D9CDB-EA76-4BA8-E0FA-ABFB14189663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10724185" y="4202623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312EDA30-DDE2-E9CA-B5CF-B916482C3505}"/>
                </a:ext>
              </a:extLst>
            </p:cNvPr>
            <p:cNvCxnSpPr>
              <a:cxnSpLocks/>
            </p:cNvCxnSpPr>
            <p:nvPr/>
          </p:nvCxnSpPr>
          <p:spPr>
            <a:xfrm rot="2700000" flipH="1">
              <a:off x="9650884" y="3436221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89FC4AD-B141-CAAE-5DB0-B34CE498EB30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414560" y="266526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41" name="Imagen 640">
            <a:extLst>
              <a:ext uri="{FF2B5EF4-FFF2-40B4-BE49-F238E27FC236}">
                <a16:creationId xmlns:a16="http://schemas.microsoft.com/office/drawing/2014/main" id="{18D317A0-707C-03D3-BB6C-F9164DA20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0394" y="346711"/>
            <a:ext cx="1563159" cy="6058589"/>
          </a:xfrm>
          <a:prstGeom prst="rect">
            <a:avLst/>
          </a:prstGeom>
        </p:spPr>
      </p:pic>
      <p:sp>
        <p:nvSpPr>
          <p:cNvPr id="642" name="Subtítulo 2">
            <a:extLst>
              <a:ext uri="{FF2B5EF4-FFF2-40B4-BE49-F238E27FC236}">
                <a16:creationId xmlns:a16="http://schemas.microsoft.com/office/drawing/2014/main" id="{D2272274-0A65-303A-E9D5-E78C3BB6C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5</a:t>
            </a:r>
            <a:endParaRPr lang="es-ES" dirty="0"/>
          </a:p>
        </p:txBody>
      </p:sp>
      <p:sp>
        <p:nvSpPr>
          <p:cNvPr id="643" name="Cerrar llave 642">
            <a:extLst>
              <a:ext uri="{FF2B5EF4-FFF2-40B4-BE49-F238E27FC236}">
                <a16:creationId xmlns:a16="http://schemas.microsoft.com/office/drawing/2014/main" id="{020FF614-E9D7-C770-EA6E-968A42C46C49}"/>
              </a:ext>
            </a:extLst>
          </p:cNvPr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44" name="CuadroTexto 643">
            <a:extLst>
              <a:ext uri="{FF2B5EF4-FFF2-40B4-BE49-F238E27FC236}">
                <a16:creationId xmlns:a16="http://schemas.microsoft.com/office/drawing/2014/main" id="{95594BE5-102C-8F9C-0B7F-B8F64855AA3F}"/>
              </a:ext>
            </a:extLst>
          </p:cNvPr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/>
              <a:t>Posicionamiento punto de partida.</a:t>
            </a:r>
          </a:p>
        </p:txBody>
      </p:sp>
      <p:sp>
        <p:nvSpPr>
          <p:cNvPr id="645" name="Flecha: a la derecha 644">
            <a:extLst>
              <a:ext uri="{FF2B5EF4-FFF2-40B4-BE49-F238E27FC236}">
                <a16:creationId xmlns:a16="http://schemas.microsoft.com/office/drawing/2014/main" id="{CD50C68A-1002-8AFA-534D-B2DB6576B414}"/>
              </a:ext>
            </a:extLst>
          </p:cNvPr>
          <p:cNvSpPr/>
          <p:nvPr/>
        </p:nvSpPr>
        <p:spPr>
          <a:xfrm>
            <a:off x="5345493" y="1055118"/>
            <a:ext cx="2610387" cy="565824"/>
          </a:xfrm>
          <a:prstGeom prst="rightArrow">
            <a:avLst/>
          </a:prstGeom>
          <a:solidFill>
            <a:srgbClr val="CC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5809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91427"/>
            <a:ext cx="11068575" cy="7225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42" name="Subtítulo 2">
            <a:extLst>
              <a:ext uri="{FF2B5EF4-FFF2-40B4-BE49-F238E27FC236}">
                <a16:creationId xmlns:a16="http://schemas.microsoft.com/office/drawing/2014/main" id="{D2272274-0A65-303A-E9D5-E78C3BB6C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5</a:t>
            </a:r>
            <a:endParaRPr lang="es-ES" dirty="0"/>
          </a:p>
        </p:txBody>
      </p:sp>
      <p:sp>
        <p:nvSpPr>
          <p:cNvPr id="643" name="Cerrar llave 642">
            <a:extLst>
              <a:ext uri="{FF2B5EF4-FFF2-40B4-BE49-F238E27FC236}">
                <a16:creationId xmlns:a16="http://schemas.microsoft.com/office/drawing/2014/main" id="{020FF614-E9D7-C770-EA6E-968A42C46C49}"/>
              </a:ext>
            </a:extLst>
          </p:cNvPr>
          <p:cNvSpPr/>
          <p:nvPr/>
        </p:nvSpPr>
        <p:spPr>
          <a:xfrm>
            <a:off x="3643086" y="2173190"/>
            <a:ext cx="449943" cy="2195610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33CC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3CC33"/>
              </a:solidFill>
            </a:endParaRPr>
          </a:p>
        </p:txBody>
      </p:sp>
      <p:sp>
        <p:nvSpPr>
          <p:cNvPr id="644" name="CuadroTexto 643">
            <a:extLst>
              <a:ext uri="{FF2B5EF4-FFF2-40B4-BE49-F238E27FC236}">
                <a16:creationId xmlns:a16="http://schemas.microsoft.com/office/drawing/2014/main" id="{95594BE5-102C-8F9C-0B7F-B8F64855AA3F}"/>
              </a:ext>
            </a:extLst>
          </p:cNvPr>
          <p:cNvSpPr txBox="1"/>
          <p:nvPr/>
        </p:nvSpPr>
        <p:spPr>
          <a:xfrm>
            <a:off x="5276657" y="3553907"/>
            <a:ext cx="27130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/>
              <a:t>Procedimiento de transporte</a:t>
            </a: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50D7F20A-4C41-4BA0-3408-831443E185CB}"/>
              </a:ext>
            </a:extLst>
          </p:cNvPr>
          <p:cNvSpPr/>
          <p:nvPr/>
        </p:nvSpPr>
        <p:spPr>
          <a:xfrm>
            <a:off x="4572001" y="2988083"/>
            <a:ext cx="3518730" cy="565824"/>
          </a:xfrm>
          <a:prstGeom prst="rightArrow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D378DC-7C64-417E-645C-6C984CCE8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224" y="190663"/>
            <a:ext cx="1018533" cy="658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079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91427"/>
            <a:ext cx="11068575" cy="7225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42" name="Subtítulo 2">
            <a:extLst>
              <a:ext uri="{FF2B5EF4-FFF2-40B4-BE49-F238E27FC236}">
                <a16:creationId xmlns:a16="http://schemas.microsoft.com/office/drawing/2014/main" id="{D2272274-0A65-303A-E9D5-E78C3BB6C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3" y="478971"/>
            <a:ext cx="3557898" cy="630054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3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7030A0"/>
                </a:solidFill>
              </a:rPr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Cerrar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objeto sentido 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Abrir garra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Subir eslabón 2</a:t>
            </a:r>
            <a:endParaRPr lang="es-ES" dirty="0"/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Rotar en sentido Antihorario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Bajar eslabón 4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FF0000"/>
                </a:solidFill>
              </a:rPr>
              <a:t>Saltar al paso 5</a:t>
            </a:r>
            <a:endParaRPr lang="es-ES" dirty="0"/>
          </a:p>
        </p:txBody>
      </p:sp>
      <p:sp>
        <p:nvSpPr>
          <p:cNvPr id="643" name="Cerrar llave 642">
            <a:extLst>
              <a:ext uri="{FF2B5EF4-FFF2-40B4-BE49-F238E27FC236}">
                <a16:creationId xmlns:a16="http://schemas.microsoft.com/office/drawing/2014/main" id="{020FF614-E9D7-C770-EA6E-968A42C46C49}"/>
              </a:ext>
            </a:extLst>
          </p:cNvPr>
          <p:cNvSpPr/>
          <p:nvPr/>
        </p:nvSpPr>
        <p:spPr>
          <a:xfrm>
            <a:off x="3684265" y="4384904"/>
            <a:ext cx="449943" cy="2020396"/>
          </a:xfrm>
          <a:prstGeom prst="rightBrace">
            <a:avLst>
              <a:gd name="adj1" fmla="val 64585"/>
              <a:gd name="adj2" fmla="val 5000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3CC33"/>
              </a:solidFill>
            </a:endParaRPr>
          </a:p>
        </p:txBody>
      </p:sp>
      <p:sp>
        <p:nvSpPr>
          <p:cNvPr id="644" name="CuadroTexto 643">
            <a:extLst>
              <a:ext uri="{FF2B5EF4-FFF2-40B4-BE49-F238E27FC236}">
                <a16:creationId xmlns:a16="http://schemas.microsoft.com/office/drawing/2014/main" id="{95594BE5-102C-8F9C-0B7F-B8F64855AA3F}"/>
              </a:ext>
            </a:extLst>
          </p:cNvPr>
          <p:cNvSpPr txBox="1"/>
          <p:nvPr/>
        </p:nvSpPr>
        <p:spPr>
          <a:xfrm>
            <a:off x="5460759" y="4281193"/>
            <a:ext cx="27130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/>
              <a:t>Procedimiento de retorno</a:t>
            </a: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50D7F20A-4C41-4BA0-3408-831443E185CB}"/>
              </a:ext>
            </a:extLst>
          </p:cNvPr>
          <p:cNvSpPr/>
          <p:nvPr/>
        </p:nvSpPr>
        <p:spPr>
          <a:xfrm>
            <a:off x="5105489" y="5112190"/>
            <a:ext cx="3518730" cy="565824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D5967A-272E-0D6A-44BB-3D3B0D1C4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342" y="174171"/>
            <a:ext cx="1169641" cy="650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4725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91427"/>
            <a:ext cx="11068575" cy="7225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 programa principal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A11B5D9-D67B-B731-7474-81678723818C}"/>
              </a:ext>
            </a:extLst>
          </p:cNvPr>
          <p:cNvGrpSpPr/>
          <p:nvPr/>
        </p:nvGrpSpPr>
        <p:grpSpPr>
          <a:xfrm flipH="1" flipV="1">
            <a:off x="5194589" y="5492214"/>
            <a:ext cx="3238211" cy="2924646"/>
            <a:chOff x="8018716" y="2357977"/>
            <a:chExt cx="3238211" cy="2924646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920C253-0E48-93CA-499A-CCC6819417C7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8738716" y="4158654"/>
              <a:ext cx="0" cy="144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ED0D386-B267-25FA-691A-BD875C66D05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787833" y="3825336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01117A9-0139-CCD7-F6CB-0FC050581115}"/>
                </a:ext>
              </a:extLst>
            </p:cNvPr>
            <p:cNvCxnSpPr/>
            <p:nvPr/>
          </p:nvCxnSpPr>
          <p:spPr>
            <a:xfrm flipV="1">
              <a:off x="9240575" y="327805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6CEC4080-DD4F-1A76-6C40-B90A28AFB0F3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9622413" y="239538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0F4712B-574B-3E49-6439-CE1E658247F6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8843666" y="2357977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92422B7D-A41C-821F-7D6E-8EDD552DEBBC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716927" y="343912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AF7D9CDB-EA76-4BA8-E0FA-ABFB14189663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10724185" y="4202623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312EDA30-DDE2-E9CA-B5CF-B916482C3505}"/>
                </a:ext>
              </a:extLst>
            </p:cNvPr>
            <p:cNvCxnSpPr>
              <a:cxnSpLocks/>
            </p:cNvCxnSpPr>
            <p:nvPr/>
          </p:nvCxnSpPr>
          <p:spPr>
            <a:xfrm rot="2700000" flipH="1">
              <a:off x="9650884" y="3436221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89FC4AD-B141-CAAE-5DB0-B34CE498EB30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414560" y="266526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3EFDB020-22CA-6359-4549-879FFBFF3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306" y="864612"/>
            <a:ext cx="4968612" cy="599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926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87" y="200781"/>
            <a:ext cx="3972208" cy="5634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Panel de Control</a:t>
            </a:r>
            <a:endParaRPr lang="es-ES" sz="3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704" name="Conector recto de flecha 703">
            <a:extLst>
              <a:ext uri="{FF2B5EF4-FFF2-40B4-BE49-F238E27FC236}">
                <a16:creationId xmlns:a16="http://schemas.microsoft.com/office/drawing/2014/main" id="{CBAF762D-4D40-D9EA-4EE6-7046597228C3}"/>
              </a:ext>
            </a:extLst>
          </p:cNvPr>
          <p:cNvCxnSpPr/>
          <p:nvPr/>
        </p:nvCxnSpPr>
        <p:spPr>
          <a:xfrm>
            <a:off x="5083214" y="764275"/>
            <a:ext cx="0" cy="6823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5" name="CuadroTexto 704">
            <a:extLst>
              <a:ext uri="{FF2B5EF4-FFF2-40B4-BE49-F238E27FC236}">
                <a16:creationId xmlns:a16="http://schemas.microsoft.com/office/drawing/2014/main" id="{59CF2D5F-259C-7DAE-8D6C-211F51808A70}"/>
              </a:ext>
            </a:extLst>
          </p:cNvPr>
          <p:cNvSpPr txBox="1"/>
          <p:nvPr/>
        </p:nvSpPr>
        <p:spPr>
          <a:xfrm>
            <a:off x="3838179" y="394693"/>
            <a:ext cx="249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S</a:t>
            </a:r>
            <a:r>
              <a:rPr lang="es-ES" sz="2000" dirty="0"/>
              <a:t>eta de emergencia</a:t>
            </a:r>
          </a:p>
        </p:txBody>
      </p:sp>
      <p:cxnSp>
        <p:nvCxnSpPr>
          <p:cNvPr id="706" name="Conector recto de flecha 705">
            <a:extLst>
              <a:ext uri="{FF2B5EF4-FFF2-40B4-BE49-F238E27FC236}">
                <a16:creationId xmlns:a16="http://schemas.microsoft.com/office/drawing/2014/main" id="{EDA0AE39-A114-3F21-2B50-9A89FBF27FED}"/>
              </a:ext>
            </a:extLst>
          </p:cNvPr>
          <p:cNvCxnSpPr>
            <a:cxnSpLocks/>
          </p:cNvCxnSpPr>
          <p:nvPr/>
        </p:nvCxnSpPr>
        <p:spPr>
          <a:xfrm flipH="1">
            <a:off x="5753776" y="794803"/>
            <a:ext cx="1060444" cy="651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" name="CuadroTexto 707">
            <a:extLst>
              <a:ext uri="{FF2B5EF4-FFF2-40B4-BE49-F238E27FC236}">
                <a16:creationId xmlns:a16="http://schemas.microsoft.com/office/drawing/2014/main" id="{28DD08BE-1232-C17B-641A-41BF78098A75}"/>
              </a:ext>
            </a:extLst>
          </p:cNvPr>
          <p:cNvSpPr txBox="1"/>
          <p:nvPr/>
        </p:nvSpPr>
        <p:spPr>
          <a:xfrm>
            <a:off x="6150542" y="408813"/>
            <a:ext cx="1315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/>
              <a:t>MCU/PLC</a:t>
            </a:r>
          </a:p>
        </p:txBody>
      </p:sp>
      <p:cxnSp>
        <p:nvCxnSpPr>
          <p:cNvPr id="710" name="Conector recto de flecha 709">
            <a:extLst>
              <a:ext uri="{FF2B5EF4-FFF2-40B4-BE49-F238E27FC236}">
                <a16:creationId xmlns:a16="http://schemas.microsoft.com/office/drawing/2014/main" id="{601E51F6-07B4-C5F9-0FFB-56CE89E10C21}"/>
              </a:ext>
            </a:extLst>
          </p:cNvPr>
          <p:cNvCxnSpPr>
            <a:cxnSpLocks/>
            <a:stCxn id="712" idx="2"/>
          </p:cNvCxnSpPr>
          <p:nvPr/>
        </p:nvCxnSpPr>
        <p:spPr>
          <a:xfrm flipH="1">
            <a:off x="6442888" y="537302"/>
            <a:ext cx="1921849" cy="993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CuadroTexto 711">
            <a:extLst>
              <a:ext uri="{FF2B5EF4-FFF2-40B4-BE49-F238E27FC236}">
                <a16:creationId xmlns:a16="http://schemas.microsoft.com/office/drawing/2014/main" id="{899EDFC9-533A-011A-5992-1C9CD18B1DA5}"/>
              </a:ext>
            </a:extLst>
          </p:cNvPr>
          <p:cNvSpPr txBox="1"/>
          <p:nvPr/>
        </p:nvSpPr>
        <p:spPr>
          <a:xfrm>
            <a:off x="7230632" y="137192"/>
            <a:ext cx="2268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M</a:t>
            </a:r>
            <a:r>
              <a:rPr lang="es-ES" sz="2000" dirty="0"/>
              <a:t>odo de operación</a:t>
            </a:r>
          </a:p>
        </p:txBody>
      </p:sp>
      <p:cxnSp>
        <p:nvCxnSpPr>
          <p:cNvPr id="715" name="Conector recto de flecha 714">
            <a:extLst>
              <a:ext uri="{FF2B5EF4-FFF2-40B4-BE49-F238E27FC236}">
                <a16:creationId xmlns:a16="http://schemas.microsoft.com/office/drawing/2014/main" id="{A31A219F-ADBE-13DD-F31A-75DDD6E4565C}"/>
              </a:ext>
            </a:extLst>
          </p:cNvPr>
          <p:cNvCxnSpPr>
            <a:cxnSpLocks/>
          </p:cNvCxnSpPr>
          <p:nvPr/>
        </p:nvCxnSpPr>
        <p:spPr>
          <a:xfrm flipH="1">
            <a:off x="7210986" y="679953"/>
            <a:ext cx="2212295" cy="8969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" name="CuadroTexto 717">
            <a:extLst>
              <a:ext uri="{FF2B5EF4-FFF2-40B4-BE49-F238E27FC236}">
                <a16:creationId xmlns:a16="http://schemas.microsoft.com/office/drawing/2014/main" id="{1EE897D4-30F7-3EC3-3E1B-4646F785212E}"/>
              </a:ext>
            </a:extLst>
          </p:cNvPr>
          <p:cNvSpPr txBox="1"/>
          <p:nvPr/>
        </p:nvSpPr>
        <p:spPr>
          <a:xfrm>
            <a:off x="9423281" y="476950"/>
            <a:ext cx="19218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P</a:t>
            </a:r>
            <a:r>
              <a:rPr lang="es-ES" sz="2000" dirty="0"/>
              <a:t>osición origen</a:t>
            </a:r>
          </a:p>
        </p:txBody>
      </p:sp>
      <p:cxnSp>
        <p:nvCxnSpPr>
          <p:cNvPr id="719" name="Conector recto de flecha 718">
            <a:extLst>
              <a:ext uri="{FF2B5EF4-FFF2-40B4-BE49-F238E27FC236}">
                <a16:creationId xmlns:a16="http://schemas.microsoft.com/office/drawing/2014/main" id="{6801A28C-6DD5-95B2-6323-08EBD4CB235D}"/>
              </a:ext>
            </a:extLst>
          </p:cNvPr>
          <p:cNvCxnSpPr>
            <a:cxnSpLocks/>
          </p:cNvCxnSpPr>
          <p:nvPr/>
        </p:nvCxnSpPr>
        <p:spPr>
          <a:xfrm flipH="1">
            <a:off x="7830596" y="1216818"/>
            <a:ext cx="1592685" cy="3908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1" name="CuadroTexto 720">
            <a:extLst>
              <a:ext uri="{FF2B5EF4-FFF2-40B4-BE49-F238E27FC236}">
                <a16:creationId xmlns:a16="http://schemas.microsoft.com/office/drawing/2014/main" id="{9B31D605-7B8B-0A1A-8E33-C9F6EF496A22}"/>
              </a:ext>
            </a:extLst>
          </p:cNvPr>
          <p:cNvSpPr txBox="1"/>
          <p:nvPr/>
        </p:nvSpPr>
        <p:spPr>
          <a:xfrm>
            <a:off x="9423280" y="1041438"/>
            <a:ext cx="2601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I</a:t>
            </a:r>
            <a:r>
              <a:rPr lang="es-ES" sz="2000" dirty="0"/>
              <a:t>nicia Mod automático</a:t>
            </a:r>
          </a:p>
        </p:txBody>
      </p:sp>
      <p:cxnSp>
        <p:nvCxnSpPr>
          <p:cNvPr id="722" name="Conector recto de flecha 721">
            <a:extLst>
              <a:ext uri="{FF2B5EF4-FFF2-40B4-BE49-F238E27FC236}">
                <a16:creationId xmlns:a16="http://schemas.microsoft.com/office/drawing/2014/main" id="{3B5AA3CA-ADAA-0373-8866-F0ABABC66A09}"/>
              </a:ext>
            </a:extLst>
          </p:cNvPr>
          <p:cNvCxnSpPr>
            <a:cxnSpLocks/>
          </p:cNvCxnSpPr>
          <p:nvPr/>
        </p:nvCxnSpPr>
        <p:spPr>
          <a:xfrm flipH="1">
            <a:off x="8718348" y="1821256"/>
            <a:ext cx="704932" cy="211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4" name="CuadroTexto 723">
            <a:extLst>
              <a:ext uri="{FF2B5EF4-FFF2-40B4-BE49-F238E27FC236}">
                <a16:creationId xmlns:a16="http://schemas.microsoft.com/office/drawing/2014/main" id="{F601371E-B961-05A5-5095-0D4FBD860FCB}"/>
              </a:ext>
            </a:extLst>
          </p:cNvPr>
          <p:cNvSpPr txBox="1"/>
          <p:nvPr/>
        </p:nvSpPr>
        <p:spPr>
          <a:xfrm>
            <a:off x="9423279" y="1616734"/>
            <a:ext cx="2887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D</a:t>
            </a:r>
            <a:r>
              <a:rPr lang="es-ES" sz="2000" dirty="0"/>
              <a:t>etiene Mod automático</a:t>
            </a:r>
          </a:p>
        </p:txBody>
      </p:sp>
      <p:grpSp>
        <p:nvGrpSpPr>
          <p:cNvPr id="732" name="Grupo 731">
            <a:extLst>
              <a:ext uri="{FF2B5EF4-FFF2-40B4-BE49-F238E27FC236}">
                <a16:creationId xmlns:a16="http://schemas.microsoft.com/office/drawing/2014/main" id="{568406D6-1D79-EFFA-07A7-98A193BA9ACF}"/>
              </a:ext>
            </a:extLst>
          </p:cNvPr>
          <p:cNvGrpSpPr/>
          <p:nvPr/>
        </p:nvGrpSpPr>
        <p:grpSpPr>
          <a:xfrm>
            <a:off x="269301" y="893537"/>
            <a:ext cx="11922699" cy="5773394"/>
            <a:chOff x="269301" y="893537"/>
            <a:chExt cx="11922699" cy="5773394"/>
          </a:xfrm>
        </p:grpSpPr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32A575A7-23E3-FCB5-3203-EAE0D108E801}"/>
                </a:ext>
              </a:extLst>
            </p:cNvPr>
            <p:cNvGrpSpPr/>
            <p:nvPr/>
          </p:nvGrpSpPr>
          <p:grpSpPr>
            <a:xfrm>
              <a:off x="269301" y="893537"/>
              <a:ext cx="11922699" cy="5773394"/>
              <a:chOff x="370597" y="880329"/>
              <a:chExt cx="11922699" cy="5773394"/>
            </a:xfrm>
          </p:grpSpPr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6FAEC306-4F35-D330-40B5-C6F342FB6EFC}"/>
                  </a:ext>
                </a:extLst>
              </p:cNvPr>
              <p:cNvGrpSpPr/>
              <p:nvPr/>
            </p:nvGrpSpPr>
            <p:grpSpPr>
              <a:xfrm>
                <a:off x="370597" y="880329"/>
                <a:ext cx="8757214" cy="5773394"/>
                <a:chOff x="1394179" y="839386"/>
                <a:chExt cx="8757214" cy="5773394"/>
              </a:xfrm>
            </p:grpSpPr>
            <p:grpSp>
              <p:nvGrpSpPr>
                <p:cNvPr id="52" name="Grupo 51">
                  <a:extLst>
                    <a:ext uri="{FF2B5EF4-FFF2-40B4-BE49-F238E27FC236}">
                      <a16:creationId xmlns:a16="http://schemas.microsoft.com/office/drawing/2014/main" id="{8AA33AE1-0A1E-D58C-665D-1B1A3F5E0981}"/>
                    </a:ext>
                  </a:extLst>
                </p:cNvPr>
                <p:cNvGrpSpPr/>
                <p:nvPr/>
              </p:nvGrpSpPr>
              <p:grpSpPr>
                <a:xfrm>
                  <a:off x="1394179" y="839386"/>
                  <a:ext cx="8757214" cy="5679981"/>
                  <a:chOff x="1394179" y="839386"/>
                  <a:chExt cx="8757214" cy="5679981"/>
                </a:xfrm>
              </p:grpSpPr>
              <p:grpSp>
                <p:nvGrpSpPr>
                  <p:cNvPr id="44" name="Grupo 43">
                    <a:extLst>
                      <a:ext uri="{FF2B5EF4-FFF2-40B4-BE49-F238E27FC236}">
                        <a16:creationId xmlns:a16="http://schemas.microsoft.com/office/drawing/2014/main" id="{16CBDA8C-7479-DAC0-C2AF-B2A99A0CC415}"/>
                      </a:ext>
                    </a:extLst>
                  </p:cNvPr>
                  <p:cNvGrpSpPr/>
                  <p:nvPr/>
                </p:nvGrpSpPr>
                <p:grpSpPr>
                  <a:xfrm>
                    <a:off x="1394179" y="839386"/>
                    <a:ext cx="8757214" cy="3707839"/>
                    <a:chOff x="1093161" y="905649"/>
                    <a:chExt cx="8757214" cy="3707839"/>
                  </a:xfrm>
                </p:grpSpPr>
                <p:pic>
                  <p:nvPicPr>
                    <p:cNvPr id="3" name="Imagen 2">
                      <a:extLst>
                        <a:ext uri="{FF2B5EF4-FFF2-40B4-BE49-F238E27FC236}">
                          <a16:creationId xmlns:a16="http://schemas.microsoft.com/office/drawing/2014/main" id="{7C8352B5-8DA3-22A0-2FF7-1C2A5BFA898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7407" t="43427" r="9234" b="4411"/>
                    <a:stretch/>
                  </p:blipFill>
                  <p:spPr>
                    <a:xfrm>
                      <a:off x="1093161" y="905649"/>
                      <a:ext cx="8757214" cy="3707839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33" name="Grupo 32">
                      <a:extLst>
                        <a:ext uri="{FF2B5EF4-FFF2-40B4-BE49-F238E27FC236}">
                          <a16:creationId xmlns:a16="http://schemas.microsoft.com/office/drawing/2014/main" id="{2D097EAD-1540-966A-8D1E-8518DC8D0B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46238" y="2477453"/>
                      <a:ext cx="3882075" cy="1752645"/>
                      <a:chOff x="6281530" y="2557666"/>
                      <a:chExt cx="3796767" cy="1643273"/>
                    </a:xfrm>
                  </p:grpSpPr>
                  <p:sp>
                    <p:nvSpPr>
                      <p:cNvPr id="27" name="Rectángulo 26">
                        <a:extLst>
                          <a:ext uri="{FF2B5EF4-FFF2-40B4-BE49-F238E27FC236}">
                            <a16:creationId xmlns:a16="http://schemas.microsoft.com/office/drawing/2014/main" id="{935FC269-052E-7022-A20D-84B64B23FB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81530" y="2557669"/>
                        <a:ext cx="510208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66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28" name="Rectángulo 27">
                        <a:extLst>
                          <a:ext uri="{FF2B5EF4-FFF2-40B4-BE49-F238E27FC236}">
                            <a16:creationId xmlns:a16="http://schemas.microsoft.com/office/drawing/2014/main" id="{36D0C1FF-E0FD-4AC8-245E-0014A1C2A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7513" y="2557670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FF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29" name="Rectángulo 28">
                        <a:extLst>
                          <a:ext uri="{FF2B5EF4-FFF2-40B4-BE49-F238E27FC236}">
                            <a16:creationId xmlns:a16="http://schemas.microsoft.com/office/drawing/2014/main" id="{BB966576-C8C2-4040-3E67-F9C2C360F6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73618" y="2557668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CC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0" name="Rectángulo 29">
                        <a:extLst>
                          <a:ext uri="{FF2B5EF4-FFF2-40B4-BE49-F238E27FC236}">
                            <a16:creationId xmlns:a16="http://schemas.microsoft.com/office/drawing/2014/main" id="{BB0A55CC-BADD-D132-9774-FE9E0F5420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29602" y="2557667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FF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1" name="Rectángulo 30">
                        <a:extLst>
                          <a:ext uri="{FF2B5EF4-FFF2-40B4-BE49-F238E27FC236}">
                            <a16:creationId xmlns:a16="http://schemas.microsoft.com/office/drawing/2014/main" id="{2B1E01E5-151A-0DAB-9378-14D90349FC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98841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2" name="Rectángulo 31">
                        <a:extLst>
                          <a:ext uri="{FF2B5EF4-FFF2-40B4-BE49-F238E27FC236}">
                            <a16:creationId xmlns:a16="http://schemas.microsoft.com/office/drawing/2014/main" id="{81012EF7-F627-3AA5-65A0-361AC6A802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68088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42" name="Grupo 41">
                    <a:extLst>
                      <a:ext uri="{FF2B5EF4-FFF2-40B4-BE49-F238E27FC236}">
                        <a16:creationId xmlns:a16="http://schemas.microsoft.com/office/drawing/2014/main" id="{CF8FCC00-694D-26A3-FEDC-03FC8750F365}"/>
                      </a:ext>
                    </a:extLst>
                  </p:cNvPr>
                  <p:cNvGrpSpPr/>
                  <p:nvPr/>
                </p:nvGrpSpPr>
                <p:grpSpPr>
                  <a:xfrm>
                    <a:off x="4834505" y="4163831"/>
                    <a:ext cx="4695279" cy="2355536"/>
                    <a:chOff x="5155096" y="4316851"/>
                    <a:chExt cx="4695279" cy="2355536"/>
                  </a:xfrm>
                </p:grpSpPr>
                <p:sp>
                  <p:nvSpPr>
                    <p:cNvPr id="34" name="Flecha: doblada hacia arriba 33">
                      <a:extLst>
                        <a:ext uri="{FF2B5EF4-FFF2-40B4-BE49-F238E27FC236}">
                          <a16:creationId xmlns:a16="http://schemas.microsoft.com/office/drawing/2014/main" id="{BC2D6F5B-105B-85AE-EC60-7000E4727442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444964" y="4026985"/>
                      <a:ext cx="811741" cy="1391478"/>
                    </a:xfrm>
                    <a:prstGeom prst="bentUpArrow">
                      <a:avLst>
                        <a:gd name="adj1" fmla="val 4048"/>
                        <a:gd name="adj2" fmla="val 9286"/>
                        <a:gd name="adj3" fmla="val 13571"/>
                      </a:avLst>
                    </a:prstGeom>
                    <a:solidFill>
                      <a:srgbClr val="FF6600"/>
                    </a:solidFill>
                    <a:ln>
                      <a:solidFill>
                        <a:srgbClr val="FF66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5" name="Flecha: doblada hacia arriba 34">
                      <a:extLst>
                        <a:ext uri="{FF2B5EF4-FFF2-40B4-BE49-F238E27FC236}">
                          <a16:creationId xmlns:a16="http://schemas.microsoft.com/office/drawing/2014/main" id="{9D81D0D7-D1D5-2B6C-C6AE-8E54C010B27E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599022" y="3872928"/>
                      <a:ext cx="1156298" cy="2044148"/>
                    </a:xfrm>
                    <a:prstGeom prst="bentUpArrow">
                      <a:avLst>
                        <a:gd name="adj1" fmla="val 2902"/>
                        <a:gd name="adj2" fmla="val 7567"/>
                        <a:gd name="adj3" fmla="val 784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FFFF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6" name="Flecha: doblada hacia arriba 35">
                      <a:extLst>
                        <a:ext uri="{FF2B5EF4-FFF2-40B4-BE49-F238E27FC236}">
                          <a16:creationId xmlns:a16="http://schemas.microsoft.com/office/drawing/2014/main" id="{99883854-8E7A-F28C-8445-395F4FEF6A39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804432" y="3667519"/>
                      <a:ext cx="1434590" cy="2733259"/>
                    </a:xfrm>
                    <a:prstGeom prst="bentUpArrow">
                      <a:avLst>
                        <a:gd name="adj1" fmla="val 1979"/>
                        <a:gd name="adj2" fmla="val 6002"/>
                        <a:gd name="adj3" fmla="val 7293"/>
                      </a:avLst>
                    </a:prstGeom>
                    <a:solidFill>
                      <a:srgbClr val="FF33CC"/>
                    </a:solidFill>
                    <a:ln>
                      <a:solidFill>
                        <a:srgbClr val="FF33CC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7" name="Flecha: doblada hacia arriba 36">
                      <a:extLst>
                        <a:ext uri="{FF2B5EF4-FFF2-40B4-BE49-F238E27FC236}">
                          <a16:creationId xmlns:a16="http://schemas.microsoft.com/office/drawing/2014/main" id="{6EBF1DE3-2D91-88AB-35E6-190A403BC545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958622" y="3513326"/>
                      <a:ext cx="1752645" cy="3359695"/>
                    </a:xfrm>
                    <a:prstGeom prst="bentUpArrow">
                      <a:avLst>
                        <a:gd name="adj1" fmla="val 1390"/>
                        <a:gd name="adj2" fmla="val 5327"/>
                        <a:gd name="adj3" fmla="val 5634"/>
                      </a:avLst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8" name="Flecha: doblada hacia arriba 37">
                      <a:extLst>
                        <a:ext uri="{FF2B5EF4-FFF2-40B4-BE49-F238E27FC236}">
                          <a16:creationId xmlns:a16="http://schemas.microsoft.com/office/drawing/2014/main" id="{8AA938ED-0C1A-0CCD-805F-51485874EC47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6166622" y="3305330"/>
                      <a:ext cx="2004435" cy="4027486"/>
                    </a:xfrm>
                    <a:prstGeom prst="bentUpArrow">
                      <a:avLst>
                        <a:gd name="adj1" fmla="val 1580"/>
                        <a:gd name="adj2" fmla="val 4948"/>
                        <a:gd name="adj3" fmla="val 4549"/>
                      </a:avLst>
                    </a:prstGeom>
                    <a:solidFill>
                      <a:srgbClr val="0000FF"/>
                    </a:solidFill>
                    <a:ln>
                      <a:solidFill>
                        <a:srgbClr val="0000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9" name="Flecha: doblada hacia arriba 38">
                      <a:extLst>
                        <a:ext uri="{FF2B5EF4-FFF2-40B4-BE49-F238E27FC236}">
                          <a16:creationId xmlns:a16="http://schemas.microsoft.com/office/drawing/2014/main" id="{55913705-BDD8-88BA-4EC8-01F6A92373E8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6324970" y="3146983"/>
                      <a:ext cx="2355531" cy="4695278"/>
                    </a:xfrm>
                    <a:prstGeom prst="bentUpArrow">
                      <a:avLst>
                        <a:gd name="adj1" fmla="val 1214"/>
                        <a:gd name="adj2" fmla="val 4071"/>
                        <a:gd name="adj3" fmla="val 3559"/>
                      </a:avLst>
                    </a:prstGeom>
                    <a:solidFill>
                      <a:srgbClr val="00FF00"/>
                    </a:solidFill>
                    <a:ln>
                      <a:solidFill>
                        <a:srgbClr val="00FF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55" name="Grupo 54">
                  <a:extLst>
                    <a:ext uri="{FF2B5EF4-FFF2-40B4-BE49-F238E27FC236}">
                      <a16:creationId xmlns:a16="http://schemas.microsoft.com/office/drawing/2014/main" id="{FE52E6D7-85C0-C6D0-BDE8-31ECFC69176D}"/>
                    </a:ext>
                  </a:extLst>
                </p:cNvPr>
                <p:cNvGrpSpPr/>
                <p:nvPr/>
              </p:nvGrpSpPr>
              <p:grpSpPr>
                <a:xfrm>
                  <a:off x="1548863" y="4686834"/>
                  <a:ext cx="3470832" cy="1925946"/>
                  <a:chOff x="1548863" y="4686834"/>
                  <a:chExt cx="3470832" cy="1925946"/>
                </a:xfrm>
              </p:grpSpPr>
              <p:sp>
                <p:nvSpPr>
                  <p:cNvPr id="48" name="CuadroTexto 47">
                    <a:extLst>
                      <a:ext uri="{FF2B5EF4-FFF2-40B4-BE49-F238E27FC236}">
                        <a16:creationId xmlns:a16="http://schemas.microsoft.com/office/drawing/2014/main" id="{719BEA34-C878-406B-6722-DB2331446EF4}"/>
                      </a:ext>
                    </a:extLst>
                  </p:cNvPr>
                  <p:cNvSpPr txBox="1"/>
                  <p:nvPr/>
                </p:nvSpPr>
                <p:spPr>
                  <a:xfrm>
                    <a:off x="1554278" y="5609069"/>
                    <a:ext cx="346078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ES" sz="2000" b="1" dirty="0"/>
                      <a:t>M07</a:t>
                    </a:r>
                    <a:r>
                      <a:rPr lang="es-ES" sz="2000" dirty="0"/>
                      <a:t> y </a:t>
                    </a:r>
                    <a:r>
                      <a:rPr lang="es-ES" sz="2000" b="1" dirty="0"/>
                      <a:t>M08</a:t>
                    </a:r>
                    <a:r>
                      <a:rPr lang="es-ES" sz="2000" dirty="0"/>
                      <a:t> Rotación motor 4</a:t>
                    </a:r>
                  </a:p>
                </p:txBody>
              </p:sp>
              <p:grpSp>
                <p:nvGrpSpPr>
                  <p:cNvPr id="54" name="Grupo 53">
                    <a:extLst>
                      <a:ext uri="{FF2B5EF4-FFF2-40B4-BE49-F238E27FC236}">
                        <a16:creationId xmlns:a16="http://schemas.microsoft.com/office/drawing/2014/main" id="{8AEF8D21-30DA-9578-F321-9F6D59998CB2}"/>
                      </a:ext>
                    </a:extLst>
                  </p:cNvPr>
                  <p:cNvGrpSpPr/>
                  <p:nvPr/>
                </p:nvGrpSpPr>
                <p:grpSpPr>
                  <a:xfrm>
                    <a:off x="1548863" y="4686834"/>
                    <a:ext cx="3470832" cy="1925946"/>
                    <a:chOff x="1548863" y="4686834"/>
                    <a:chExt cx="3470832" cy="1925946"/>
                  </a:xfrm>
                </p:grpSpPr>
                <p:sp>
                  <p:nvSpPr>
                    <p:cNvPr id="46" name="CuadroTexto 45">
                      <a:extLst>
                        <a:ext uri="{FF2B5EF4-FFF2-40B4-BE49-F238E27FC236}">
                          <a16:creationId xmlns:a16="http://schemas.microsoft.com/office/drawing/2014/main" id="{BB0F827A-1624-8EC0-A5CC-E30766FEC2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53888" y="5011491"/>
                      <a:ext cx="346078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s-ES" sz="2000" b="1" dirty="0"/>
                        <a:t>M03</a:t>
                      </a:r>
                      <a:r>
                        <a:rPr lang="es-ES" sz="2000" dirty="0"/>
                        <a:t> y </a:t>
                      </a:r>
                      <a:r>
                        <a:rPr lang="es-ES" sz="2000" b="1" dirty="0"/>
                        <a:t>M04</a:t>
                      </a:r>
                      <a:r>
                        <a:rPr lang="es-ES" sz="2000" dirty="0"/>
                        <a:t> Rotación motor 2</a:t>
                      </a:r>
                    </a:p>
                  </p:txBody>
                </p:sp>
                <p:grpSp>
                  <p:nvGrpSpPr>
                    <p:cNvPr id="53" name="Grupo 52">
                      <a:extLst>
                        <a:ext uri="{FF2B5EF4-FFF2-40B4-BE49-F238E27FC236}">
                          <a16:creationId xmlns:a16="http://schemas.microsoft.com/office/drawing/2014/main" id="{59F535A5-041E-663B-FC97-F5530EBF04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8863" y="4686834"/>
                      <a:ext cx="3470832" cy="1925946"/>
                      <a:chOff x="1548863" y="4686834"/>
                      <a:chExt cx="3470832" cy="1925946"/>
                    </a:xfrm>
                  </p:grpSpPr>
                  <p:sp>
                    <p:nvSpPr>
                      <p:cNvPr id="45" name="CuadroTexto 44">
                        <a:extLst>
                          <a:ext uri="{FF2B5EF4-FFF2-40B4-BE49-F238E27FC236}">
                            <a16:creationId xmlns:a16="http://schemas.microsoft.com/office/drawing/2014/main" id="{68DDD1B2-47A7-7048-8356-EB4DF6A39D0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58913" y="4686834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M01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M02</a:t>
                        </a:r>
                        <a:r>
                          <a:rPr lang="es-ES" sz="2000" dirty="0"/>
                          <a:t> Rotación motor 1</a:t>
                        </a:r>
                      </a:p>
                    </p:txBody>
                  </p:sp>
                  <p:sp>
                    <p:nvSpPr>
                      <p:cNvPr id="47" name="CuadroTexto 46">
                        <a:extLst>
                          <a:ext uri="{FF2B5EF4-FFF2-40B4-BE49-F238E27FC236}">
                            <a16:creationId xmlns:a16="http://schemas.microsoft.com/office/drawing/2014/main" id="{798F62DE-4322-DF21-F3EB-788B953EE0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48863" y="5324212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M05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M06</a:t>
                        </a:r>
                        <a:r>
                          <a:rPr lang="es-ES" sz="2000" dirty="0"/>
                          <a:t> Rotación motor 3</a:t>
                        </a:r>
                      </a:p>
                    </p:txBody>
                  </p:sp>
                  <p:sp>
                    <p:nvSpPr>
                      <p:cNvPr id="49" name="CuadroTexto 48">
                        <a:extLst>
                          <a:ext uri="{FF2B5EF4-FFF2-40B4-BE49-F238E27FC236}">
                            <a16:creationId xmlns:a16="http://schemas.microsoft.com/office/drawing/2014/main" id="{000CE673-FE59-0FCA-7DAC-0EEF1DA136C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58913" y="5897063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M09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M10</a:t>
                        </a:r>
                        <a:r>
                          <a:rPr lang="es-ES" sz="2000" dirty="0"/>
                          <a:t> Rotación motor 5</a:t>
                        </a:r>
                      </a:p>
                    </p:txBody>
                  </p:sp>
                  <p:sp>
                    <p:nvSpPr>
                      <p:cNvPr id="50" name="CuadroTexto 49">
                        <a:extLst>
                          <a:ext uri="{FF2B5EF4-FFF2-40B4-BE49-F238E27FC236}">
                            <a16:creationId xmlns:a16="http://schemas.microsoft.com/office/drawing/2014/main" id="{04F66426-B585-ECBA-EFA0-492E32DB959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48863" y="6212670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M11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M12</a:t>
                        </a:r>
                        <a:r>
                          <a:rPr lang="es-ES" sz="2000" dirty="0"/>
                          <a:t> Rotación motor 6</a:t>
                        </a:r>
                      </a:p>
                    </p:txBody>
                  </p:sp>
                </p:grpSp>
              </p:grpSp>
            </p:grpSp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A4601AEB-8933-8E6D-14BA-8A715B8510D3}"/>
                  </a:ext>
                </a:extLst>
              </p:cNvPr>
              <p:cNvGrpSpPr/>
              <p:nvPr/>
            </p:nvGrpSpPr>
            <p:grpSpPr>
              <a:xfrm>
                <a:off x="8805749" y="2534193"/>
                <a:ext cx="3487547" cy="1389505"/>
                <a:chOff x="8805749" y="2534193"/>
                <a:chExt cx="3487547" cy="1389505"/>
              </a:xfrm>
            </p:grpSpPr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31399366-8207-E85F-5D9B-525EE01F2DBB}"/>
                    </a:ext>
                  </a:extLst>
                </p:cNvPr>
                <p:cNvSpPr txBox="1"/>
                <p:nvPr/>
              </p:nvSpPr>
              <p:spPr>
                <a:xfrm>
                  <a:off x="9803227" y="2534193"/>
                  <a:ext cx="249006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/>
                    <a:t>A</a:t>
                  </a:r>
                  <a:r>
                    <a:rPr lang="es-ES" sz="2000" dirty="0"/>
                    <a:t>rriba / Antihorario</a:t>
                  </a:r>
                </a:p>
              </p:txBody>
            </p:sp>
            <p:sp>
              <p:nvSpPr>
                <p:cNvPr id="57" name="CuadroTexto 56">
                  <a:extLst>
                    <a:ext uri="{FF2B5EF4-FFF2-40B4-BE49-F238E27FC236}">
                      <a16:creationId xmlns:a16="http://schemas.microsoft.com/office/drawing/2014/main" id="{048FE1EC-F978-54B9-B035-DE1CD78D3D26}"/>
                    </a:ext>
                  </a:extLst>
                </p:cNvPr>
                <p:cNvSpPr txBox="1"/>
                <p:nvPr/>
              </p:nvSpPr>
              <p:spPr>
                <a:xfrm>
                  <a:off x="9803227" y="3523588"/>
                  <a:ext cx="249006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/>
                    <a:t>A</a:t>
                  </a:r>
                  <a:r>
                    <a:rPr lang="es-ES" sz="2000" dirty="0"/>
                    <a:t>bajo / Horario</a:t>
                  </a:r>
                </a:p>
              </p:txBody>
            </p:sp>
            <p:cxnSp>
              <p:nvCxnSpPr>
                <p:cNvPr id="59" name="Conector recto de flecha 58">
                  <a:extLst>
                    <a:ext uri="{FF2B5EF4-FFF2-40B4-BE49-F238E27FC236}">
                      <a16:creationId xmlns:a16="http://schemas.microsoft.com/office/drawing/2014/main" id="{3B26B0C2-B977-8C9F-E377-42E9BD9A9CD2}"/>
                    </a:ext>
                  </a:extLst>
                </p:cNvPr>
                <p:cNvCxnSpPr>
                  <a:stCxn id="51" idx="1"/>
                </p:cNvCxnSpPr>
                <p:nvPr/>
              </p:nvCxnSpPr>
              <p:spPr>
                <a:xfrm flipH="1">
                  <a:off x="8805749" y="2734248"/>
                  <a:ext cx="997478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Conector recto de flecha 59">
                  <a:extLst>
                    <a:ext uri="{FF2B5EF4-FFF2-40B4-BE49-F238E27FC236}">
                      <a16:creationId xmlns:a16="http://schemas.microsoft.com/office/drawing/2014/main" id="{4AC14D48-9C8C-5D83-1EFD-C527DD929D4B}"/>
                    </a:ext>
                  </a:extLst>
                </p:cNvPr>
                <p:cNvCxnSpPr/>
                <p:nvPr/>
              </p:nvCxnSpPr>
              <p:spPr>
                <a:xfrm flipH="1">
                  <a:off x="8805749" y="3723643"/>
                  <a:ext cx="997478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31" name="Grupo 730">
              <a:extLst>
                <a:ext uri="{FF2B5EF4-FFF2-40B4-BE49-F238E27FC236}">
                  <a16:creationId xmlns:a16="http://schemas.microsoft.com/office/drawing/2014/main" id="{1B3B2E78-E09C-6F68-3AB8-0CFAD66132D3}"/>
                </a:ext>
              </a:extLst>
            </p:cNvPr>
            <p:cNvGrpSpPr/>
            <p:nvPr/>
          </p:nvGrpSpPr>
          <p:grpSpPr>
            <a:xfrm>
              <a:off x="1052025" y="2016844"/>
              <a:ext cx="2312904" cy="1294886"/>
              <a:chOff x="1052025" y="2016844"/>
              <a:chExt cx="2312904" cy="1294886"/>
            </a:xfrm>
          </p:grpSpPr>
          <p:sp>
            <p:nvSpPr>
              <p:cNvPr id="725" name="Rectángulo 724">
                <a:extLst>
                  <a:ext uri="{FF2B5EF4-FFF2-40B4-BE49-F238E27FC236}">
                    <a16:creationId xmlns:a16="http://schemas.microsoft.com/office/drawing/2014/main" id="{178243E7-42F6-5E5B-450E-F4FA50079916}"/>
                  </a:ext>
                </a:extLst>
              </p:cNvPr>
              <p:cNvSpPr/>
              <p:nvPr/>
            </p:nvSpPr>
            <p:spPr>
              <a:xfrm>
                <a:off x="3256929" y="3203730"/>
                <a:ext cx="108000" cy="108000"/>
              </a:xfrm>
              <a:prstGeom prst="rect">
                <a:avLst/>
              </a:prstGeom>
              <a:solidFill>
                <a:srgbClr val="FF6600"/>
              </a:solidFill>
              <a:ln w="2857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6" name="Rectángulo 725">
                <a:extLst>
                  <a:ext uri="{FF2B5EF4-FFF2-40B4-BE49-F238E27FC236}">
                    <a16:creationId xmlns:a16="http://schemas.microsoft.com/office/drawing/2014/main" id="{638A9174-D75D-E0BD-97AB-D1B6F0D3B725}"/>
                  </a:ext>
                </a:extLst>
              </p:cNvPr>
              <p:cNvSpPr/>
              <p:nvPr/>
            </p:nvSpPr>
            <p:spPr>
              <a:xfrm>
                <a:off x="3077756" y="2548226"/>
                <a:ext cx="108000" cy="108000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7" name="Rectángulo 726">
                <a:extLst>
                  <a:ext uri="{FF2B5EF4-FFF2-40B4-BE49-F238E27FC236}">
                    <a16:creationId xmlns:a16="http://schemas.microsoft.com/office/drawing/2014/main" id="{B1134089-9F57-7A5F-47A7-0C50EC27049C}"/>
                  </a:ext>
                </a:extLst>
              </p:cNvPr>
              <p:cNvSpPr/>
              <p:nvPr/>
            </p:nvSpPr>
            <p:spPr>
              <a:xfrm>
                <a:off x="2456845" y="2101804"/>
                <a:ext cx="108000" cy="108000"/>
              </a:xfrm>
              <a:prstGeom prst="rect">
                <a:avLst/>
              </a:prstGeom>
              <a:solidFill>
                <a:srgbClr val="FF33CC"/>
              </a:solidFill>
              <a:ln w="28575">
                <a:solidFill>
                  <a:srgbClr val="FF33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8" name="Rectángulo 727">
                <a:extLst>
                  <a:ext uri="{FF2B5EF4-FFF2-40B4-BE49-F238E27FC236}">
                    <a16:creationId xmlns:a16="http://schemas.microsoft.com/office/drawing/2014/main" id="{4D710BCB-2A2E-3D65-4503-E1E8DF8FA545}"/>
                  </a:ext>
                </a:extLst>
              </p:cNvPr>
              <p:cNvSpPr/>
              <p:nvPr/>
            </p:nvSpPr>
            <p:spPr>
              <a:xfrm>
                <a:off x="1809173" y="2016844"/>
                <a:ext cx="108000" cy="108000"/>
              </a:xfrm>
              <a:prstGeom prst="rect">
                <a:avLst/>
              </a:prstGeom>
              <a:solidFill>
                <a:srgbClr val="00FFFF"/>
              </a:solidFill>
              <a:ln w="28575"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9" name="Rectángulo 728">
                <a:extLst>
                  <a:ext uri="{FF2B5EF4-FFF2-40B4-BE49-F238E27FC236}">
                    <a16:creationId xmlns:a16="http://schemas.microsoft.com/office/drawing/2014/main" id="{5787422A-3318-F757-C5D4-B79751605B58}"/>
                  </a:ext>
                </a:extLst>
              </p:cNvPr>
              <p:cNvSpPr/>
              <p:nvPr/>
            </p:nvSpPr>
            <p:spPr>
              <a:xfrm>
                <a:off x="1503383" y="2030492"/>
                <a:ext cx="108000" cy="108000"/>
              </a:xfrm>
              <a:prstGeom prst="rect">
                <a:avLst/>
              </a:prstGeom>
              <a:solidFill>
                <a:srgbClr val="0000FF"/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30" name="Rectángulo 729">
                <a:extLst>
                  <a:ext uri="{FF2B5EF4-FFF2-40B4-BE49-F238E27FC236}">
                    <a16:creationId xmlns:a16="http://schemas.microsoft.com/office/drawing/2014/main" id="{84E2CE90-23C6-B9D4-ACB9-048429863578}"/>
                  </a:ext>
                </a:extLst>
              </p:cNvPr>
              <p:cNvSpPr/>
              <p:nvPr/>
            </p:nvSpPr>
            <p:spPr>
              <a:xfrm>
                <a:off x="1052025" y="2030492"/>
                <a:ext cx="108000" cy="108000"/>
              </a:xfrm>
              <a:prstGeom prst="rect">
                <a:avLst/>
              </a:prstGeom>
              <a:solidFill>
                <a:srgbClr val="00FF00"/>
              </a:solidFill>
              <a:ln w="28575"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54238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91427"/>
            <a:ext cx="11068575" cy="7225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A11B5D9-D67B-B731-7474-81678723818C}"/>
              </a:ext>
            </a:extLst>
          </p:cNvPr>
          <p:cNvGrpSpPr/>
          <p:nvPr/>
        </p:nvGrpSpPr>
        <p:grpSpPr>
          <a:xfrm flipH="1" flipV="1">
            <a:off x="5194589" y="5492214"/>
            <a:ext cx="3238211" cy="2924646"/>
            <a:chOff x="8018716" y="2357977"/>
            <a:chExt cx="3238211" cy="2924646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920C253-0E48-93CA-499A-CCC6819417C7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8738716" y="4158654"/>
              <a:ext cx="0" cy="144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ED0D386-B267-25FA-691A-BD875C66D05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787833" y="3825336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01117A9-0139-CCD7-F6CB-0FC050581115}"/>
                </a:ext>
              </a:extLst>
            </p:cNvPr>
            <p:cNvCxnSpPr/>
            <p:nvPr/>
          </p:nvCxnSpPr>
          <p:spPr>
            <a:xfrm flipV="1">
              <a:off x="9240575" y="327805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6CEC4080-DD4F-1A76-6C40-B90A28AFB0F3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9622413" y="239538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0F4712B-574B-3E49-6439-CE1E658247F6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8843666" y="2357977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92422B7D-A41C-821F-7D6E-8EDD552DEBBC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716927" y="343912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AF7D9CDB-EA76-4BA8-E0FA-ABFB14189663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10724185" y="4202623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312EDA30-DDE2-E9CA-B5CF-B916482C3505}"/>
                </a:ext>
              </a:extLst>
            </p:cNvPr>
            <p:cNvCxnSpPr>
              <a:cxnSpLocks/>
            </p:cNvCxnSpPr>
            <p:nvPr/>
          </p:nvCxnSpPr>
          <p:spPr>
            <a:xfrm rot="2700000" flipH="1">
              <a:off x="9650884" y="3436221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89FC4AD-B141-CAAE-5DB0-B34CE498EB30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414560" y="266526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3508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91427"/>
            <a:ext cx="11068575" cy="7225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A11B5D9-D67B-B731-7474-81678723818C}"/>
              </a:ext>
            </a:extLst>
          </p:cNvPr>
          <p:cNvGrpSpPr/>
          <p:nvPr/>
        </p:nvGrpSpPr>
        <p:grpSpPr>
          <a:xfrm flipH="1" flipV="1">
            <a:off x="5194589" y="5492214"/>
            <a:ext cx="3238211" cy="2924646"/>
            <a:chOff x="8018716" y="2357977"/>
            <a:chExt cx="3238211" cy="2924646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920C253-0E48-93CA-499A-CCC6819417C7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8738716" y="4158654"/>
              <a:ext cx="0" cy="144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ED0D386-B267-25FA-691A-BD875C66D05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787833" y="3825336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01117A9-0139-CCD7-F6CB-0FC050581115}"/>
                </a:ext>
              </a:extLst>
            </p:cNvPr>
            <p:cNvCxnSpPr/>
            <p:nvPr/>
          </p:nvCxnSpPr>
          <p:spPr>
            <a:xfrm flipV="1">
              <a:off x="9240575" y="327805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6CEC4080-DD4F-1A76-6C40-B90A28AFB0F3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9622413" y="239538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0F4712B-574B-3E49-6439-CE1E658247F6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8843666" y="2357977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92422B7D-A41C-821F-7D6E-8EDD552DEBBC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716927" y="343912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AF7D9CDB-EA76-4BA8-E0FA-ABFB14189663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10724185" y="4202623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312EDA30-DDE2-E9CA-B5CF-B916482C3505}"/>
                </a:ext>
              </a:extLst>
            </p:cNvPr>
            <p:cNvCxnSpPr>
              <a:cxnSpLocks/>
            </p:cNvCxnSpPr>
            <p:nvPr/>
          </p:nvCxnSpPr>
          <p:spPr>
            <a:xfrm rot="2700000" flipH="1">
              <a:off x="9650884" y="3436221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89FC4AD-B141-CAAE-5DB0-B34CE498EB30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414560" y="266526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9200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91427"/>
            <a:ext cx="11068575" cy="7225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flujograma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A11B5D9-D67B-B731-7474-81678723818C}"/>
              </a:ext>
            </a:extLst>
          </p:cNvPr>
          <p:cNvGrpSpPr/>
          <p:nvPr/>
        </p:nvGrpSpPr>
        <p:grpSpPr>
          <a:xfrm flipH="1" flipV="1">
            <a:off x="5194589" y="5492214"/>
            <a:ext cx="3238211" cy="2924646"/>
            <a:chOff x="8018716" y="2357977"/>
            <a:chExt cx="3238211" cy="2924646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920C253-0E48-93CA-499A-CCC6819417C7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8738716" y="4158654"/>
              <a:ext cx="0" cy="144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ED0D386-B267-25FA-691A-BD875C66D05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787833" y="3825336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01117A9-0139-CCD7-F6CB-0FC050581115}"/>
                </a:ext>
              </a:extLst>
            </p:cNvPr>
            <p:cNvCxnSpPr/>
            <p:nvPr/>
          </p:nvCxnSpPr>
          <p:spPr>
            <a:xfrm flipV="1">
              <a:off x="9240575" y="327805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6CEC4080-DD4F-1A76-6C40-B90A28AFB0F3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9622413" y="239538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0F4712B-574B-3E49-6439-CE1E658247F6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8843666" y="2357977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92422B7D-A41C-821F-7D6E-8EDD552DEBBC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716927" y="343912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AF7D9CDB-EA76-4BA8-E0FA-ABFB14189663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10724185" y="4202623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312EDA30-DDE2-E9CA-B5CF-B916482C3505}"/>
                </a:ext>
              </a:extLst>
            </p:cNvPr>
            <p:cNvCxnSpPr>
              <a:cxnSpLocks/>
            </p:cNvCxnSpPr>
            <p:nvPr/>
          </p:nvCxnSpPr>
          <p:spPr>
            <a:xfrm rot="2700000" flipH="1">
              <a:off x="9650884" y="3436221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89FC4AD-B141-CAAE-5DB0-B34CE498EB30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414560" y="266526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82837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206369"/>
            <a:ext cx="11068575" cy="7225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ESPACIO DE ACCION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A11B5D9-D67B-B731-7474-81678723818C}"/>
              </a:ext>
            </a:extLst>
          </p:cNvPr>
          <p:cNvGrpSpPr/>
          <p:nvPr/>
        </p:nvGrpSpPr>
        <p:grpSpPr>
          <a:xfrm flipH="1" flipV="1">
            <a:off x="5194589" y="5492214"/>
            <a:ext cx="3238211" cy="2924646"/>
            <a:chOff x="8018716" y="2357977"/>
            <a:chExt cx="3238211" cy="2924646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920C253-0E48-93CA-499A-CCC6819417C7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8738716" y="4158654"/>
              <a:ext cx="0" cy="144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ED0D386-B267-25FA-691A-BD875C66D05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787833" y="3825336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01117A9-0139-CCD7-F6CB-0FC050581115}"/>
                </a:ext>
              </a:extLst>
            </p:cNvPr>
            <p:cNvCxnSpPr/>
            <p:nvPr/>
          </p:nvCxnSpPr>
          <p:spPr>
            <a:xfrm flipV="1">
              <a:off x="9240575" y="327805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6CEC4080-DD4F-1A76-6C40-B90A28AFB0F3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9622413" y="239538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0F4712B-574B-3E49-6439-CE1E658247F6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8843666" y="2357977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92422B7D-A41C-821F-7D6E-8EDD552DEBBC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716927" y="343912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AF7D9CDB-EA76-4BA8-E0FA-ABFB14189663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10724185" y="4202623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312EDA30-DDE2-E9CA-B5CF-B916482C3505}"/>
                </a:ext>
              </a:extLst>
            </p:cNvPr>
            <p:cNvCxnSpPr>
              <a:cxnSpLocks/>
            </p:cNvCxnSpPr>
            <p:nvPr/>
          </p:nvCxnSpPr>
          <p:spPr>
            <a:xfrm rot="2700000" flipH="1">
              <a:off x="9650884" y="3436221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89FC4AD-B141-CAAE-5DB0-B34CE498EB30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414560" y="266526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08865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1ABE0E64-0000-D8E4-7B2B-1E4CE5CE7925}"/>
              </a:ext>
            </a:extLst>
          </p:cNvPr>
          <p:cNvGrpSpPr/>
          <p:nvPr/>
        </p:nvGrpSpPr>
        <p:grpSpPr>
          <a:xfrm rot="21597357">
            <a:off x="7407639" y="1802177"/>
            <a:ext cx="2288079" cy="2013940"/>
            <a:chOff x="5734796" y="1871886"/>
            <a:chExt cx="2288079" cy="201394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A51EEE2-064A-76DC-382F-90096D01D6DB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08" name="Grupo 707">
                <a:extLst>
                  <a:ext uri="{FF2B5EF4-FFF2-40B4-BE49-F238E27FC236}">
                    <a16:creationId xmlns:a16="http://schemas.microsoft.com/office/drawing/2014/main" id="{BFD73A20-1643-C5F1-93E3-BFC2CAF110B6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10" name="Elipse 709">
                  <a:extLst>
                    <a:ext uri="{FF2B5EF4-FFF2-40B4-BE49-F238E27FC236}">
                      <a16:creationId xmlns:a16="http://schemas.microsoft.com/office/drawing/2014/main" id="{50C75A14-7DE8-4730-EA9D-B8FF1813F252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1" name="Diagrama de flujo: operación manual 710">
                  <a:extLst>
                    <a:ext uri="{FF2B5EF4-FFF2-40B4-BE49-F238E27FC236}">
                      <a16:creationId xmlns:a16="http://schemas.microsoft.com/office/drawing/2014/main" id="{CDCD649E-4A98-0D17-042E-9B9A72B20EF8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09" name="Elipse 708">
                <a:extLst>
                  <a:ext uri="{FF2B5EF4-FFF2-40B4-BE49-F238E27FC236}">
                    <a16:creationId xmlns:a16="http://schemas.microsoft.com/office/drawing/2014/main" id="{8CF6547A-7775-893E-675F-97A1545F1084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" name="Diagrama de flujo: operación manual 6">
              <a:extLst>
                <a:ext uri="{FF2B5EF4-FFF2-40B4-BE49-F238E27FC236}">
                  <a16:creationId xmlns:a16="http://schemas.microsoft.com/office/drawing/2014/main" id="{BA538EF7-7855-3919-F901-831A45D4BB7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924" name="Grupo 923">
            <a:extLst>
              <a:ext uri="{FF2B5EF4-FFF2-40B4-BE49-F238E27FC236}">
                <a16:creationId xmlns:a16="http://schemas.microsoft.com/office/drawing/2014/main" id="{D37F9183-C374-051B-0793-4FAB52604A28}"/>
              </a:ext>
            </a:extLst>
          </p:cNvPr>
          <p:cNvGrpSpPr/>
          <p:nvPr/>
        </p:nvGrpSpPr>
        <p:grpSpPr>
          <a:xfrm flipH="1" flipV="1">
            <a:off x="8634530" y="2789069"/>
            <a:ext cx="4903487" cy="2289665"/>
            <a:chOff x="4792231" y="1526452"/>
            <a:chExt cx="4903487" cy="2289665"/>
          </a:xfrm>
          <a:noFill/>
        </p:grpSpPr>
        <p:grpSp>
          <p:nvGrpSpPr>
            <p:cNvPr id="925" name="Grupo 924">
              <a:extLst>
                <a:ext uri="{FF2B5EF4-FFF2-40B4-BE49-F238E27FC236}">
                  <a16:creationId xmlns:a16="http://schemas.microsoft.com/office/drawing/2014/main" id="{A9F57D7D-4F4A-15B1-F7AA-6927573B9A5A}"/>
                </a:ext>
              </a:extLst>
            </p:cNvPr>
            <p:cNvGrpSpPr/>
            <p:nvPr/>
          </p:nvGrpSpPr>
          <p:grpSpPr>
            <a:xfrm rot="21597357">
              <a:off x="7407639" y="1802177"/>
              <a:ext cx="2288079" cy="2013940"/>
              <a:chOff x="5734796" y="1871886"/>
              <a:chExt cx="2288079" cy="2013940"/>
            </a:xfrm>
            <a:grpFill/>
          </p:grpSpPr>
          <p:grpSp>
            <p:nvGrpSpPr>
              <p:cNvPr id="997" name="Grupo 996">
                <a:extLst>
                  <a:ext uri="{FF2B5EF4-FFF2-40B4-BE49-F238E27FC236}">
                    <a16:creationId xmlns:a16="http://schemas.microsoft.com/office/drawing/2014/main" id="{61115BA2-E5FE-959E-B8B2-CEE7320EB792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grpFill/>
            </p:grpSpPr>
            <p:grpSp>
              <p:nvGrpSpPr>
                <p:cNvPr id="999" name="Grupo 998">
                  <a:extLst>
                    <a:ext uri="{FF2B5EF4-FFF2-40B4-BE49-F238E27FC236}">
                      <a16:creationId xmlns:a16="http://schemas.microsoft.com/office/drawing/2014/main" id="{1830C52C-D5EC-382C-305F-09CAA404B4BD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1001" name="Elipse 1000">
                    <a:extLst>
                      <a:ext uri="{FF2B5EF4-FFF2-40B4-BE49-F238E27FC236}">
                        <a16:creationId xmlns:a16="http://schemas.microsoft.com/office/drawing/2014/main" id="{90286259-93B7-8832-1454-789A33175308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1002" name="Diagrama de flujo: operación manual 1001">
                    <a:extLst>
                      <a:ext uri="{FF2B5EF4-FFF2-40B4-BE49-F238E27FC236}">
                        <a16:creationId xmlns:a16="http://schemas.microsoft.com/office/drawing/2014/main" id="{8F7C3D82-35DB-F55A-FBEB-B0FB93593300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000" name="Elipse 999">
                  <a:extLst>
                    <a:ext uri="{FF2B5EF4-FFF2-40B4-BE49-F238E27FC236}">
                      <a16:creationId xmlns:a16="http://schemas.microsoft.com/office/drawing/2014/main" id="{8D631DA5-6F09-5B2C-CD42-B60F4DFF9964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98" name="Diagrama de flujo: operación manual 997">
                <a:extLst>
                  <a:ext uri="{FF2B5EF4-FFF2-40B4-BE49-F238E27FC236}">
                    <a16:creationId xmlns:a16="http://schemas.microsoft.com/office/drawing/2014/main" id="{9B3799C6-8DA7-EEED-A67C-5701F56CB56B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926" name="Grupo 925">
              <a:extLst>
                <a:ext uri="{FF2B5EF4-FFF2-40B4-BE49-F238E27FC236}">
                  <a16:creationId xmlns:a16="http://schemas.microsoft.com/office/drawing/2014/main" id="{3EC7D3A0-A8A2-9C69-D829-CECAFDA47AAB}"/>
                </a:ext>
              </a:extLst>
            </p:cNvPr>
            <p:cNvGrpSpPr/>
            <p:nvPr/>
          </p:nvGrpSpPr>
          <p:grpSpPr>
            <a:xfrm rot="2751436">
              <a:off x="5900601" y="2440263"/>
              <a:ext cx="561266" cy="1692526"/>
              <a:chOff x="3254442" y="2847789"/>
              <a:chExt cx="678900" cy="2068116"/>
            </a:xfrm>
            <a:grpFill/>
          </p:grpSpPr>
          <p:grpSp>
            <p:nvGrpSpPr>
              <p:cNvPr id="985" name="Grupo 984">
                <a:extLst>
                  <a:ext uri="{FF2B5EF4-FFF2-40B4-BE49-F238E27FC236}">
                    <a16:creationId xmlns:a16="http://schemas.microsoft.com/office/drawing/2014/main" id="{61C20FC3-CC34-F672-EDCA-DBBF5B634922}"/>
                  </a:ext>
                </a:extLst>
              </p:cNvPr>
              <p:cNvGrpSpPr/>
              <p:nvPr/>
            </p:nvGrpSpPr>
            <p:grpSpPr>
              <a:xfrm flipH="1">
                <a:off x="3254442" y="3860029"/>
                <a:ext cx="342598" cy="1055876"/>
                <a:chOff x="5808469" y="3718708"/>
                <a:chExt cx="276684" cy="835990"/>
              </a:xfrm>
              <a:grpFill/>
            </p:grpSpPr>
            <p:grpSp>
              <p:nvGrpSpPr>
                <p:cNvPr id="992" name="Grupo 991">
                  <a:extLst>
                    <a:ext uri="{FF2B5EF4-FFF2-40B4-BE49-F238E27FC236}">
                      <a16:creationId xmlns:a16="http://schemas.microsoft.com/office/drawing/2014/main" id="{FB959D70-316B-97FF-242D-9B552F68E06E}"/>
                    </a:ext>
                  </a:extLst>
                </p:cNvPr>
                <p:cNvGrpSpPr/>
                <p:nvPr/>
              </p:nvGrpSpPr>
              <p:grpSpPr>
                <a:xfrm>
                  <a:off x="5808469" y="3718708"/>
                  <a:ext cx="181848" cy="473941"/>
                  <a:chOff x="6165919" y="3717694"/>
                  <a:chExt cx="181848" cy="473941"/>
                </a:xfrm>
                <a:grpFill/>
              </p:grpSpPr>
              <p:sp>
                <p:nvSpPr>
                  <p:cNvPr id="995" name="Rectángulo: esquinas redondeadas 994">
                    <a:extLst>
                      <a:ext uri="{FF2B5EF4-FFF2-40B4-BE49-F238E27FC236}">
                        <a16:creationId xmlns:a16="http://schemas.microsoft.com/office/drawing/2014/main" id="{1E510DF8-83C0-827F-1DE5-B6CA1B0187A3}"/>
                      </a:ext>
                    </a:extLst>
                  </p:cNvPr>
                  <p:cNvSpPr/>
                  <p:nvPr/>
                </p:nvSpPr>
                <p:spPr>
                  <a:xfrm rot="20522031">
                    <a:off x="6165919" y="3717694"/>
                    <a:ext cx="181848" cy="473941"/>
                  </a:xfrm>
                  <a:prstGeom prst="round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96" name="Rectángulo: esquinas redondeadas 995">
                    <a:extLst>
                      <a:ext uri="{FF2B5EF4-FFF2-40B4-BE49-F238E27FC236}">
                        <a16:creationId xmlns:a16="http://schemas.microsoft.com/office/drawing/2014/main" id="{97783734-9C1C-B37E-D14F-3D31AC05413A}"/>
                      </a:ext>
                    </a:extLst>
                  </p:cNvPr>
                  <p:cNvSpPr/>
                  <p:nvPr/>
                </p:nvSpPr>
                <p:spPr>
                  <a:xfrm rot="655801" flipH="1">
                    <a:off x="6207416" y="3774548"/>
                    <a:ext cx="49476" cy="223589"/>
                  </a:xfrm>
                  <a:prstGeom prst="roundRect">
                    <a:avLst>
                      <a:gd name="adj" fmla="val 40457"/>
                    </a:avLst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93" name="Rectángulo 992">
                  <a:extLst>
                    <a:ext uri="{FF2B5EF4-FFF2-40B4-BE49-F238E27FC236}">
                      <a16:creationId xmlns:a16="http://schemas.microsoft.com/office/drawing/2014/main" id="{327EFAC8-8B76-CDDB-D67D-6AC2009D8604}"/>
                    </a:ext>
                  </a:extLst>
                </p:cNvPr>
                <p:cNvSpPr/>
                <p:nvPr/>
              </p:nvSpPr>
              <p:spPr>
                <a:xfrm rot="20446603">
                  <a:off x="5872725" y="4154646"/>
                  <a:ext cx="212428" cy="60403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94" name="Rectángulo 993">
                  <a:extLst>
                    <a:ext uri="{FF2B5EF4-FFF2-40B4-BE49-F238E27FC236}">
                      <a16:creationId xmlns:a16="http://schemas.microsoft.com/office/drawing/2014/main" id="{64109C74-E9D3-8E1E-D116-FB812E9CFD44}"/>
                    </a:ext>
                  </a:extLst>
                </p:cNvPr>
                <p:cNvSpPr/>
                <p:nvPr/>
              </p:nvSpPr>
              <p:spPr>
                <a:xfrm rot="20446603">
                  <a:off x="5969456" y="4217860"/>
                  <a:ext cx="68932" cy="336838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986" name="Grupo 985">
                <a:extLst>
                  <a:ext uri="{FF2B5EF4-FFF2-40B4-BE49-F238E27FC236}">
                    <a16:creationId xmlns:a16="http://schemas.microsoft.com/office/drawing/2014/main" id="{A8FEF543-7E40-B5F3-8FE0-6397B342D3DC}"/>
                  </a:ext>
                </a:extLst>
              </p:cNvPr>
              <p:cNvGrpSpPr/>
              <p:nvPr/>
            </p:nvGrpSpPr>
            <p:grpSpPr>
              <a:xfrm flipV="1">
                <a:off x="3591454" y="2847789"/>
                <a:ext cx="341888" cy="1051388"/>
                <a:chOff x="5809042" y="3722261"/>
                <a:chExt cx="276111" cy="832437"/>
              </a:xfrm>
              <a:grpFill/>
            </p:grpSpPr>
            <p:grpSp>
              <p:nvGrpSpPr>
                <p:cNvPr id="987" name="Grupo 986">
                  <a:extLst>
                    <a:ext uri="{FF2B5EF4-FFF2-40B4-BE49-F238E27FC236}">
                      <a16:creationId xmlns:a16="http://schemas.microsoft.com/office/drawing/2014/main" id="{40CEAAD1-EDA2-D3D4-F146-41E0FF1BC1F7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158346" cy="473941"/>
                  <a:chOff x="6166492" y="3721247"/>
                  <a:chExt cx="158346" cy="473941"/>
                </a:xfrm>
                <a:grpFill/>
              </p:grpSpPr>
              <p:sp>
                <p:nvSpPr>
                  <p:cNvPr id="990" name="Rectángulo: esquinas redondeadas 989">
                    <a:extLst>
                      <a:ext uri="{FF2B5EF4-FFF2-40B4-BE49-F238E27FC236}">
                        <a16:creationId xmlns:a16="http://schemas.microsoft.com/office/drawing/2014/main" id="{53AD0AAF-1D3F-5A3E-603E-287CFA7F84D4}"/>
                      </a:ext>
                    </a:extLst>
                  </p:cNvPr>
                  <p:cNvSpPr/>
                  <p:nvPr/>
                </p:nvSpPr>
                <p:spPr>
                  <a:xfrm rot="20522031">
                    <a:off x="6166492" y="3721247"/>
                    <a:ext cx="158346" cy="473941"/>
                  </a:xfrm>
                  <a:prstGeom prst="round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91" name="Rectángulo: esquinas redondeadas 990">
                    <a:extLst>
                      <a:ext uri="{FF2B5EF4-FFF2-40B4-BE49-F238E27FC236}">
                        <a16:creationId xmlns:a16="http://schemas.microsoft.com/office/drawing/2014/main" id="{56DC6450-4D6B-12CF-220E-F62041E80D1C}"/>
                      </a:ext>
                    </a:extLst>
                  </p:cNvPr>
                  <p:cNvSpPr/>
                  <p:nvPr/>
                </p:nvSpPr>
                <p:spPr>
                  <a:xfrm rot="231950" flipH="1">
                    <a:off x="6202247" y="3774966"/>
                    <a:ext cx="45719" cy="216078"/>
                  </a:xfrm>
                  <a:prstGeom prst="roundRect">
                    <a:avLst>
                      <a:gd name="adj" fmla="val 40457"/>
                    </a:avLst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988" name="Rectángulo 987">
                  <a:extLst>
                    <a:ext uri="{FF2B5EF4-FFF2-40B4-BE49-F238E27FC236}">
                      <a16:creationId xmlns:a16="http://schemas.microsoft.com/office/drawing/2014/main" id="{52157B67-9E62-4C6C-52DC-F687AB9039DA}"/>
                    </a:ext>
                  </a:extLst>
                </p:cNvPr>
                <p:cNvSpPr/>
                <p:nvPr/>
              </p:nvSpPr>
              <p:spPr>
                <a:xfrm rot="20446603">
                  <a:off x="5872725" y="4154646"/>
                  <a:ext cx="212428" cy="60403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89" name="Rectángulo 988">
                  <a:extLst>
                    <a:ext uri="{FF2B5EF4-FFF2-40B4-BE49-F238E27FC236}">
                      <a16:creationId xmlns:a16="http://schemas.microsoft.com/office/drawing/2014/main" id="{BEAA137F-0B1F-AEF4-BC15-AE7550B6E25D}"/>
                    </a:ext>
                  </a:extLst>
                </p:cNvPr>
                <p:cNvSpPr/>
                <p:nvPr/>
              </p:nvSpPr>
              <p:spPr>
                <a:xfrm rot="20446603">
                  <a:off x="5969456" y="4217860"/>
                  <a:ext cx="68932" cy="336838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927" name="Grupo 926">
              <a:extLst>
                <a:ext uri="{FF2B5EF4-FFF2-40B4-BE49-F238E27FC236}">
                  <a16:creationId xmlns:a16="http://schemas.microsoft.com/office/drawing/2014/main" id="{DF9320F8-C80A-17D9-A86D-079254F594A8}"/>
                </a:ext>
              </a:extLst>
            </p:cNvPr>
            <p:cNvGrpSpPr/>
            <p:nvPr/>
          </p:nvGrpSpPr>
          <p:grpSpPr>
            <a:xfrm rot="2751436">
              <a:off x="5354793" y="1889928"/>
              <a:ext cx="566675" cy="1691800"/>
              <a:chOff x="2374194" y="2848341"/>
              <a:chExt cx="685443" cy="2067229"/>
            </a:xfrm>
            <a:grpFill/>
          </p:grpSpPr>
          <p:grpSp>
            <p:nvGrpSpPr>
              <p:cNvPr id="973" name="Grupo 972">
                <a:extLst>
                  <a:ext uri="{FF2B5EF4-FFF2-40B4-BE49-F238E27FC236}">
                    <a16:creationId xmlns:a16="http://schemas.microsoft.com/office/drawing/2014/main" id="{0D0EFBED-5F19-8236-3BC6-707F0BBE2C29}"/>
                  </a:ext>
                </a:extLst>
              </p:cNvPr>
              <p:cNvGrpSpPr/>
              <p:nvPr/>
            </p:nvGrpSpPr>
            <p:grpSpPr>
              <a:xfrm>
                <a:off x="2716948" y="3859120"/>
                <a:ext cx="342689" cy="1056450"/>
                <a:chOff x="5808395" y="3718253"/>
                <a:chExt cx="276758" cy="836445"/>
              </a:xfrm>
              <a:grpFill/>
            </p:grpSpPr>
            <p:grpSp>
              <p:nvGrpSpPr>
                <p:cNvPr id="980" name="Grupo 979">
                  <a:extLst>
                    <a:ext uri="{FF2B5EF4-FFF2-40B4-BE49-F238E27FC236}">
                      <a16:creationId xmlns:a16="http://schemas.microsoft.com/office/drawing/2014/main" id="{A0B1A62B-6CDE-7E2D-5BBD-CAD2B33C75B2}"/>
                    </a:ext>
                  </a:extLst>
                </p:cNvPr>
                <p:cNvGrpSpPr/>
                <p:nvPr/>
              </p:nvGrpSpPr>
              <p:grpSpPr>
                <a:xfrm>
                  <a:off x="5808395" y="3718253"/>
                  <a:ext cx="184852" cy="473941"/>
                  <a:chOff x="6165845" y="3717239"/>
                  <a:chExt cx="184852" cy="473941"/>
                </a:xfrm>
                <a:grpFill/>
              </p:grpSpPr>
              <p:sp>
                <p:nvSpPr>
                  <p:cNvPr id="983" name="Rectángulo: esquinas redondeadas 982">
                    <a:extLst>
                      <a:ext uri="{FF2B5EF4-FFF2-40B4-BE49-F238E27FC236}">
                        <a16:creationId xmlns:a16="http://schemas.microsoft.com/office/drawing/2014/main" id="{815744C7-B418-7208-A6F1-B04FADAA3645}"/>
                      </a:ext>
                    </a:extLst>
                  </p:cNvPr>
                  <p:cNvSpPr/>
                  <p:nvPr/>
                </p:nvSpPr>
                <p:spPr>
                  <a:xfrm rot="20522031">
                    <a:off x="6165845" y="3717239"/>
                    <a:ext cx="184852" cy="473941"/>
                  </a:xfrm>
                  <a:prstGeom prst="round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84" name="Rectángulo: esquinas redondeadas 983">
                    <a:extLst>
                      <a:ext uri="{FF2B5EF4-FFF2-40B4-BE49-F238E27FC236}">
                        <a16:creationId xmlns:a16="http://schemas.microsoft.com/office/drawing/2014/main" id="{5C47421C-A23D-9B90-A5DE-C68DC51DF9C1}"/>
                      </a:ext>
                    </a:extLst>
                  </p:cNvPr>
                  <p:cNvSpPr/>
                  <p:nvPr/>
                </p:nvSpPr>
                <p:spPr>
                  <a:xfrm rot="622646" flipH="1">
                    <a:off x="6207873" y="3795106"/>
                    <a:ext cx="46037" cy="203887"/>
                  </a:xfrm>
                  <a:prstGeom prst="roundRect">
                    <a:avLst>
                      <a:gd name="adj" fmla="val 40457"/>
                    </a:avLst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81" name="Rectángulo 980">
                  <a:extLst>
                    <a:ext uri="{FF2B5EF4-FFF2-40B4-BE49-F238E27FC236}">
                      <a16:creationId xmlns:a16="http://schemas.microsoft.com/office/drawing/2014/main" id="{67369D02-7BBB-86E5-8612-21AF9056E70C}"/>
                    </a:ext>
                  </a:extLst>
                </p:cNvPr>
                <p:cNvSpPr/>
                <p:nvPr/>
              </p:nvSpPr>
              <p:spPr>
                <a:xfrm rot="20446603">
                  <a:off x="5872725" y="4154646"/>
                  <a:ext cx="212428" cy="60403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982" name="Rectángulo 981">
                  <a:extLst>
                    <a:ext uri="{FF2B5EF4-FFF2-40B4-BE49-F238E27FC236}">
                      <a16:creationId xmlns:a16="http://schemas.microsoft.com/office/drawing/2014/main" id="{E834E270-2F79-3291-F922-2AED292EACEB}"/>
                    </a:ext>
                  </a:extLst>
                </p:cNvPr>
                <p:cNvSpPr/>
                <p:nvPr/>
              </p:nvSpPr>
              <p:spPr>
                <a:xfrm rot="20446603">
                  <a:off x="5969456" y="4217860"/>
                  <a:ext cx="68932" cy="336838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974" name="Grupo 973">
                <a:extLst>
                  <a:ext uri="{FF2B5EF4-FFF2-40B4-BE49-F238E27FC236}">
                    <a16:creationId xmlns:a16="http://schemas.microsoft.com/office/drawing/2014/main" id="{A7F16D80-B8FD-13F5-3ABB-BF1DC0DDD2B6}"/>
                  </a:ext>
                </a:extLst>
              </p:cNvPr>
              <p:cNvGrpSpPr/>
              <p:nvPr/>
            </p:nvGrpSpPr>
            <p:grpSpPr>
              <a:xfrm flipH="1" flipV="1">
                <a:off x="2374194" y="2848341"/>
                <a:ext cx="341888" cy="1051388"/>
                <a:chOff x="5809042" y="3722261"/>
                <a:chExt cx="276111" cy="832437"/>
              </a:xfrm>
              <a:grpFill/>
            </p:grpSpPr>
            <p:grpSp>
              <p:nvGrpSpPr>
                <p:cNvPr id="975" name="Grupo 974">
                  <a:extLst>
                    <a:ext uri="{FF2B5EF4-FFF2-40B4-BE49-F238E27FC236}">
                      <a16:creationId xmlns:a16="http://schemas.microsoft.com/office/drawing/2014/main" id="{7EAB4A1E-DDD3-5D3F-CD67-F4B57DD4C221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158346" cy="473941"/>
                  <a:chOff x="6166492" y="3721247"/>
                  <a:chExt cx="158346" cy="473941"/>
                </a:xfrm>
                <a:grpFill/>
              </p:grpSpPr>
              <p:sp>
                <p:nvSpPr>
                  <p:cNvPr id="978" name="Rectángulo: esquinas redondeadas 977">
                    <a:extLst>
                      <a:ext uri="{FF2B5EF4-FFF2-40B4-BE49-F238E27FC236}">
                        <a16:creationId xmlns:a16="http://schemas.microsoft.com/office/drawing/2014/main" id="{856B7F29-8171-07C6-F2C8-A6E4328DA4F7}"/>
                      </a:ext>
                    </a:extLst>
                  </p:cNvPr>
                  <p:cNvSpPr/>
                  <p:nvPr/>
                </p:nvSpPr>
                <p:spPr>
                  <a:xfrm rot="20522031">
                    <a:off x="6166492" y="3721247"/>
                    <a:ext cx="158346" cy="473941"/>
                  </a:xfrm>
                  <a:prstGeom prst="round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979" name="Rectángulo: esquinas redondeadas 978">
                    <a:extLst>
                      <a:ext uri="{FF2B5EF4-FFF2-40B4-BE49-F238E27FC236}">
                        <a16:creationId xmlns:a16="http://schemas.microsoft.com/office/drawing/2014/main" id="{2D5F560A-F406-5A0E-5A2D-7D423604C689}"/>
                      </a:ext>
                    </a:extLst>
                  </p:cNvPr>
                  <p:cNvSpPr/>
                  <p:nvPr/>
                </p:nvSpPr>
                <p:spPr>
                  <a:xfrm rot="231950" flipH="1">
                    <a:off x="6202247" y="3774966"/>
                    <a:ext cx="45719" cy="216078"/>
                  </a:xfrm>
                  <a:prstGeom prst="roundRect">
                    <a:avLst>
                      <a:gd name="adj" fmla="val 40457"/>
                    </a:avLst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976" name="Rectángulo 975">
                  <a:extLst>
                    <a:ext uri="{FF2B5EF4-FFF2-40B4-BE49-F238E27FC236}">
                      <a16:creationId xmlns:a16="http://schemas.microsoft.com/office/drawing/2014/main" id="{4947843A-0976-92FC-4BD2-2CC6E2281FCC}"/>
                    </a:ext>
                  </a:extLst>
                </p:cNvPr>
                <p:cNvSpPr/>
                <p:nvPr/>
              </p:nvSpPr>
              <p:spPr>
                <a:xfrm rot="20446603">
                  <a:off x="5872725" y="4154646"/>
                  <a:ext cx="212428" cy="60403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977" name="Rectángulo 976">
                  <a:extLst>
                    <a:ext uri="{FF2B5EF4-FFF2-40B4-BE49-F238E27FC236}">
                      <a16:creationId xmlns:a16="http://schemas.microsoft.com/office/drawing/2014/main" id="{8C3B1A4C-3FEB-3A3E-3989-D63FC2EF05BB}"/>
                    </a:ext>
                  </a:extLst>
                </p:cNvPr>
                <p:cNvSpPr/>
                <p:nvPr/>
              </p:nvSpPr>
              <p:spPr>
                <a:xfrm rot="20446603">
                  <a:off x="5969456" y="4217860"/>
                  <a:ext cx="68932" cy="336838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928" name="Grupo 927">
              <a:extLst>
                <a:ext uri="{FF2B5EF4-FFF2-40B4-BE49-F238E27FC236}">
                  <a16:creationId xmlns:a16="http://schemas.microsoft.com/office/drawing/2014/main" id="{356D3D73-9647-CFA3-5D99-5645E1DBAB8F}"/>
                </a:ext>
              </a:extLst>
            </p:cNvPr>
            <p:cNvGrpSpPr/>
            <p:nvPr/>
          </p:nvGrpSpPr>
          <p:grpSpPr>
            <a:xfrm rot="2751436">
              <a:off x="5846250" y="1794943"/>
              <a:ext cx="796825" cy="1722615"/>
              <a:chOff x="5775707" y="2428623"/>
              <a:chExt cx="778396" cy="1666542"/>
            </a:xfrm>
            <a:grpFill/>
          </p:grpSpPr>
          <p:grpSp>
            <p:nvGrpSpPr>
              <p:cNvPr id="952" name="Grupo 951">
                <a:extLst>
                  <a:ext uri="{FF2B5EF4-FFF2-40B4-BE49-F238E27FC236}">
                    <a16:creationId xmlns:a16="http://schemas.microsoft.com/office/drawing/2014/main" id="{8CF81DBB-9C1D-BE6C-318E-466432B2CB18}"/>
                  </a:ext>
                </a:extLst>
              </p:cNvPr>
              <p:cNvGrpSpPr/>
              <p:nvPr/>
            </p:nvGrpSpPr>
            <p:grpSpPr>
              <a:xfrm>
                <a:off x="5775707" y="2428623"/>
                <a:ext cx="778396" cy="1321607"/>
                <a:chOff x="5728098" y="3524079"/>
                <a:chExt cx="778396" cy="1321607"/>
              </a:xfrm>
              <a:grpFill/>
            </p:grpSpPr>
            <p:grpSp>
              <p:nvGrpSpPr>
                <p:cNvPr id="954" name="Grupo 953">
                  <a:extLst>
                    <a:ext uri="{FF2B5EF4-FFF2-40B4-BE49-F238E27FC236}">
                      <a16:creationId xmlns:a16="http://schemas.microsoft.com/office/drawing/2014/main" id="{AD529306-61DB-A569-4C42-17D3761CFBB9}"/>
                    </a:ext>
                  </a:extLst>
                </p:cNvPr>
                <p:cNvGrpSpPr/>
                <p:nvPr/>
              </p:nvGrpSpPr>
              <p:grpSpPr>
                <a:xfrm>
                  <a:off x="5882065" y="3524079"/>
                  <a:ext cx="468000" cy="773094"/>
                  <a:chOff x="5755916" y="3285424"/>
                  <a:chExt cx="468000" cy="773094"/>
                </a:xfrm>
                <a:grpFill/>
              </p:grpSpPr>
              <p:sp>
                <p:nvSpPr>
                  <p:cNvPr id="969" name="Elipse 968">
                    <a:extLst>
                      <a:ext uri="{FF2B5EF4-FFF2-40B4-BE49-F238E27FC236}">
                        <a16:creationId xmlns:a16="http://schemas.microsoft.com/office/drawing/2014/main" id="{D5B9DA47-7251-F5F9-09B9-1A310096FDB5}"/>
                      </a:ext>
                    </a:extLst>
                  </p:cNvPr>
                  <p:cNvSpPr/>
                  <p:nvPr/>
                </p:nvSpPr>
                <p:spPr>
                  <a:xfrm>
                    <a:off x="5755916" y="3285424"/>
                    <a:ext cx="468000" cy="46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grpSp>
                <p:nvGrpSpPr>
                  <p:cNvPr id="970" name="Grupo 969">
                    <a:extLst>
                      <a:ext uri="{FF2B5EF4-FFF2-40B4-BE49-F238E27FC236}">
                        <a16:creationId xmlns:a16="http://schemas.microsoft.com/office/drawing/2014/main" id="{C27FA2D7-BCB1-EE49-03C4-7163C8CB4FBE}"/>
                      </a:ext>
                    </a:extLst>
                  </p:cNvPr>
                  <p:cNvGrpSpPr/>
                  <p:nvPr/>
                </p:nvGrpSpPr>
                <p:grpSpPr>
                  <a:xfrm>
                    <a:off x="5809916" y="3734518"/>
                    <a:ext cx="360000" cy="324000"/>
                    <a:chOff x="5827652" y="3885379"/>
                    <a:chExt cx="360000" cy="324000"/>
                  </a:xfrm>
                  <a:grpFill/>
                </p:grpSpPr>
                <p:sp>
                  <p:nvSpPr>
                    <p:cNvPr id="971" name="Rectángulo 970">
                      <a:extLst>
                        <a:ext uri="{FF2B5EF4-FFF2-40B4-BE49-F238E27FC236}">
                          <a16:creationId xmlns:a16="http://schemas.microsoft.com/office/drawing/2014/main" id="{1B703C9D-3B13-C664-5571-339D91BD2D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652" y="3885379"/>
                      <a:ext cx="180000" cy="1800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72" name="Rectángulo 971">
                      <a:extLst>
                        <a:ext uri="{FF2B5EF4-FFF2-40B4-BE49-F238E27FC236}">
                          <a16:creationId xmlns:a16="http://schemas.microsoft.com/office/drawing/2014/main" id="{5410608E-2C12-4016-6206-655C141D76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27652" y="4065379"/>
                      <a:ext cx="360000" cy="1440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955" name="Grupo 954">
                  <a:extLst>
                    <a:ext uri="{FF2B5EF4-FFF2-40B4-BE49-F238E27FC236}">
                      <a16:creationId xmlns:a16="http://schemas.microsoft.com/office/drawing/2014/main" id="{E485B679-BFAA-0F00-355D-CADB64D1066E}"/>
                    </a:ext>
                  </a:extLst>
                </p:cNvPr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  <a:grpFill/>
              </p:grpSpPr>
              <p:grpSp>
                <p:nvGrpSpPr>
                  <p:cNvPr id="956" name="Grupo 955">
                    <a:extLst>
                      <a:ext uri="{FF2B5EF4-FFF2-40B4-BE49-F238E27FC236}">
                        <a16:creationId xmlns:a16="http://schemas.microsoft.com/office/drawing/2014/main" id="{61E2CA0E-A487-1967-D251-8A683468DCC2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  <a:grpFill/>
                </p:grpSpPr>
                <p:grpSp>
                  <p:nvGrpSpPr>
                    <p:cNvPr id="961" name="Grupo 960">
                      <a:extLst>
                        <a:ext uri="{FF2B5EF4-FFF2-40B4-BE49-F238E27FC236}">
                          <a16:creationId xmlns:a16="http://schemas.microsoft.com/office/drawing/2014/main" id="{F938B1C7-265E-605A-0B7F-5464F0F0F4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468000"/>
                      <a:chOff x="5728098" y="4268155"/>
                      <a:chExt cx="778396" cy="468000"/>
                    </a:xfrm>
                    <a:grpFill/>
                  </p:grpSpPr>
                  <p:sp>
                    <p:nvSpPr>
                      <p:cNvPr id="966" name="Rectángulo 965">
                        <a:extLst>
                          <a:ext uri="{FF2B5EF4-FFF2-40B4-BE49-F238E27FC236}">
                            <a16:creationId xmlns:a16="http://schemas.microsoft.com/office/drawing/2014/main" id="{4F52D4C2-F734-3CE1-5C7F-A8E437E50B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28098" y="4659003"/>
                        <a:ext cx="157695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967" name="Rectángulo 966">
                        <a:extLst>
                          <a:ext uri="{FF2B5EF4-FFF2-40B4-BE49-F238E27FC236}">
                            <a16:creationId xmlns:a16="http://schemas.microsoft.com/office/drawing/2014/main" id="{76EDF2B5-79E4-5BE8-D876-294103EEF0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48799" y="4661385"/>
                        <a:ext cx="157695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68" name="Marco 967">
                        <a:extLst>
                          <a:ext uri="{FF2B5EF4-FFF2-40B4-BE49-F238E27FC236}">
                            <a16:creationId xmlns:a16="http://schemas.microsoft.com/office/drawing/2014/main" id="{D176FEAA-961E-6252-EA29-2097104B5E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7296" y="4268155"/>
                        <a:ext cx="540000" cy="468000"/>
                      </a:xfrm>
                      <a:prstGeom prst="frame">
                        <a:avLst>
                          <a:gd name="adj1" fmla="val 7853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962" name="Grupo 961">
                      <a:extLst>
                        <a:ext uri="{FF2B5EF4-FFF2-40B4-BE49-F238E27FC236}">
                          <a16:creationId xmlns:a16="http://schemas.microsoft.com/office/drawing/2014/main" id="{AE26A405-3E90-FC7A-4787-2CDA11660B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9" y="4698144"/>
                      <a:ext cx="777647" cy="147542"/>
                      <a:chOff x="5728099" y="4698144"/>
                      <a:chExt cx="777647" cy="147542"/>
                    </a:xfrm>
                    <a:grpFill/>
                  </p:grpSpPr>
                  <p:sp>
                    <p:nvSpPr>
                      <p:cNvPr id="963" name="Rectángulo 962">
                        <a:extLst>
                          <a:ext uri="{FF2B5EF4-FFF2-40B4-BE49-F238E27FC236}">
                            <a16:creationId xmlns:a16="http://schemas.microsoft.com/office/drawing/2014/main" id="{5464EA86-C5C5-AC25-B641-864A164498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9450" y="4698833"/>
                        <a:ext cx="537845" cy="45719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64" name="Rectángulo 963">
                        <a:extLst>
                          <a:ext uri="{FF2B5EF4-FFF2-40B4-BE49-F238E27FC236}">
                            <a16:creationId xmlns:a16="http://schemas.microsoft.com/office/drawing/2014/main" id="{136720D5-7205-8452-B43F-27FA28274B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28099" y="4698144"/>
                        <a:ext cx="118291" cy="147542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965" name="Rectángulo 964">
                        <a:extLst>
                          <a:ext uri="{FF2B5EF4-FFF2-40B4-BE49-F238E27FC236}">
                            <a16:creationId xmlns:a16="http://schemas.microsoft.com/office/drawing/2014/main" id="{21327895-F410-00B5-5221-73F05F16D4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85142" y="4698144"/>
                        <a:ext cx="120604" cy="147542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957" name="Grupo 956">
                    <a:extLst>
                      <a:ext uri="{FF2B5EF4-FFF2-40B4-BE49-F238E27FC236}">
                        <a16:creationId xmlns:a16="http://schemas.microsoft.com/office/drawing/2014/main" id="{5E434A6F-AEE4-D18E-87BF-486269126096}"/>
                      </a:ext>
                    </a:extLst>
                  </p:cNvPr>
                  <p:cNvGrpSpPr/>
                  <p:nvPr/>
                </p:nvGrpSpPr>
                <p:grpSpPr>
                  <a:xfrm>
                    <a:off x="5969948" y="4385231"/>
                    <a:ext cx="300588" cy="306875"/>
                    <a:chOff x="6707431" y="4143645"/>
                    <a:chExt cx="398381" cy="433766"/>
                  </a:xfrm>
                  <a:grpFill/>
                </p:grpSpPr>
                <p:sp>
                  <p:nvSpPr>
                    <p:cNvPr id="958" name="Rectángulo 957">
                      <a:extLst>
                        <a:ext uri="{FF2B5EF4-FFF2-40B4-BE49-F238E27FC236}">
                          <a16:creationId xmlns:a16="http://schemas.microsoft.com/office/drawing/2014/main" id="{51601BE2-FF26-7232-28A4-B9EEEF9616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8632" y="4255261"/>
                      <a:ext cx="396000" cy="21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959" name="Rectángulo 958">
                      <a:extLst>
                        <a:ext uri="{FF2B5EF4-FFF2-40B4-BE49-F238E27FC236}">
                          <a16:creationId xmlns:a16="http://schemas.microsoft.com/office/drawing/2014/main" id="{8B0E135E-53F5-DAAA-9F19-0C8480281E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9813" y="4143645"/>
                      <a:ext cx="395999" cy="108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960" name="Rectángulo 959">
                      <a:extLst>
                        <a:ext uri="{FF2B5EF4-FFF2-40B4-BE49-F238E27FC236}">
                          <a16:creationId xmlns:a16="http://schemas.microsoft.com/office/drawing/2014/main" id="{04A01ED6-C00B-CA9B-902E-EBC13F3F98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7431" y="4469411"/>
                      <a:ext cx="396000" cy="108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  <p:sp>
            <p:nvSpPr>
              <p:cNvPr id="953" name="Rectángulo 952">
                <a:extLst>
                  <a:ext uri="{FF2B5EF4-FFF2-40B4-BE49-F238E27FC236}">
                    <a16:creationId xmlns:a16="http://schemas.microsoft.com/office/drawing/2014/main" id="{576B4E0B-14D6-02C8-3EDE-495CD23E9E50}"/>
                  </a:ext>
                </a:extLst>
              </p:cNvPr>
              <p:cNvSpPr/>
              <p:nvPr/>
            </p:nvSpPr>
            <p:spPr>
              <a:xfrm>
                <a:off x="6139226" y="3643061"/>
                <a:ext cx="45719" cy="452104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929" name="Grupo 928">
              <a:extLst>
                <a:ext uri="{FF2B5EF4-FFF2-40B4-BE49-F238E27FC236}">
                  <a16:creationId xmlns:a16="http://schemas.microsoft.com/office/drawing/2014/main" id="{A5CC8014-20C4-B1D9-4A03-25AF3B04C859}"/>
                </a:ext>
              </a:extLst>
            </p:cNvPr>
            <p:cNvGrpSpPr/>
            <p:nvPr/>
          </p:nvGrpSpPr>
          <p:grpSpPr>
            <a:xfrm rot="2751436">
              <a:off x="5329270" y="3100883"/>
              <a:ext cx="796736" cy="112283"/>
              <a:chOff x="2676060" y="4093308"/>
              <a:chExt cx="963722" cy="137200"/>
            </a:xfrm>
            <a:grpFill/>
          </p:grpSpPr>
          <p:sp>
            <p:nvSpPr>
              <p:cNvPr id="945" name="Rectángulo 944">
                <a:extLst>
                  <a:ext uri="{FF2B5EF4-FFF2-40B4-BE49-F238E27FC236}">
                    <a16:creationId xmlns:a16="http://schemas.microsoft.com/office/drawing/2014/main" id="{C6F789D4-859D-FE6C-2A1D-26FAAFA6135E}"/>
                  </a:ext>
                </a:extLst>
              </p:cNvPr>
              <p:cNvSpPr/>
              <p:nvPr/>
            </p:nvSpPr>
            <p:spPr>
              <a:xfrm>
                <a:off x="3235261" y="4093308"/>
                <a:ext cx="72000" cy="36000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46" name="Grupo 945">
                <a:extLst>
                  <a:ext uri="{FF2B5EF4-FFF2-40B4-BE49-F238E27FC236}">
                    <a16:creationId xmlns:a16="http://schemas.microsoft.com/office/drawing/2014/main" id="{1BF2358B-5493-FCEE-E0C9-7AE5D82CC6A7}"/>
                  </a:ext>
                </a:extLst>
              </p:cNvPr>
              <p:cNvGrpSpPr/>
              <p:nvPr/>
            </p:nvGrpSpPr>
            <p:grpSpPr>
              <a:xfrm>
                <a:off x="2676060" y="4130453"/>
                <a:ext cx="963722" cy="100055"/>
                <a:chOff x="2676060" y="4130453"/>
                <a:chExt cx="963722" cy="100055"/>
              </a:xfrm>
              <a:grpFill/>
            </p:grpSpPr>
            <p:grpSp>
              <p:nvGrpSpPr>
                <p:cNvPr id="947" name="Grupo 946">
                  <a:extLst>
                    <a:ext uri="{FF2B5EF4-FFF2-40B4-BE49-F238E27FC236}">
                      <a16:creationId xmlns:a16="http://schemas.microsoft.com/office/drawing/2014/main" id="{2D2CDA25-231B-8A4E-ACA9-53A48BBC590D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75413"/>
                  <a:chOff x="5775047" y="3892550"/>
                  <a:chExt cx="778309" cy="59708"/>
                </a:xfrm>
                <a:grpFill/>
              </p:grpSpPr>
              <p:sp>
                <p:nvSpPr>
                  <p:cNvPr id="949" name="Rectángulo 948">
                    <a:extLst>
                      <a:ext uri="{FF2B5EF4-FFF2-40B4-BE49-F238E27FC236}">
                        <a16:creationId xmlns:a16="http://schemas.microsoft.com/office/drawing/2014/main" id="{F068CFA7-192B-1A90-6D8F-7EFD2F2919B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50" name="Elipse 949">
                    <a:extLst>
                      <a:ext uri="{FF2B5EF4-FFF2-40B4-BE49-F238E27FC236}">
                        <a16:creationId xmlns:a16="http://schemas.microsoft.com/office/drawing/2014/main" id="{4E444831-BAF7-D12A-147B-EB47AC769ECE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951" name="Elipse 950">
                    <a:extLst>
                      <a:ext uri="{FF2B5EF4-FFF2-40B4-BE49-F238E27FC236}">
                        <a16:creationId xmlns:a16="http://schemas.microsoft.com/office/drawing/2014/main" id="{AD0DC5EA-BB51-068F-9895-61212C25AA43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48" name="Rectángulo 947">
                  <a:extLst>
                    <a:ext uri="{FF2B5EF4-FFF2-40B4-BE49-F238E27FC236}">
                      <a16:creationId xmlns:a16="http://schemas.microsoft.com/office/drawing/2014/main" id="{EF12CEF3-F7EC-FC8F-4A60-D7246572DF68}"/>
                    </a:ext>
                  </a:extLst>
                </p:cNvPr>
                <p:cNvSpPr/>
                <p:nvPr/>
              </p:nvSpPr>
              <p:spPr>
                <a:xfrm>
                  <a:off x="3012721" y="4194508"/>
                  <a:ext cx="72000" cy="36000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930" name="Grupo 929">
              <a:extLst>
                <a:ext uri="{FF2B5EF4-FFF2-40B4-BE49-F238E27FC236}">
                  <a16:creationId xmlns:a16="http://schemas.microsoft.com/office/drawing/2014/main" id="{A5FF921A-C30D-B001-8973-9B89ED6E06C1}"/>
                </a:ext>
              </a:extLst>
            </p:cNvPr>
            <p:cNvGrpSpPr/>
            <p:nvPr/>
          </p:nvGrpSpPr>
          <p:grpSpPr>
            <a:xfrm>
              <a:off x="6641702" y="1526452"/>
              <a:ext cx="1318435" cy="1266043"/>
              <a:chOff x="6641702" y="1526452"/>
              <a:chExt cx="1318435" cy="1266043"/>
            </a:xfrm>
            <a:grpFill/>
          </p:grpSpPr>
          <p:grpSp>
            <p:nvGrpSpPr>
              <p:cNvPr id="931" name="Grupo 930">
                <a:extLst>
                  <a:ext uri="{FF2B5EF4-FFF2-40B4-BE49-F238E27FC236}">
                    <a16:creationId xmlns:a16="http://schemas.microsoft.com/office/drawing/2014/main" id="{6E588921-674B-9E0E-3340-D16FE8FC475D}"/>
                  </a:ext>
                </a:extLst>
              </p:cNvPr>
              <p:cNvGrpSpPr/>
              <p:nvPr/>
            </p:nvGrpSpPr>
            <p:grpSpPr>
              <a:xfrm>
                <a:off x="6641702" y="1526452"/>
                <a:ext cx="1318435" cy="1266043"/>
                <a:chOff x="6641702" y="1526452"/>
                <a:chExt cx="1318435" cy="1266043"/>
              </a:xfrm>
              <a:grpFill/>
            </p:grpSpPr>
            <p:grpSp>
              <p:nvGrpSpPr>
                <p:cNvPr id="933" name="Grupo 932">
                  <a:extLst>
                    <a:ext uri="{FF2B5EF4-FFF2-40B4-BE49-F238E27FC236}">
                      <a16:creationId xmlns:a16="http://schemas.microsoft.com/office/drawing/2014/main" id="{E0F91076-01F4-A4CA-A3BC-F7C8A4EE14BA}"/>
                    </a:ext>
                  </a:extLst>
                </p:cNvPr>
                <p:cNvGrpSpPr/>
                <p:nvPr/>
              </p:nvGrpSpPr>
              <p:grpSpPr>
                <a:xfrm rot="785047">
                  <a:off x="6641702" y="1526452"/>
                  <a:ext cx="1192937" cy="1266043"/>
                  <a:chOff x="6040669" y="1851040"/>
                  <a:chExt cx="1192937" cy="1266043"/>
                </a:xfrm>
                <a:grpFill/>
              </p:grpSpPr>
              <p:grpSp>
                <p:nvGrpSpPr>
                  <p:cNvPr id="935" name="Grupo 934">
                    <a:extLst>
                      <a:ext uri="{FF2B5EF4-FFF2-40B4-BE49-F238E27FC236}">
                        <a16:creationId xmlns:a16="http://schemas.microsoft.com/office/drawing/2014/main" id="{F96BC538-F5DB-6F2C-83F1-DE05448EB9B4}"/>
                      </a:ext>
                    </a:extLst>
                  </p:cNvPr>
                  <p:cNvGrpSpPr/>
                  <p:nvPr/>
                </p:nvGrpSpPr>
                <p:grpSpPr>
                  <a:xfrm>
                    <a:off x="6110545" y="1851040"/>
                    <a:ext cx="1123061" cy="1266043"/>
                    <a:chOff x="6110545" y="1851040"/>
                    <a:chExt cx="1123061" cy="1266043"/>
                  </a:xfrm>
                  <a:grpFill/>
                </p:grpSpPr>
                <p:grpSp>
                  <p:nvGrpSpPr>
                    <p:cNvPr id="937" name="Grupo 936">
                      <a:extLst>
                        <a:ext uri="{FF2B5EF4-FFF2-40B4-BE49-F238E27FC236}">
                          <a16:creationId xmlns:a16="http://schemas.microsoft.com/office/drawing/2014/main" id="{8CF5E0BC-F0E1-FB12-DFE5-F3844636A33D}"/>
                        </a:ext>
                      </a:extLst>
                    </p:cNvPr>
                    <p:cNvGrpSpPr/>
                    <p:nvPr/>
                  </p:nvGrpSpPr>
                  <p:grpSpPr>
                    <a:xfrm rot="18104658">
                      <a:off x="6037386" y="1924199"/>
                      <a:ext cx="1266043" cy="1119726"/>
                      <a:chOff x="5723823" y="1865158"/>
                      <a:chExt cx="2299052" cy="2020668"/>
                    </a:xfrm>
                    <a:grpFill/>
                  </p:grpSpPr>
                  <p:grpSp>
                    <p:nvGrpSpPr>
                      <p:cNvPr id="939" name="Grupo 938">
                        <a:extLst>
                          <a:ext uri="{FF2B5EF4-FFF2-40B4-BE49-F238E27FC236}">
                            <a16:creationId xmlns:a16="http://schemas.microsoft.com/office/drawing/2014/main" id="{2CD60470-87D9-8326-0746-BEF01AB6DA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3823" y="1865158"/>
                        <a:ext cx="2299052" cy="2020668"/>
                        <a:chOff x="5819210" y="2270542"/>
                        <a:chExt cx="2299052" cy="2020668"/>
                      </a:xfrm>
                      <a:grpFill/>
                    </p:grpSpPr>
                    <p:grpSp>
                      <p:nvGrpSpPr>
                        <p:cNvPr id="941" name="Grupo 940">
                          <a:extLst>
                            <a:ext uri="{FF2B5EF4-FFF2-40B4-BE49-F238E27FC236}">
                              <a16:creationId xmlns:a16="http://schemas.microsoft.com/office/drawing/2014/main" id="{274F3D11-D4C2-5725-E893-5A28C1A86D4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18647" y="2637133"/>
                          <a:ext cx="2199615" cy="1654077"/>
                          <a:chOff x="5708849" y="2141099"/>
                          <a:chExt cx="2199615" cy="1654077"/>
                        </a:xfrm>
                        <a:grpFill/>
                      </p:grpSpPr>
                      <p:sp>
                        <p:nvSpPr>
                          <p:cNvPr id="943" name="Elipse 942">
                            <a:extLst>
                              <a:ext uri="{FF2B5EF4-FFF2-40B4-BE49-F238E27FC236}">
                                <a16:creationId xmlns:a16="http://schemas.microsoft.com/office/drawing/2014/main" id="{2A643BBC-C50C-4E47-745B-E0BA8A2CAA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944" name="Diagrama de flujo: operación manual 943">
                            <a:extLst>
                              <a:ext uri="{FF2B5EF4-FFF2-40B4-BE49-F238E27FC236}">
                                <a16:creationId xmlns:a16="http://schemas.microsoft.com/office/drawing/2014/main" id="{BDBECFC2-F0DA-3BBB-D0F7-B3D2FACAEC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42" name="Elipse 941">
                          <a:extLst>
                            <a:ext uri="{FF2B5EF4-FFF2-40B4-BE49-F238E27FC236}">
                              <a16:creationId xmlns:a16="http://schemas.microsoft.com/office/drawing/2014/main" id="{45E5BC8D-D45A-783B-E918-1F374A1FC41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40" name="Diagrama de flujo: operación manual 939">
                        <a:extLst>
                          <a:ext uri="{FF2B5EF4-FFF2-40B4-BE49-F238E27FC236}">
                            <a16:creationId xmlns:a16="http://schemas.microsoft.com/office/drawing/2014/main" id="{7E77B127-69D7-8F7A-4C11-94FA35F434A6}"/>
                          </a:ext>
                        </a:extLst>
                      </p:cNvPr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38" name="Elipse 937">
                      <a:extLst>
                        <a:ext uri="{FF2B5EF4-FFF2-40B4-BE49-F238E27FC236}">
                          <a16:creationId xmlns:a16="http://schemas.microsoft.com/office/drawing/2014/main" id="{826A8F1C-2AC8-7C0A-FB89-A6157095CC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36" name="Elipse 935">
                    <a:extLst>
                      <a:ext uri="{FF2B5EF4-FFF2-40B4-BE49-F238E27FC236}">
                        <a16:creationId xmlns:a16="http://schemas.microsoft.com/office/drawing/2014/main" id="{FA2B0E92-EDFF-86EF-122A-20B1BC07735B}"/>
                      </a:ext>
                    </a:extLst>
                  </p:cNvPr>
                  <p:cNvSpPr/>
                  <p:nvPr/>
                </p:nvSpPr>
                <p:spPr>
                  <a:xfrm>
                    <a:off x="6040669" y="2596991"/>
                    <a:ext cx="144000" cy="144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34" name="Elipse 933">
                  <a:extLst>
                    <a:ext uri="{FF2B5EF4-FFF2-40B4-BE49-F238E27FC236}">
                      <a16:creationId xmlns:a16="http://schemas.microsoft.com/office/drawing/2014/main" id="{4B0150C7-A288-7B77-7483-CD5B6DB16FF4}"/>
                    </a:ext>
                  </a:extLst>
                </p:cNvPr>
                <p:cNvSpPr/>
                <p:nvPr/>
              </p:nvSpPr>
              <p:spPr>
                <a:xfrm rot="2737538">
                  <a:off x="7852137" y="204198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32" name="Elipse 931">
                <a:extLst>
                  <a:ext uri="{FF2B5EF4-FFF2-40B4-BE49-F238E27FC236}">
                    <a16:creationId xmlns:a16="http://schemas.microsoft.com/office/drawing/2014/main" id="{12FE4B8F-5E64-26EC-FC5D-E25140F95BA0}"/>
                  </a:ext>
                </a:extLst>
              </p:cNvPr>
              <p:cNvSpPr/>
              <p:nvPr/>
            </p:nvSpPr>
            <p:spPr>
              <a:xfrm rot="2737538">
                <a:off x="6770562" y="2167808"/>
                <a:ext cx="90000" cy="9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746" y="194815"/>
            <a:ext cx="11068575" cy="62789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Rutina automática Nro. 1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B308FB-D26C-B870-6D97-0B05ED54E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873" y="1589003"/>
            <a:ext cx="4949452" cy="4593839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M11 presionado y sensor S7 </a:t>
            </a:r>
            <a:r>
              <a:rPr lang="es-ES" dirty="0">
                <a:highlight>
                  <a:srgbClr val="FFFF00"/>
                </a:highlight>
              </a:rPr>
              <a:t>NO</a:t>
            </a:r>
            <a:r>
              <a:rPr lang="es-ES" dirty="0">
                <a:solidFill>
                  <a:srgbClr val="0070C0"/>
                </a:solidFill>
              </a:rPr>
              <a:t>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Cerrar garra (desplazamiento, abajo)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2.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M12 presionado y sensor S6 </a:t>
            </a:r>
            <a:r>
              <a:rPr lang="es-ES" dirty="0">
                <a:highlight>
                  <a:srgbClr val="FFFF00"/>
                </a:highlight>
              </a:rPr>
              <a:t>NO</a:t>
            </a:r>
            <a:r>
              <a:rPr lang="es-ES" dirty="0">
                <a:solidFill>
                  <a:srgbClr val="0070C0"/>
                </a:solidFill>
              </a:rPr>
              <a:t>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antihorario.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Limpiar registros E y F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b="1" dirty="0">
                <a:solidFill>
                  <a:srgbClr val="FF0000"/>
                </a:solidFill>
              </a:rPr>
              <a:t>retornar</a:t>
            </a:r>
          </a:p>
          <a:p>
            <a:pPr marL="457200" indent="-457200" algn="l">
              <a:buAutoNum type="arabicPeriod"/>
            </a:pPr>
            <a:endParaRPr lang="es-ES" dirty="0"/>
          </a:p>
        </p:txBody>
      </p:sp>
      <p:sp>
        <p:nvSpPr>
          <p:cNvPr id="772" name="Elipse 771">
            <a:extLst>
              <a:ext uri="{FF2B5EF4-FFF2-40B4-BE49-F238E27FC236}">
                <a16:creationId xmlns:a16="http://schemas.microsoft.com/office/drawing/2014/main" id="{ADD181C6-2964-515F-19A7-ABF1893AE92D}"/>
              </a:ext>
            </a:extLst>
          </p:cNvPr>
          <p:cNvSpPr/>
          <p:nvPr/>
        </p:nvSpPr>
        <p:spPr>
          <a:xfrm rot="18593908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73" name="Elipse 772">
            <a:extLst>
              <a:ext uri="{FF2B5EF4-FFF2-40B4-BE49-F238E27FC236}">
                <a16:creationId xmlns:a16="http://schemas.microsoft.com/office/drawing/2014/main" id="{736C2BA8-37A6-E03E-6CC2-C2B414760A8A}"/>
              </a:ext>
            </a:extLst>
          </p:cNvPr>
          <p:cNvSpPr/>
          <p:nvPr/>
        </p:nvSpPr>
        <p:spPr>
          <a:xfrm>
            <a:off x="9931357" y="873308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4" name="Subtítulo 2">
            <a:extLst>
              <a:ext uri="{FF2B5EF4-FFF2-40B4-BE49-F238E27FC236}">
                <a16:creationId xmlns:a16="http://schemas.microsoft.com/office/drawing/2014/main" id="{B94FEE8E-242D-9D70-D6D4-A1073EB1898F}"/>
              </a:ext>
            </a:extLst>
          </p:cNvPr>
          <p:cNvSpPr txBox="1">
            <a:spLocks/>
          </p:cNvSpPr>
          <p:nvPr/>
        </p:nvSpPr>
        <p:spPr>
          <a:xfrm>
            <a:off x="10318877" y="763813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S2</a:t>
            </a:r>
          </a:p>
        </p:txBody>
      </p:sp>
      <p:grpSp>
        <p:nvGrpSpPr>
          <p:cNvPr id="775" name="Grupo 774">
            <a:extLst>
              <a:ext uri="{FF2B5EF4-FFF2-40B4-BE49-F238E27FC236}">
                <a16:creationId xmlns:a16="http://schemas.microsoft.com/office/drawing/2014/main" id="{A39EB890-CAAE-0AFB-A9F7-5A42E93222B8}"/>
              </a:ext>
            </a:extLst>
          </p:cNvPr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76" name="Grupo 775">
              <a:extLst>
                <a:ext uri="{FF2B5EF4-FFF2-40B4-BE49-F238E27FC236}">
                  <a16:creationId xmlns:a16="http://schemas.microsoft.com/office/drawing/2014/main" id="{7778E44F-BC8C-7724-D8D7-FBB35EA34DA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97" name="Rectángulo: esquinas redondeadas 796">
                <a:extLst>
                  <a:ext uri="{FF2B5EF4-FFF2-40B4-BE49-F238E27FC236}">
                    <a16:creationId xmlns:a16="http://schemas.microsoft.com/office/drawing/2014/main" id="{9C69E954-2BA1-8ACB-F939-7467325F1EB1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98" name="Grupo 797">
                <a:extLst>
                  <a:ext uri="{FF2B5EF4-FFF2-40B4-BE49-F238E27FC236}">
                    <a16:creationId xmlns:a16="http://schemas.microsoft.com/office/drawing/2014/main" id="{F804A305-E9DE-1B43-B769-A41364DCB69A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99" name="Diagrama de flujo: operación manual 798">
                  <a:extLst>
                    <a:ext uri="{FF2B5EF4-FFF2-40B4-BE49-F238E27FC236}">
                      <a16:creationId xmlns:a16="http://schemas.microsoft.com/office/drawing/2014/main" id="{10FCF33A-6E57-2D51-1D8B-648A7EFA7B82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0" name="Rectángulo: esquinas redondeadas 799">
                  <a:extLst>
                    <a:ext uri="{FF2B5EF4-FFF2-40B4-BE49-F238E27FC236}">
                      <a16:creationId xmlns:a16="http://schemas.microsoft.com/office/drawing/2014/main" id="{9B186150-2BE1-CF6A-CAB9-1B075E73F55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77" name="Grupo 776">
              <a:extLst>
                <a:ext uri="{FF2B5EF4-FFF2-40B4-BE49-F238E27FC236}">
                  <a16:creationId xmlns:a16="http://schemas.microsoft.com/office/drawing/2014/main" id="{A8224CC6-71C8-5C82-8E9E-E81EB66BFBCF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778" name="Grupo 777">
                <a:extLst>
                  <a:ext uri="{FF2B5EF4-FFF2-40B4-BE49-F238E27FC236}">
                    <a16:creationId xmlns:a16="http://schemas.microsoft.com/office/drawing/2014/main" id="{A7086CF7-81DB-0495-A17D-A95A63FD9B64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95" name="Rectángulo 794">
                  <a:extLst>
                    <a:ext uri="{FF2B5EF4-FFF2-40B4-BE49-F238E27FC236}">
                      <a16:creationId xmlns:a16="http://schemas.microsoft.com/office/drawing/2014/main" id="{763A482B-E57E-F3BF-ED91-52EA7E71859F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6" name="Elipse 795">
                  <a:extLst>
                    <a:ext uri="{FF2B5EF4-FFF2-40B4-BE49-F238E27FC236}">
                      <a16:creationId xmlns:a16="http://schemas.microsoft.com/office/drawing/2014/main" id="{2051B9D6-8C0F-C93D-8EA0-C4D2B414D49B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79" name="Grupo 778">
                <a:extLst>
                  <a:ext uri="{FF2B5EF4-FFF2-40B4-BE49-F238E27FC236}">
                    <a16:creationId xmlns:a16="http://schemas.microsoft.com/office/drawing/2014/main" id="{81184B97-23C7-5CCD-2D40-428AD616DBD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92" name="Elipse 791">
                  <a:extLst>
                    <a:ext uri="{FF2B5EF4-FFF2-40B4-BE49-F238E27FC236}">
                      <a16:creationId xmlns:a16="http://schemas.microsoft.com/office/drawing/2014/main" id="{432BD7BA-C01B-954A-B62A-40A9407C14F8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3" name="Rectángulo 792">
                  <a:extLst>
                    <a:ext uri="{FF2B5EF4-FFF2-40B4-BE49-F238E27FC236}">
                      <a16:creationId xmlns:a16="http://schemas.microsoft.com/office/drawing/2014/main" id="{3B54E9DD-17C9-2B31-8779-FE96A4CD835E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4" name="Rectángulo 793">
                  <a:extLst>
                    <a:ext uri="{FF2B5EF4-FFF2-40B4-BE49-F238E27FC236}">
                      <a16:creationId xmlns:a16="http://schemas.microsoft.com/office/drawing/2014/main" id="{54742B61-6329-1AFE-5626-B6A7F2AD91CF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0" name="Grupo 779">
                <a:extLst>
                  <a:ext uri="{FF2B5EF4-FFF2-40B4-BE49-F238E27FC236}">
                    <a16:creationId xmlns:a16="http://schemas.microsoft.com/office/drawing/2014/main" id="{D1D83498-E9CF-C915-1760-C59DB0E43A5D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89" name="Elipse 788">
                  <a:extLst>
                    <a:ext uri="{FF2B5EF4-FFF2-40B4-BE49-F238E27FC236}">
                      <a16:creationId xmlns:a16="http://schemas.microsoft.com/office/drawing/2014/main" id="{0C198597-B5B0-7CB1-CDA1-6769EDA88703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0" name="Rectángulo 789">
                  <a:extLst>
                    <a:ext uri="{FF2B5EF4-FFF2-40B4-BE49-F238E27FC236}">
                      <a16:creationId xmlns:a16="http://schemas.microsoft.com/office/drawing/2014/main" id="{F7CFD691-FA15-1466-6CAC-688B0D1FE442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1" name="Rectángulo 790">
                  <a:extLst>
                    <a:ext uri="{FF2B5EF4-FFF2-40B4-BE49-F238E27FC236}">
                      <a16:creationId xmlns:a16="http://schemas.microsoft.com/office/drawing/2014/main" id="{6A3ABF5E-75FE-5F2E-AE35-99D98C0B6B3C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781" name="Grupo 780">
                <a:extLst>
                  <a:ext uri="{FF2B5EF4-FFF2-40B4-BE49-F238E27FC236}">
                    <a16:creationId xmlns:a16="http://schemas.microsoft.com/office/drawing/2014/main" id="{70EA9740-FAA5-FA28-08CC-F9DAE4A01F3E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786" name="Elipse 785">
                  <a:extLst>
                    <a:ext uri="{FF2B5EF4-FFF2-40B4-BE49-F238E27FC236}">
                      <a16:creationId xmlns:a16="http://schemas.microsoft.com/office/drawing/2014/main" id="{98C5BE3C-1D07-6454-4C01-3CFF78C0C150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7" name="Rectángulo 786">
                  <a:extLst>
                    <a:ext uri="{FF2B5EF4-FFF2-40B4-BE49-F238E27FC236}">
                      <a16:creationId xmlns:a16="http://schemas.microsoft.com/office/drawing/2014/main" id="{6C0D95FD-71D7-6332-42A0-E161B260AAC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8" name="Rectángulo 787">
                  <a:extLst>
                    <a:ext uri="{FF2B5EF4-FFF2-40B4-BE49-F238E27FC236}">
                      <a16:creationId xmlns:a16="http://schemas.microsoft.com/office/drawing/2014/main" id="{F7991C06-3653-07F6-2852-1A304B279EAC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782" name="Grupo 781">
                <a:extLst>
                  <a:ext uri="{FF2B5EF4-FFF2-40B4-BE49-F238E27FC236}">
                    <a16:creationId xmlns:a16="http://schemas.microsoft.com/office/drawing/2014/main" id="{0C34ED1A-6BA9-4955-F8A0-4A74F191208C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83" name="Elipse 782">
                  <a:extLst>
                    <a:ext uri="{FF2B5EF4-FFF2-40B4-BE49-F238E27FC236}">
                      <a16:creationId xmlns:a16="http://schemas.microsoft.com/office/drawing/2014/main" id="{2D9F3319-5237-FE52-7A76-949101FB22D7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4" name="Rectángulo 783">
                  <a:extLst>
                    <a:ext uri="{FF2B5EF4-FFF2-40B4-BE49-F238E27FC236}">
                      <a16:creationId xmlns:a16="http://schemas.microsoft.com/office/drawing/2014/main" id="{E83FDCEE-4CB5-592C-9CC8-26BD83A0E0AE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5" name="Rectángulo 784">
                  <a:extLst>
                    <a:ext uri="{FF2B5EF4-FFF2-40B4-BE49-F238E27FC236}">
                      <a16:creationId xmlns:a16="http://schemas.microsoft.com/office/drawing/2014/main" id="{3D2CF809-33A1-79BB-44E1-77FF9E1B9558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801" name="Grupo 800">
            <a:extLst>
              <a:ext uri="{FF2B5EF4-FFF2-40B4-BE49-F238E27FC236}">
                <a16:creationId xmlns:a16="http://schemas.microsoft.com/office/drawing/2014/main" id="{3F935BE8-0A8F-E724-1569-636E9D9C0263}"/>
              </a:ext>
            </a:extLst>
          </p:cNvPr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802" name="Marco 801">
              <a:extLst>
                <a:ext uri="{FF2B5EF4-FFF2-40B4-BE49-F238E27FC236}">
                  <a16:creationId xmlns:a16="http://schemas.microsoft.com/office/drawing/2014/main" id="{4B593FE4-A1BB-255E-DDD8-D0CCF30F71FF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803" name="Marco 802">
              <a:extLst>
                <a:ext uri="{FF2B5EF4-FFF2-40B4-BE49-F238E27FC236}">
                  <a16:creationId xmlns:a16="http://schemas.microsoft.com/office/drawing/2014/main" id="{B7B267C3-765A-16CF-26F7-112FE86C326A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804" name="Grupo 803">
              <a:extLst>
                <a:ext uri="{FF2B5EF4-FFF2-40B4-BE49-F238E27FC236}">
                  <a16:creationId xmlns:a16="http://schemas.microsoft.com/office/drawing/2014/main" id="{14F2D644-22E4-21DD-AD56-2B33ED57FF35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19" name="Grupo 818">
                <a:extLst>
                  <a:ext uri="{FF2B5EF4-FFF2-40B4-BE49-F238E27FC236}">
                    <a16:creationId xmlns:a16="http://schemas.microsoft.com/office/drawing/2014/main" id="{6CA86354-42EC-B915-876E-883AB3007971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23" name="Grupo 822">
                  <a:extLst>
                    <a:ext uri="{FF2B5EF4-FFF2-40B4-BE49-F238E27FC236}">
                      <a16:creationId xmlns:a16="http://schemas.microsoft.com/office/drawing/2014/main" id="{62B6B906-D889-72F5-3833-F3F5B1EAF90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31" name="Rectángulo 830">
                    <a:extLst>
                      <a:ext uri="{FF2B5EF4-FFF2-40B4-BE49-F238E27FC236}">
                        <a16:creationId xmlns:a16="http://schemas.microsoft.com/office/drawing/2014/main" id="{5E8CBF88-9F61-D0B1-5E3F-48D2FD45C429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832" name="Rectángulo 831">
                    <a:extLst>
                      <a:ext uri="{FF2B5EF4-FFF2-40B4-BE49-F238E27FC236}">
                        <a16:creationId xmlns:a16="http://schemas.microsoft.com/office/drawing/2014/main" id="{A45675CF-0132-414E-AF63-5A8A704EA277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824" name="Grupo 823">
                  <a:extLst>
                    <a:ext uri="{FF2B5EF4-FFF2-40B4-BE49-F238E27FC236}">
                      <a16:creationId xmlns:a16="http://schemas.microsoft.com/office/drawing/2014/main" id="{143616B2-6D58-A401-6890-A54E16C68E23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25" name="Grupo 824">
                    <a:extLst>
                      <a:ext uri="{FF2B5EF4-FFF2-40B4-BE49-F238E27FC236}">
                        <a16:creationId xmlns:a16="http://schemas.microsoft.com/office/drawing/2014/main" id="{A7EEA96C-1076-192C-07CA-ACB802A9D0C0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9" name="Rectángulo 828">
                      <a:extLst>
                        <a:ext uri="{FF2B5EF4-FFF2-40B4-BE49-F238E27FC236}">
                          <a16:creationId xmlns:a16="http://schemas.microsoft.com/office/drawing/2014/main" id="{B9498202-1965-94E9-E595-8A21D64D67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30" name="Rectángulo 829">
                      <a:extLst>
                        <a:ext uri="{FF2B5EF4-FFF2-40B4-BE49-F238E27FC236}">
                          <a16:creationId xmlns:a16="http://schemas.microsoft.com/office/drawing/2014/main" id="{C5D3B9D9-6B16-A37E-D721-8FB94A9D4A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26" name="Grupo 825">
                    <a:extLst>
                      <a:ext uri="{FF2B5EF4-FFF2-40B4-BE49-F238E27FC236}">
                        <a16:creationId xmlns:a16="http://schemas.microsoft.com/office/drawing/2014/main" id="{F0A2028A-E576-9358-A7C3-FC3B0280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27" name="Rectángulo 826">
                      <a:extLst>
                        <a:ext uri="{FF2B5EF4-FFF2-40B4-BE49-F238E27FC236}">
                          <a16:creationId xmlns:a16="http://schemas.microsoft.com/office/drawing/2014/main" id="{CE368E18-0FE8-2ABB-52E0-E0EF6E76C2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28" name="Rectángulo 827">
                      <a:extLst>
                        <a:ext uri="{FF2B5EF4-FFF2-40B4-BE49-F238E27FC236}">
                          <a16:creationId xmlns:a16="http://schemas.microsoft.com/office/drawing/2014/main" id="{BA914D88-7005-CD62-0A9E-C1B1672E00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820" name="Grupo 819">
                <a:extLst>
                  <a:ext uri="{FF2B5EF4-FFF2-40B4-BE49-F238E27FC236}">
                    <a16:creationId xmlns:a16="http://schemas.microsoft.com/office/drawing/2014/main" id="{BAE77403-78EB-ED7B-8302-6A96AAA34ED1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21" name="Diagrama de flujo: operación manual 820">
                  <a:extLst>
                    <a:ext uri="{FF2B5EF4-FFF2-40B4-BE49-F238E27FC236}">
                      <a16:creationId xmlns:a16="http://schemas.microsoft.com/office/drawing/2014/main" id="{4947EA54-2C5D-9BB6-1E49-E3CD2D32E55F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2" name="Diagrama de flujo: operación manual 821">
                  <a:extLst>
                    <a:ext uri="{FF2B5EF4-FFF2-40B4-BE49-F238E27FC236}">
                      <a16:creationId xmlns:a16="http://schemas.microsoft.com/office/drawing/2014/main" id="{004E75D5-F46F-AAC8-BA47-971A23CEE61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805" name="Grupo 804">
              <a:extLst>
                <a:ext uri="{FF2B5EF4-FFF2-40B4-BE49-F238E27FC236}">
                  <a16:creationId xmlns:a16="http://schemas.microsoft.com/office/drawing/2014/main" id="{AC2F5377-89FD-6C6B-C7FD-BFBDC5AB5D57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16" name="Rectángulo 815">
                <a:extLst>
                  <a:ext uri="{FF2B5EF4-FFF2-40B4-BE49-F238E27FC236}">
                    <a16:creationId xmlns:a16="http://schemas.microsoft.com/office/drawing/2014/main" id="{721AA252-EE4E-9190-9567-7566C3D91C00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7" name="Rectángulo 816">
                <a:extLst>
                  <a:ext uri="{FF2B5EF4-FFF2-40B4-BE49-F238E27FC236}">
                    <a16:creationId xmlns:a16="http://schemas.microsoft.com/office/drawing/2014/main" id="{35972D2C-36DA-DEFB-6E23-C7C255386AC4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18" name="Rectángulo 817">
                <a:extLst>
                  <a:ext uri="{FF2B5EF4-FFF2-40B4-BE49-F238E27FC236}">
                    <a16:creationId xmlns:a16="http://schemas.microsoft.com/office/drawing/2014/main" id="{7AD61E09-2E41-68CF-63E9-7491D2A676B7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806" name="Rectángulo 805">
              <a:extLst>
                <a:ext uri="{FF2B5EF4-FFF2-40B4-BE49-F238E27FC236}">
                  <a16:creationId xmlns:a16="http://schemas.microsoft.com/office/drawing/2014/main" id="{3343DCBC-9ECD-DAE7-DE65-7B409ACED6B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807" name="Grupo 806">
              <a:extLst>
                <a:ext uri="{FF2B5EF4-FFF2-40B4-BE49-F238E27FC236}">
                  <a16:creationId xmlns:a16="http://schemas.microsoft.com/office/drawing/2014/main" id="{8AACFAC4-B956-DAFD-3926-D489EA24D40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12" name="Grupo 811">
                <a:extLst>
                  <a:ext uri="{FF2B5EF4-FFF2-40B4-BE49-F238E27FC236}">
                    <a16:creationId xmlns:a16="http://schemas.microsoft.com/office/drawing/2014/main" id="{0D380744-BEED-1CC8-9F4A-64B2D8691249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814" name="Rectángulo 813">
                  <a:extLst>
                    <a:ext uri="{FF2B5EF4-FFF2-40B4-BE49-F238E27FC236}">
                      <a16:creationId xmlns:a16="http://schemas.microsoft.com/office/drawing/2014/main" id="{F4144AB9-1B6F-DC93-99BE-30000CC11C6D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5" name="Rectángulo 814">
                  <a:extLst>
                    <a:ext uri="{FF2B5EF4-FFF2-40B4-BE49-F238E27FC236}">
                      <a16:creationId xmlns:a16="http://schemas.microsoft.com/office/drawing/2014/main" id="{1E602F86-CE94-826C-87A1-F0694FC68FCA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813" name="Rectángulo 812">
                <a:extLst>
                  <a:ext uri="{FF2B5EF4-FFF2-40B4-BE49-F238E27FC236}">
                    <a16:creationId xmlns:a16="http://schemas.microsoft.com/office/drawing/2014/main" id="{7A359832-A07A-8CF2-910C-3D85DEC9655D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808" name="Grupo 807">
              <a:extLst>
                <a:ext uri="{FF2B5EF4-FFF2-40B4-BE49-F238E27FC236}">
                  <a16:creationId xmlns:a16="http://schemas.microsoft.com/office/drawing/2014/main" id="{5B2BFE62-AC99-25CB-D481-7016E81BA33F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09" name="Rectángulo 808">
                <a:extLst>
                  <a:ext uri="{FF2B5EF4-FFF2-40B4-BE49-F238E27FC236}">
                    <a16:creationId xmlns:a16="http://schemas.microsoft.com/office/drawing/2014/main" id="{FE06417E-D992-8E89-DF94-9BFD58EA97B1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0" name="Rectángulo 809">
                <a:extLst>
                  <a:ext uri="{FF2B5EF4-FFF2-40B4-BE49-F238E27FC236}">
                    <a16:creationId xmlns:a16="http://schemas.microsoft.com/office/drawing/2014/main" id="{A3D4E41C-4A29-A664-AF36-52EF403267A4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1" name="Rectángulo 810">
                <a:extLst>
                  <a:ext uri="{FF2B5EF4-FFF2-40B4-BE49-F238E27FC236}">
                    <a16:creationId xmlns:a16="http://schemas.microsoft.com/office/drawing/2014/main" id="{E64173E1-7948-8EBA-7654-5DF814325735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833" name="Elipse 832">
            <a:extLst>
              <a:ext uri="{FF2B5EF4-FFF2-40B4-BE49-F238E27FC236}">
                <a16:creationId xmlns:a16="http://schemas.microsoft.com/office/drawing/2014/main" id="{E96D54F9-E4DE-8E56-822B-4484E14496B9}"/>
              </a:ext>
            </a:extLst>
          </p:cNvPr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4" name="Elipse 833">
            <a:extLst>
              <a:ext uri="{FF2B5EF4-FFF2-40B4-BE49-F238E27FC236}">
                <a16:creationId xmlns:a16="http://schemas.microsoft.com/office/drawing/2014/main" id="{24671791-0593-6B74-1A11-B9A8354192D7}"/>
              </a:ext>
            </a:extLst>
          </p:cNvPr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5" name="Elipse 834">
            <a:extLst>
              <a:ext uri="{FF2B5EF4-FFF2-40B4-BE49-F238E27FC236}">
                <a16:creationId xmlns:a16="http://schemas.microsoft.com/office/drawing/2014/main" id="{8AB69E58-C552-00CF-452D-751D04BD512F}"/>
              </a:ext>
            </a:extLst>
          </p:cNvPr>
          <p:cNvSpPr/>
          <p:nvPr/>
        </p:nvSpPr>
        <p:spPr>
          <a:xfrm>
            <a:off x="9937166" y="1316515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6" name="Subtítulo 2">
            <a:extLst>
              <a:ext uri="{FF2B5EF4-FFF2-40B4-BE49-F238E27FC236}">
                <a16:creationId xmlns:a16="http://schemas.microsoft.com/office/drawing/2014/main" id="{F517F990-3E11-10C6-E231-11FB912BBC32}"/>
              </a:ext>
            </a:extLst>
          </p:cNvPr>
          <p:cNvSpPr txBox="1">
            <a:spLocks/>
          </p:cNvSpPr>
          <p:nvPr/>
        </p:nvSpPr>
        <p:spPr>
          <a:xfrm>
            <a:off x="10324686" y="1207020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S3</a:t>
            </a:r>
          </a:p>
        </p:txBody>
      </p:sp>
      <p:sp>
        <p:nvSpPr>
          <p:cNvPr id="837" name="Elipse 836">
            <a:extLst>
              <a:ext uri="{FF2B5EF4-FFF2-40B4-BE49-F238E27FC236}">
                <a16:creationId xmlns:a16="http://schemas.microsoft.com/office/drawing/2014/main" id="{FCFB4AEF-1ADF-5CC5-582C-224CD9D8EAA4}"/>
              </a:ext>
            </a:extLst>
          </p:cNvPr>
          <p:cNvSpPr/>
          <p:nvPr/>
        </p:nvSpPr>
        <p:spPr>
          <a:xfrm rot="5400000">
            <a:off x="7660195" y="2395873"/>
            <a:ext cx="72000" cy="72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8" name="Elipse 837">
            <a:extLst>
              <a:ext uri="{FF2B5EF4-FFF2-40B4-BE49-F238E27FC236}">
                <a16:creationId xmlns:a16="http://schemas.microsoft.com/office/drawing/2014/main" id="{33D2CC24-A3B6-00F4-9717-651063A7C19B}"/>
              </a:ext>
            </a:extLst>
          </p:cNvPr>
          <p:cNvSpPr/>
          <p:nvPr/>
        </p:nvSpPr>
        <p:spPr>
          <a:xfrm rot="5400000">
            <a:off x="7987462" y="2036330"/>
            <a:ext cx="72000" cy="72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9" name="Elipse 838">
            <a:extLst>
              <a:ext uri="{FF2B5EF4-FFF2-40B4-BE49-F238E27FC236}">
                <a16:creationId xmlns:a16="http://schemas.microsoft.com/office/drawing/2014/main" id="{97B13F10-5BA1-DC3A-BA1D-F0621E7C4CAB}"/>
              </a:ext>
            </a:extLst>
          </p:cNvPr>
          <p:cNvSpPr/>
          <p:nvPr/>
        </p:nvSpPr>
        <p:spPr>
          <a:xfrm>
            <a:off x="9945871" y="1772909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40" name="Subtítulo 2">
            <a:extLst>
              <a:ext uri="{FF2B5EF4-FFF2-40B4-BE49-F238E27FC236}">
                <a16:creationId xmlns:a16="http://schemas.microsoft.com/office/drawing/2014/main" id="{DB8B74B2-847A-D57E-C161-ACC38BDF76F4}"/>
              </a:ext>
            </a:extLst>
          </p:cNvPr>
          <p:cNvSpPr txBox="1">
            <a:spLocks/>
          </p:cNvSpPr>
          <p:nvPr/>
        </p:nvSpPr>
        <p:spPr>
          <a:xfrm>
            <a:off x="10333391" y="1663414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S4</a:t>
            </a:r>
          </a:p>
        </p:txBody>
      </p:sp>
      <p:sp>
        <p:nvSpPr>
          <p:cNvPr id="913" name="Elipse 912">
            <a:extLst>
              <a:ext uri="{FF2B5EF4-FFF2-40B4-BE49-F238E27FC236}">
                <a16:creationId xmlns:a16="http://schemas.microsoft.com/office/drawing/2014/main" id="{A7F09F1E-EF6E-3728-7F4F-623367DD675B}"/>
              </a:ext>
            </a:extLst>
          </p:cNvPr>
          <p:cNvSpPr/>
          <p:nvPr/>
        </p:nvSpPr>
        <p:spPr>
          <a:xfrm>
            <a:off x="9954322" y="2593506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14" name="Subtítulo 2">
            <a:extLst>
              <a:ext uri="{FF2B5EF4-FFF2-40B4-BE49-F238E27FC236}">
                <a16:creationId xmlns:a16="http://schemas.microsoft.com/office/drawing/2014/main" id="{5733BF5A-15F8-09B7-AE73-F02B678BC6E5}"/>
              </a:ext>
            </a:extLst>
          </p:cNvPr>
          <p:cNvSpPr txBox="1">
            <a:spLocks/>
          </p:cNvSpPr>
          <p:nvPr/>
        </p:nvSpPr>
        <p:spPr>
          <a:xfrm>
            <a:off x="10341842" y="2484011"/>
            <a:ext cx="1724695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S7</a:t>
            </a:r>
          </a:p>
        </p:txBody>
      </p:sp>
      <p:grpSp>
        <p:nvGrpSpPr>
          <p:cNvPr id="915" name="Grupo 914">
            <a:extLst>
              <a:ext uri="{FF2B5EF4-FFF2-40B4-BE49-F238E27FC236}">
                <a16:creationId xmlns:a16="http://schemas.microsoft.com/office/drawing/2014/main" id="{7641BBC0-63D0-AB1E-376D-27B0D7157486}"/>
              </a:ext>
            </a:extLst>
          </p:cNvPr>
          <p:cNvGrpSpPr/>
          <p:nvPr/>
        </p:nvGrpSpPr>
        <p:grpSpPr>
          <a:xfrm rot="21597357" flipH="1" flipV="1">
            <a:off x="8635304" y="2794995"/>
            <a:ext cx="2288079" cy="2013940"/>
            <a:chOff x="5734796" y="1871886"/>
            <a:chExt cx="2288079" cy="2013940"/>
          </a:xfrm>
          <a:noFill/>
        </p:grpSpPr>
        <p:grpSp>
          <p:nvGrpSpPr>
            <p:cNvPr id="916" name="Grupo 915">
              <a:extLst>
                <a:ext uri="{FF2B5EF4-FFF2-40B4-BE49-F238E27FC236}">
                  <a16:creationId xmlns:a16="http://schemas.microsoft.com/office/drawing/2014/main" id="{876EAB0D-206A-C446-6F6A-9E68AF485FF9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grpFill/>
          </p:grpSpPr>
          <p:grpSp>
            <p:nvGrpSpPr>
              <p:cNvPr id="918" name="Grupo 917">
                <a:extLst>
                  <a:ext uri="{FF2B5EF4-FFF2-40B4-BE49-F238E27FC236}">
                    <a16:creationId xmlns:a16="http://schemas.microsoft.com/office/drawing/2014/main" id="{886CA8CF-F0B8-EAFE-8653-69A797DC9CC7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920" name="Elipse 919">
                  <a:extLst>
                    <a:ext uri="{FF2B5EF4-FFF2-40B4-BE49-F238E27FC236}">
                      <a16:creationId xmlns:a16="http://schemas.microsoft.com/office/drawing/2014/main" id="{F3E2AE57-DDF3-0966-3DE5-E06DF058C62D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1" name="Diagrama de flujo: operación manual 920">
                  <a:extLst>
                    <a:ext uri="{FF2B5EF4-FFF2-40B4-BE49-F238E27FC236}">
                      <a16:creationId xmlns:a16="http://schemas.microsoft.com/office/drawing/2014/main" id="{50E306DB-EE3A-2EF7-2008-56B33DA4B0B3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919" name="Elipse 918">
                <a:extLst>
                  <a:ext uri="{FF2B5EF4-FFF2-40B4-BE49-F238E27FC236}">
                    <a16:creationId xmlns:a16="http://schemas.microsoft.com/office/drawing/2014/main" id="{BACA6583-AE26-A917-2B7A-C0208C13478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17" name="Diagrama de flujo: operación manual 916">
              <a:extLst>
                <a:ext uri="{FF2B5EF4-FFF2-40B4-BE49-F238E27FC236}">
                  <a16:creationId xmlns:a16="http://schemas.microsoft.com/office/drawing/2014/main" id="{3DA31CB4-9572-235C-5D0F-2D9AFC3A6E0B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1081" name="Grupo 1080">
            <a:extLst>
              <a:ext uri="{FF2B5EF4-FFF2-40B4-BE49-F238E27FC236}">
                <a16:creationId xmlns:a16="http://schemas.microsoft.com/office/drawing/2014/main" id="{8613C8BE-00BA-E46D-458B-02E72169ED6C}"/>
              </a:ext>
            </a:extLst>
          </p:cNvPr>
          <p:cNvGrpSpPr/>
          <p:nvPr/>
        </p:nvGrpSpPr>
        <p:grpSpPr>
          <a:xfrm>
            <a:off x="4792231" y="667732"/>
            <a:ext cx="5832222" cy="2899427"/>
            <a:chOff x="4792231" y="667732"/>
            <a:chExt cx="5832222" cy="2899427"/>
          </a:xfrm>
        </p:grpSpPr>
        <p:grpSp>
          <p:nvGrpSpPr>
            <p:cNvPr id="1005" name="Grupo 1004">
              <a:extLst>
                <a:ext uri="{FF2B5EF4-FFF2-40B4-BE49-F238E27FC236}">
                  <a16:creationId xmlns:a16="http://schemas.microsoft.com/office/drawing/2014/main" id="{7E4C2A27-E137-9AC0-2E63-80CE7173522A}"/>
                </a:ext>
              </a:extLst>
            </p:cNvPr>
            <p:cNvGrpSpPr/>
            <p:nvPr/>
          </p:nvGrpSpPr>
          <p:grpSpPr>
            <a:xfrm>
              <a:off x="4792231" y="1526452"/>
              <a:ext cx="3167906" cy="2040707"/>
              <a:chOff x="4792231" y="1526452"/>
              <a:chExt cx="3167906" cy="2040707"/>
            </a:xfrm>
          </p:grpSpPr>
          <p:grpSp>
            <p:nvGrpSpPr>
              <p:cNvPr id="1004" name="Grupo 1003">
                <a:extLst>
                  <a:ext uri="{FF2B5EF4-FFF2-40B4-BE49-F238E27FC236}">
                    <a16:creationId xmlns:a16="http://schemas.microsoft.com/office/drawing/2014/main" id="{DC924667-5D27-41E4-5E67-ECA7532AD7D6}"/>
                  </a:ext>
                </a:extLst>
              </p:cNvPr>
              <p:cNvGrpSpPr/>
              <p:nvPr/>
            </p:nvGrpSpPr>
            <p:grpSpPr>
              <a:xfrm>
                <a:off x="4792231" y="2257838"/>
                <a:ext cx="2313739" cy="1309321"/>
                <a:chOff x="4792231" y="2257838"/>
                <a:chExt cx="2313739" cy="1309321"/>
              </a:xfrm>
            </p:grpSpPr>
            <p:grpSp>
              <p:nvGrpSpPr>
                <p:cNvPr id="854" name="Grupo 853">
                  <a:extLst>
                    <a:ext uri="{FF2B5EF4-FFF2-40B4-BE49-F238E27FC236}">
                      <a16:creationId xmlns:a16="http://schemas.microsoft.com/office/drawing/2014/main" id="{8EB67329-46BF-3700-7759-658F0BCA2BAE}"/>
                    </a:ext>
                  </a:extLst>
                </p:cNvPr>
                <p:cNvGrpSpPr/>
                <p:nvPr/>
              </p:nvGrpSpPr>
              <p:grpSpPr>
                <a:xfrm rot="2751436">
                  <a:off x="5354793" y="1889928"/>
                  <a:ext cx="566675" cy="1691800"/>
                  <a:chOff x="2374194" y="2848341"/>
                  <a:chExt cx="685443" cy="2067229"/>
                </a:xfrm>
              </p:grpSpPr>
              <p:grpSp>
                <p:nvGrpSpPr>
                  <p:cNvPr id="855" name="Grupo 854">
                    <a:extLst>
                      <a:ext uri="{FF2B5EF4-FFF2-40B4-BE49-F238E27FC236}">
                        <a16:creationId xmlns:a16="http://schemas.microsoft.com/office/drawing/2014/main" id="{361DA476-6DBC-5610-6694-0AF5DB1A5179}"/>
                      </a:ext>
                    </a:extLst>
                  </p:cNvPr>
                  <p:cNvGrpSpPr/>
                  <p:nvPr/>
                </p:nvGrpSpPr>
                <p:grpSpPr>
                  <a:xfrm>
                    <a:off x="2716948" y="3859120"/>
                    <a:ext cx="342689" cy="1056450"/>
                    <a:chOff x="5808395" y="3718253"/>
                    <a:chExt cx="276758" cy="836445"/>
                  </a:xfrm>
                </p:grpSpPr>
                <p:grpSp>
                  <p:nvGrpSpPr>
                    <p:cNvPr id="862" name="Grupo 861">
                      <a:extLst>
                        <a:ext uri="{FF2B5EF4-FFF2-40B4-BE49-F238E27FC236}">
                          <a16:creationId xmlns:a16="http://schemas.microsoft.com/office/drawing/2014/main" id="{324FFB59-F8AC-7D5C-C868-107A9F4DE1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395" y="3718253"/>
                      <a:ext cx="184852" cy="473941"/>
                      <a:chOff x="6165845" y="3717239"/>
                      <a:chExt cx="184852" cy="473941"/>
                    </a:xfrm>
                  </p:grpSpPr>
                  <p:sp>
                    <p:nvSpPr>
                      <p:cNvPr id="865" name="Rectángulo: esquinas redondeadas 864">
                        <a:extLst>
                          <a:ext uri="{FF2B5EF4-FFF2-40B4-BE49-F238E27FC236}">
                            <a16:creationId xmlns:a16="http://schemas.microsoft.com/office/drawing/2014/main" id="{1B38A9C1-B204-BC2F-77EA-722D3E6C872E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845" y="3717239"/>
                        <a:ext cx="184852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66" name="Rectángulo: esquinas redondeadas 865">
                        <a:extLst>
                          <a:ext uri="{FF2B5EF4-FFF2-40B4-BE49-F238E27FC236}">
                            <a16:creationId xmlns:a16="http://schemas.microsoft.com/office/drawing/2014/main" id="{A8C09095-9EC0-747F-6CDF-775CC4C2856A}"/>
                          </a:ext>
                        </a:extLst>
                      </p:cNvPr>
                      <p:cNvSpPr/>
                      <p:nvPr/>
                    </p:nvSpPr>
                    <p:spPr>
                      <a:xfrm rot="622646" flipH="1">
                        <a:off x="6207873" y="3795106"/>
                        <a:ext cx="46037" cy="203887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863" name="Rectángulo 862">
                      <a:extLst>
                        <a:ext uri="{FF2B5EF4-FFF2-40B4-BE49-F238E27FC236}">
                          <a16:creationId xmlns:a16="http://schemas.microsoft.com/office/drawing/2014/main" id="{C5E5D33A-583B-28A9-4F11-6B54A10C5F91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64" name="Rectángulo 863">
                      <a:extLst>
                        <a:ext uri="{FF2B5EF4-FFF2-40B4-BE49-F238E27FC236}">
                          <a16:creationId xmlns:a16="http://schemas.microsoft.com/office/drawing/2014/main" id="{BBB82A62-8751-273A-06C8-BA0FB9B60583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56" name="Grupo 855">
                    <a:extLst>
                      <a:ext uri="{FF2B5EF4-FFF2-40B4-BE49-F238E27FC236}">
                        <a16:creationId xmlns:a16="http://schemas.microsoft.com/office/drawing/2014/main" id="{57559A35-22EC-8E90-EF9E-1AF519DDACA7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2374194" y="2848341"/>
                    <a:ext cx="341888" cy="1051388"/>
                    <a:chOff x="5809042" y="3722261"/>
                    <a:chExt cx="276111" cy="832437"/>
                  </a:xfrm>
                  <a:noFill/>
                </p:grpSpPr>
                <p:grpSp>
                  <p:nvGrpSpPr>
                    <p:cNvPr id="857" name="Grupo 856">
                      <a:extLst>
                        <a:ext uri="{FF2B5EF4-FFF2-40B4-BE49-F238E27FC236}">
                          <a16:creationId xmlns:a16="http://schemas.microsoft.com/office/drawing/2014/main" id="{31271C57-1257-47EF-DB8A-203C59DF10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860" name="Rectángulo: esquinas redondeadas 859">
                        <a:extLst>
                          <a:ext uri="{FF2B5EF4-FFF2-40B4-BE49-F238E27FC236}">
                            <a16:creationId xmlns:a16="http://schemas.microsoft.com/office/drawing/2014/main" id="{54D9EDD3-3CE2-DA86-415F-32171CF06353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61" name="Rectángulo: esquinas redondeadas 860">
                        <a:extLst>
                          <a:ext uri="{FF2B5EF4-FFF2-40B4-BE49-F238E27FC236}">
                            <a16:creationId xmlns:a16="http://schemas.microsoft.com/office/drawing/2014/main" id="{F73D1033-D2D0-1BBC-886C-8381BF91C5D7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858" name="Rectángulo 857">
                      <a:extLst>
                        <a:ext uri="{FF2B5EF4-FFF2-40B4-BE49-F238E27FC236}">
                          <a16:creationId xmlns:a16="http://schemas.microsoft.com/office/drawing/2014/main" id="{3B36E284-015C-5FE1-D659-04FFF8C3A92A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859" name="Rectángulo 858">
                      <a:extLst>
                        <a:ext uri="{FF2B5EF4-FFF2-40B4-BE49-F238E27FC236}">
                          <a16:creationId xmlns:a16="http://schemas.microsoft.com/office/drawing/2014/main" id="{9F0C438F-0560-791F-BC52-6C76AEF28E68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922" name="Grupo 921">
                  <a:extLst>
                    <a:ext uri="{FF2B5EF4-FFF2-40B4-BE49-F238E27FC236}">
                      <a16:creationId xmlns:a16="http://schemas.microsoft.com/office/drawing/2014/main" id="{57E1758B-85FE-EC43-7239-578E388A05EE}"/>
                    </a:ext>
                  </a:extLst>
                </p:cNvPr>
                <p:cNvGrpSpPr/>
                <p:nvPr/>
              </p:nvGrpSpPr>
              <p:grpSpPr>
                <a:xfrm>
                  <a:off x="5334971" y="2257838"/>
                  <a:ext cx="1770999" cy="1309321"/>
                  <a:chOff x="5334971" y="2257838"/>
                  <a:chExt cx="1770999" cy="1309321"/>
                </a:xfrm>
              </p:grpSpPr>
              <p:grpSp>
                <p:nvGrpSpPr>
                  <p:cNvPr id="841" name="Grupo 840">
                    <a:extLst>
                      <a:ext uri="{FF2B5EF4-FFF2-40B4-BE49-F238E27FC236}">
                        <a16:creationId xmlns:a16="http://schemas.microsoft.com/office/drawing/2014/main" id="{D9DDC6D9-73DE-E959-9F4C-F5B0D4EB5F5B}"/>
                      </a:ext>
                    </a:extLst>
                  </p:cNvPr>
                  <p:cNvGrpSpPr/>
                  <p:nvPr/>
                </p:nvGrpSpPr>
                <p:grpSpPr>
                  <a:xfrm rot="2751436">
                    <a:off x="5900601" y="2440263"/>
                    <a:ext cx="561266" cy="1692526"/>
                    <a:chOff x="3254442" y="2847789"/>
                    <a:chExt cx="678900" cy="2068116"/>
                  </a:xfrm>
                </p:grpSpPr>
                <p:grpSp>
                  <p:nvGrpSpPr>
                    <p:cNvPr id="842" name="Grupo 841">
                      <a:extLst>
                        <a:ext uri="{FF2B5EF4-FFF2-40B4-BE49-F238E27FC236}">
                          <a16:creationId xmlns:a16="http://schemas.microsoft.com/office/drawing/2014/main" id="{4919ED69-D5ED-209F-DEEB-3A039F9C5B34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</p:grpSpPr>
                  <p:grpSp>
                    <p:nvGrpSpPr>
                      <p:cNvPr id="849" name="Grupo 848">
                        <a:extLst>
                          <a:ext uri="{FF2B5EF4-FFF2-40B4-BE49-F238E27FC236}">
                            <a16:creationId xmlns:a16="http://schemas.microsoft.com/office/drawing/2014/main" id="{3890B03B-E776-70DC-1152-45F3E7943FB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</p:grpSpPr>
                    <p:sp>
                      <p:nvSpPr>
                        <p:cNvPr id="852" name="Rectángulo: esquinas redondeadas 851">
                          <a:extLst>
                            <a:ext uri="{FF2B5EF4-FFF2-40B4-BE49-F238E27FC236}">
                              <a16:creationId xmlns:a16="http://schemas.microsoft.com/office/drawing/2014/main" id="{3B3700F9-100C-7F2B-773A-2DA56AA9E7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53" name="Rectángulo: esquinas redondeadas 852">
                          <a:extLst>
                            <a:ext uri="{FF2B5EF4-FFF2-40B4-BE49-F238E27FC236}">
                              <a16:creationId xmlns:a16="http://schemas.microsoft.com/office/drawing/2014/main" id="{DF71C5E9-0414-3C06-E8FB-326A0A70F8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solidFill>
                          <a:schemeClr val="bg1"/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850" name="Rectángulo 849">
                        <a:extLst>
                          <a:ext uri="{FF2B5EF4-FFF2-40B4-BE49-F238E27FC236}">
                            <a16:creationId xmlns:a16="http://schemas.microsoft.com/office/drawing/2014/main" id="{2523DA7C-FA11-FC50-4253-9A815BBBA92B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51" name="Rectángulo 850">
                        <a:extLst>
                          <a:ext uri="{FF2B5EF4-FFF2-40B4-BE49-F238E27FC236}">
                            <a16:creationId xmlns:a16="http://schemas.microsoft.com/office/drawing/2014/main" id="{8C4F1E82-D799-E441-FAC6-661626BA70B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843" name="Grupo 842">
                      <a:extLst>
                        <a:ext uri="{FF2B5EF4-FFF2-40B4-BE49-F238E27FC236}">
                          <a16:creationId xmlns:a16="http://schemas.microsoft.com/office/drawing/2014/main" id="{7232DB06-1880-278D-BE96-C3517799FB19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noFill/>
                  </p:grpSpPr>
                  <p:grpSp>
                    <p:nvGrpSpPr>
                      <p:cNvPr id="844" name="Grupo 843">
                        <a:extLst>
                          <a:ext uri="{FF2B5EF4-FFF2-40B4-BE49-F238E27FC236}">
                            <a16:creationId xmlns:a16="http://schemas.microsoft.com/office/drawing/2014/main" id="{E8E49B0E-5137-E143-3231-50DC76EDBCB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847" name="Rectángulo: esquinas redondeadas 846">
                          <a:extLst>
                            <a:ext uri="{FF2B5EF4-FFF2-40B4-BE49-F238E27FC236}">
                              <a16:creationId xmlns:a16="http://schemas.microsoft.com/office/drawing/2014/main" id="{2CA194D1-8345-ABC0-0B02-D88075957F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848" name="Rectángulo: esquinas redondeadas 847">
                          <a:extLst>
                            <a:ext uri="{FF2B5EF4-FFF2-40B4-BE49-F238E27FC236}">
                              <a16:creationId xmlns:a16="http://schemas.microsoft.com/office/drawing/2014/main" id="{936CD3CA-3BD1-A4A3-736C-47D2CA78EB2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845" name="Rectángulo 844">
                        <a:extLst>
                          <a:ext uri="{FF2B5EF4-FFF2-40B4-BE49-F238E27FC236}">
                            <a16:creationId xmlns:a16="http://schemas.microsoft.com/office/drawing/2014/main" id="{8DCE7112-1614-A621-45A8-A8DB678AFF65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846" name="Rectángulo 845">
                        <a:extLst>
                          <a:ext uri="{FF2B5EF4-FFF2-40B4-BE49-F238E27FC236}">
                            <a16:creationId xmlns:a16="http://schemas.microsoft.com/office/drawing/2014/main" id="{6237AF90-8141-438B-9343-6B8D9E9970A8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867" name="Grupo 866">
                    <a:extLst>
                      <a:ext uri="{FF2B5EF4-FFF2-40B4-BE49-F238E27FC236}">
                        <a16:creationId xmlns:a16="http://schemas.microsoft.com/office/drawing/2014/main" id="{EF8369D1-7579-337D-9CD7-6F0C0EDDA214}"/>
                      </a:ext>
                    </a:extLst>
                  </p:cNvPr>
                  <p:cNvGrpSpPr/>
                  <p:nvPr/>
                </p:nvGrpSpPr>
                <p:grpSpPr>
                  <a:xfrm rot="2751436">
                    <a:off x="5846250" y="1794943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868" name="Grupo 867">
                      <a:extLst>
                        <a:ext uri="{FF2B5EF4-FFF2-40B4-BE49-F238E27FC236}">
                          <a16:creationId xmlns:a16="http://schemas.microsoft.com/office/drawing/2014/main" id="{2DBA7776-9C9A-DB1E-5C8C-038AB6BC1F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870" name="Grupo 869">
                        <a:extLst>
                          <a:ext uri="{FF2B5EF4-FFF2-40B4-BE49-F238E27FC236}">
                            <a16:creationId xmlns:a16="http://schemas.microsoft.com/office/drawing/2014/main" id="{729E40D2-BA2F-D20F-0A3A-BF33637142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p:grpSpPr>
                    <p:sp>
                      <p:nvSpPr>
                        <p:cNvPr id="885" name="Elipse 884">
                          <a:extLst>
                            <a:ext uri="{FF2B5EF4-FFF2-40B4-BE49-F238E27FC236}">
                              <a16:creationId xmlns:a16="http://schemas.microsoft.com/office/drawing/2014/main" id="{637232DF-BE17-2B70-3C4B-B8AB61D18A7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886" name="Grupo 885">
                          <a:extLst>
                            <a:ext uri="{FF2B5EF4-FFF2-40B4-BE49-F238E27FC236}">
                              <a16:creationId xmlns:a16="http://schemas.microsoft.com/office/drawing/2014/main" id="{51C6636B-40BE-557A-4BF2-33530A3BE6A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887" name="Rectángulo 886">
                            <a:extLst>
                              <a:ext uri="{FF2B5EF4-FFF2-40B4-BE49-F238E27FC236}">
                                <a16:creationId xmlns:a16="http://schemas.microsoft.com/office/drawing/2014/main" id="{AEF80D92-AB5F-3103-D67B-748B069D7C9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88" name="Rectángulo 887">
                            <a:extLst>
                              <a:ext uri="{FF2B5EF4-FFF2-40B4-BE49-F238E27FC236}">
                                <a16:creationId xmlns:a16="http://schemas.microsoft.com/office/drawing/2014/main" id="{1493D0B3-A2A3-BD1F-2B3D-28CB4357F0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871" name="Grupo 870">
                        <a:extLst>
                          <a:ext uri="{FF2B5EF4-FFF2-40B4-BE49-F238E27FC236}">
                            <a16:creationId xmlns:a16="http://schemas.microsoft.com/office/drawing/2014/main" id="{37EA1586-238D-47FE-D3A2-0BB614B4167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872" name="Grupo 871">
                          <a:extLst>
                            <a:ext uri="{FF2B5EF4-FFF2-40B4-BE49-F238E27FC236}">
                              <a16:creationId xmlns:a16="http://schemas.microsoft.com/office/drawing/2014/main" id="{E81F671D-DED7-2010-6F68-16D5A539DDE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877" name="Grupo 876">
                            <a:extLst>
                              <a:ext uri="{FF2B5EF4-FFF2-40B4-BE49-F238E27FC236}">
                                <a16:creationId xmlns:a16="http://schemas.microsoft.com/office/drawing/2014/main" id="{D57331C4-319C-5E53-91D5-C4F79E16588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882" name="Rectángulo 881">
                              <a:extLst>
                                <a:ext uri="{FF2B5EF4-FFF2-40B4-BE49-F238E27FC236}">
                                  <a16:creationId xmlns:a16="http://schemas.microsoft.com/office/drawing/2014/main" id="{8C6A9630-D134-7392-572B-CE2E93F2C6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883" name="Rectángulo 882">
                              <a:extLst>
                                <a:ext uri="{FF2B5EF4-FFF2-40B4-BE49-F238E27FC236}">
                                  <a16:creationId xmlns:a16="http://schemas.microsoft.com/office/drawing/2014/main" id="{761C7C54-E275-953E-57D9-B6A606AB00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884" name="Marco 883">
                              <a:extLst>
                                <a:ext uri="{FF2B5EF4-FFF2-40B4-BE49-F238E27FC236}">
                                  <a16:creationId xmlns:a16="http://schemas.microsoft.com/office/drawing/2014/main" id="{49436C43-E95B-32A6-80C4-9718EEE8F99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878" name="Grupo 877">
                            <a:extLst>
                              <a:ext uri="{FF2B5EF4-FFF2-40B4-BE49-F238E27FC236}">
                                <a16:creationId xmlns:a16="http://schemas.microsoft.com/office/drawing/2014/main" id="{1BC6CDDB-1E83-9BCC-FE1A-68CF008AC75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879" name="Rectángulo 878">
                              <a:extLst>
                                <a:ext uri="{FF2B5EF4-FFF2-40B4-BE49-F238E27FC236}">
                                  <a16:creationId xmlns:a16="http://schemas.microsoft.com/office/drawing/2014/main" id="{E227108F-B0A6-CAE3-161C-0334925C9FA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880" name="Rectángulo 879">
                              <a:extLst>
                                <a:ext uri="{FF2B5EF4-FFF2-40B4-BE49-F238E27FC236}">
                                  <a16:creationId xmlns:a16="http://schemas.microsoft.com/office/drawing/2014/main" id="{2FF8C2F9-4976-1E2D-F80B-DD004C56BB6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881" name="Rectángulo 880">
                              <a:extLst>
                                <a:ext uri="{FF2B5EF4-FFF2-40B4-BE49-F238E27FC236}">
                                  <a16:creationId xmlns:a16="http://schemas.microsoft.com/office/drawing/2014/main" id="{055E6257-0991-7F2B-B458-5E7B362E2F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873" name="Grupo 872">
                          <a:extLst>
                            <a:ext uri="{FF2B5EF4-FFF2-40B4-BE49-F238E27FC236}">
                              <a16:creationId xmlns:a16="http://schemas.microsoft.com/office/drawing/2014/main" id="{2D9A4E33-73DF-423E-98C9-B95CFF40D7C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874" name="Rectángulo 873">
                            <a:extLst>
                              <a:ext uri="{FF2B5EF4-FFF2-40B4-BE49-F238E27FC236}">
                                <a16:creationId xmlns:a16="http://schemas.microsoft.com/office/drawing/2014/main" id="{C4A12EA1-BF97-EA99-0FF9-44D90C129BC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875" name="Rectángulo 874">
                            <a:extLst>
                              <a:ext uri="{FF2B5EF4-FFF2-40B4-BE49-F238E27FC236}">
                                <a16:creationId xmlns:a16="http://schemas.microsoft.com/office/drawing/2014/main" id="{CD1FF0B8-D2CE-D960-8FB2-384A107237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876" name="Rectángulo 875">
                            <a:extLst>
                              <a:ext uri="{FF2B5EF4-FFF2-40B4-BE49-F238E27FC236}">
                                <a16:creationId xmlns:a16="http://schemas.microsoft.com/office/drawing/2014/main" id="{BE746120-F626-C2D8-EDE4-E16295F683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869" name="Rectángulo 868">
                      <a:extLst>
                        <a:ext uri="{FF2B5EF4-FFF2-40B4-BE49-F238E27FC236}">
                          <a16:creationId xmlns:a16="http://schemas.microsoft.com/office/drawing/2014/main" id="{A03D4235-CED9-01E1-4DC0-BEBDB0A9A7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pattFill prst="wdDnDiag">
                      <a:fgClr>
                        <a:schemeClr val="bg1"/>
                      </a:fgClr>
                      <a:bgClr>
                        <a:schemeClr val="bg1">
                          <a:lumMod val="65000"/>
                        </a:schemeClr>
                      </a:bgClr>
                    </a:patt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889" name="Grupo 888">
                    <a:extLst>
                      <a:ext uri="{FF2B5EF4-FFF2-40B4-BE49-F238E27FC236}">
                        <a16:creationId xmlns:a16="http://schemas.microsoft.com/office/drawing/2014/main" id="{05E8A3BC-C02D-A2C8-25CE-9DDF2E1BA795}"/>
                      </a:ext>
                    </a:extLst>
                  </p:cNvPr>
                  <p:cNvGrpSpPr/>
                  <p:nvPr/>
                </p:nvGrpSpPr>
                <p:grpSpPr>
                  <a:xfrm rot="2751436">
                    <a:off x="5329270" y="3100883"/>
                    <a:ext cx="796736" cy="112283"/>
                    <a:chOff x="2676060" y="4093308"/>
                    <a:chExt cx="963722" cy="137200"/>
                  </a:xfrm>
                </p:grpSpPr>
                <p:sp>
                  <p:nvSpPr>
                    <p:cNvPr id="890" name="Rectángulo 889">
                      <a:extLst>
                        <a:ext uri="{FF2B5EF4-FFF2-40B4-BE49-F238E27FC236}">
                          <a16:creationId xmlns:a16="http://schemas.microsoft.com/office/drawing/2014/main" id="{E6C2FF31-114B-796A-F420-6B1F0E035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891" name="Grupo 890">
                      <a:extLst>
                        <a:ext uri="{FF2B5EF4-FFF2-40B4-BE49-F238E27FC236}">
                          <a16:creationId xmlns:a16="http://schemas.microsoft.com/office/drawing/2014/main" id="{7F2725B3-561B-530C-2B5C-5495D239F4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</p:grpSpPr>
                  <p:grpSp>
                    <p:nvGrpSpPr>
                      <p:cNvPr id="892" name="Grupo 891">
                        <a:extLst>
                          <a:ext uri="{FF2B5EF4-FFF2-40B4-BE49-F238E27FC236}">
                            <a16:creationId xmlns:a16="http://schemas.microsoft.com/office/drawing/2014/main" id="{B7278BDC-C4C4-43CA-97D5-76DAFDBC10E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</p:grpSpPr>
                    <p:sp>
                      <p:nvSpPr>
                        <p:cNvPr id="894" name="Rectángulo 893">
                          <a:extLst>
                            <a:ext uri="{FF2B5EF4-FFF2-40B4-BE49-F238E27FC236}">
                              <a16:creationId xmlns:a16="http://schemas.microsoft.com/office/drawing/2014/main" id="{4AD962AE-D26E-773E-B320-2ABDB974A6F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895" name="Elipse 894">
                          <a:extLst>
                            <a:ext uri="{FF2B5EF4-FFF2-40B4-BE49-F238E27FC236}">
                              <a16:creationId xmlns:a16="http://schemas.microsoft.com/office/drawing/2014/main" id="{0699BA9D-01C6-340F-8402-5CF07DB401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896" name="Elipse 895">
                          <a:extLst>
                            <a:ext uri="{FF2B5EF4-FFF2-40B4-BE49-F238E27FC236}">
                              <a16:creationId xmlns:a16="http://schemas.microsoft.com/office/drawing/2014/main" id="{C9D24C8D-8F6A-8FB8-FED4-7739B459518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893" name="Rectángulo 892">
                        <a:extLst>
                          <a:ext uri="{FF2B5EF4-FFF2-40B4-BE49-F238E27FC236}">
                            <a16:creationId xmlns:a16="http://schemas.microsoft.com/office/drawing/2014/main" id="{4D0417F7-BB54-C999-61DA-31E4A4915A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sp>
                <p:nvSpPr>
                  <p:cNvPr id="897" name="Elipse 896">
                    <a:extLst>
                      <a:ext uri="{FF2B5EF4-FFF2-40B4-BE49-F238E27FC236}">
                        <a16:creationId xmlns:a16="http://schemas.microsoft.com/office/drawing/2014/main" id="{618F8B50-9EBC-14F7-5004-DEC3F4464515}"/>
                      </a:ext>
                    </a:extLst>
                  </p:cNvPr>
                  <p:cNvSpPr/>
                  <p:nvPr/>
                </p:nvSpPr>
                <p:spPr>
                  <a:xfrm rot="2751436">
                    <a:off x="6297301" y="2488136"/>
                    <a:ext cx="110557" cy="111634"/>
                  </a:xfrm>
                  <a:prstGeom prst="ellipse">
                    <a:avLst/>
                  </a:pr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  <p:grpSp>
            <p:nvGrpSpPr>
              <p:cNvPr id="898" name="Grupo 897">
                <a:extLst>
                  <a:ext uri="{FF2B5EF4-FFF2-40B4-BE49-F238E27FC236}">
                    <a16:creationId xmlns:a16="http://schemas.microsoft.com/office/drawing/2014/main" id="{A2C35F7C-60AC-B297-BFED-2AFD6E57B157}"/>
                  </a:ext>
                </a:extLst>
              </p:cNvPr>
              <p:cNvGrpSpPr/>
              <p:nvPr/>
            </p:nvGrpSpPr>
            <p:grpSpPr>
              <a:xfrm>
                <a:off x="6641702" y="1526452"/>
                <a:ext cx="1318435" cy="1266043"/>
                <a:chOff x="6641702" y="1526452"/>
                <a:chExt cx="1318435" cy="1266043"/>
              </a:xfrm>
            </p:grpSpPr>
            <p:grpSp>
              <p:nvGrpSpPr>
                <p:cNvPr id="899" name="Grupo 898">
                  <a:extLst>
                    <a:ext uri="{FF2B5EF4-FFF2-40B4-BE49-F238E27FC236}">
                      <a16:creationId xmlns:a16="http://schemas.microsoft.com/office/drawing/2014/main" id="{4ECD905E-E6AF-BFB2-E1EA-1CDF36A4769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</p:grpSpPr>
              <p:grpSp>
                <p:nvGrpSpPr>
                  <p:cNvPr id="901" name="Grupo 900">
                    <a:extLst>
                      <a:ext uri="{FF2B5EF4-FFF2-40B4-BE49-F238E27FC236}">
                        <a16:creationId xmlns:a16="http://schemas.microsoft.com/office/drawing/2014/main" id="{EEB4F93E-B597-5BA1-57B7-186A3882F712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</p:grpSpPr>
                <p:grpSp>
                  <p:nvGrpSpPr>
                    <p:cNvPr id="903" name="Grupo 902">
                      <a:extLst>
                        <a:ext uri="{FF2B5EF4-FFF2-40B4-BE49-F238E27FC236}">
                          <a16:creationId xmlns:a16="http://schemas.microsoft.com/office/drawing/2014/main" id="{A4A7F015-9A42-DD42-A005-DE971363D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</p:grpSpPr>
                  <p:grpSp>
                    <p:nvGrpSpPr>
                      <p:cNvPr id="905" name="Grupo 904">
                        <a:extLst>
                          <a:ext uri="{FF2B5EF4-FFF2-40B4-BE49-F238E27FC236}">
                            <a16:creationId xmlns:a16="http://schemas.microsoft.com/office/drawing/2014/main" id="{AE93767B-3D16-E47A-F419-C0548B07E1A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</p:grpSpPr>
                    <p:grpSp>
                      <p:nvGrpSpPr>
                        <p:cNvPr id="907" name="Grupo 906">
                          <a:extLst>
                            <a:ext uri="{FF2B5EF4-FFF2-40B4-BE49-F238E27FC236}">
                              <a16:creationId xmlns:a16="http://schemas.microsoft.com/office/drawing/2014/main" id="{A6A9F1B6-6914-6E3E-6C7A-C1475A2329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solidFill>
                          <a:schemeClr val="bg1">
                            <a:lumMod val="65000"/>
                          </a:schemeClr>
                        </a:solidFill>
                      </p:grpSpPr>
                      <p:grpSp>
                        <p:nvGrpSpPr>
                          <p:cNvPr id="909" name="Grupo 908">
                            <a:extLst>
                              <a:ext uri="{FF2B5EF4-FFF2-40B4-BE49-F238E27FC236}">
                                <a16:creationId xmlns:a16="http://schemas.microsoft.com/office/drawing/2014/main" id="{48A15460-2B13-25D5-BE7C-33F439AE295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911" name="Elipse 910">
                              <a:extLst>
                                <a:ext uri="{FF2B5EF4-FFF2-40B4-BE49-F238E27FC236}">
                                  <a16:creationId xmlns:a16="http://schemas.microsoft.com/office/drawing/2014/main" id="{0CE69D44-D18C-5322-8E40-20B252D8AA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912" name="Diagrama de flujo: operación manual 911">
                              <a:extLst>
                                <a:ext uri="{FF2B5EF4-FFF2-40B4-BE49-F238E27FC236}">
                                  <a16:creationId xmlns:a16="http://schemas.microsoft.com/office/drawing/2014/main" id="{7170E10A-FCE2-E30A-9609-2F3B39FD5F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910" name="Elipse 909">
                            <a:extLst>
                              <a:ext uri="{FF2B5EF4-FFF2-40B4-BE49-F238E27FC236}">
                                <a16:creationId xmlns:a16="http://schemas.microsoft.com/office/drawing/2014/main" id="{8A16BDBB-88E8-EFE1-A970-D97329771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908" name="Diagrama de flujo: operación manual 907">
                          <a:extLst>
                            <a:ext uri="{FF2B5EF4-FFF2-40B4-BE49-F238E27FC236}">
                              <a16:creationId xmlns:a16="http://schemas.microsoft.com/office/drawing/2014/main" id="{D22AD5A4-5CE3-3887-14AC-653A2C5A6D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 w="19050"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906" name="Elipse 905">
                        <a:extLst>
                          <a:ext uri="{FF2B5EF4-FFF2-40B4-BE49-F238E27FC236}">
                            <a16:creationId xmlns:a16="http://schemas.microsoft.com/office/drawing/2014/main" id="{F6A362AF-DEDA-0437-E00B-E0C5E5C30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904" name="Elipse 903">
                      <a:extLst>
                        <a:ext uri="{FF2B5EF4-FFF2-40B4-BE49-F238E27FC236}">
                          <a16:creationId xmlns:a16="http://schemas.microsoft.com/office/drawing/2014/main" id="{AD260F28-9049-B9B1-7951-DB8F3F79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902" name="Elipse 901">
                    <a:extLst>
                      <a:ext uri="{FF2B5EF4-FFF2-40B4-BE49-F238E27FC236}">
                        <a16:creationId xmlns:a16="http://schemas.microsoft.com/office/drawing/2014/main" id="{8E70C639-CEC4-72ED-DEFC-7BE52CC6FBB1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900" name="Elipse 899">
                  <a:extLst>
                    <a:ext uri="{FF2B5EF4-FFF2-40B4-BE49-F238E27FC236}">
                      <a16:creationId xmlns:a16="http://schemas.microsoft.com/office/drawing/2014/main" id="{663C2139-1C74-F536-6879-50576C60A161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1006" name="Grupo 1005">
              <a:extLst>
                <a:ext uri="{FF2B5EF4-FFF2-40B4-BE49-F238E27FC236}">
                  <a16:creationId xmlns:a16="http://schemas.microsoft.com/office/drawing/2014/main" id="{BE97153A-722C-0BAE-096F-5400493CA3C1}"/>
                </a:ext>
              </a:extLst>
            </p:cNvPr>
            <p:cNvGrpSpPr/>
            <p:nvPr/>
          </p:nvGrpSpPr>
          <p:grpSpPr>
            <a:xfrm flipH="1" flipV="1">
              <a:off x="7456547" y="667732"/>
              <a:ext cx="3167906" cy="2040707"/>
              <a:chOff x="4792231" y="1526452"/>
              <a:chExt cx="3167906" cy="2040707"/>
            </a:xfrm>
            <a:noFill/>
          </p:grpSpPr>
          <p:grpSp>
            <p:nvGrpSpPr>
              <p:cNvPr id="1007" name="Grupo 1006">
                <a:extLst>
                  <a:ext uri="{FF2B5EF4-FFF2-40B4-BE49-F238E27FC236}">
                    <a16:creationId xmlns:a16="http://schemas.microsoft.com/office/drawing/2014/main" id="{2039B918-CB3A-1463-8A27-24C2566AF800}"/>
                  </a:ext>
                </a:extLst>
              </p:cNvPr>
              <p:cNvGrpSpPr/>
              <p:nvPr/>
            </p:nvGrpSpPr>
            <p:grpSpPr>
              <a:xfrm>
                <a:off x="4792231" y="2257838"/>
                <a:ext cx="2313739" cy="1309321"/>
                <a:chOff x="4792231" y="2257838"/>
                <a:chExt cx="2313739" cy="1309321"/>
              </a:xfrm>
              <a:grpFill/>
            </p:grpSpPr>
            <p:grpSp>
              <p:nvGrpSpPr>
                <p:cNvPr id="1023" name="Grupo 1022">
                  <a:extLst>
                    <a:ext uri="{FF2B5EF4-FFF2-40B4-BE49-F238E27FC236}">
                      <a16:creationId xmlns:a16="http://schemas.microsoft.com/office/drawing/2014/main" id="{1C8E6D01-ED43-BF83-6DF3-F2CFF9FAE7A2}"/>
                    </a:ext>
                  </a:extLst>
                </p:cNvPr>
                <p:cNvGrpSpPr/>
                <p:nvPr/>
              </p:nvGrpSpPr>
              <p:grpSpPr>
                <a:xfrm rot="2751436">
                  <a:off x="5354793" y="1889928"/>
                  <a:ext cx="566675" cy="1691800"/>
                  <a:chOff x="2374194" y="2848341"/>
                  <a:chExt cx="685443" cy="2067229"/>
                </a:xfrm>
                <a:grpFill/>
              </p:grpSpPr>
              <p:grpSp>
                <p:nvGrpSpPr>
                  <p:cNvPr id="1069" name="Grupo 1068">
                    <a:extLst>
                      <a:ext uri="{FF2B5EF4-FFF2-40B4-BE49-F238E27FC236}">
                        <a16:creationId xmlns:a16="http://schemas.microsoft.com/office/drawing/2014/main" id="{0CD7B7CF-724D-9302-F116-58EC1DAACA4E}"/>
                      </a:ext>
                    </a:extLst>
                  </p:cNvPr>
                  <p:cNvGrpSpPr/>
                  <p:nvPr/>
                </p:nvGrpSpPr>
                <p:grpSpPr>
                  <a:xfrm>
                    <a:off x="2716948" y="3859120"/>
                    <a:ext cx="342689" cy="1056450"/>
                    <a:chOff x="5808395" y="3718253"/>
                    <a:chExt cx="276758" cy="836445"/>
                  </a:xfrm>
                  <a:grpFill/>
                </p:grpSpPr>
                <p:grpSp>
                  <p:nvGrpSpPr>
                    <p:cNvPr id="1076" name="Grupo 1075">
                      <a:extLst>
                        <a:ext uri="{FF2B5EF4-FFF2-40B4-BE49-F238E27FC236}">
                          <a16:creationId xmlns:a16="http://schemas.microsoft.com/office/drawing/2014/main" id="{4D0346FE-88E7-C4F2-78C5-9B0AE1D3B7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8395" y="3718253"/>
                      <a:ext cx="184852" cy="473941"/>
                      <a:chOff x="6165845" y="3717239"/>
                      <a:chExt cx="184852" cy="473941"/>
                    </a:xfrm>
                    <a:grpFill/>
                  </p:grpSpPr>
                  <p:sp>
                    <p:nvSpPr>
                      <p:cNvPr id="1079" name="Rectángulo: esquinas redondeadas 1078">
                        <a:extLst>
                          <a:ext uri="{FF2B5EF4-FFF2-40B4-BE49-F238E27FC236}">
                            <a16:creationId xmlns:a16="http://schemas.microsoft.com/office/drawing/2014/main" id="{247CD5C8-E228-74EB-0779-3D72E2797BAE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5845" y="3717239"/>
                        <a:ext cx="184852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80" name="Rectángulo: esquinas redondeadas 1079">
                        <a:extLst>
                          <a:ext uri="{FF2B5EF4-FFF2-40B4-BE49-F238E27FC236}">
                            <a16:creationId xmlns:a16="http://schemas.microsoft.com/office/drawing/2014/main" id="{B53D2CED-9D71-5DB2-202F-7416FEAF6351}"/>
                          </a:ext>
                        </a:extLst>
                      </p:cNvPr>
                      <p:cNvSpPr/>
                      <p:nvPr/>
                    </p:nvSpPr>
                    <p:spPr>
                      <a:xfrm rot="622646" flipH="1">
                        <a:off x="6207873" y="3795106"/>
                        <a:ext cx="46037" cy="203887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77" name="Rectángulo 1076">
                      <a:extLst>
                        <a:ext uri="{FF2B5EF4-FFF2-40B4-BE49-F238E27FC236}">
                          <a16:creationId xmlns:a16="http://schemas.microsoft.com/office/drawing/2014/main" id="{239A299A-F8E9-5AD9-7BCC-5DA4E451E57D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78" name="Rectángulo 1077">
                      <a:extLst>
                        <a:ext uri="{FF2B5EF4-FFF2-40B4-BE49-F238E27FC236}">
                          <a16:creationId xmlns:a16="http://schemas.microsoft.com/office/drawing/2014/main" id="{6D3D7C7E-6C50-12A8-0EF6-D3007F011ED0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70" name="Grupo 1069">
                    <a:extLst>
                      <a:ext uri="{FF2B5EF4-FFF2-40B4-BE49-F238E27FC236}">
                        <a16:creationId xmlns:a16="http://schemas.microsoft.com/office/drawing/2014/main" id="{AF01C272-B285-CE88-C2F4-9E678D6EA6DF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2374194" y="2848341"/>
                    <a:ext cx="341888" cy="1051388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1071" name="Grupo 1070">
                      <a:extLst>
                        <a:ext uri="{FF2B5EF4-FFF2-40B4-BE49-F238E27FC236}">
                          <a16:creationId xmlns:a16="http://schemas.microsoft.com/office/drawing/2014/main" id="{208555DE-3639-421E-83A9-C086BE4C9C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1074" name="Rectángulo: esquinas redondeadas 1073">
                        <a:extLst>
                          <a:ext uri="{FF2B5EF4-FFF2-40B4-BE49-F238E27FC236}">
                            <a16:creationId xmlns:a16="http://schemas.microsoft.com/office/drawing/2014/main" id="{051C67C0-AE7E-3289-B0A6-1E81B02C037E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75" name="Rectángulo: esquinas redondeadas 1074">
                        <a:extLst>
                          <a:ext uri="{FF2B5EF4-FFF2-40B4-BE49-F238E27FC236}">
                            <a16:creationId xmlns:a16="http://schemas.microsoft.com/office/drawing/2014/main" id="{12EBD33C-6CE7-1870-2526-E831790C0E9A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1072" name="Rectángulo 1071">
                      <a:extLst>
                        <a:ext uri="{FF2B5EF4-FFF2-40B4-BE49-F238E27FC236}">
                          <a16:creationId xmlns:a16="http://schemas.microsoft.com/office/drawing/2014/main" id="{A6D53EF2-0F1C-6BC0-8A62-5F07DA4BC3F3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73" name="Rectángulo 1072">
                      <a:extLst>
                        <a:ext uri="{FF2B5EF4-FFF2-40B4-BE49-F238E27FC236}">
                          <a16:creationId xmlns:a16="http://schemas.microsoft.com/office/drawing/2014/main" id="{990C5BB2-7A06-336A-93D6-1F310FC0350B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1024" name="Grupo 1023">
                  <a:extLst>
                    <a:ext uri="{FF2B5EF4-FFF2-40B4-BE49-F238E27FC236}">
                      <a16:creationId xmlns:a16="http://schemas.microsoft.com/office/drawing/2014/main" id="{59714871-395E-37E8-AF85-E32D8597CAC5}"/>
                    </a:ext>
                  </a:extLst>
                </p:cNvPr>
                <p:cNvGrpSpPr/>
                <p:nvPr/>
              </p:nvGrpSpPr>
              <p:grpSpPr>
                <a:xfrm>
                  <a:off x="5334971" y="2257838"/>
                  <a:ext cx="1770999" cy="1309321"/>
                  <a:chOff x="5334971" y="2257838"/>
                  <a:chExt cx="1770999" cy="1309321"/>
                </a:xfrm>
                <a:grpFill/>
              </p:grpSpPr>
              <p:grpSp>
                <p:nvGrpSpPr>
                  <p:cNvPr id="1025" name="Grupo 1024">
                    <a:extLst>
                      <a:ext uri="{FF2B5EF4-FFF2-40B4-BE49-F238E27FC236}">
                        <a16:creationId xmlns:a16="http://schemas.microsoft.com/office/drawing/2014/main" id="{270E1F6A-F641-655E-A10D-D8F1BF178D39}"/>
                      </a:ext>
                    </a:extLst>
                  </p:cNvPr>
                  <p:cNvGrpSpPr/>
                  <p:nvPr/>
                </p:nvGrpSpPr>
                <p:grpSpPr>
                  <a:xfrm rot="2751436">
                    <a:off x="5900601" y="2440263"/>
                    <a:ext cx="561266" cy="1692526"/>
                    <a:chOff x="3254442" y="2847789"/>
                    <a:chExt cx="678900" cy="2068116"/>
                  </a:xfrm>
                  <a:grpFill/>
                </p:grpSpPr>
                <p:grpSp>
                  <p:nvGrpSpPr>
                    <p:cNvPr id="1057" name="Grupo 1056">
                      <a:extLst>
                        <a:ext uri="{FF2B5EF4-FFF2-40B4-BE49-F238E27FC236}">
                          <a16:creationId xmlns:a16="http://schemas.microsoft.com/office/drawing/2014/main" id="{2E9C2786-F9C5-D199-CD27-BCBCA65EDF95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3254442" y="3860029"/>
                      <a:ext cx="342598" cy="1055876"/>
                      <a:chOff x="5808469" y="3718708"/>
                      <a:chExt cx="276684" cy="835990"/>
                    </a:xfrm>
                    <a:grpFill/>
                  </p:grpSpPr>
                  <p:grpSp>
                    <p:nvGrpSpPr>
                      <p:cNvPr id="1064" name="Grupo 1063">
                        <a:extLst>
                          <a:ext uri="{FF2B5EF4-FFF2-40B4-BE49-F238E27FC236}">
                            <a16:creationId xmlns:a16="http://schemas.microsoft.com/office/drawing/2014/main" id="{534FE7A5-39B6-93D2-CA91-F28090AA124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8469" y="3718708"/>
                        <a:ext cx="181848" cy="473941"/>
                        <a:chOff x="6165919" y="3717694"/>
                        <a:chExt cx="181848" cy="473941"/>
                      </a:xfrm>
                      <a:grpFill/>
                    </p:grpSpPr>
                    <p:sp>
                      <p:nvSpPr>
                        <p:cNvPr id="1067" name="Rectángulo: esquinas redondeadas 1066">
                          <a:extLst>
                            <a:ext uri="{FF2B5EF4-FFF2-40B4-BE49-F238E27FC236}">
                              <a16:creationId xmlns:a16="http://schemas.microsoft.com/office/drawing/2014/main" id="{77603159-656A-7608-4D48-8B49FE16B11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5919" y="3717694"/>
                          <a:ext cx="181848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68" name="Rectángulo: esquinas redondeadas 1067">
                          <a:extLst>
                            <a:ext uri="{FF2B5EF4-FFF2-40B4-BE49-F238E27FC236}">
                              <a16:creationId xmlns:a16="http://schemas.microsoft.com/office/drawing/2014/main" id="{07958C53-BA40-A3A8-3248-58DBC98E170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655801" flipH="1">
                          <a:off x="6207416" y="3774548"/>
                          <a:ext cx="49476" cy="223589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65" name="Rectángulo 1064">
                        <a:extLst>
                          <a:ext uri="{FF2B5EF4-FFF2-40B4-BE49-F238E27FC236}">
                            <a16:creationId xmlns:a16="http://schemas.microsoft.com/office/drawing/2014/main" id="{B36A966B-867E-3750-41C9-D25CEAD439F3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66" name="Rectángulo 1065">
                        <a:extLst>
                          <a:ext uri="{FF2B5EF4-FFF2-40B4-BE49-F238E27FC236}">
                            <a16:creationId xmlns:a16="http://schemas.microsoft.com/office/drawing/2014/main" id="{2D1FCF10-28EC-99FD-18B5-7537D5281DC1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058" name="Grupo 1057">
                      <a:extLst>
                        <a:ext uri="{FF2B5EF4-FFF2-40B4-BE49-F238E27FC236}">
                          <a16:creationId xmlns:a16="http://schemas.microsoft.com/office/drawing/2014/main" id="{473E0F9B-1782-A969-DF8E-44622B404E5E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3591454" y="2847789"/>
                      <a:ext cx="341888" cy="1051388"/>
                      <a:chOff x="5809042" y="3722261"/>
                      <a:chExt cx="276111" cy="832437"/>
                    </a:xfrm>
                    <a:grpFill/>
                  </p:grpSpPr>
                  <p:grpSp>
                    <p:nvGrpSpPr>
                      <p:cNvPr id="1059" name="Grupo 1058">
                        <a:extLst>
                          <a:ext uri="{FF2B5EF4-FFF2-40B4-BE49-F238E27FC236}">
                            <a16:creationId xmlns:a16="http://schemas.microsoft.com/office/drawing/2014/main" id="{4B5CBF5A-BA65-2598-00E5-876EA412EBF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042" y="3722261"/>
                        <a:ext cx="158346" cy="473941"/>
                        <a:chOff x="6166492" y="3721247"/>
                        <a:chExt cx="158346" cy="473941"/>
                      </a:xfrm>
                      <a:grpFill/>
                    </p:grpSpPr>
                    <p:sp>
                      <p:nvSpPr>
                        <p:cNvPr id="1062" name="Rectángulo: esquinas redondeadas 1061">
                          <a:extLst>
                            <a:ext uri="{FF2B5EF4-FFF2-40B4-BE49-F238E27FC236}">
                              <a16:creationId xmlns:a16="http://schemas.microsoft.com/office/drawing/2014/main" id="{6191A977-63A5-2125-0712-A8BCE79288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0522031">
                          <a:off x="6166492" y="3721247"/>
                          <a:ext cx="158346" cy="473941"/>
                        </a:xfrm>
                        <a:prstGeom prst="round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063" name="Rectángulo: esquinas redondeadas 1062">
                          <a:extLst>
                            <a:ext uri="{FF2B5EF4-FFF2-40B4-BE49-F238E27FC236}">
                              <a16:creationId xmlns:a16="http://schemas.microsoft.com/office/drawing/2014/main" id="{46AF3942-D315-1BFC-C96A-796BCAE03F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231950" flipH="1">
                          <a:off x="6202247" y="3774966"/>
                          <a:ext cx="45719" cy="216078"/>
                        </a:xfrm>
                        <a:prstGeom prst="roundRect">
                          <a:avLst>
                            <a:gd name="adj" fmla="val 40457"/>
                          </a:avLst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060" name="Rectángulo 1059">
                        <a:extLst>
                          <a:ext uri="{FF2B5EF4-FFF2-40B4-BE49-F238E27FC236}">
                            <a16:creationId xmlns:a16="http://schemas.microsoft.com/office/drawing/2014/main" id="{748E4651-1A68-B7FD-8D98-B547161EFA36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061" name="Rectángulo 1060">
                        <a:extLst>
                          <a:ext uri="{FF2B5EF4-FFF2-40B4-BE49-F238E27FC236}">
                            <a16:creationId xmlns:a16="http://schemas.microsoft.com/office/drawing/2014/main" id="{0E16A4AF-FD57-A9D9-B1B5-33C60D258C40}"/>
                          </a:ext>
                        </a:extLst>
                      </p:cNvPr>
                      <p:cNvSpPr/>
                      <p:nvPr/>
                    </p:nvSpPr>
                    <p:spPr>
                      <a:xfrm rot="20446603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1026" name="Grupo 1025">
                    <a:extLst>
                      <a:ext uri="{FF2B5EF4-FFF2-40B4-BE49-F238E27FC236}">
                        <a16:creationId xmlns:a16="http://schemas.microsoft.com/office/drawing/2014/main" id="{D5721F94-6409-612E-5221-BFB128A7C42E}"/>
                      </a:ext>
                    </a:extLst>
                  </p:cNvPr>
                  <p:cNvGrpSpPr/>
                  <p:nvPr/>
                </p:nvGrpSpPr>
                <p:grpSpPr>
                  <a:xfrm rot="2751436">
                    <a:off x="5846250" y="1794943"/>
                    <a:ext cx="796825" cy="1722615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1036" name="Grupo 1035">
                      <a:extLst>
                        <a:ext uri="{FF2B5EF4-FFF2-40B4-BE49-F238E27FC236}">
                          <a16:creationId xmlns:a16="http://schemas.microsoft.com/office/drawing/2014/main" id="{2FC13A54-66FF-229A-9736-012177C5C5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1038" name="Grupo 1037">
                        <a:extLst>
                          <a:ext uri="{FF2B5EF4-FFF2-40B4-BE49-F238E27FC236}">
                            <a16:creationId xmlns:a16="http://schemas.microsoft.com/office/drawing/2014/main" id="{B0E1A3BB-EB52-6032-B817-F0123BE2D44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1053" name="Elipse 1052">
                          <a:extLst>
                            <a:ext uri="{FF2B5EF4-FFF2-40B4-BE49-F238E27FC236}">
                              <a16:creationId xmlns:a16="http://schemas.microsoft.com/office/drawing/2014/main" id="{3842AA04-E056-DB24-1D25-E65F6889C3B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1054" name="Grupo 1053">
                          <a:extLst>
                            <a:ext uri="{FF2B5EF4-FFF2-40B4-BE49-F238E27FC236}">
                              <a16:creationId xmlns:a16="http://schemas.microsoft.com/office/drawing/2014/main" id="{B39284E2-CF0D-5CDF-E25A-9D1547A9473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1055" name="Rectángulo 1054">
                            <a:extLst>
                              <a:ext uri="{FF2B5EF4-FFF2-40B4-BE49-F238E27FC236}">
                                <a16:creationId xmlns:a16="http://schemas.microsoft.com/office/drawing/2014/main" id="{4D308E42-01E1-FD57-7168-5AD40FACBC3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56" name="Rectángulo 1055">
                            <a:extLst>
                              <a:ext uri="{FF2B5EF4-FFF2-40B4-BE49-F238E27FC236}">
                                <a16:creationId xmlns:a16="http://schemas.microsoft.com/office/drawing/2014/main" id="{5B3A3F55-0B24-C789-1B3D-EFDE48310B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039" name="Grupo 1038">
                        <a:extLst>
                          <a:ext uri="{FF2B5EF4-FFF2-40B4-BE49-F238E27FC236}">
                            <a16:creationId xmlns:a16="http://schemas.microsoft.com/office/drawing/2014/main" id="{3DF36989-3E7B-2FBB-EF0E-26B9C8797CB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1040" name="Grupo 1039">
                          <a:extLst>
                            <a:ext uri="{FF2B5EF4-FFF2-40B4-BE49-F238E27FC236}">
                              <a16:creationId xmlns:a16="http://schemas.microsoft.com/office/drawing/2014/main" id="{A08F8A73-D1F2-B056-0074-3BDFC9B106D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1045" name="Grupo 1044">
                            <a:extLst>
                              <a:ext uri="{FF2B5EF4-FFF2-40B4-BE49-F238E27FC236}">
                                <a16:creationId xmlns:a16="http://schemas.microsoft.com/office/drawing/2014/main" id="{183DAF81-791F-6680-917B-37566A67B75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1050" name="Rectángulo 1049">
                              <a:extLst>
                                <a:ext uri="{FF2B5EF4-FFF2-40B4-BE49-F238E27FC236}">
                                  <a16:creationId xmlns:a16="http://schemas.microsoft.com/office/drawing/2014/main" id="{4E87C900-A045-DA2D-52F6-41965C5FAD9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1051" name="Rectángulo 1050">
                              <a:extLst>
                                <a:ext uri="{FF2B5EF4-FFF2-40B4-BE49-F238E27FC236}">
                                  <a16:creationId xmlns:a16="http://schemas.microsoft.com/office/drawing/2014/main" id="{FFF88C65-2F08-9BA8-80E8-3BBBA4A015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52" name="Marco 1051">
                              <a:extLst>
                                <a:ext uri="{FF2B5EF4-FFF2-40B4-BE49-F238E27FC236}">
                                  <a16:creationId xmlns:a16="http://schemas.microsoft.com/office/drawing/2014/main" id="{FD773E4B-1EDD-60C2-532B-E1E9BE8849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046" name="Grupo 1045">
                            <a:extLst>
                              <a:ext uri="{FF2B5EF4-FFF2-40B4-BE49-F238E27FC236}">
                                <a16:creationId xmlns:a16="http://schemas.microsoft.com/office/drawing/2014/main" id="{DE7C7BFF-EF77-741A-090B-6774009C29E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1047" name="Rectángulo 1046">
                              <a:extLst>
                                <a:ext uri="{FF2B5EF4-FFF2-40B4-BE49-F238E27FC236}">
                                  <a16:creationId xmlns:a16="http://schemas.microsoft.com/office/drawing/2014/main" id="{B9E5C5F5-BBF2-FE32-A480-59B745F885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48" name="Rectángulo 1047">
                              <a:extLst>
                                <a:ext uri="{FF2B5EF4-FFF2-40B4-BE49-F238E27FC236}">
                                  <a16:creationId xmlns:a16="http://schemas.microsoft.com/office/drawing/2014/main" id="{C59463C3-D252-15B1-B7A2-93D2F119D7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49" name="Rectángulo 1048">
                              <a:extLst>
                                <a:ext uri="{FF2B5EF4-FFF2-40B4-BE49-F238E27FC236}">
                                  <a16:creationId xmlns:a16="http://schemas.microsoft.com/office/drawing/2014/main" id="{C8769DC8-7F6F-A537-8A1A-1CC7F8351E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041" name="Grupo 1040">
                          <a:extLst>
                            <a:ext uri="{FF2B5EF4-FFF2-40B4-BE49-F238E27FC236}">
                              <a16:creationId xmlns:a16="http://schemas.microsoft.com/office/drawing/2014/main" id="{14DBC88F-E318-EF90-5891-C1EC4E7B061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1042" name="Rectángulo 1041">
                            <a:extLst>
                              <a:ext uri="{FF2B5EF4-FFF2-40B4-BE49-F238E27FC236}">
                                <a16:creationId xmlns:a16="http://schemas.microsoft.com/office/drawing/2014/main" id="{0C9A88C3-1804-6935-F59D-5D67E0897F5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043" name="Rectángulo 1042">
                            <a:extLst>
                              <a:ext uri="{FF2B5EF4-FFF2-40B4-BE49-F238E27FC236}">
                                <a16:creationId xmlns:a16="http://schemas.microsoft.com/office/drawing/2014/main" id="{70C9AEE7-090E-29FF-D953-50533E661AC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044" name="Rectángulo 1043">
                            <a:extLst>
                              <a:ext uri="{FF2B5EF4-FFF2-40B4-BE49-F238E27FC236}">
                                <a16:creationId xmlns:a16="http://schemas.microsoft.com/office/drawing/2014/main" id="{307EFB12-0682-AF77-C32C-99F78FC3E1A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1037" name="Rectángulo 1036">
                      <a:extLst>
                        <a:ext uri="{FF2B5EF4-FFF2-40B4-BE49-F238E27FC236}">
                          <a16:creationId xmlns:a16="http://schemas.microsoft.com/office/drawing/2014/main" id="{D3945259-EF24-9734-5A1E-A8653451F0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027" name="Grupo 1026">
                    <a:extLst>
                      <a:ext uri="{FF2B5EF4-FFF2-40B4-BE49-F238E27FC236}">
                        <a16:creationId xmlns:a16="http://schemas.microsoft.com/office/drawing/2014/main" id="{24601D3C-4BDF-0F54-AE68-A404BFECBD3B}"/>
                      </a:ext>
                    </a:extLst>
                  </p:cNvPr>
                  <p:cNvGrpSpPr/>
                  <p:nvPr/>
                </p:nvGrpSpPr>
                <p:grpSpPr>
                  <a:xfrm rot="2751436">
                    <a:off x="5329270" y="3100883"/>
                    <a:ext cx="796736" cy="112283"/>
                    <a:chOff x="2676060" y="4093308"/>
                    <a:chExt cx="963722" cy="137200"/>
                  </a:xfrm>
                  <a:grpFill/>
                </p:grpSpPr>
                <p:sp>
                  <p:nvSpPr>
                    <p:cNvPr id="1029" name="Rectángulo 1028">
                      <a:extLst>
                        <a:ext uri="{FF2B5EF4-FFF2-40B4-BE49-F238E27FC236}">
                          <a16:creationId xmlns:a16="http://schemas.microsoft.com/office/drawing/2014/main" id="{EC296A18-0688-320F-97F9-2A711C7C1B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grpSp>
                  <p:nvGrpSpPr>
                    <p:cNvPr id="1030" name="Grupo 1029">
                      <a:extLst>
                        <a:ext uri="{FF2B5EF4-FFF2-40B4-BE49-F238E27FC236}">
                          <a16:creationId xmlns:a16="http://schemas.microsoft.com/office/drawing/2014/main" id="{4016663C-8A78-E061-79FC-E335339C5B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76060" y="4130453"/>
                      <a:ext cx="963722" cy="100055"/>
                      <a:chOff x="2676060" y="4130453"/>
                      <a:chExt cx="963722" cy="100055"/>
                    </a:xfrm>
                    <a:grpFill/>
                  </p:grpSpPr>
                  <p:grpSp>
                    <p:nvGrpSpPr>
                      <p:cNvPr id="1031" name="Grupo 1030">
                        <a:extLst>
                          <a:ext uri="{FF2B5EF4-FFF2-40B4-BE49-F238E27FC236}">
                            <a16:creationId xmlns:a16="http://schemas.microsoft.com/office/drawing/2014/main" id="{0C638B93-0FB2-2504-5A18-5F6A5235256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76060" y="4130453"/>
                        <a:ext cx="963722" cy="75413"/>
                        <a:chOff x="5775047" y="3892550"/>
                        <a:chExt cx="778309" cy="59708"/>
                      </a:xfrm>
                      <a:grpFill/>
                    </p:grpSpPr>
                    <p:sp>
                      <p:nvSpPr>
                        <p:cNvPr id="1033" name="Rectángulo 1032">
                          <a:extLst>
                            <a:ext uri="{FF2B5EF4-FFF2-40B4-BE49-F238E27FC236}">
                              <a16:creationId xmlns:a16="http://schemas.microsoft.com/office/drawing/2014/main" id="{A2EDB571-E80C-F72A-7188-FAB73CEA75B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34" name="Elipse 1033">
                          <a:extLst>
                            <a:ext uri="{FF2B5EF4-FFF2-40B4-BE49-F238E27FC236}">
                              <a16:creationId xmlns:a16="http://schemas.microsoft.com/office/drawing/2014/main" id="{789724A3-5AB8-F421-237A-90C6C733A3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035" name="Elipse 1034">
                          <a:extLst>
                            <a:ext uri="{FF2B5EF4-FFF2-40B4-BE49-F238E27FC236}">
                              <a16:creationId xmlns:a16="http://schemas.microsoft.com/office/drawing/2014/main" id="{744110AF-E8CF-AD88-80CD-42DCFC7879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32" name="Rectángulo 1031">
                        <a:extLst>
                          <a:ext uri="{FF2B5EF4-FFF2-40B4-BE49-F238E27FC236}">
                            <a16:creationId xmlns:a16="http://schemas.microsoft.com/office/drawing/2014/main" id="{052BE838-3FBC-A1F4-C957-13002902EF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sp>
                <p:nvSpPr>
                  <p:cNvPr id="1028" name="Elipse 1027">
                    <a:extLst>
                      <a:ext uri="{FF2B5EF4-FFF2-40B4-BE49-F238E27FC236}">
                        <a16:creationId xmlns:a16="http://schemas.microsoft.com/office/drawing/2014/main" id="{BAD848FF-F9D8-EFAD-2D5A-6C77D5E461FC}"/>
                      </a:ext>
                    </a:extLst>
                  </p:cNvPr>
                  <p:cNvSpPr/>
                  <p:nvPr/>
                </p:nvSpPr>
                <p:spPr>
                  <a:xfrm rot="2751436">
                    <a:off x="6297301" y="2488136"/>
                    <a:ext cx="110557" cy="111634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  <p:grpSp>
            <p:nvGrpSpPr>
              <p:cNvPr id="1008" name="Grupo 1007">
                <a:extLst>
                  <a:ext uri="{FF2B5EF4-FFF2-40B4-BE49-F238E27FC236}">
                    <a16:creationId xmlns:a16="http://schemas.microsoft.com/office/drawing/2014/main" id="{DF70776B-314D-1504-33D2-0B8A9B32B95B}"/>
                  </a:ext>
                </a:extLst>
              </p:cNvPr>
              <p:cNvGrpSpPr/>
              <p:nvPr/>
            </p:nvGrpSpPr>
            <p:grpSpPr>
              <a:xfrm>
                <a:off x="6641702" y="1526452"/>
                <a:ext cx="1318435" cy="1266043"/>
                <a:chOff x="6641702" y="1526452"/>
                <a:chExt cx="1318435" cy="1266043"/>
              </a:xfrm>
              <a:grpFill/>
            </p:grpSpPr>
            <p:grpSp>
              <p:nvGrpSpPr>
                <p:cNvPr id="1009" name="Grupo 1008">
                  <a:extLst>
                    <a:ext uri="{FF2B5EF4-FFF2-40B4-BE49-F238E27FC236}">
                      <a16:creationId xmlns:a16="http://schemas.microsoft.com/office/drawing/2014/main" id="{A122AC78-13DD-5637-49FE-B7D6AB9D881D}"/>
                    </a:ext>
                  </a:extLst>
                </p:cNvPr>
                <p:cNvGrpSpPr/>
                <p:nvPr/>
              </p:nvGrpSpPr>
              <p:grpSpPr>
                <a:xfrm>
                  <a:off x="6641702" y="1526452"/>
                  <a:ext cx="1318435" cy="1266043"/>
                  <a:chOff x="6641702" y="1526452"/>
                  <a:chExt cx="1318435" cy="1266043"/>
                </a:xfrm>
                <a:grpFill/>
              </p:grpSpPr>
              <p:grpSp>
                <p:nvGrpSpPr>
                  <p:cNvPr id="1011" name="Grupo 1010">
                    <a:extLst>
                      <a:ext uri="{FF2B5EF4-FFF2-40B4-BE49-F238E27FC236}">
                        <a16:creationId xmlns:a16="http://schemas.microsoft.com/office/drawing/2014/main" id="{0FA1C889-1ED4-EA80-E8A9-70CEBD6237CA}"/>
                      </a:ext>
                    </a:extLst>
                  </p:cNvPr>
                  <p:cNvGrpSpPr/>
                  <p:nvPr/>
                </p:nvGrpSpPr>
                <p:grpSpPr>
                  <a:xfrm rot="785047">
                    <a:off x="6641702" y="1526452"/>
                    <a:ext cx="1192937" cy="1266043"/>
                    <a:chOff x="6040669" y="1851040"/>
                    <a:chExt cx="1192937" cy="1266043"/>
                  </a:xfrm>
                  <a:grpFill/>
                </p:grpSpPr>
                <p:grpSp>
                  <p:nvGrpSpPr>
                    <p:cNvPr id="1013" name="Grupo 1012">
                      <a:extLst>
                        <a:ext uri="{FF2B5EF4-FFF2-40B4-BE49-F238E27FC236}">
                          <a16:creationId xmlns:a16="http://schemas.microsoft.com/office/drawing/2014/main" id="{F7245B36-DC6F-7CED-0DFA-B91E21FC2E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545" y="1851040"/>
                      <a:ext cx="1123061" cy="1266043"/>
                      <a:chOff x="6110545" y="1851040"/>
                      <a:chExt cx="1123061" cy="1266043"/>
                    </a:xfrm>
                    <a:grpFill/>
                  </p:grpSpPr>
                  <p:grpSp>
                    <p:nvGrpSpPr>
                      <p:cNvPr id="1015" name="Grupo 1014">
                        <a:extLst>
                          <a:ext uri="{FF2B5EF4-FFF2-40B4-BE49-F238E27FC236}">
                            <a16:creationId xmlns:a16="http://schemas.microsoft.com/office/drawing/2014/main" id="{194C4B20-0B5B-9289-BFD2-8D682CDA7A56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8104658">
                        <a:off x="6037386" y="1924199"/>
                        <a:ext cx="1266043" cy="1119726"/>
                        <a:chOff x="5723823" y="1865158"/>
                        <a:chExt cx="2299052" cy="2020668"/>
                      </a:xfrm>
                      <a:grpFill/>
                    </p:grpSpPr>
                    <p:grpSp>
                      <p:nvGrpSpPr>
                        <p:cNvPr id="1017" name="Grupo 1016">
                          <a:extLst>
                            <a:ext uri="{FF2B5EF4-FFF2-40B4-BE49-F238E27FC236}">
                              <a16:creationId xmlns:a16="http://schemas.microsoft.com/office/drawing/2014/main" id="{19994F84-2C62-5BA2-19C4-4400E53E248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3823" y="1865158"/>
                          <a:ext cx="2299052" cy="2020668"/>
                          <a:chOff x="5819210" y="2270542"/>
                          <a:chExt cx="2299052" cy="2020668"/>
                        </a:xfrm>
                        <a:grpFill/>
                      </p:grpSpPr>
                      <p:grpSp>
                        <p:nvGrpSpPr>
                          <p:cNvPr id="1019" name="Grupo 1018">
                            <a:extLst>
                              <a:ext uri="{FF2B5EF4-FFF2-40B4-BE49-F238E27FC236}">
                                <a16:creationId xmlns:a16="http://schemas.microsoft.com/office/drawing/2014/main" id="{7E0AED66-8FB1-BFFF-31C8-0A629FDB4CA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18647" y="2637133"/>
                            <a:ext cx="2199615" cy="1654077"/>
                            <a:chOff x="5708849" y="2141099"/>
                            <a:chExt cx="2199615" cy="1654077"/>
                          </a:xfrm>
                          <a:grpFill/>
                        </p:grpSpPr>
                        <p:sp>
                          <p:nvSpPr>
                            <p:cNvPr id="1021" name="Elipse 1020">
                              <a:extLst>
                                <a:ext uri="{FF2B5EF4-FFF2-40B4-BE49-F238E27FC236}">
                                  <a16:creationId xmlns:a16="http://schemas.microsoft.com/office/drawing/2014/main" id="{CDEE9A4F-221B-DF6B-6056-95A41C2B2E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1022" name="Diagrama de flujo: operación manual 1021">
                              <a:extLst>
                                <a:ext uri="{FF2B5EF4-FFF2-40B4-BE49-F238E27FC236}">
                                  <a16:creationId xmlns:a16="http://schemas.microsoft.com/office/drawing/2014/main" id="{3659237D-7596-4E31-9851-42699295AE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grpFill/>
                            <a:ln w="19050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  <p:sp>
                        <p:nvSpPr>
                          <p:cNvPr id="1020" name="Elipse 1019">
                            <a:extLst>
                              <a:ext uri="{FF2B5EF4-FFF2-40B4-BE49-F238E27FC236}">
                                <a16:creationId xmlns:a16="http://schemas.microsoft.com/office/drawing/2014/main" id="{98C4A74F-2F11-D0CC-F858-20D6EEE17AD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grpFill/>
                          <a:ln w="1905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  <p:sp>
                      <p:nvSpPr>
                        <p:cNvPr id="1018" name="Diagrama de flujo: operación manual 1017">
                          <a:extLst>
                            <a:ext uri="{FF2B5EF4-FFF2-40B4-BE49-F238E27FC236}">
                              <a16:creationId xmlns:a16="http://schemas.microsoft.com/office/drawing/2014/main" id="{BC0A827C-ADA7-56D1-6625-3AC7A80E2F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1016" name="Elipse 1015">
                        <a:extLst>
                          <a:ext uri="{FF2B5EF4-FFF2-40B4-BE49-F238E27FC236}">
                            <a16:creationId xmlns:a16="http://schemas.microsoft.com/office/drawing/2014/main" id="{0F04CA0E-45DE-F245-506F-7887BCB529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014" name="Elipse 1013">
                      <a:extLst>
                        <a:ext uri="{FF2B5EF4-FFF2-40B4-BE49-F238E27FC236}">
                          <a16:creationId xmlns:a16="http://schemas.microsoft.com/office/drawing/2014/main" id="{AF80ABEC-F576-7C1D-518F-FB1A7F206E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012" name="Elipse 1011">
                    <a:extLst>
                      <a:ext uri="{FF2B5EF4-FFF2-40B4-BE49-F238E27FC236}">
                        <a16:creationId xmlns:a16="http://schemas.microsoft.com/office/drawing/2014/main" id="{5F4FB2BA-2CA2-A591-327B-1089DD6C1165}"/>
                      </a:ext>
                    </a:extLst>
                  </p:cNvPr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010" name="Elipse 1009">
                  <a:extLst>
                    <a:ext uri="{FF2B5EF4-FFF2-40B4-BE49-F238E27FC236}">
                      <a16:creationId xmlns:a16="http://schemas.microsoft.com/office/drawing/2014/main" id="{3C5E426B-4DE9-A308-B8B0-003D2462A15D}"/>
                    </a:ext>
                  </a:extLst>
                </p:cNvPr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sp>
        <p:nvSpPr>
          <p:cNvPr id="1083" name="CuadroTexto 1082">
            <a:extLst>
              <a:ext uri="{FF2B5EF4-FFF2-40B4-BE49-F238E27FC236}">
                <a16:creationId xmlns:a16="http://schemas.microsoft.com/office/drawing/2014/main" id="{52341B1D-C4CE-560D-FDE7-4CA2DB919116}"/>
              </a:ext>
            </a:extLst>
          </p:cNvPr>
          <p:cNvSpPr txBox="1"/>
          <p:nvPr/>
        </p:nvSpPr>
        <p:spPr>
          <a:xfrm>
            <a:off x="7381991" y="1186153"/>
            <a:ext cx="677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10º</a:t>
            </a:r>
          </a:p>
        </p:txBody>
      </p:sp>
    </p:spTree>
    <p:extLst>
      <p:ext uri="{BB962C8B-B14F-4D97-AF65-F5344CB8AC3E}">
        <p14:creationId xmlns:p14="http://schemas.microsoft.com/office/powerpoint/2010/main" val="184941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600000">
                                      <p:cBhvr>
                                        <p:cTn id="6" dur="1000" fill="hold"/>
                                        <p:tgtEl>
                                          <p:spTgt spid="10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206369"/>
            <a:ext cx="11068575" cy="7225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ESPACIO DE ACCION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A58BE03-5BBA-8034-DAA4-2AFE1C7A925B}"/>
              </a:ext>
            </a:extLst>
          </p:cNvPr>
          <p:cNvSpPr/>
          <p:nvPr/>
        </p:nvSpPr>
        <p:spPr>
          <a:xfrm>
            <a:off x="7082971" y="6404888"/>
            <a:ext cx="2293257" cy="246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B2E56A0-10C3-348C-E368-0B1A7293777C}"/>
              </a:ext>
            </a:extLst>
          </p:cNvPr>
          <p:cNvCxnSpPr>
            <a:endCxn id="3" idx="0"/>
          </p:cNvCxnSpPr>
          <p:nvPr/>
        </p:nvCxnSpPr>
        <p:spPr>
          <a:xfrm>
            <a:off x="8229599" y="5388888"/>
            <a:ext cx="1" cy="10160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B1C9F84-D24A-AADA-FFD5-6844BECC4E1B}"/>
              </a:ext>
            </a:extLst>
          </p:cNvPr>
          <p:cNvCxnSpPr/>
          <p:nvPr/>
        </p:nvCxnSpPr>
        <p:spPr>
          <a:xfrm flipV="1">
            <a:off x="8229599" y="3951972"/>
            <a:ext cx="0" cy="144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8CAA7F0-5DC2-AEB3-0E44-BFC4646C90C5}"/>
              </a:ext>
            </a:extLst>
          </p:cNvPr>
          <p:cNvCxnSpPr/>
          <p:nvPr/>
        </p:nvCxnSpPr>
        <p:spPr>
          <a:xfrm flipV="1">
            <a:off x="8229599" y="2874829"/>
            <a:ext cx="0" cy="1080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0FA1725-7073-85AD-AA67-12BD097730A0}"/>
              </a:ext>
            </a:extLst>
          </p:cNvPr>
          <p:cNvCxnSpPr/>
          <p:nvPr/>
        </p:nvCxnSpPr>
        <p:spPr>
          <a:xfrm flipV="1">
            <a:off x="8229599" y="1794829"/>
            <a:ext cx="0" cy="1080000"/>
          </a:xfrm>
          <a:prstGeom prst="line">
            <a:avLst/>
          </a:prstGeom>
          <a:ln w="28575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9F3ABD6-B132-8639-2494-D9C5C22CEEB6}"/>
              </a:ext>
            </a:extLst>
          </p:cNvPr>
          <p:cNvCxnSpPr>
            <a:cxnSpLocks/>
          </p:cNvCxnSpPr>
          <p:nvPr/>
        </p:nvCxnSpPr>
        <p:spPr>
          <a:xfrm rot="18900000" flipH="1" flipV="1">
            <a:off x="3453286" y="2867106"/>
            <a:ext cx="0" cy="144000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D887B692-915E-C3B6-83DD-41FB5354E4C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404169" y="2537989"/>
            <a:ext cx="0" cy="10800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589066F8-66FE-9713-3A99-CAEBDB80D499}"/>
              </a:ext>
            </a:extLst>
          </p:cNvPr>
          <p:cNvCxnSpPr>
            <a:cxnSpLocks/>
          </p:cNvCxnSpPr>
          <p:nvPr/>
        </p:nvCxnSpPr>
        <p:spPr>
          <a:xfrm flipH="1" flipV="1">
            <a:off x="2944169" y="1990711"/>
            <a:ext cx="0" cy="10800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9C07441-E498-18C6-D0CD-E7F605FF36B1}"/>
              </a:ext>
            </a:extLst>
          </p:cNvPr>
          <p:cNvCxnSpPr>
            <a:cxnSpLocks/>
          </p:cNvCxnSpPr>
          <p:nvPr/>
        </p:nvCxnSpPr>
        <p:spPr>
          <a:xfrm rot="2700000" flipV="1">
            <a:off x="3320046" y="1070629"/>
            <a:ext cx="0" cy="1080000"/>
          </a:xfrm>
          <a:prstGeom prst="line">
            <a:avLst/>
          </a:prstGeom>
          <a:ln w="28575">
            <a:solidFill>
              <a:srgbClr val="FF33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FCA585E-CEE0-D07F-EDB6-43A6BDCA8A1D}"/>
              </a:ext>
            </a:extLst>
          </p:cNvPr>
          <p:cNvCxnSpPr>
            <a:cxnSpLocks/>
          </p:cNvCxnSpPr>
          <p:nvPr/>
        </p:nvCxnSpPr>
        <p:spPr>
          <a:xfrm rot="18900000">
            <a:off x="2555813" y="1033224"/>
            <a:ext cx="0" cy="1080000"/>
          </a:xfrm>
          <a:prstGeom prst="line">
            <a:avLst/>
          </a:prstGeom>
          <a:ln w="28575">
            <a:solidFill>
              <a:srgbClr val="FF33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1540477-A0EA-1720-919C-87CEBDA7EA35}"/>
              </a:ext>
            </a:extLst>
          </p:cNvPr>
          <p:cNvCxnSpPr>
            <a:cxnSpLocks/>
          </p:cNvCxnSpPr>
          <p:nvPr/>
        </p:nvCxnSpPr>
        <p:spPr>
          <a:xfrm rot="18900000" flipH="1" flipV="1">
            <a:off x="1461479" y="2153652"/>
            <a:ext cx="0" cy="1080000"/>
          </a:xfrm>
          <a:prstGeom prst="line">
            <a:avLst/>
          </a:prstGeom>
          <a:ln w="28575">
            <a:solidFill>
              <a:srgbClr val="FF33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FAA59909-BF8F-7758-4147-D063BF389B35}"/>
              </a:ext>
            </a:extLst>
          </p:cNvPr>
          <p:cNvCxnSpPr>
            <a:cxnSpLocks/>
          </p:cNvCxnSpPr>
          <p:nvPr/>
        </p:nvCxnSpPr>
        <p:spPr>
          <a:xfrm rot="2700000" flipH="1">
            <a:off x="1468737" y="2917153"/>
            <a:ext cx="0" cy="1080000"/>
          </a:xfrm>
          <a:prstGeom prst="line">
            <a:avLst/>
          </a:prstGeom>
          <a:ln w="28575">
            <a:solidFill>
              <a:srgbClr val="FF33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A9B9DE39-37B0-AC0F-5806-CD260298B75B}"/>
              </a:ext>
            </a:extLst>
          </p:cNvPr>
          <p:cNvCxnSpPr>
            <a:cxnSpLocks/>
          </p:cNvCxnSpPr>
          <p:nvPr/>
        </p:nvCxnSpPr>
        <p:spPr>
          <a:xfrm rot="18900000" flipH="1">
            <a:off x="2562332" y="2156151"/>
            <a:ext cx="0" cy="10800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45A156C-F1D2-736A-963A-778C3B29F6A2}"/>
              </a:ext>
            </a:extLst>
          </p:cNvPr>
          <p:cNvCxnSpPr>
            <a:cxnSpLocks/>
          </p:cNvCxnSpPr>
          <p:nvPr/>
        </p:nvCxnSpPr>
        <p:spPr>
          <a:xfrm rot="18900000">
            <a:off x="1798656" y="1383217"/>
            <a:ext cx="0" cy="1080000"/>
          </a:xfrm>
          <a:prstGeom prst="line">
            <a:avLst/>
          </a:prstGeom>
          <a:ln w="28575">
            <a:solidFill>
              <a:srgbClr val="FF33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A11B5D9-D67B-B731-7474-81678723818C}"/>
              </a:ext>
            </a:extLst>
          </p:cNvPr>
          <p:cNvGrpSpPr/>
          <p:nvPr/>
        </p:nvGrpSpPr>
        <p:grpSpPr>
          <a:xfrm flipH="1" flipV="1">
            <a:off x="5194589" y="5492214"/>
            <a:ext cx="3238211" cy="2924646"/>
            <a:chOff x="8018716" y="2357977"/>
            <a:chExt cx="3238211" cy="2924646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920C253-0E48-93CA-499A-CCC6819417C7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8738716" y="4158654"/>
              <a:ext cx="0" cy="144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ED0D386-B267-25FA-691A-BD875C66D05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787833" y="3825336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01117A9-0139-CCD7-F6CB-0FC050581115}"/>
                </a:ext>
              </a:extLst>
            </p:cNvPr>
            <p:cNvCxnSpPr/>
            <p:nvPr/>
          </p:nvCxnSpPr>
          <p:spPr>
            <a:xfrm flipV="1">
              <a:off x="9240575" y="327805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6CEC4080-DD4F-1A76-6C40-B90A28AFB0F3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9622413" y="239538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0F4712B-574B-3E49-6439-CE1E658247F6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8843666" y="2357977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92422B7D-A41C-821F-7D6E-8EDD552DEBBC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716927" y="3439122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AF7D9CDB-EA76-4BA8-E0FA-ABFB14189663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10724185" y="4202623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312EDA30-DDE2-E9CA-B5CF-B916482C3505}"/>
                </a:ext>
              </a:extLst>
            </p:cNvPr>
            <p:cNvCxnSpPr>
              <a:cxnSpLocks/>
            </p:cNvCxnSpPr>
            <p:nvPr/>
          </p:nvCxnSpPr>
          <p:spPr>
            <a:xfrm rot="2700000" flipH="1">
              <a:off x="9650884" y="3436221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89FC4AD-B141-CAAE-5DB0-B34CE498EB30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10414560" y="2665268"/>
              <a:ext cx="0" cy="1080000"/>
            </a:xfrm>
            <a:prstGeom prst="line">
              <a:avLst/>
            </a:prstGeom>
            <a:ln w="28575">
              <a:noFill/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4" name="Grupo 303">
            <a:extLst>
              <a:ext uri="{FF2B5EF4-FFF2-40B4-BE49-F238E27FC236}">
                <a16:creationId xmlns:a16="http://schemas.microsoft.com/office/drawing/2014/main" id="{709D8A78-21A7-BAB3-FC69-C13E6DD208C2}"/>
              </a:ext>
            </a:extLst>
          </p:cNvPr>
          <p:cNvGrpSpPr/>
          <p:nvPr/>
        </p:nvGrpSpPr>
        <p:grpSpPr>
          <a:xfrm rot="5700000" flipH="1" flipV="1">
            <a:off x="5201317" y="2356779"/>
            <a:ext cx="6053024" cy="6058883"/>
            <a:chOff x="5203903" y="2357977"/>
            <a:chExt cx="6053024" cy="6058883"/>
          </a:xfrm>
        </p:grpSpPr>
        <p:grpSp>
          <p:nvGrpSpPr>
            <p:cNvPr id="305" name="Grupo 304">
              <a:extLst>
                <a:ext uri="{FF2B5EF4-FFF2-40B4-BE49-F238E27FC236}">
                  <a16:creationId xmlns:a16="http://schemas.microsoft.com/office/drawing/2014/main" id="{D4E427D6-C920-B708-4340-32D0A71865D2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316" name="Conector recto 315">
                <a:extLst>
                  <a:ext uri="{FF2B5EF4-FFF2-40B4-BE49-F238E27FC236}">
                    <a16:creationId xmlns:a16="http://schemas.microsoft.com/office/drawing/2014/main" id="{F7D98FD0-7EC7-ED88-C95D-F5AB5A1EF65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Conector recto 316">
                <a:extLst>
                  <a:ext uri="{FF2B5EF4-FFF2-40B4-BE49-F238E27FC236}">
                    <a16:creationId xmlns:a16="http://schemas.microsoft.com/office/drawing/2014/main" id="{C8D18714-7CC7-EF56-6BB1-12973284FE4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Conector recto 317">
                <a:extLst>
                  <a:ext uri="{FF2B5EF4-FFF2-40B4-BE49-F238E27FC236}">
                    <a16:creationId xmlns:a16="http://schemas.microsoft.com/office/drawing/2014/main" id="{B4655476-478C-FDFC-C9B7-64415D09A366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Conector recto 318">
                <a:extLst>
                  <a:ext uri="{FF2B5EF4-FFF2-40B4-BE49-F238E27FC236}">
                    <a16:creationId xmlns:a16="http://schemas.microsoft.com/office/drawing/2014/main" id="{B7ECEE06-9F81-5D70-DA4D-8445FF8FDE2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Conector recto 319">
                <a:extLst>
                  <a:ext uri="{FF2B5EF4-FFF2-40B4-BE49-F238E27FC236}">
                    <a16:creationId xmlns:a16="http://schemas.microsoft.com/office/drawing/2014/main" id="{CE8714F4-48A5-23A6-7440-07A7510AC65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Conector recto 320">
                <a:extLst>
                  <a:ext uri="{FF2B5EF4-FFF2-40B4-BE49-F238E27FC236}">
                    <a16:creationId xmlns:a16="http://schemas.microsoft.com/office/drawing/2014/main" id="{1362DEDA-214F-BD2E-237B-86E453FF858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Conector recto 321">
                <a:extLst>
                  <a:ext uri="{FF2B5EF4-FFF2-40B4-BE49-F238E27FC236}">
                    <a16:creationId xmlns:a16="http://schemas.microsoft.com/office/drawing/2014/main" id="{FB6C1CA6-EC16-5F72-4905-4FBFA7523F1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Conector recto 322">
                <a:extLst>
                  <a:ext uri="{FF2B5EF4-FFF2-40B4-BE49-F238E27FC236}">
                    <a16:creationId xmlns:a16="http://schemas.microsoft.com/office/drawing/2014/main" id="{09FC388E-089E-FFCE-7263-87825454D9D7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Conector recto 323">
                <a:extLst>
                  <a:ext uri="{FF2B5EF4-FFF2-40B4-BE49-F238E27FC236}">
                    <a16:creationId xmlns:a16="http://schemas.microsoft.com/office/drawing/2014/main" id="{F41D0427-0FB8-16DD-7CF6-FA536B06F8A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6" name="Grupo 305">
              <a:extLst>
                <a:ext uri="{FF2B5EF4-FFF2-40B4-BE49-F238E27FC236}">
                  <a16:creationId xmlns:a16="http://schemas.microsoft.com/office/drawing/2014/main" id="{E517336A-E8A4-88EF-E285-8C682B1EE43A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307" name="Conector recto 306">
                <a:extLst>
                  <a:ext uri="{FF2B5EF4-FFF2-40B4-BE49-F238E27FC236}">
                    <a16:creationId xmlns:a16="http://schemas.microsoft.com/office/drawing/2014/main" id="{B4BDF1A1-3EFF-9BF3-DC37-33A89878DBB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Conector recto 307">
                <a:extLst>
                  <a:ext uri="{FF2B5EF4-FFF2-40B4-BE49-F238E27FC236}">
                    <a16:creationId xmlns:a16="http://schemas.microsoft.com/office/drawing/2014/main" id="{CFAF822F-6BA8-65A3-3572-37491451A3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Conector recto 308">
                <a:extLst>
                  <a:ext uri="{FF2B5EF4-FFF2-40B4-BE49-F238E27FC236}">
                    <a16:creationId xmlns:a16="http://schemas.microsoft.com/office/drawing/2014/main" id="{282D964F-9839-DAFB-743E-16BF05F324B7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Conector recto 309">
                <a:extLst>
                  <a:ext uri="{FF2B5EF4-FFF2-40B4-BE49-F238E27FC236}">
                    <a16:creationId xmlns:a16="http://schemas.microsoft.com/office/drawing/2014/main" id="{832CB794-3687-FA8D-7AC8-8DE3E05C565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Conector recto 310">
                <a:extLst>
                  <a:ext uri="{FF2B5EF4-FFF2-40B4-BE49-F238E27FC236}">
                    <a16:creationId xmlns:a16="http://schemas.microsoft.com/office/drawing/2014/main" id="{2C095F7B-FDF0-CE8A-DAAA-3C3745F83F5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Conector recto 311">
                <a:extLst>
                  <a:ext uri="{FF2B5EF4-FFF2-40B4-BE49-F238E27FC236}">
                    <a16:creationId xmlns:a16="http://schemas.microsoft.com/office/drawing/2014/main" id="{D31CB8E6-2800-3EF2-7103-1D509E0A28A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Conector recto 312">
                <a:extLst>
                  <a:ext uri="{FF2B5EF4-FFF2-40B4-BE49-F238E27FC236}">
                    <a16:creationId xmlns:a16="http://schemas.microsoft.com/office/drawing/2014/main" id="{29F953CF-5397-6D18-86C3-1186BA6D4D2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Conector recto 313">
                <a:extLst>
                  <a:ext uri="{FF2B5EF4-FFF2-40B4-BE49-F238E27FC236}">
                    <a16:creationId xmlns:a16="http://schemas.microsoft.com/office/drawing/2014/main" id="{7E209C87-C552-465B-E274-96FCF237DE0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Conector recto 314">
                <a:extLst>
                  <a:ext uri="{FF2B5EF4-FFF2-40B4-BE49-F238E27FC236}">
                    <a16:creationId xmlns:a16="http://schemas.microsoft.com/office/drawing/2014/main" id="{02FFF836-CF0E-ECCD-759F-FC031CFE665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5" name="Grupo 324">
            <a:extLst>
              <a:ext uri="{FF2B5EF4-FFF2-40B4-BE49-F238E27FC236}">
                <a16:creationId xmlns:a16="http://schemas.microsoft.com/office/drawing/2014/main" id="{2811E703-A909-1A80-F868-A97B53AC755B}"/>
              </a:ext>
            </a:extLst>
          </p:cNvPr>
          <p:cNvGrpSpPr/>
          <p:nvPr/>
        </p:nvGrpSpPr>
        <p:grpSpPr>
          <a:xfrm rot="6600000" flipH="1" flipV="1">
            <a:off x="5198592" y="2349060"/>
            <a:ext cx="6053024" cy="6058883"/>
            <a:chOff x="5203903" y="2357977"/>
            <a:chExt cx="6053024" cy="6058883"/>
          </a:xfrm>
        </p:grpSpPr>
        <p:grpSp>
          <p:nvGrpSpPr>
            <p:cNvPr id="326" name="Grupo 325">
              <a:extLst>
                <a:ext uri="{FF2B5EF4-FFF2-40B4-BE49-F238E27FC236}">
                  <a16:creationId xmlns:a16="http://schemas.microsoft.com/office/drawing/2014/main" id="{EB9C2FB4-C3D9-E1DC-0245-0FFA60D08DA2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337" name="Conector recto 336">
                <a:extLst>
                  <a:ext uri="{FF2B5EF4-FFF2-40B4-BE49-F238E27FC236}">
                    <a16:creationId xmlns:a16="http://schemas.microsoft.com/office/drawing/2014/main" id="{06C60098-52AB-1288-F24E-313745C4D01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Conector recto 337">
                <a:extLst>
                  <a:ext uri="{FF2B5EF4-FFF2-40B4-BE49-F238E27FC236}">
                    <a16:creationId xmlns:a16="http://schemas.microsoft.com/office/drawing/2014/main" id="{391C766C-C4A2-8CE4-9053-E94092D25E1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Conector recto 338">
                <a:extLst>
                  <a:ext uri="{FF2B5EF4-FFF2-40B4-BE49-F238E27FC236}">
                    <a16:creationId xmlns:a16="http://schemas.microsoft.com/office/drawing/2014/main" id="{B3C39BDE-3393-616D-B8D0-CA9C69E527A5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Conector recto 339">
                <a:extLst>
                  <a:ext uri="{FF2B5EF4-FFF2-40B4-BE49-F238E27FC236}">
                    <a16:creationId xmlns:a16="http://schemas.microsoft.com/office/drawing/2014/main" id="{4DBD0036-FA82-BC98-48FC-E509929F26F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Conector recto 340">
                <a:extLst>
                  <a:ext uri="{FF2B5EF4-FFF2-40B4-BE49-F238E27FC236}">
                    <a16:creationId xmlns:a16="http://schemas.microsoft.com/office/drawing/2014/main" id="{5461A62D-7727-12F9-E608-D67B238E3D0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Conector recto 341">
                <a:extLst>
                  <a:ext uri="{FF2B5EF4-FFF2-40B4-BE49-F238E27FC236}">
                    <a16:creationId xmlns:a16="http://schemas.microsoft.com/office/drawing/2014/main" id="{3A050496-D73A-51A3-DE9D-C2E06864DD2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Conector recto 342">
                <a:extLst>
                  <a:ext uri="{FF2B5EF4-FFF2-40B4-BE49-F238E27FC236}">
                    <a16:creationId xmlns:a16="http://schemas.microsoft.com/office/drawing/2014/main" id="{EF8EBAF5-6B4B-569D-EE7A-AAFFF0B9F37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Conector recto 343">
                <a:extLst>
                  <a:ext uri="{FF2B5EF4-FFF2-40B4-BE49-F238E27FC236}">
                    <a16:creationId xmlns:a16="http://schemas.microsoft.com/office/drawing/2014/main" id="{5F82F0F6-D3E6-B5FE-7477-00DFB5279D5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Conector recto 344">
                <a:extLst>
                  <a:ext uri="{FF2B5EF4-FFF2-40B4-BE49-F238E27FC236}">
                    <a16:creationId xmlns:a16="http://schemas.microsoft.com/office/drawing/2014/main" id="{A526A473-5EE7-07C8-52DD-167413AC0E47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7" name="Grupo 326">
              <a:extLst>
                <a:ext uri="{FF2B5EF4-FFF2-40B4-BE49-F238E27FC236}">
                  <a16:creationId xmlns:a16="http://schemas.microsoft.com/office/drawing/2014/main" id="{D71F4C8C-3844-E898-04E5-CEAFB30F659F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328" name="Conector recto 327">
                <a:extLst>
                  <a:ext uri="{FF2B5EF4-FFF2-40B4-BE49-F238E27FC236}">
                    <a16:creationId xmlns:a16="http://schemas.microsoft.com/office/drawing/2014/main" id="{B218948D-53A8-A3F2-A075-84009BEE950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Conector recto 328">
                <a:extLst>
                  <a:ext uri="{FF2B5EF4-FFF2-40B4-BE49-F238E27FC236}">
                    <a16:creationId xmlns:a16="http://schemas.microsoft.com/office/drawing/2014/main" id="{D1E3DD3C-3CBF-24B4-C9F4-A0B13FE6848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Conector recto 329">
                <a:extLst>
                  <a:ext uri="{FF2B5EF4-FFF2-40B4-BE49-F238E27FC236}">
                    <a16:creationId xmlns:a16="http://schemas.microsoft.com/office/drawing/2014/main" id="{9CDC46C8-6BD6-C81A-5282-0EA2858D57EB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Conector recto 330">
                <a:extLst>
                  <a:ext uri="{FF2B5EF4-FFF2-40B4-BE49-F238E27FC236}">
                    <a16:creationId xmlns:a16="http://schemas.microsoft.com/office/drawing/2014/main" id="{3DD4C414-3986-F0A0-7EAA-4DE0B68B4FF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Conector recto 331">
                <a:extLst>
                  <a:ext uri="{FF2B5EF4-FFF2-40B4-BE49-F238E27FC236}">
                    <a16:creationId xmlns:a16="http://schemas.microsoft.com/office/drawing/2014/main" id="{5E97186F-201A-8FC4-6566-65DA4AE51B49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Conector recto 332">
                <a:extLst>
                  <a:ext uri="{FF2B5EF4-FFF2-40B4-BE49-F238E27FC236}">
                    <a16:creationId xmlns:a16="http://schemas.microsoft.com/office/drawing/2014/main" id="{B92A071B-17DF-13E7-6EDF-54F4210FD3C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Conector recto 333">
                <a:extLst>
                  <a:ext uri="{FF2B5EF4-FFF2-40B4-BE49-F238E27FC236}">
                    <a16:creationId xmlns:a16="http://schemas.microsoft.com/office/drawing/2014/main" id="{5D81A7D1-1B34-4E74-3814-6E82D62B4A6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Conector recto 334">
                <a:extLst>
                  <a:ext uri="{FF2B5EF4-FFF2-40B4-BE49-F238E27FC236}">
                    <a16:creationId xmlns:a16="http://schemas.microsoft.com/office/drawing/2014/main" id="{14A67FCC-BCCD-746F-13E8-BA304745421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Conector recto 335">
                <a:extLst>
                  <a:ext uri="{FF2B5EF4-FFF2-40B4-BE49-F238E27FC236}">
                    <a16:creationId xmlns:a16="http://schemas.microsoft.com/office/drawing/2014/main" id="{C92F4544-7B44-BA8A-AA0B-6FBA39DE6DB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6" name="Grupo 345">
            <a:extLst>
              <a:ext uri="{FF2B5EF4-FFF2-40B4-BE49-F238E27FC236}">
                <a16:creationId xmlns:a16="http://schemas.microsoft.com/office/drawing/2014/main" id="{23C19245-EDA6-756E-A0A2-A73CA1698E85}"/>
              </a:ext>
            </a:extLst>
          </p:cNvPr>
          <p:cNvGrpSpPr/>
          <p:nvPr/>
        </p:nvGrpSpPr>
        <p:grpSpPr>
          <a:xfrm rot="6900000" flipH="1" flipV="1">
            <a:off x="5208117" y="2345447"/>
            <a:ext cx="6053024" cy="6058883"/>
            <a:chOff x="5203903" y="2357977"/>
            <a:chExt cx="6053024" cy="6058883"/>
          </a:xfrm>
        </p:grpSpPr>
        <p:grpSp>
          <p:nvGrpSpPr>
            <p:cNvPr id="347" name="Grupo 346">
              <a:extLst>
                <a:ext uri="{FF2B5EF4-FFF2-40B4-BE49-F238E27FC236}">
                  <a16:creationId xmlns:a16="http://schemas.microsoft.com/office/drawing/2014/main" id="{D9661A61-B247-7EEA-52ED-01089E2FE0CF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358" name="Conector recto 357">
                <a:extLst>
                  <a:ext uri="{FF2B5EF4-FFF2-40B4-BE49-F238E27FC236}">
                    <a16:creationId xmlns:a16="http://schemas.microsoft.com/office/drawing/2014/main" id="{05449EF8-3266-5DD7-67A6-9BFE7684EF9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Conector recto 358">
                <a:extLst>
                  <a:ext uri="{FF2B5EF4-FFF2-40B4-BE49-F238E27FC236}">
                    <a16:creationId xmlns:a16="http://schemas.microsoft.com/office/drawing/2014/main" id="{F0D5E16C-5AF6-DB73-7768-6F7BD17A58A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Conector recto 359">
                <a:extLst>
                  <a:ext uri="{FF2B5EF4-FFF2-40B4-BE49-F238E27FC236}">
                    <a16:creationId xmlns:a16="http://schemas.microsoft.com/office/drawing/2014/main" id="{BFAFFD44-8C67-8CE4-6721-A44B92623A54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Conector recto 360">
                <a:extLst>
                  <a:ext uri="{FF2B5EF4-FFF2-40B4-BE49-F238E27FC236}">
                    <a16:creationId xmlns:a16="http://schemas.microsoft.com/office/drawing/2014/main" id="{69E7D414-1A20-F091-2161-C346810A14D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Conector recto 361">
                <a:extLst>
                  <a:ext uri="{FF2B5EF4-FFF2-40B4-BE49-F238E27FC236}">
                    <a16:creationId xmlns:a16="http://schemas.microsoft.com/office/drawing/2014/main" id="{6CD7ACF1-0BB4-F23A-8095-2F51F714FD0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Conector recto 362">
                <a:extLst>
                  <a:ext uri="{FF2B5EF4-FFF2-40B4-BE49-F238E27FC236}">
                    <a16:creationId xmlns:a16="http://schemas.microsoft.com/office/drawing/2014/main" id="{1B3108B5-F172-FBB9-C19A-1486474D5939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Conector recto 363">
                <a:extLst>
                  <a:ext uri="{FF2B5EF4-FFF2-40B4-BE49-F238E27FC236}">
                    <a16:creationId xmlns:a16="http://schemas.microsoft.com/office/drawing/2014/main" id="{F9B1CF10-3BED-8135-833F-49E39009A51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Conector recto 364">
                <a:extLst>
                  <a:ext uri="{FF2B5EF4-FFF2-40B4-BE49-F238E27FC236}">
                    <a16:creationId xmlns:a16="http://schemas.microsoft.com/office/drawing/2014/main" id="{93592CE4-E0B0-36EA-BDBE-358F6A513A9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Conector recto 365">
                <a:extLst>
                  <a:ext uri="{FF2B5EF4-FFF2-40B4-BE49-F238E27FC236}">
                    <a16:creationId xmlns:a16="http://schemas.microsoft.com/office/drawing/2014/main" id="{51616E42-B7E5-437A-6B06-09403318E70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8" name="Grupo 347">
              <a:extLst>
                <a:ext uri="{FF2B5EF4-FFF2-40B4-BE49-F238E27FC236}">
                  <a16:creationId xmlns:a16="http://schemas.microsoft.com/office/drawing/2014/main" id="{EE98F085-2F4C-AA02-81DC-E56596059646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349" name="Conector recto 348">
                <a:extLst>
                  <a:ext uri="{FF2B5EF4-FFF2-40B4-BE49-F238E27FC236}">
                    <a16:creationId xmlns:a16="http://schemas.microsoft.com/office/drawing/2014/main" id="{5776CFB3-0D2A-7840-025C-2CB1BD259C5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Conector recto 349">
                <a:extLst>
                  <a:ext uri="{FF2B5EF4-FFF2-40B4-BE49-F238E27FC236}">
                    <a16:creationId xmlns:a16="http://schemas.microsoft.com/office/drawing/2014/main" id="{3311F806-7531-615F-21A4-9AAF59C033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Conector recto 350">
                <a:extLst>
                  <a:ext uri="{FF2B5EF4-FFF2-40B4-BE49-F238E27FC236}">
                    <a16:creationId xmlns:a16="http://schemas.microsoft.com/office/drawing/2014/main" id="{C5C7C4B7-B6EA-1E38-19B9-D30D321F15BC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Conector recto 351">
                <a:extLst>
                  <a:ext uri="{FF2B5EF4-FFF2-40B4-BE49-F238E27FC236}">
                    <a16:creationId xmlns:a16="http://schemas.microsoft.com/office/drawing/2014/main" id="{53A5E80A-11E9-B3DA-A4FF-3A04F555528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Conector recto 352">
                <a:extLst>
                  <a:ext uri="{FF2B5EF4-FFF2-40B4-BE49-F238E27FC236}">
                    <a16:creationId xmlns:a16="http://schemas.microsoft.com/office/drawing/2014/main" id="{04D48F22-D101-F351-058C-ADEE09DE4D3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Conector recto 353">
                <a:extLst>
                  <a:ext uri="{FF2B5EF4-FFF2-40B4-BE49-F238E27FC236}">
                    <a16:creationId xmlns:a16="http://schemas.microsoft.com/office/drawing/2014/main" id="{CD8802CA-8DD0-A36C-D5BA-96F1613A737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Conector recto 354">
                <a:extLst>
                  <a:ext uri="{FF2B5EF4-FFF2-40B4-BE49-F238E27FC236}">
                    <a16:creationId xmlns:a16="http://schemas.microsoft.com/office/drawing/2014/main" id="{2129BD47-D8E4-972D-BE36-4360F70F8ED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Conector recto 355">
                <a:extLst>
                  <a:ext uri="{FF2B5EF4-FFF2-40B4-BE49-F238E27FC236}">
                    <a16:creationId xmlns:a16="http://schemas.microsoft.com/office/drawing/2014/main" id="{1487254B-DD56-AB5B-77B7-E19F3F27AB7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Conector recto 356">
                <a:extLst>
                  <a:ext uri="{FF2B5EF4-FFF2-40B4-BE49-F238E27FC236}">
                    <a16:creationId xmlns:a16="http://schemas.microsoft.com/office/drawing/2014/main" id="{51A5E136-2300-8970-00F8-7A4AC0B1B89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7" name="Grupo 366">
            <a:extLst>
              <a:ext uri="{FF2B5EF4-FFF2-40B4-BE49-F238E27FC236}">
                <a16:creationId xmlns:a16="http://schemas.microsoft.com/office/drawing/2014/main" id="{C8659AB5-955F-8382-2B4B-FB2DB8A9291E}"/>
              </a:ext>
            </a:extLst>
          </p:cNvPr>
          <p:cNvGrpSpPr/>
          <p:nvPr/>
        </p:nvGrpSpPr>
        <p:grpSpPr>
          <a:xfrm rot="7200000" flipH="1" flipV="1">
            <a:off x="5197703" y="2356292"/>
            <a:ext cx="6053024" cy="6058883"/>
            <a:chOff x="5203903" y="2357977"/>
            <a:chExt cx="6053024" cy="6058883"/>
          </a:xfrm>
        </p:grpSpPr>
        <p:grpSp>
          <p:nvGrpSpPr>
            <p:cNvPr id="368" name="Grupo 367">
              <a:extLst>
                <a:ext uri="{FF2B5EF4-FFF2-40B4-BE49-F238E27FC236}">
                  <a16:creationId xmlns:a16="http://schemas.microsoft.com/office/drawing/2014/main" id="{18D910C1-744C-0560-1DB2-8BEE07B561D3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379" name="Conector recto 378">
                <a:extLst>
                  <a:ext uri="{FF2B5EF4-FFF2-40B4-BE49-F238E27FC236}">
                    <a16:creationId xmlns:a16="http://schemas.microsoft.com/office/drawing/2014/main" id="{D8E6821D-F2F0-FF72-4EFA-1DC5B5AF7BE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Conector recto 379">
                <a:extLst>
                  <a:ext uri="{FF2B5EF4-FFF2-40B4-BE49-F238E27FC236}">
                    <a16:creationId xmlns:a16="http://schemas.microsoft.com/office/drawing/2014/main" id="{D09F41E7-FA82-8825-E472-EB774D89D40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Conector recto 380">
                <a:extLst>
                  <a:ext uri="{FF2B5EF4-FFF2-40B4-BE49-F238E27FC236}">
                    <a16:creationId xmlns:a16="http://schemas.microsoft.com/office/drawing/2014/main" id="{9555ED29-CC6C-AE68-9113-AC0AD7BE46C4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Conector recto 381">
                <a:extLst>
                  <a:ext uri="{FF2B5EF4-FFF2-40B4-BE49-F238E27FC236}">
                    <a16:creationId xmlns:a16="http://schemas.microsoft.com/office/drawing/2014/main" id="{8210AC2D-5E19-00A7-128A-AC6AC96C8C7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Conector recto 382">
                <a:extLst>
                  <a:ext uri="{FF2B5EF4-FFF2-40B4-BE49-F238E27FC236}">
                    <a16:creationId xmlns:a16="http://schemas.microsoft.com/office/drawing/2014/main" id="{8438ED8A-9F10-1F75-3182-580E106F905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Conector recto 383">
                <a:extLst>
                  <a:ext uri="{FF2B5EF4-FFF2-40B4-BE49-F238E27FC236}">
                    <a16:creationId xmlns:a16="http://schemas.microsoft.com/office/drawing/2014/main" id="{4A20ECE0-9C6A-75F1-F975-BBC11A0A53A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Conector recto 384">
                <a:extLst>
                  <a:ext uri="{FF2B5EF4-FFF2-40B4-BE49-F238E27FC236}">
                    <a16:creationId xmlns:a16="http://schemas.microsoft.com/office/drawing/2014/main" id="{CB937D18-30C5-EEA7-4FAB-90DF36D2558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Conector recto 385">
                <a:extLst>
                  <a:ext uri="{FF2B5EF4-FFF2-40B4-BE49-F238E27FC236}">
                    <a16:creationId xmlns:a16="http://schemas.microsoft.com/office/drawing/2014/main" id="{8074DAA8-B10A-AC9F-DAC4-BC239EB6F5D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Conector recto 386">
                <a:extLst>
                  <a:ext uri="{FF2B5EF4-FFF2-40B4-BE49-F238E27FC236}">
                    <a16:creationId xmlns:a16="http://schemas.microsoft.com/office/drawing/2014/main" id="{D3462C43-6A42-995F-FE0B-6CBBE811524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9" name="Grupo 368">
              <a:extLst>
                <a:ext uri="{FF2B5EF4-FFF2-40B4-BE49-F238E27FC236}">
                  <a16:creationId xmlns:a16="http://schemas.microsoft.com/office/drawing/2014/main" id="{A0B4589E-EC18-E238-A26A-9E9D979539CD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370" name="Conector recto 369">
                <a:extLst>
                  <a:ext uri="{FF2B5EF4-FFF2-40B4-BE49-F238E27FC236}">
                    <a16:creationId xmlns:a16="http://schemas.microsoft.com/office/drawing/2014/main" id="{D17CDE92-3087-1A07-3ABE-58AF092E7FE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Conector recto 370">
                <a:extLst>
                  <a:ext uri="{FF2B5EF4-FFF2-40B4-BE49-F238E27FC236}">
                    <a16:creationId xmlns:a16="http://schemas.microsoft.com/office/drawing/2014/main" id="{AB8A4FB1-BFB0-5045-B798-735342E3A3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Conector recto 371">
                <a:extLst>
                  <a:ext uri="{FF2B5EF4-FFF2-40B4-BE49-F238E27FC236}">
                    <a16:creationId xmlns:a16="http://schemas.microsoft.com/office/drawing/2014/main" id="{70748880-0DF3-7DB5-CE15-CA076B5EA0A9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Conector recto 372">
                <a:extLst>
                  <a:ext uri="{FF2B5EF4-FFF2-40B4-BE49-F238E27FC236}">
                    <a16:creationId xmlns:a16="http://schemas.microsoft.com/office/drawing/2014/main" id="{08016D0C-C733-7636-8FED-F7CBDD15715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Conector recto 373">
                <a:extLst>
                  <a:ext uri="{FF2B5EF4-FFF2-40B4-BE49-F238E27FC236}">
                    <a16:creationId xmlns:a16="http://schemas.microsoft.com/office/drawing/2014/main" id="{EF468734-B9BA-9BA8-A936-1A2B9171137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Conector recto 374">
                <a:extLst>
                  <a:ext uri="{FF2B5EF4-FFF2-40B4-BE49-F238E27FC236}">
                    <a16:creationId xmlns:a16="http://schemas.microsoft.com/office/drawing/2014/main" id="{6A71E05D-8A48-D7D1-57F7-29E7E6B8432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Conector recto 375">
                <a:extLst>
                  <a:ext uri="{FF2B5EF4-FFF2-40B4-BE49-F238E27FC236}">
                    <a16:creationId xmlns:a16="http://schemas.microsoft.com/office/drawing/2014/main" id="{C9CE76C3-7FDE-37F8-2B70-2DDD4C4B6EF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Conector recto 376">
                <a:extLst>
                  <a:ext uri="{FF2B5EF4-FFF2-40B4-BE49-F238E27FC236}">
                    <a16:creationId xmlns:a16="http://schemas.microsoft.com/office/drawing/2014/main" id="{EED7D282-5EEE-17E4-C353-75A08B809C2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Conector recto 377">
                <a:extLst>
                  <a:ext uri="{FF2B5EF4-FFF2-40B4-BE49-F238E27FC236}">
                    <a16:creationId xmlns:a16="http://schemas.microsoft.com/office/drawing/2014/main" id="{1E51C047-D3D4-ACDC-2E2C-20017AAD502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8" name="Grupo 387">
            <a:extLst>
              <a:ext uri="{FF2B5EF4-FFF2-40B4-BE49-F238E27FC236}">
                <a16:creationId xmlns:a16="http://schemas.microsoft.com/office/drawing/2014/main" id="{A0C4C7D1-A1DC-1818-80A1-94575BC9C53E}"/>
              </a:ext>
            </a:extLst>
          </p:cNvPr>
          <p:cNvGrpSpPr/>
          <p:nvPr/>
        </p:nvGrpSpPr>
        <p:grpSpPr>
          <a:xfrm rot="7500000" flipH="1" flipV="1">
            <a:off x="5196819" y="2345421"/>
            <a:ext cx="6053024" cy="6058883"/>
            <a:chOff x="5203903" y="2357977"/>
            <a:chExt cx="6053024" cy="6058883"/>
          </a:xfrm>
        </p:grpSpPr>
        <p:grpSp>
          <p:nvGrpSpPr>
            <p:cNvPr id="389" name="Grupo 388">
              <a:extLst>
                <a:ext uri="{FF2B5EF4-FFF2-40B4-BE49-F238E27FC236}">
                  <a16:creationId xmlns:a16="http://schemas.microsoft.com/office/drawing/2014/main" id="{95C084B7-6090-9567-8C64-BCD2D387C8E7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400" name="Conector recto 399">
                <a:extLst>
                  <a:ext uri="{FF2B5EF4-FFF2-40B4-BE49-F238E27FC236}">
                    <a16:creationId xmlns:a16="http://schemas.microsoft.com/office/drawing/2014/main" id="{D3166C95-A3D8-8D3D-01DA-76C6F740C65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Conector recto 400">
                <a:extLst>
                  <a:ext uri="{FF2B5EF4-FFF2-40B4-BE49-F238E27FC236}">
                    <a16:creationId xmlns:a16="http://schemas.microsoft.com/office/drawing/2014/main" id="{448D1E5A-CC38-A087-2A66-0A90CA7CB53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Conector recto 401">
                <a:extLst>
                  <a:ext uri="{FF2B5EF4-FFF2-40B4-BE49-F238E27FC236}">
                    <a16:creationId xmlns:a16="http://schemas.microsoft.com/office/drawing/2014/main" id="{FAD2B66E-9B01-468F-81FF-104E5A738FF2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Conector recto 402">
                <a:extLst>
                  <a:ext uri="{FF2B5EF4-FFF2-40B4-BE49-F238E27FC236}">
                    <a16:creationId xmlns:a16="http://schemas.microsoft.com/office/drawing/2014/main" id="{A265C145-B205-FE73-703E-CD68C56A8D1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Conector recto 403">
                <a:extLst>
                  <a:ext uri="{FF2B5EF4-FFF2-40B4-BE49-F238E27FC236}">
                    <a16:creationId xmlns:a16="http://schemas.microsoft.com/office/drawing/2014/main" id="{24775839-4401-CF0C-8B34-3622CAA7B59B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Conector recto 404">
                <a:extLst>
                  <a:ext uri="{FF2B5EF4-FFF2-40B4-BE49-F238E27FC236}">
                    <a16:creationId xmlns:a16="http://schemas.microsoft.com/office/drawing/2014/main" id="{A21A1C4D-76DD-1F69-2C99-F5F65251AFA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Conector recto 405">
                <a:extLst>
                  <a:ext uri="{FF2B5EF4-FFF2-40B4-BE49-F238E27FC236}">
                    <a16:creationId xmlns:a16="http://schemas.microsoft.com/office/drawing/2014/main" id="{DF4F8A9D-A940-75DF-8690-CD4D45C2B84B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Conector recto 406">
                <a:extLst>
                  <a:ext uri="{FF2B5EF4-FFF2-40B4-BE49-F238E27FC236}">
                    <a16:creationId xmlns:a16="http://schemas.microsoft.com/office/drawing/2014/main" id="{C6AED440-39E7-5DA4-12AD-9A3BEB43C9D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Conector recto 407">
                <a:extLst>
                  <a:ext uri="{FF2B5EF4-FFF2-40B4-BE49-F238E27FC236}">
                    <a16:creationId xmlns:a16="http://schemas.microsoft.com/office/drawing/2014/main" id="{277F15A0-647E-2245-BB77-C9451044BC3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0" name="Grupo 389">
              <a:extLst>
                <a:ext uri="{FF2B5EF4-FFF2-40B4-BE49-F238E27FC236}">
                  <a16:creationId xmlns:a16="http://schemas.microsoft.com/office/drawing/2014/main" id="{0EFC25D3-E2D4-77D9-0989-83A36A1C6210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391" name="Conector recto 390">
                <a:extLst>
                  <a:ext uri="{FF2B5EF4-FFF2-40B4-BE49-F238E27FC236}">
                    <a16:creationId xmlns:a16="http://schemas.microsoft.com/office/drawing/2014/main" id="{3948ABF2-73BA-D2C8-14E9-3546CB95583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Conector recto 391">
                <a:extLst>
                  <a:ext uri="{FF2B5EF4-FFF2-40B4-BE49-F238E27FC236}">
                    <a16:creationId xmlns:a16="http://schemas.microsoft.com/office/drawing/2014/main" id="{7A9E1DA7-199B-72FD-215B-8642300BEC4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Conector recto 392">
                <a:extLst>
                  <a:ext uri="{FF2B5EF4-FFF2-40B4-BE49-F238E27FC236}">
                    <a16:creationId xmlns:a16="http://schemas.microsoft.com/office/drawing/2014/main" id="{E6C45FE4-14EA-22DC-3ACA-D0793C86C22E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Conector recto 393">
                <a:extLst>
                  <a:ext uri="{FF2B5EF4-FFF2-40B4-BE49-F238E27FC236}">
                    <a16:creationId xmlns:a16="http://schemas.microsoft.com/office/drawing/2014/main" id="{88362910-8ACC-F83A-E411-DA81598D5139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Conector recto 394">
                <a:extLst>
                  <a:ext uri="{FF2B5EF4-FFF2-40B4-BE49-F238E27FC236}">
                    <a16:creationId xmlns:a16="http://schemas.microsoft.com/office/drawing/2014/main" id="{AE647C44-88E8-6061-A6FE-2F5BE96F0762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Conector recto 395">
                <a:extLst>
                  <a:ext uri="{FF2B5EF4-FFF2-40B4-BE49-F238E27FC236}">
                    <a16:creationId xmlns:a16="http://schemas.microsoft.com/office/drawing/2014/main" id="{666BFE14-33CD-15D3-B287-F8C3DE43459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Conector recto 396">
                <a:extLst>
                  <a:ext uri="{FF2B5EF4-FFF2-40B4-BE49-F238E27FC236}">
                    <a16:creationId xmlns:a16="http://schemas.microsoft.com/office/drawing/2014/main" id="{5696EED2-749A-2F85-DC21-B84912AF281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Conector recto 397">
                <a:extLst>
                  <a:ext uri="{FF2B5EF4-FFF2-40B4-BE49-F238E27FC236}">
                    <a16:creationId xmlns:a16="http://schemas.microsoft.com/office/drawing/2014/main" id="{7B6B83DA-9B22-BC84-982F-4CAD0A60E59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Conector recto 398">
                <a:extLst>
                  <a:ext uri="{FF2B5EF4-FFF2-40B4-BE49-F238E27FC236}">
                    <a16:creationId xmlns:a16="http://schemas.microsoft.com/office/drawing/2014/main" id="{12D562DE-4C33-30C8-3AC1-EE46FBBC8B59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9" name="Grupo 408">
            <a:extLst>
              <a:ext uri="{FF2B5EF4-FFF2-40B4-BE49-F238E27FC236}">
                <a16:creationId xmlns:a16="http://schemas.microsoft.com/office/drawing/2014/main" id="{D7ECB42D-FC5F-A690-5A48-19F8894EA744}"/>
              </a:ext>
            </a:extLst>
          </p:cNvPr>
          <p:cNvGrpSpPr/>
          <p:nvPr/>
        </p:nvGrpSpPr>
        <p:grpSpPr>
          <a:xfrm rot="7800000" flipH="1" flipV="1">
            <a:off x="5211092" y="2356189"/>
            <a:ext cx="6053024" cy="6058883"/>
            <a:chOff x="5203903" y="2357977"/>
            <a:chExt cx="6053024" cy="6058883"/>
          </a:xfrm>
        </p:grpSpPr>
        <p:grpSp>
          <p:nvGrpSpPr>
            <p:cNvPr id="410" name="Grupo 409">
              <a:extLst>
                <a:ext uri="{FF2B5EF4-FFF2-40B4-BE49-F238E27FC236}">
                  <a16:creationId xmlns:a16="http://schemas.microsoft.com/office/drawing/2014/main" id="{ACE0285E-119B-1EED-EF8D-C88F5067A1EB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421" name="Conector recto 420">
                <a:extLst>
                  <a:ext uri="{FF2B5EF4-FFF2-40B4-BE49-F238E27FC236}">
                    <a16:creationId xmlns:a16="http://schemas.microsoft.com/office/drawing/2014/main" id="{EFFE4298-3E10-F5FD-A26D-A48228EF999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Conector recto 421">
                <a:extLst>
                  <a:ext uri="{FF2B5EF4-FFF2-40B4-BE49-F238E27FC236}">
                    <a16:creationId xmlns:a16="http://schemas.microsoft.com/office/drawing/2014/main" id="{9978D7DF-133C-FA25-7B1C-D603A92C640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Conector recto 422">
                <a:extLst>
                  <a:ext uri="{FF2B5EF4-FFF2-40B4-BE49-F238E27FC236}">
                    <a16:creationId xmlns:a16="http://schemas.microsoft.com/office/drawing/2014/main" id="{E1D75D60-B7F3-760D-EEB5-330968E68D2B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Conector recto 423">
                <a:extLst>
                  <a:ext uri="{FF2B5EF4-FFF2-40B4-BE49-F238E27FC236}">
                    <a16:creationId xmlns:a16="http://schemas.microsoft.com/office/drawing/2014/main" id="{6FE20758-8C1B-CF32-2E0C-06EF5DB711B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Conector recto 424">
                <a:extLst>
                  <a:ext uri="{FF2B5EF4-FFF2-40B4-BE49-F238E27FC236}">
                    <a16:creationId xmlns:a16="http://schemas.microsoft.com/office/drawing/2014/main" id="{04AA8254-1016-58AC-CD73-E8D955A2163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Conector recto 425">
                <a:extLst>
                  <a:ext uri="{FF2B5EF4-FFF2-40B4-BE49-F238E27FC236}">
                    <a16:creationId xmlns:a16="http://schemas.microsoft.com/office/drawing/2014/main" id="{C1E85AAE-2A55-1A51-9472-A668FB0D0747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Conector recto 426">
                <a:extLst>
                  <a:ext uri="{FF2B5EF4-FFF2-40B4-BE49-F238E27FC236}">
                    <a16:creationId xmlns:a16="http://schemas.microsoft.com/office/drawing/2014/main" id="{9F6A2EAF-B794-42DA-0987-2D5440EE800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Conector recto 427">
                <a:extLst>
                  <a:ext uri="{FF2B5EF4-FFF2-40B4-BE49-F238E27FC236}">
                    <a16:creationId xmlns:a16="http://schemas.microsoft.com/office/drawing/2014/main" id="{ED2E9C4A-65E2-4CDB-E469-E497DF0525B5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Conector recto 428">
                <a:extLst>
                  <a:ext uri="{FF2B5EF4-FFF2-40B4-BE49-F238E27FC236}">
                    <a16:creationId xmlns:a16="http://schemas.microsoft.com/office/drawing/2014/main" id="{46FE9558-9C6F-9502-6B05-D58645F79D3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1" name="Grupo 410">
              <a:extLst>
                <a:ext uri="{FF2B5EF4-FFF2-40B4-BE49-F238E27FC236}">
                  <a16:creationId xmlns:a16="http://schemas.microsoft.com/office/drawing/2014/main" id="{6A0ED821-35EC-471A-B7E7-BCC1809ED13F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412" name="Conector recto 411">
                <a:extLst>
                  <a:ext uri="{FF2B5EF4-FFF2-40B4-BE49-F238E27FC236}">
                    <a16:creationId xmlns:a16="http://schemas.microsoft.com/office/drawing/2014/main" id="{744113ED-51D2-43F1-9CA9-635B40C2A33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Conector recto 412">
                <a:extLst>
                  <a:ext uri="{FF2B5EF4-FFF2-40B4-BE49-F238E27FC236}">
                    <a16:creationId xmlns:a16="http://schemas.microsoft.com/office/drawing/2014/main" id="{98139587-1674-2E87-55CD-BFABF0185DB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Conector recto 413">
                <a:extLst>
                  <a:ext uri="{FF2B5EF4-FFF2-40B4-BE49-F238E27FC236}">
                    <a16:creationId xmlns:a16="http://schemas.microsoft.com/office/drawing/2014/main" id="{EF9EAC37-33C1-AB9A-D62C-018758044622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Conector recto 414">
                <a:extLst>
                  <a:ext uri="{FF2B5EF4-FFF2-40B4-BE49-F238E27FC236}">
                    <a16:creationId xmlns:a16="http://schemas.microsoft.com/office/drawing/2014/main" id="{3840EF56-0B5F-AEDE-9349-52BA5C07E78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Conector recto 415">
                <a:extLst>
                  <a:ext uri="{FF2B5EF4-FFF2-40B4-BE49-F238E27FC236}">
                    <a16:creationId xmlns:a16="http://schemas.microsoft.com/office/drawing/2014/main" id="{462E54CE-F469-594A-AC22-8696760F3BF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7" name="Conector recto 416">
                <a:extLst>
                  <a:ext uri="{FF2B5EF4-FFF2-40B4-BE49-F238E27FC236}">
                    <a16:creationId xmlns:a16="http://schemas.microsoft.com/office/drawing/2014/main" id="{26771A72-45BA-A786-FD9D-F31EA579BA0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Conector recto 417">
                <a:extLst>
                  <a:ext uri="{FF2B5EF4-FFF2-40B4-BE49-F238E27FC236}">
                    <a16:creationId xmlns:a16="http://schemas.microsoft.com/office/drawing/2014/main" id="{77E37071-90D6-1656-9377-AF859FE7166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Conector recto 418">
                <a:extLst>
                  <a:ext uri="{FF2B5EF4-FFF2-40B4-BE49-F238E27FC236}">
                    <a16:creationId xmlns:a16="http://schemas.microsoft.com/office/drawing/2014/main" id="{C24136A3-1E3C-39C2-7DC5-D68056271A4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Conector recto 419">
                <a:extLst>
                  <a:ext uri="{FF2B5EF4-FFF2-40B4-BE49-F238E27FC236}">
                    <a16:creationId xmlns:a16="http://schemas.microsoft.com/office/drawing/2014/main" id="{42073245-68B9-76E0-A621-93233513236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30" name="Grupo 429">
            <a:extLst>
              <a:ext uri="{FF2B5EF4-FFF2-40B4-BE49-F238E27FC236}">
                <a16:creationId xmlns:a16="http://schemas.microsoft.com/office/drawing/2014/main" id="{3626060B-2E27-D6AF-8B40-CDDD2DC0583B}"/>
              </a:ext>
            </a:extLst>
          </p:cNvPr>
          <p:cNvGrpSpPr/>
          <p:nvPr/>
        </p:nvGrpSpPr>
        <p:grpSpPr>
          <a:xfrm rot="15900000" flipV="1">
            <a:off x="5203086" y="2358203"/>
            <a:ext cx="6053024" cy="6058883"/>
            <a:chOff x="5203903" y="2357977"/>
            <a:chExt cx="6053024" cy="6058883"/>
          </a:xfrm>
        </p:grpSpPr>
        <p:grpSp>
          <p:nvGrpSpPr>
            <p:cNvPr id="431" name="Grupo 430">
              <a:extLst>
                <a:ext uri="{FF2B5EF4-FFF2-40B4-BE49-F238E27FC236}">
                  <a16:creationId xmlns:a16="http://schemas.microsoft.com/office/drawing/2014/main" id="{B37A7636-C0C5-0ACE-B316-02C32914AE77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442" name="Conector recto 441">
                <a:extLst>
                  <a:ext uri="{FF2B5EF4-FFF2-40B4-BE49-F238E27FC236}">
                    <a16:creationId xmlns:a16="http://schemas.microsoft.com/office/drawing/2014/main" id="{49B9F5C6-865C-E582-7DAD-3CF3CE8DFF8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Conector recto 442">
                <a:extLst>
                  <a:ext uri="{FF2B5EF4-FFF2-40B4-BE49-F238E27FC236}">
                    <a16:creationId xmlns:a16="http://schemas.microsoft.com/office/drawing/2014/main" id="{B2AB870E-57C0-91F8-7667-C1E99AECB09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Conector recto 443">
                <a:extLst>
                  <a:ext uri="{FF2B5EF4-FFF2-40B4-BE49-F238E27FC236}">
                    <a16:creationId xmlns:a16="http://schemas.microsoft.com/office/drawing/2014/main" id="{2AEFA53C-9CF4-0257-3F7A-3C1ACB9A7C2B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Conector recto 444">
                <a:extLst>
                  <a:ext uri="{FF2B5EF4-FFF2-40B4-BE49-F238E27FC236}">
                    <a16:creationId xmlns:a16="http://schemas.microsoft.com/office/drawing/2014/main" id="{1EB2AB83-8D69-A041-C0F3-FACCE153E4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Conector recto 445">
                <a:extLst>
                  <a:ext uri="{FF2B5EF4-FFF2-40B4-BE49-F238E27FC236}">
                    <a16:creationId xmlns:a16="http://schemas.microsoft.com/office/drawing/2014/main" id="{D618640A-A7C7-715C-1387-57CF1B2DA17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Conector recto 446">
                <a:extLst>
                  <a:ext uri="{FF2B5EF4-FFF2-40B4-BE49-F238E27FC236}">
                    <a16:creationId xmlns:a16="http://schemas.microsoft.com/office/drawing/2014/main" id="{5AAFEFB7-1C31-27C7-99DB-BE13AACF713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Conector recto 447">
                <a:extLst>
                  <a:ext uri="{FF2B5EF4-FFF2-40B4-BE49-F238E27FC236}">
                    <a16:creationId xmlns:a16="http://schemas.microsoft.com/office/drawing/2014/main" id="{68949139-394F-2818-3E18-69AE62F98D4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Conector recto 448">
                <a:extLst>
                  <a:ext uri="{FF2B5EF4-FFF2-40B4-BE49-F238E27FC236}">
                    <a16:creationId xmlns:a16="http://schemas.microsoft.com/office/drawing/2014/main" id="{B833A608-2645-8050-6749-DC19D5F5A55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Conector recto 449">
                <a:extLst>
                  <a:ext uri="{FF2B5EF4-FFF2-40B4-BE49-F238E27FC236}">
                    <a16:creationId xmlns:a16="http://schemas.microsoft.com/office/drawing/2014/main" id="{CF044F9B-9E7E-A1A2-D4E3-14B237FD9B3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2" name="Grupo 431">
              <a:extLst>
                <a:ext uri="{FF2B5EF4-FFF2-40B4-BE49-F238E27FC236}">
                  <a16:creationId xmlns:a16="http://schemas.microsoft.com/office/drawing/2014/main" id="{385A42F7-D5CE-784A-2C0E-20D2BBD03543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433" name="Conector recto 432">
                <a:extLst>
                  <a:ext uri="{FF2B5EF4-FFF2-40B4-BE49-F238E27FC236}">
                    <a16:creationId xmlns:a16="http://schemas.microsoft.com/office/drawing/2014/main" id="{645ABAF1-DC58-2619-18CA-20C78274672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Conector recto 433">
                <a:extLst>
                  <a:ext uri="{FF2B5EF4-FFF2-40B4-BE49-F238E27FC236}">
                    <a16:creationId xmlns:a16="http://schemas.microsoft.com/office/drawing/2014/main" id="{19E4F494-9879-9BD3-0C97-F37E609A78C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Conector recto 434">
                <a:extLst>
                  <a:ext uri="{FF2B5EF4-FFF2-40B4-BE49-F238E27FC236}">
                    <a16:creationId xmlns:a16="http://schemas.microsoft.com/office/drawing/2014/main" id="{16185505-1189-2BA4-238D-25716AA78744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Conector recto 435">
                <a:extLst>
                  <a:ext uri="{FF2B5EF4-FFF2-40B4-BE49-F238E27FC236}">
                    <a16:creationId xmlns:a16="http://schemas.microsoft.com/office/drawing/2014/main" id="{859582B6-75CD-2537-5070-82B656EF98E5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Conector recto 436">
                <a:extLst>
                  <a:ext uri="{FF2B5EF4-FFF2-40B4-BE49-F238E27FC236}">
                    <a16:creationId xmlns:a16="http://schemas.microsoft.com/office/drawing/2014/main" id="{7CC6B6D6-675F-0EB6-61E3-FBAD8202194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Conector recto 437">
                <a:extLst>
                  <a:ext uri="{FF2B5EF4-FFF2-40B4-BE49-F238E27FC236}">
                    <a16:creationId xmlns:a16="http://schemas.microsoft.com/office/drawing/2014/main" id="{4EA0F950-5D86-9B97-77BE-5502C5FFE51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Conector recto 438">
                <a:extLst>
                  <a:ext uri="{FF2B5EF4-FFF2-40B4-BE49-F238E27FC236}">
                    <a16:creationId xmlns:a16="http://schemas.microsoft.com/office/drawing/2014/main" id="{9CA5B163-E151-282E-6E56-7F07ED710D2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Conector recto 439">
                <a:extLst>
                  <a:ext uri="{FF2B5EF4-FFF2-40B4-BE49-F238E27FC236}">
                    <a16:creationId xmlns:a16="http://schemas.microsoft.com/office/drawing/2014/main" id="{9EA1B729-CC89-65CB-88CF-E929065C288E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Conector recto 440">
                <a:extLst>
                  <a:ext uri="{FF2B5EF4-FFF2-40B4-BE49-F238E27FC236}">
                    <a16:creationId xmlns:a16="http://schemas.microsoft.com/office/drawing/2014/main" id="{F21F6D1B-3197-C047-487D-EBF550460E2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1" name="Grupo 450">
            <a:extLst>
              <a:ext uri="{FF2B5EF4-FFF2-40B4-BE49-F238E27FC236}">
                <a16:creationId xmlns:a16="http://schemas.microsoft.com/office/drawing/2014/main" id="{EB88FB6A-7050-6468-11D2-50456320D9E9}"/>
              </a:ext>
            </a:extLst>
          </p:cNvPr>
          <p:cNvGrpSpPr/>
          <p:nvPr/>
        </p:nvGrpSpPr>
        <p:grpSpPr>
          <a:xfrm rot="15000000" flipV="1">
            <a:off x="5200361" y="2350484"/>
            <a:ext cx="6053024" cy="6058883"/>
            <a:chOff x="5203903" y="2357977"/>
            <a:chExt cx="6053024" cy="6058883"/>
          </a:xfrm>
        </p:grpSpPr>
        <p:grpSp>
          <p:nvGrpSpPr>
            <p:cNvPr id="452" name="Grupo 451">
              <a:extLst>
                <a:ext uri="{FF2B5EF4-FFF2-40B4-BE49-F238E27FC236}">
                  <a16:creationId xmlns:a16="http://schemas.microsoft.com/office/drawing/2014/main" id="{15413BAD-A5BB-7EE6-D367-34937532D5AD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463" name="Conector recto 462">
                <a:extLst>
                  <a:ext uri="{FF2B5EF4-FFF2-40B4-BE49-F238E27FC236}">
                    <a16:creationId xmlns:a16="http://schemas.microsoft.com/office/drawing/2014/main" id="{139DAB3B-5DF4-D06E-D631-805A9DF35D7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Conector recto 463">
                <a:extLst>
                  <a:ext uri="{FF2B5EF4-FFF2-40B4-BE49-F238E27FC236}">
                    <a16:creationId xmlns:a16="http://schemas.microsoft.com/office/drawing/2014/main" id="{EA09C234-18CC-5536-E991-8FAECBA6F19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Conector recto 464">
                <a:extLst>
                  <a:ext uri="{FF2B5EF4-FFF2-40B4-BE49-F238E27FC236}">
                    <a16:creationId xmlns:a16="http://schemas.microsoft.com/office/drawing/2014/main" id="{D325B966-E793-5077-2ED9-78DC73BB564F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Conector recto 465">
                <a:extLst>
                  <a:ext uri="{FF2B5EF4-FFF2-40B4-BE49-F238E27FC236}">
                    <a16:creationId xmlns:a16="http://schemas.microsoft.com/office/drawing/2014/main" id="{CA2F03A1-7B72-B6D4-C991-5CEF0C41F8A7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Conector recto 466">
                <a:extLst>
                  <a:ext uri="{FF2B5EF4-FFF2-40B4-BE49-F238E27FC236}">
                    <a16:creationId xmlns:a16="http://schemas.microsoft.com/office/drawing/2014/main" id="{45E6075A-0DEA-8434-762E-87D1DA5A695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Conector recto 467">
                <a:extLst>
                  <a:ext uri="{FF2B5EF4-FFF2-40B4-BE49-F238E27FC236}">
                    <a16:creationId xmlns:a16="http://schemas.microsoft.com/office/drawing/2014/main" id="{AD181E7F-C5EF-BBE6-2C7E-580186017AE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Conector recto 468">
                <a:extLst>
                  <a:ext uri="{FF2B5EF4-FFF2-40B4-BE49-F238E27FC236}">
                    <a16:creationId xmlns:a16="http://schemas.microsoft.com/office/drawing/2014/main" id="{38F94A75-1C42-71B4-A9D0-0C9BA8303EE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Conector recto 469">
                <a:extLst>
                  <a:ext uri="{FF2B5EF4-FFF2-40B4-BE49-F238E27FC236}">
                    <a16:creationId xmlns:a16="http://schemas.microsoft.com/office/drawing/2014/main" id="{057F06B1-17B4-088E-0BEF-AA7CBB44E0F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Conector recto 470">
                <a:extLst>
                  <a:ext uri="{FF2B5EF4-FFF2-40B4-BE49-F238E27FC236}">
                    <a16:creationId xmlns:a16="http://schemas.microsoft.com/office/drawing/2014/main" id="{ABBDEFDE-ECD0-9D8D-CC95-7BB88636994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3" name="Grupo 452">
              <a:extLst>
                <a:ext uri="{FF2B5EF4-FFF2-40B4-BE49-F238E27FC236}">
                  <a16:creationId xmlns:a16="http://schemas.microsoft.com/office/drawing/2014/main" id="{795A684E-0A42-458B-215D-BBFC3703A643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454" name="Conector recto 453">
                <a:extLst>
                  <a:ext uri="{FF2B5EF4-FFF2-40B4-BE49-F238E27FC236}">
                    <a16:creationId xmlns:a16="http://schemas.microsoft.com/office/drawing/2014/main" id="{AD051F39-4017-EEF3-F1F2-E9685924C4F7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Conector recto 454">
                <a:extLst>
                  <a:ext uri="{FF2B5EF4-FFF2-40B4-BE49-F238E27FC236}">
                    <a16:creationId xmlns:a16="http://schemas.microsoft.com/office/drawing/2014/main" id="{C8E3D954-9FE0-A44E-2A82-427896FDFFC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Conector recto 455">
                <a:extLst>
                  <a:ext uri="{FF2B5EF4-FFF2-40B4-BE49-F238E27FC236}">
                    <a16:creationId xmlns:a16="http://schemas.microsoft.com/office/drawing/2014/main" id="{1BBC5898-4A82-EDF8-8865-4F459AC04A70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Conector recto 456">
                <a:extLst>
                  <a:ext uri="{FF2B5EF4-FFF2-40B4-BE49-F238E27FC236}">
                    <a16:creationId xmlns:a16="http://schemas.microsoft.com/office/drawing/2014/main" id="{86AD8C02-8112-5F77-FDE4-AD64E3A632FE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Conector recto 457">
                <a:extLst>
                  <a:ext uri="{FF2B5EF4-FFF2-40B4-BE49-F238E27FC236}">
                    <a16:creationId xmlns:a16="http://schemas.microsoft.com/office/drawing/2014/main" id="{9B51D0A4-5175-2D3F-405C-B6B6CF6A421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Conector recto 458">
                <a:extLst>
                  <a:ext uri="{FF2B5EF4-FFF2-40B4-BE49-F238E27FC236}">
                    <a16:creationId xmlns:a16="http://schemas.microsoft.com/office/drawing/2014/main" id="{AA67F6C2-CAE1-521E-2480-1635239914A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Conector recto 459">
                <a:extLst>
                  <a:ext uri="{FF2B5EF4-FFF2-40B4-BE49-F238E27FC236}">
                    <a16:creationId xmlns:a16="http://schemas.microsoft.com/office/drawing/2014/main" id="{0BEE00EE-25EB-8BB3-B46C-3BCF1271CE1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Conector recto 460">
                <a:extLst>
                  <a:ext uri="{FF2B5EF4-FFF2-40B4-BE49-F238E27FC236}">
                    <a16:creationId xmlns:a16="http://schemas.microsoft.com/office/drawing/2014/main" id="{529CA2A1-5C4C-F4F7-B2AC-504546FA092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Conector recto 461">
                <a:extLst>
                  <a:ext uri="{FF2B5EF4-FFF2-40B4-BE49-F238E27FC236}">
                    <a16:creationId xmlns:a16="http://schemas.microsoft.com/office/drawing/2014/main" id="{5B5F209D-0466-CBBF-544A-C1E82A69A6F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2" name="Grupo 471">
            <a:extLst>
              <a:ext uri="{FF2B5EF4-FFF2-40B4-BE49-F238E27FC236}">
                <a16:creationId xmlns:a16="http://schemas.microsoft.com/office/drawing/2014/main" id="{1E279EF4-4D24-6E63-1994-2E5C83D549A6}"/>
              </a:ext>
            </a:extLst>
          </p:cNvPr>
          <p:cNvGrpSpPr/>
          <p:nvPr/>
        </p:nvGrpSpPr>
        <p:grpSpPr>
          <a:xfrm rot="14700000" flipV="1">
            <a:off x="5209886" y="2346871"/>
            <a:ext cx="6053024" cy="6058883"/>
            <a:chOff x="5203903" y="2357977"/>
            <a:chExt cx="6053024" cy="6058883"/>
          </a:xfrm>
        </p:grpSpPr>
        <p:grpSp>
          <p:nvGrpSpPr>
            <p:cNvPr id="473" name="Grupo 472">
              <a:extLst>
                <a:ext uri="{FF2B5EF4-FFF2-40B4-BE49-F238E27FC236}">
                  <a16:creationId xmlns:a16="http://schemas.microsoft.com/office/drawing/2014/main" id="{A920ABC6-621A-EE50-6DC5-D3DFEF24D54E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484" name="Conector recto 483">
                <a:extLst>
                  <a:ext uri="{FF2B5EF4-FFF2-40B4-BE49-F238E27FC236}">
                    <a16:creationId xmlns:a16="http://schemas.microsoft.com/office/drawing/2014/main" id="{6A5E0D28-C240-E085-BD85-EC4172E6261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Conector recto 484">
                <a:extLst>
                  <a:ext uri="{FF2B5EF4-FFF2-40B4-BE49-F238E27FC236}">
                    <a16:creationId xmlns:a16="http://schemas.microsoft.com/office/drawing/2014/main" id="{DA38225C-6DCC-FBB4-5691-5FC75C1DC0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Conector recto 485">
                <a:extLst>
                  <a:ext uri="{FF2B5EF4-FFF2-40B4-BE49-F238E27FC236}">
                    <a16:creationId xmlns:a16="http://schemas.microsoft.com/office/drawing/2014/main" id="{E859A862-1F39-4E23-32DE-4281FFAB499C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Conector recto 486">
                <a:extLst>
                  <a:ext uri="{FF2B5EF4-FFF2-40B4-BE49-F238E27FC236}">
                    <a16:creationId xmlns:a16="http://schemas.microsoft.com/office/drawing/2014/main" id="{0C808261-F342-CC69-F08E-11FD0EBE084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Conector recto 487">
                <a:extLst>
                  <a:ext uri="{FF2B5EF4-FFF2-40B4-BE49-F238E27FC236}">
                    <a16:creationId xmlns:a16="http://schemas.microsoft.com/office/drawing/2014/main" id="{D2842A37-E2E1-3DD9-F1A0-9D651DF22BC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Conector recto 488">
                <a:extLst>
                  <a:ext uri="{FF2B5EF4-FFF2-40B4-BE49-F238E27FC236}">
                    <a16:creationId xmlns:a16="http://schemas.microsoft.com/office/drawing/2014/main" id="{420C8109-7645-78D6-D14C-7CC3B2C3B5A5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Conector recto 489">
                <a:extLst>
                  <a:ext uri="{FF2B5EF4-FFF2-40B4-BE49-F238E27FC236}">
                    <a16:creationId xmlns:a16="http://schemas.microsoft.com/office/drawing/2014/main" id="{1314C29D-37AA-530C-039F-2DB83F45A82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Conector recto 490">
                <a:extLst>
                  <a:ext uri="{FF2B5EF4-FFF2-40B4-BE49-F238E27FC236}">
                    <a16:creationId xmlns:a16="http://schemas.microsoft.com/office/drawing/2014/main" id="{9AF5970B-2D38-2F68-C76B-10463DC6924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Conector recto 491">
                <a:extLst>
                  <a:ext uri="{FF2B5EF4-FFF2-40B4-BE49-F238E27FC236}">
                    <a16:creationId xmlns:a16="http://schemas.microsoft.com/office/drawing/2014/main" id="{EEAC87C9-1493-1237-BC37-3321DD26B669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4" name="Grupo 473">
              <a:extLst>
                <a:ext uri="{FF2B5EF4-FFF2-40B4-BE49-F238E27FC236}">
                  <a16:creationId xmlns:a16="http://schemas.microsoft.com/office/drawing/2014/main" id="{4339EC95-FF0C-FEA4-2456-A5CC574E429B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475" name="Conector recto 474">
                <a:extLst>
                  <a:ext uri="{FF2B5EF4-FFF2-40B4-BE49-F238E27FC236}">
                    <a16:creationId xmlns:a16="http://schemas.microsoft.com/office/drawing/2014/main" id="{F36EE277-7397-44D8-6D47-A71125EA350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Conector recto 475">
                <a:extLst>
                  <a:ext uri="{FF2B5EF4-FFF2-40B4-BE49-F238E27FC236}">
                    <a16:creationId xmlns:a16="http://schemas.microsoft.com/office/drawing/2014/main" id="{84829E6E-F5B7-BCBA-F229-5C413AAFD3A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Conector recto 476">
                <a:extLst>
                  <a:ext uri="{FF2B5EF4-FFF2-40B4-BE49-F238E27FC236}">
                    <a16:creationId xmlns:a16="http://schemas.microsoft.com/office/drawing/2014/main" id="{2DFFAA5F-A008-2F09-F528-F5FCA12D0CC7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Conector recto 477">
                <a:extLst>
                  <a:ext uri="{FF2B5EF4-FFF2-40B4-BE49-F238E27FC236}">
                    <a16:creationId xmlns:a16="http://schemas.microsoft.com/office/drawing/2014/main" id="{6CAB60EC-80E4-D9F7-CB8B-E2961981A49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Conector recto 478">
                <a:extLst>
                  <a:ext uri="{FF2B5EF4-FFF2-40B4-BE49-F238E27FC236}">
                    <a16:creationId xmlns:a16="http://schemas.microsoft.com/office/drawing/2014/main" id="{C25C1229-35FD-1E3E-5E75-D80D7E8297D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Conector recto 479">
                <a:extLst>
                  <a:ext uri="{FF2B5EF4-FFF2-40B4-BE49-F238E27FC236}">
                    <a16:creationId xmlns:a16="http://schemas.microsoft.com/office/drawing/2014/main" id="{1613A529-15DE-51CD-8921-2657FD472EC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Conector recto 480">
                <a:extLst>
                  <a:ext uri="{FF2B5EF4-FFF2-40B4-BE49-F238E27FC236}">
                    <a16:creationId xmlns:a16="http://schemas.microsoft.com/office/drawing/2014/main" id="{684293E5-BC6D-761D-503B-53A4BBEF1819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2" name="Conector recto 481">
                <a:extLst>
                  <a:ext uri="{FF2B5EF4-FFF2-40B4-BE49-F238E27FC236}">
                    <a16:creationId xmlns:a16="http://schemas.microsoft.com/office/drawing/2014/main" id="{F2B36262-8C12-EBE8-4018-F173F18DB8D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Conector recto 482">
                <a:extLst>
                  <a:ext uri="{FF2B5EF4-FFF2-40B4-BE49-F238E27FC236}">
                    <a16:creationId xmlns:a16="http://schemas.microsoft.com/office/drawing/2014/main" id="{B72F1CF2-9B26-01A6-42CD-0BD3501FBC1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3" name="Grupo 492">
            <a:extLst>
              <a:ext uri="{FF2B5EF4-FFF2-40B4-BE49-F238E27FC236}">
                <a16:creationId xmlns:a16="http://schemas.microsoft.com/office/drawing/2014/main" id="{79438A08-E1F7-CF65-9226-6131C100F106}"/>
              </a:ext>
            </a:extLst>
          </p:cNvPr>
          <p:cNvGrpSpPr/>
          <p:nvPr/>
        </p:nvGrpSpPr>
        <p:grpSpPr>
          <a:xfrm rot="14400000" flipV="1">
            <a:off x="5199472" y="2357716"/>
            <a:ext cx="6053024" cy="6058883"/>
            <a:chOff x="5203903" y="2357977"/>
            <a:chExt cx="6053024" cy="6058883"/>
          </a:xfrm>
        </p:grpSpPr>
        <p:grpSp>
          <p:nvGrpSpPr>
            <p:cNvPr id="494" name="Grupo 493">
              <a:extLst>
                <a:ext uri="{FF2B5EF4-FFF2-40B4-BE49-F238E27FC236}">
                  <a16:creationId xmlns:a16="http://schemas.microsoft.com/office/drawing/2014/main" id="{139705E0-2E5F-25F3-2B7C-A06E61AEE39E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505" name="Conector recto 504">
                <a:extLst>
                  <a:ext uri="{FF2B5EF4-FFF2-40B4-BE49-F238E27FC236}">
                    <a16:creationId xmlns:a16="http://schemas.microsoft.com/office/drawing/2014/main" id="{366F46BB-4609-0E02-FEDE-12BA58B2AC8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Conector recto 505">
                <a:extLst>
                  <a:ext uri="{FF2B5EF4-FFF2-40B4-BE49-F238E27FC236}">
                    <a16:creationId xmlns:a16="http://schemas.microsoft.com/office/drawing/2014/main" id="{D20F9400-7D58-078F-4A36-30DAD104780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Conector recto 506">
                <a:extLst>
                  <a:ext uri="{FF2B5EF4-FFF2-40B4-BE49-F238E27FC236}">
                    <a16:creationId xmlns:a16="http://schemas.microsoft.com/office/drawing/2014/main" id="{8195C975-FC59-55F8-3F42-E870BF9A5EC7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Conector recto 507">
                <a:extLst>
                  <a:ext uri="{FF2B5EF4-FFF2-40B4-BE49-F238E27FC236}">
                    <a16:creationId xmlns:a16="http://schemas.microsoft.com/office/drawing/2014/main" id="{930153E5-D403-EA52-8FCD-D6CC68AD46F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Conector recto 508">
                <a:extLst>
                  <a:ext uri="{FF2B5EF4-FFF2-40B4-BE49-F238E27FC236}">
                    <a16:creationId xmlns:a16="http://schemas.microsoft.com/office/drawing/2014/main" id="{D6F3707C-59D9-732C-DEA8-C3938170050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Conector recto 509">
                <a:extLst>
                  <a:ext uri="{FF2B5EF4-FFF2-40B4-BE49-F238E27FC236}">
                    <a16:creationId xmlns:a16="http://schemas.microsoft.com/office/drawing/2014/main" id="{A9B02123-3E25-F8B4-B615-48B691F6946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1" name="Conector recto 510">
                <a:extLst>
                  <a:ext uri="{FF2B5EF4-FFF2-40B4-BE49-F238E27FC236}">
                    <a16:creationId xmlns:a16="http://schemas.microsoft.com/office/drawing/2014/main" id="{1F7689DF-8C9F-BA16-966B-D7EDCC66A33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Conector recto 511">
                <a:extLst>
                  <a:ext uri="{FF2B5EF4-FFF2-40B4-BE49-F238E27FC236}">
                    <a16:creationId xmlns:a16="http://schemas.microsoft.com/office/drawing/2014/main" id="{1A3CC723-EB2F-2BF3-C10C-9AF8B3E0902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Conector recto 512">
                <a:extLst>
                  <a:ext uri="{FF2B5EF4-FFF2-40B4-BE49-F238E27FC236}">
                    <a16:creationId xmlns:a16="http://schemas.microsoft.com/office/drawing/2014/main" id="{01ABC447-BD03-D06C-B014-436FAF9981B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5" name="Grupo 494">
              <a:extLst>
                <a:ext uri="{FF2B5EF4-FFF2-40B4-BE49-F238E27FC236}">
                  <a16:creationId xmlns:a16="http://schemas.microsoft.com/office/drawing/2014/main" id="{030B0CC2-0908-203B-B287-9E087811348A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496" name="Conector recto 495">
                <a:extLst>
                  <a:ext uri="{FF2B5EF4-FFF2-40B4-BE49-F238E27FC236}">
                    <a16:creationId xmlns:a16="http://schemas.microsoft.com/office/drawing/2014/main" id="{3CE77DF8-F124-4819-20AE-BEBEE003D00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Conector recto 496">
                <a:extLst>
                  <a:ext uri="{FF2B5EF4-FFF2-40B4-BE49-F238E27FC236}">
                    <a16:creationId xmlns:a16="http://schemas.microsoft.com/office/drawing/2014/main" id="{3F46E949-1265-A17C-ACDE-165B67A5A3D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Conector recto 497">
                <a:extLst>
                  <a:ext uri="{FF2B5EF4-FFF2-40B4-BE49-F238E27FC236}">
                    <a16:creationId xmlns:a16="http://schemas.microsoft.com/office/drawing/2014/main" id="{EB66F91C-0E6E-71D6-99B4-57FFF917D1BE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Conector recto 498">
                <a:extLst>
                  <a:ext uri="{FF2B5EF4-FFF2-40B4-BE49-F238E27FC236}">
                    <a16:creationId xmlns:a16="http://schemas.microsoft.com/office/drawing/2014/main" id="{890261A4-5F55-15F8-5A20-6D3DD778BDC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Conector recto 499">
                <a:extLst>
                  <a:ext uri="{FF2B5EF4-FFF2-40B4-BE49-F238E27FC236}">
                    <a16:creationId xmlns:a16="http://schemas.microsoft.com/office/drawing/2014/main" id="{04FD859D-7AF3-8FCA-F92F-E674C5C4C474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Conector recto 500">
                <a:extLst>
                  <a:ext uri="{FF2B5EF4-FFF2-40B4-BE49-F238E27FC236}">
                    <a16:creationId xmlns:a16="http://schemas.microsoft.com/office/drawing/2014/main" id="{14184077-7AC4-EE5B-9E0B-6C953D59BC6E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Conector recto 501">
                <a:extLst>
                  <a:ext uri="{FF2B5EF4-FFF2-40B4-BE49-F238E27FC236}">
                    <a16:creationId xmlns:a16="http://schemas.microsoft.com/office/drawing/2014/main" id="{926E6B6F-DB92-9BA5-64E9-061092D3225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Conector recto 502">
                <a:extLst>
                  <a:ext uri="{FF2B5EF4-FFF2-40B4-BE49-F238E27FC236}">
                    <a16:creationId xmlns:a16="http://schemas.microsoft.com/office/drawing/2014/main" id="{A491C597-66EA-1872-BC3F-317B6AF2762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Conector recto 503">
                <a:extLst>
                  <a:ext uri="{FF2B5EF4-FFF2-40B4-BE49-F238E27FC236}">
                    <a16:creationId xmlns:a16="http://schemas.microsoft.com/office/drawing/2014/main" id="{62708A8B-930B-701B-C8AD-82C9D5BBE4B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4" name="Grupo 513">
            <a:extLst>
              <a:ext uri="{FF2B5EF4-FFF2-40B4-BE49-F238E27FC236}">
                <a16:creationId xmlns:a16="http://schemas.microsoft.com/office/drawing/2014/main" id="{8D0EEF54-CD41-0450-4B83-14A494A9B846}"/>
              </a:ext>
            </a:extLst>
          </p:cNvPr>
          <p:cNvGrpSpPr/>
          <p:nvPr/>
        </p:nvGrpSpPr>
        <p:grpSpPr>
          <a:xfrm rot="14100000" flipV="1">
            <a:off x="5198588" y="2346845"/>
            <a:ext cx="6053024" cy="6058883"/>
            <a:chOff x="5203903" y="2357977"/>
            <a:chExt cx="6053024" cy="6058883"/>
          </a:xfrm>
        </p:grpSpPr>
        <p:grpSp>
          <p:nvGrpSpPr>
            <p:cNvPr id="515" name="Grupo 514">
              <a:extLst>
                <a:ext uri="{FF2B5EF4-FFF2-40B4-BE49-F238E27FC236}">
                  <a16:creationId xmlns:a16="http://schemas.microsoft.com/office/drawing/2014/main" id="{FBFA609E-EB3D-CE81-8724-2938068B97B9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526" name="Conector recto 525">
                <a:extLst>
                  <a:ext uri="{FF2B5EF4-FFF2-40B4-BE49-F238E27FC236}">
                    <a16:creationId xmlns:a16="http://schemas.microsoft.com/office/drawing/2014/main" id="{90759C97-48EE-FB80-770C-4E62B951FE9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Conector recto 526">
                <a:extLst>
                  <a:ext uri="{FF2B5EF4-FFF2-40B4-BE49-F238E27FC236}">
                    <a16:creationId xmlns:a16="http://schemas.microsoft.com/office/drawing/2014/main" id="{47A8C178-B5A2-6234-28D4-82136210777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Conector recto 527">
                <a:extLst>
                  <a:ext uri="{FF2B5EF4-FFF2-40B4-BE49-F238E27FC236}">
                    <a16:creationId xmlns:a16="http://schemas.microsoft.com/office/drawing/2014/main" id="{85CE9C6C-2C3C-95FF-F715-E4141EE60F0C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Conector recto 528">
                <a:extLst>
                  <a:ext uri="{FF2B5EF4-FFF2-40B4-BE49-F238E27FC236}">
                    <a16:creationId xmlns:a16="http://schemas.microsoft.com/office/drawing/2014/main" id="{86360C4B-5C42-EE20-2B7D-5A95E88D35D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Conector recto 529">
                <a:extLst>
                  <a:ext uri="{FF2B5EF4-FFF2-40B4-BE49-F238E27FC236}">
                    <a16:creationId xmlns:a16="http://schemas.microsoft.com/office/drawing/2014/main" id="{578FA951-F93A-2BBE-1542-E0814378951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Conector recto 530">
                <a:extLst>
                  <a:ext uri="{FF2B5EF4-FFF2-40B4-BE49-F238E27FC236}">
                    <a16:creationId xmlns:a16="http://schemas.microsoft.com/office/drawing/2014/main" id="{3397AA61-9167-07B1-DC43-E985FA6A0F9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Conector recto 531">
                <a:extLst>
                  <a:ext uri="{FF2B5EF4-FFF2-40B4-BE49-F238E27FC236}">
                    <a16:creationId xmlns:a16="http://schemas.microsoft.com/office/drawing/2014/main" id="{015E688A-FBBD-8C48-5EBA-1D7DC878BFBB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Conector recto 532">
                <a:extLst>
                  <a:ext uri="{FF2B5EF4-FFF2-40B4-BE49-F238E27FC236}">
                    <a16:creationId xmlns:a16="http://schemas.microsoft.com/office/drawing/2014/main" id="{421703F3-CCEF-33D8-DCC8-923245D593D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Conector recto 533">
                <a:extLst>
                  <a:ext uri="{FF2B5EF4-FFF2-40B4-BE49-F238E27FC236}">
                    <a16:creationId xmlns:a16="http://schemas.microsoft.com/office/drawing/2014/main" id="{94BCAAC4-C4CC-1293-9E9E-0415EC77A7C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6" name="Grupo 515">
              <a:extLst>
                <a:ext uri="{FF2B5EF4-FFF2-40B4-BE49-F238E27FC236}">
                  <a16:creationId xmlns:a16="http://schemas.microsoft.com/office/drawing/2014/main" id="{BBCDB9DC-5517-B2E2-2EE7-7B54770587A5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517" name="Conector recto 516">
                <a:extLst>
                  <a:ext uri="{FF2B5EF4-FFF2-40B4-BE49-F238E27FC236}">
                    <a16:creationId xmlns:a16="http://schemas.microsoft.com/office/drawing/2014/main" id="{68D1C719-B591-48F4-3C6F-F22FAE27304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Conector recto 517">
                <a:extLst>
                  <a:ext uri="{FF2B5EF4-FFF2-40B4-BE49-F238E27FC236}">
                    <a16:creationId xmlns:a16="http://schemas.microsoft.com/office/drawing/2014/main" id="{A3E7E102-D24B-74B0-9AB7-374E676C913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Conector recto 518">
                <a:extLst>
                  <a:ext uri="{FF2B5EF4-FFF2-40B4-BE49-F238E27FC236}">
                    <a16:creationId xmlns:a16="http://schemas.microsoft.com/office/drawing/2014/main" id="{B24636CB-B548-5090-401A-F011B01D99B3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Conector recto 519">
                <a:extLst>
                  <a:ext uri="{FF2B5EF4-FFF2-40B4-BE49-F238E27FC236}">
                    <a16:creationId xmlns:a16="http://schemas.microsoft.com/office/drawing/2014/main" id="{50A74177-14FB-04BF-6530-40B52493974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Conector recto 520">
                <a:extLst>
                  <a:ext uri="{FF2B5EF4-FFF2-40B4-BE49-F238E27FC236}">
                    <a16:creationId xmlns:a16="http://schemas.microsoft.com/office/drawing/2014/main" id="{FA162DBB-7774-A7FE-42FC-4F92B1D27D8D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Conector recto 521">
                <a:extLst>
                  <a:ext uri="{FF2B5EF4-FFF2-40B4-BE49-F238E27FC236}">
                    <a16:creationId xmlns:a16="http://schemas.microsoft.com/office/drawing/2014/main" id="{9392CD70-6492-07A7-03DB-839101BE1E3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Conector recto 522">
                <a:extLst>
                  <a:ext uri="{FF2B5EF4-FFF2-40B4-BE49-F238E27FC236}">
                    <a16:creationId xmlns:a16="http://schemas.microsoft.com/office/drawing/2014/main" id="{F225E616-CBA1-0890-C723-E8E17EAAEFE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Conector recto 523">
                <a:extLst>
                  <a:ext uri="{FF2B5EF4-FFF2-40B4-BE49-F238E27FC236}">
                    <a16:creationId xmlns:a16="http://schemas.microsoft.com/office/drawing/2014/main" id="{EA121880-0F94-DE13-29B8-9E495BA303C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Conector recto 524">
                <a:extLst>
                  <a:ext uri="{FF2B5EF4-FFF2-40B4-BE49-F238E27FC236}">
                    <a16:creationId xmlns:a16="http://schemas.microsoft.com/office/drawing/2014/main" id="{88045588-137A-13B7-1F95-5C4E16EFDF4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35" name="Grupo 534">
            <a:extLst>
              <a:ext uri="{FF2B5EF4-FFF2-40B4-BE49-F238E27FC236}">
                <a16:creationId xmlns:a16="http://schemas.microsoft.com/office/drawing/2014/main" id="{FD227B57-D6B6-FEC4-672B-0E70E16F5695}"/>
              </a:ext>
            </a:extLst>
          </p:cNvPr>
          <p:cNvGrpSpPr/>
          <p:nvPr/>
        </p:nvGrpSpPr>
        <p:grpSpPr>
          <a:xfrm rot="13800000" flipV="1">
            <a:off x="5212861" y="2357613"/>
            <a:ext cx="6053024" cy="6058883"/>
            <a:chOff x="5203903" y="2357977"/>
            <a:chExt cx="6053024" cy="6058883"/>
          </a:xfrm>
        </p:grpSpPr>
        <p:grpSp>
          <p:nvGrpSpPr>
            <p:cNvPr id="536" name="Grupo 535">
              <a:extLst>
                <a:ext uri="{FF2B5EF4-FFF2-40B4-BE49-F238E27FC236}">
                  <a16:creationId xmlns:a16="http://schemas.microsoft.com/office/drawing/2014/main" id="{7F417641-ACF5-EE9A-1E71-915068C101AD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547" name="Conector recto 546">
                <a:extLst>
                  <a:ext uri="{FF2B5EF4-FFF2-40B4-BE49-F238E27FC236}">
                    <a16:creationId xmlns:a16="http://schemas.microsoft.com/office/drawing/2014/main" id="{0CFF4E45-8664-80D8-6B04-17C7F4E3AD85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Conector recto 547">
                <a:extLst>
                  <a:ext uri="{FF2B5EF4-FFF2-40B4-BE49-F238E27FC236}">
                    <a16:creationId xmlns:a16="http://schemas.microsoft.com/office/drawing/2014/main" id="{CF6A6295-327D-6BE0-807F-B20EDE43640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Conector recto 548">
                <a:extLst>
                  <a:ext uri="{FF2B5EF4-FFF2-40B4-BE49-F238E27FC236}">
                    <a16:creationId xmlns:a16="http://schemas.microsoft.com/office/drawing/2014/main" id="{7AC2C5AE-8C88-5E3B-8833-37BE666927DD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Conector recto 549">
                <a:extLst>
                  <a:ext uri="{FF2B5EF4-FFF2-40B4-BE49-F238E27FC236}">
                    <a16:creationId xmlns:a16="http://schemas.microsoft.com/office/drawing/2014/main" id="{A7257372-86AB-7E9A-0DCA-4AE13282FAD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" name="Conector recto 550">
                <a:extLst>
                  <a:ext uri="{FF2B5EF4-FFF2-40B4-BE49-F238E27FC236}">
                    <a16:creationId xmlns:a16="http://schemas.microsoft.com/office/drawing/2014/main" id="{AACAA31D-12E2-485F-E4CC-FE74EC7B64FB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Conector recto 551">
                <a:extLst>
                  <a:ext uri="{FF2B5EF4-FFF2-40B4-BE49-F238E27FC236}">
                    <a16:creationId xmlns:a16="http://schemas.microsoft.com/office/drawing/2014/main" id="{14573842-1237-03D4-AB43-979D16280C95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Conector recto 552">
                <a:extLst>
                  <a:ext uri="{FF2B5EF4-FFF2-40B4-BE49-F238E27FC236}">
                    <a16:creationId xmlns:a16="http://schemas.microsoft.com/office/drawing/2014/main" id="{45FEC2F6-32F7-3B54-31A1-7F9420B8547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Conector recto 553">
                <a:extLst>
                  <a:ext uri="{FF2B5EF4-FFF2-40B4-BE49-F238E27FC236}">
                    <a16:creationId xmlns:a16="http://schemas.microsoft.com/office/drawing/2014/main" id="{864F7195-AD34-2E53-28C9-F68676C8D9AE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5" name="Conector recto 554">
                <a:extLst>
                  <a:ext uri="{FF2B5EF4-FFF2-40B4-BE49-F238E27FC236}">
                    <a16:creationId xmlns:a16="http://schemas.microsoft.com/office/drawing/2014/main" id="{33EDACE7-D211-7D02-24E9-192E62E41DC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7" name="Grupo 536">
              <a:extLst>
                <a:ext uri="{FF2B5EF4-FFF2-40B4-BE49-F238E27FC236}">
                  <a16:creationId xmlns:a16="http://schemas.microsoft.com/office/drawing/2014/main" id="{F08008CB-2D37-6E4B-A893-1075C623E247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538" name="Conector recto 537">
                <a:extLst>
                  <a:ext uri="{FF2B5EF4-FFF2-40B4-BE49-F238E27FC236}">
                    <a16:creationId xmlns:a16="http://schemas.microsoft.com/office/drawing/2014/main" id="{48CE0218-B1B3-9159-269F-9CB1E4055C6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9" name="Conector recto 538">
                <a:extLst>
                  <a:ext uri="{FF2B5EF4-FFF2-40B4-BE49-F238E27FC236}">
                    <a16:creationId xmlns:a16="http://schemas.microsoft.com/office/drawing/2014/main" id="{C199F63C-86B9-F2C8-CDBB-ED68F5E2CBC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Conector recto 539">
                <a:extLst>
                  <a:ext uri="{FF2B5EF4-FFF2-40B4-BE49-F238E27FC236}">
                    <a16:creationId xmlns:a16="http://schemas.microsoft.com/office/drawing/2014/main" id="{D8883BA9-7C50-49BA-BFF5-3EFA0D715AE5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Conector recto 540">
                <a:extLst>
                  <a:ext uri="{FF2B5EF4-FFF2-40B4-BE49-F238E27FC236}">
                    <a16:creationId xmlns:a16="http://schemas.microsoft.com/office/drawing/2014/main" id="{75E378F1-9C05-9C77-4465-CAD4D1AB69D7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Conector recto 541">
                <a:extLst>
                  <a:ext uri="{FF2B5EF4-FFF2-40B4-BE49-F238E27FC236}">
                    <a16:creationId xmlns:a16="http://schemas.microsoft.com/office/drawing/2014/main" id="{561996A8-BBED-06BC-062B-874C7A9458C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Conector recto 542">
                <a:extLst>
                  <a:ext uri="{FF2B5EF4-FFF2-40B4-BE49-F238E27FC236}">
                    <a16:creationId xmlns:a16="http://schemas.microsoft.com/office/drawing/2014/main" id="{B884A29F-0B94-1D72-DA38-4937CBC8DEC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Conector recto 543">
                <a:extLst>
                  <a:ext uri="{FF2B5EF4-FFF2-40B4-BE49-F238E27FC236}">
                    <a16:creationId xmlns:a16="http://schemas.microsoft.com/office/drawing/2014/main" id="{AA2EBD5A-DFAB-8E60-66EE-77A5051FFD6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Conector recto 544">
                <a:extLst>
                  <a:ext uri="{FF2B5EF4-FFF2-40B4-BE49-F238E27FC236}">
                    <a16:creationId xmlns:a16="http://schemas.microsoft.com/office/drawing/2014/main" id="{EA3C8D9B-4976-BEEC-1099-6EDA5B9DACB5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Conector recto 545">
                <a:extLst>
                  <a:ext uri="{FF2B5EF4-FFF2-40B4-BE49-F238E27FC236}">
                    <a16:creationId xmlns:a16="http://schemas.microsoft.com/office/drawing/2014/main" id="{FF60EB95-5420-7141-EBBF-DD8B2E8FA58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6" name="Grupo 555">
            <a:extLst>
              <a:ext uri="{FF2B5EF4-FFF2-40B4-BE49-F238E27FC236}">
                <a16:creationId xmlns:a16="http://schemas.microsoft.com/office/drawing/2014/main" id="{C818B19E-6E17-FA3B-7F8E-03F3A18938CF}"/>
              </a:ext>
            </a:extLst>
          </p:cNvPr>
          <p:cNvGrpSpPr/>
          <p:nvPr/>
        </p:nvGrpSpPr>
        <p:grpSpPr>
          <a:xfrm rot="15300000" flipV="1">
            <a:off x="5203087" y="2358466"/>
            <a:ext cx="6053024" cy="6058883"/>
            <a:chOff x="5203903" y="2357977"/>
            <a:chExt cx="6053024" cy="6058883"/>
          </a:xfrm>
        </p:grpSpPr>
        <p:grpSp>
          <p:nvGrpSpPr>
            <p:cNvPr id="557" name="Grupo 556">
              <a:extLst>
                <a:ext uri="{FF2B5EF4-FFF2-40B4-BE49-F238E27FC236}">
                  <a16:creationId xmlns:a16="http://schemas.microsoft.com/office/drawing/2014/main" id="{8834E4BC-04B2-1B43-52D3-A4B51B58C29D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568" name="Conector recto 567">
                <a:extLst>
                  <a:ext uri="{FF2B5EF4-FFF2-40B4-BE49-F238E27FC236}">
                    <a16:creationId xmlns:a16="http://schemas.microsoft.com/office/drawing/2014/main" id="{8B6A467B-2503-9621-B6B2-7E0DC821C5C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Conector recto 568">
                <a:extLst>
                  <a:ext uri="{FF2B5EF4-FFF2-40B4-BE49-F238E27FC236}">
                    <a16:creationId xmlns:a16="http://schemas.microsoft.com/office/drawing/2014/main" id="{76FE93EB-0086-7437-AC15-594D5C9DF39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Conector recto 569">
                <a:extLst>
                  <a:ext uri="{FF2B5EF4-FFF2-40B4-BE49-F238E27FC236}">
                    <a16:creationId xmlns:a16="http://schemas.microsoft.com/office/drawing/2014/main" id="{562EB3A7-E50D-661A-C25F-C0037976F6C8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Conector recto 570">
                <a:extLst>
                  <a:ext uri="{FF2B5EF4-FFF2-40B4-BE49-F238E27FC236}">
                    <a16:creationId xmlns:a16="http://schemas.microsoft.com/office/drawing/2014/main" id="{1553B467-007F-9E18-6ADE-8B8469DA9429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Conector recto 571">
                <a:extLst>
                  <a:ext uri="{FF2B5EF4-FFF2-40B4-BE49-F238E27FC236}">
                    <a16:creationId xmlns:a16="http://schemas.microsoft.com/office/drawing/2014/main" id="{4D4928A9-319D-1BA6-C8E4-25A8A23905B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Conector recto 572">
                <a:extLst>
                  <a:ext uri="{FF2B5EF4-FFF2-40B4-BE49-F238E27FC236}">
                    <a16:creationId xmlns:a16="http://schemas.microsoft.com/office/drawing/2014/main" id="{21A1067C-5F6B-12DA-6BAE-72B40AD60CB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Conector recto 573">
                <a:extLst>
                  <a:ext uri="{FF2B5EF4-FFF2-40B4-BE49-F238E27FC236}">
                    <a16:creationId xmlns:a16="http://schemas.microsoft.com/office/drawing/2014/main" id="{80CFB1E7-F564-E71F-A77D-9BABDC0B595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Conector recto 574">
                <a:extLst>
                  <a:ext uri="{FF2B5EF4-FFF2-40B4-BE49-F238E27FC236}">
                    <a16:creationId xmlns:a16="http://schemas.microsoft.com/office/drawing/2014/main" id="{EC7D7EE7-9602-C620-6D4B-928DB40BA83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Conector recto 575">
                <a:extLst>
                  <a:ext uri="{FF2B5EF4-FFF2-40B4-BE49-F238E27FC236}">
                    <a16:creationId xmlns:a16="http://schemas.microsoft.com/office/drawing/2014/main" id="{7B8A393F-5ED5-EBB8-1664-59AB08448EB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8" name="Grupo 557">
              <a:extLst>
                <a:ext uri="{FF2B5EF4-FFF2-40B4-BE49-F238E27FC236}">
                  <a16:creationId xmlns:a16="http://schemas.microsoft.com/office/drawing/2014/main" id="{924E9289-AE01-8B64-CBBD-8DF6A167FBD2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559" name="Conector recto 558">
                <a:extLst>
                  <a:ext uri="{FF2B5EF4-FFF2-40B4-BE49-F238E27FC236}">
                    <a16:creationId xmlns:a16="http://schemas.microsoft.com/office/drawing/2014/main" id="{AB6C6B79-D614-30A4-8BC9-8E46E35F432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Conector recto 559">
                <a:extLst>
                  <a:ext uri="{FF2B5EF4-FFF2-40B4-BE49-F238E27FC236}">
                    <a16:creationId xmlns:a16="http://schemas.microsoft.com/office/drawing/2014/main" id="{91370E89-E452-C098-5D95-990C17FAE6E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Conector recto 560">
                <a:extLst>
                  <a:ext uri="{FF2B5EF4-FFF2-40B4-BE49-F238E27FC236}">
                    <a16:creationId xmlns:a16="http://schemas.microsoft.com/office/drawing/2014/main" id="{C078CB58-197B-2EE0-746E-9947D4C8A8B5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Conector recto 561">
                <a:extLst>
                  <a:ext uri="{FF2B5EF4-FFF2-40B4-BE49-F238E27FC236}">
                    <a16:creationId xmlns:a16="http://schemas.microsoft.com/office/drawing/2014/main" id="{2906E9A0-E00D-D17D-F296-D5FC94A6D00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Conector recto 562">
                <a:extLst>
                  <a:ext uri="{FF2B5EF4-FFF2-40B4-BE49-F238E27FC236}">
                    <a16:creationId xmlns:a16="http://schemas.microsoft.com/office/drawing/2014/main" id="{BC1CDB44-EA71-72B5-B3AE-934848692D0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Conector recto 563">
                <a:extLst>
                  <a:ext uri="{FF2B5EF4-FFF2-40B4-BE49-F238E27FC236}">
                    <a16:creationId xmlns:a16="http://schemas.microsoft.com/office/drawing/2014/main" id="{187048B8-0614-4FEF-4ADB-2B2EA1105109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Conector recto 564">
                <a:extLst>
                  <a:ext uri="{FF2B5EF4-FFF2-40B4-BE49-F238E27FC236}">
                    <a16:creationId xmlns:a16="http://schemas.microsoft.com/office/drawing/2014/main" id="{95999EED-1A31-DB91-8330-82B89F4A807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Conector recto 565">
                <a:extLst>
                  <a:ext uri="{FF2B5EF4-FFF2-40B4-BE49-F238E27FC236}">
                    <a16:creationId xmlns:a16="http://schemas.microsoft.com/office/drawing/2014/main" id="{47D93AC1-8F87-678C-134C-5C8D8221339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Conector recto 566">
                <a:extLst>
                  <a:ext uri="{FF2B5EF4-FFF2-40B4-BE49-F238E27FC236}">
                    <a16:creationId xmlns:a16="http://schemas.microsoft.com/office/drawing/2014/main" id="{FB397819-BFDB-E914-23A4-3198FB2C235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7" name="Grupo 576">
            <a:extLst>
              <a:ext uri="{FF2B5EF4-FFF2-40B4-BE49-F238E27FC236}">
                <a16:creationId xmlns:a16="http://schemas.microsoft.com/office/drawing/2014/main" id="{9EB938B6-0659-A7B3-8AE9-559E06AB5915}"/>
              </a:ext>
            </a:extLst>
          </p:cNvPr>
          <p:cNvGrpSpPr/>
          <p:nvPr/>
        </p:nvGrpSpPr>
        <p:grpSpPr>
          <a:xfrm rot="15600000" flipV="1">
            <a:off x="5203086" y="2344550"/>
            <a:ext cx="6053024" cy="6058883"/>
            <a:chOff x="5203903" y="2357977"/>
            <a:chExt cx="6053024" cy="6058883"/>
          </a:xfrm>
        </p:grpSpPr>
        <p:grpSp>
          <p:nvGrpSpPr>
            <p:cNvPr id="578" name="Grupo 577">
              <a:extLst>
                <a:ext uri="{FF2B5EF4-FFF2-40B4-BE49-F238E27FC236}">
                  <a16:creationId xmlns:a16="http://schemas.microsoft.com/office/drawing/2014/main" id="{2648A16B-A1EE-F1FD-3650-3F4321F5E31E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589" name="Conector recto 588">
                <a:extLst>
                  <a:ext uri="{FF2B5EF4-FFF2-40B4-BE49-F238E27FC236}">
                    <a16:creationId xmlns:a16="http://schemas.microsoft.com/office/drawing/2014/main" id="{8A2E50EA-6F46-60F1-84E4-DD7E1F30E17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" name="Conector recto 589">
                <a:extLst>
                  <a:ext uri="{FF2B5EF4-FFF2-40B4-BE49-F238E27FC236}">
                    <a16:creationId xmlns:a16="http://schemas.microsoft.com/office/drawing/2014/main" id="{00890051-68A6-29EB-803A-BBA7D5DE166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" name="Conector recto 590">
                <a:extLst>
                  <a:ext uri="{FF2B5EF4-FFF2-40B4-BE49-F238E27FC236}">
                    <a16:creationId xmlns:a16="http://schemas.microsoft.com/office/drawing/2014/main" id="{2D9D3AE0-7583-7173-0F7C-58912F8F9DF6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Conector recto 591">
                <a:extLst>
                  <a:ext uri="{FF2B5EF4-FFF2-40B4-BE49-F238E27FC236}">
                    <a16:creationId xmlns:a16="http://schemas.microsoft.com/office/drawing/2014/main" id="{D8AE447D-FF95-EEF2-D299-F86670FDC81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3" name="Conector recto 592">
                <a:extLst>
                  <a:ext uri="{FF2B5EF4-FFF2-40B4-BE49-F238E27FC236}">
                    <a16:creationId xmlns:a16="http://schemas.microsoft.com/office/drawing/2014/main" id="{96D6A0E8-D255-6576-E13B-0D929C27BBB2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4" name="Conector recto 593">
                <a:extLst>
                  <a:ext uri="{FF2B5EF4-FFF2-40B4-BE49-F238E27FC236}">
                    <a16:creationId xmlns:a16="http://schemas.microsoft.com/office/drawing/2014/main" id="{F8042473-B8C1-E371-9639-64C1E8A7B7F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Conector recto 594">
                <a:extLst>
                  <a:ext uri="{FF2B5EF4-FFF2-40B4-BE49-F238E27FC236}">
                    <a16:creationId xmlns:a16="http://schemas.microsoft.com/office/drawing/2014/main" id="{4363B9BC-AA8E-99E9-1958-DC2313C348C4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" name="Conector recto 595">
                <a:extLst>
                  <a:ext uri="{FF2B5EF4-FFF2-40B4-BE49-F238E27FC236}">
                    <a16:creationId xmlns:a16="http://schemas.microsoft.com/office/drawing/2014/main" id="{5A7F2CF8-8BB1-44C8-5805-5ED5119910B5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7" name="Conector recto 596">
                <a:extLst>
                  <a:ext uri="{FF2B5EF4-FFF2-40B4-BE49-F238E27FC236}">
                    <a16:creationId xmlns:a16="http://schemas.microsoft.com/office/drawing/2014/main" id="{7C4E1365-8374-0737-69E6-2CA4BEB9FEC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9" name="Grupo 578">
              <a:extLst>
                <a:ext uri="{FF2B5EF4-FFF2-40B4-BE49-F238E27FC236}">
                  <a16:creationId xmlns:a16="http://schemas.microsoft.com/office/drawing/2014/main" id="{BF77C420-D488-70D5-54FC-600565F68F9C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580" name="Conector recto 579">
                <a:extLst>
                  <a:ext uri="{FF2B5EF4-FFF2-40B4-BE49-F238E27FC236}">
                    <a16:creationId xmlns:a16="http://schemas.microsoft.com/office/drawing/2014/main" id="{BAAB901E-39D5-61E3-492E-C12C749A465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Conector recto 580">
                <a:extLst>
                  <a:ext uri="{FF2B5EF4-FFF2-40B4-BE49-F238E27FC236}">
                    <a16:creationId xmlns:a16="http://schemas.microsoft.com/office/drawing/2014/main" id="{5CA0D1E6-1551-E754-1748-3586E566DE9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2" name="Conector recto 581">
                <a:extLst>
                  <a:ext uri="{FF2B5EF4-FFF2-40B4-BE49-F238E27FC236}">
                    <a16:creationId xmlns:a16="http://schemas.microsoft.com/office/drawing/2014/main" id="{8022F77E-0DC0-19FA-F3F1-D3D1E16AB99B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Conector recto 582">
                <a:extLst>
                  <a:ext uri="{FF2B5EF4-FFF2-40B4-BE49-F238E27FC236}">
                    <a16:creationId xmlns:a16="http://schemas.microsoft.com/office/drawing/2014/main" id="{F20803F6-2FCA-3474-562C-C660E8ABBEF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4" name="Conector recto 583">
                <a:extLst>
                  <a:ext uri="{FF2B5EF4-FFF2-40B4-BE49-F238E27FC236}">
                    <a16:creationId xmlns:a16="http://schemas.microsoft.com/office/drawing/2014/main" id="{2CC842F4-B2C5-FC91-D727-7C82D747368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5" name="Conector recto 584">
                <a:extLst>
                  <a:ext uri="{FF2B5EF4-FFF2-40B4-BE49-F238E27FC236}">
                    <a16:creationId xmlns:a16="http://schemas.microsoft.com/office/drawing/2014/main" id="{6749C15B-1690-3AB4-AE22-E0B0EF66611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Conector recto 585">
                <a:extLst>
                  <a:ext uri="{FF2B5EF4-FFF2-40B4-BE49-F238E27FC236}">
                    <a16:creationId xmlns:a16="http://schemas.microsoft.com/office/drawing/2014/main" id="{C246C875-1839-9A9E-1FC5-8CB33814BAF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Conector recto 586">
                <a:extLst>
                  <a:ext uri="{FF2B5EF4-FFF2-40B4-BE49-F238E27FC236}">
                    <a16:creationId xmlns:a16="http://schemas.microsoft.com/office/drawing/2014/main" id="{13BA423B-C2C1-C0CE-7FD8-B30CE03C2C1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Conector recto 587">
                <a:extLst>
                  <a:ext uri="{FF2B5EF4-FFF2-40B4-BE49-F238E27FC236}">
                    <a16:creationId xmlns:a16="http://schemas.microsoft.com/office/drawing/2014/main" id="{18645AA4-7393-202E-3567-33A676E3C69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98" name="Grupo 597">
            <a:extLst>
              <a:ext uri="{FF2B5EF4-FFF2-40B4-BE49-F238E27FC236}">
                <a16:creationId xmlns:a16="http://schemas.microsoft.com/office/drawing/2014/main" id="{F424B8E4-7353-91D8-EFA1-490671D39102}"/>
              </a:ext>
            </a:extLst>
          </p:cNvPr>
          <p:cNvGrpSpPr/>
          <p:nvPr/>
        </p:nvGrpSpPr>
        <p:grpSpPr>
          <a:xfrm rot="6000000" flipH="1" flipV="1">
            <a:off x="5189986" y="2343685"/>
            <a:ext cx="6053024" cy="6058883"/>
            <a:chOff x="5203903" y="2357977"/>
            <a:chExt cx="6053024" cy="6058883"/>
          </a:xfrm>
        </p:grpSpPr>
        <p:grpSp>
          <p:nvGrpSpPr>
            <p:cNvPr id="599" name="Grupo 598">
              <a:extLst>
                <a:ext uri="{FF2B5EF4-FFF2-40B4-BE49-F238E27FC236}">
                  <a16:creationId xmlns:a16="http://schemas.microsoft.com/office/drawing/2014/main" id="{AD629FE1-2DB7-B5D4-247F-3E1AAF87AB51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610" name="Conector recto 609">
                <a:extLst>
                  <a:ext uri="{FF2B5EF4-FFF2-40B4-BE49-F238E27FC236}">
                    <a16:creationId xmlns:a16="http://schemas.microsoft.com/office/drawing/2014/main" id="{E0E8908D-C2D0-DDAE-4254-EC781453FE5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Conector recto 610">
                <a:extLst>
                  <a:ext uri="{FF2B5EF4-FFF2-40B4-BE49-F238E27FC236}">
                    <a16:creationId xmlns:a16="http://schemas.microsoft.com/office/drawing/2014/main" id="{2F2791B3-4FB3-72FF-0D84-AFB06712B23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2" name="Conector recto 611">
                <a:extLst>
                  <a:ext uri="{FF2B5EF4-FFF2-40B4-BE49-F238E27FC236}">
                    <a16:creationId xmlns:a16="http://schemas.microsoft.com/office/drawing/2014/main" id="{288125FF-EFC4-5DA4-5062-881113FE85B4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3" name="Conector recto 612">
                <a:extLst>
                  <a:ext uri="{FF2B5EF4-FFF2-40B4-BE49-F238E27FC236}">
                    <a16:creationId xmlns:a16="http://schemas.microsoft.com/office/drawing/2014/main" id="{EDE09A2D-33CA-316B-87B1-54D14558291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Conector recto 613">
                <a:extLst>
                  <a:ext uri="{FF2B5EF4-FFF2-40B4-BE49-F238E27FC236}">
                    <a16:creationId xmlns:a16="http://schemas.microsoft.com/office/drawing/2014/main" id="{FC72A059-53BA-10EC-3C7E-47B9A2DDFB2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Conector recto 614">
                <a:extLst>
                  <a:ext uri="{FF2B5EF4-FFF2-40B4-BE49-F238E27FC236}">
                    <a16:creationId xmlns:a16="http://schemas.microsoft.com/office/drawing/2014/main" id="{C01757E7-07CA-1090-62FD-BCB50771FDF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" name="Conector recto 615">
                <a:extLst>
                  <a:ext uri="{FF2B5EF4-FFF2-40B4-BE49-F238E27FC236}">
                    <a16:creationId xmlns:a16="http://schemas.microsoft.com/office/drawing/2014/main" id="{96BE834C-F3AE-BE2F-CDBE-A6500BC6DB8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Conector recto 616">
                <a:extLst>
                  <a:ext uri="{FF2B5EF4-FFF2-40B4-BE49-F238E27FC236}">
                    <a16:creationId xmlns:a16="http://schemas.microsoft.com/office/drawing/2014/main" id="{85BF014E-A8D7-E707-83EB-5EFF1965A92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" name="Conector recto 617">
                <a:extLst>
                  <a:ext uri="{FF2B5EF4-FFF2-40B4-BE49-F238E27FC236}">
                    <a16:creationId xmlns:a16="http://schemas.microsoft.com/office/drawing/2014/main" id="{5B248304-6CB7-3C60-242A-D853EAA1C431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0" name="Grupo 599">
              <a:extLst>
                <a:ext uri="{FF2B5EF4-FFF2-40B4-BE49-F238E27FC236}">
                  <a16:creationId xmlns:a16="http://schemas.microsoft.com/office/drawing/2014/main" id="{7278B7B6-A6AF-6FAB-DDD5-3C599F56E1C2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601" name="Conector recto 600">
                <a:extLst>
                  <a:ext uri="{FF2B5EF4-FFF2-40B4-BE49-F238E27FC236}">
                    <a16:creationId xmlns:a16="http://schemas.microsoft.com/office/drawing/2014/main" id="{FD750D50-80B0-5397-D6E5-ADF38A1B6BE9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" name="Conector recto 601">
                <a:extLst>
                  <a:ext uri="{FF2B5EF4-FFF2-40B4-BE49-F238E27FC236}">
                    <a16:creationId xmlns:a16="http://schemas.microsoft.com/office/drawing/2014/main" id="{6DBADCCA-58E0-5DA3-2615-8E89DED2774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" name="Conector recto 602">
                <a:extLst>
                  <a:ext uri="{FF2B5EF4-FFF2-40B4-BE49-F238E27FC236}">
                    <a16:creationId xmlns:a16="http://schemas.microsoft.com/office/drawing/2014/main" id="{A1F86085-21ED-2C0F-F921-A4BFF9EB787C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" name="Conector recto 603">
                <a:extLst>
                  <a:ext uri="{FF2B5EF4-FFF2-40B4-BE49-F238E27FC236}">
                    <a16:creationId xmlns:a16="http://schemas.microsoft.com/office/drawing/2014/main" id="{A2281D5A-2586-BB8B-D1DA-CBF1F46AE6F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" name="Conector recto 604">
                <a:extLst>
                  <a:ext uri="{FF2B5EF4-FFF2-40B4-BE49-F238E27FC236}">
                    <a16:creationId xmlns:a16="http://schemas.microsoft.com/office/drawing/2014/main" id="{6F845499-84EB-DAE5-106D-5D4C4AA0627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" name="Conector recto 605">
                <a:extLst>
                  <a:ext uri="{FF2B5EF4-FFF2-40B4-BE49-F238E27FC236}">
                    <a16:creationId xmlns:a16="http://schemas.microsoft.com/office/drawing/2014/main" id="{BD27E583-46BC-C6BF-5690-E31026C34D3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7" name="Conector recto 606">
                <a:extLst>
                  <a:ext uri="{FF2B5EF4-FFF2-40B4-BE49-F238E27FC236}">
                    <a16:creationId xmlns:a16="http://schemas.microsoft.com/office/drawing/2014/main" id="{9AD955FA-15B6-105F-ED01-C648611F45C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8" name="Conector recto 607">
                <a:extLst>
                  <a:ext uri="{FF2B5EF4-FFF2-40B4-BE49-F238E27FC236}">
                    <a16:creationId xmlns:a16="http://schemas.microsoft.com/office/drawing/2014/main" id="{B11B1907-B91F-7DB2-558F-3CC40E64814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Conector recto 608">
                <a:extLst>
                  <a:ext uri="{FF2B5EF4-FFF2-40B4-BE49-F238E27FC236}">
                    <a16:creationId xmlns:a16="http://schemas.microsoft.com/office/drawing/2014/main" id="{4F83ABCD-2375-90D3-E41C-46FEFFDD3775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9" name="Grupo 618">
            <a:extLst>
              <a:ext uri="{FF2B5EF4-FFF2-40B4-BE49-F238E27FC236}">
                <a16:creationId xmlns:a16="http://schemas.microsoft.com/office/drawing/2014/main" id="{F136820A-23D2-DB70-EC2E-70C4559A4CA7}"/>
              </a:ext>
            </a:extLst>
          </p:cNvPr>
          <p:cNvGrpSpPr/>
          <p:nvPr/>
        </p:nvGrpSpPr>
        <p:grpSpPr>
          <a:xfrm rot="6300000" flipH="1" flipV="1">
            <a:off x="5203087" y="2342820"/>
            <a:ext cx="6053024" cy="6058883"/>
            <a:chOff x="5203903" y="2357977"/>
            <a:chExt cx="6053024" cy="6058883"/>
          </a:xfrm>
        </p:grpSpPr>
        <p:grpSp>
          <p:nvGrpSpPr>
            <p:cNvPr id="620" name="Grupo 619">
              <a:extLst>
                <a:ext uri="{FF2B5EF4-FFF2-40B4-BE49-F238E27FC236}">
                  <a16:creationId xmlns:a16="http://schemas.microsoft.com/office/drawing/2014/main" id="{08F8FC83-1333-8F19-2971-CD42D066D105}"/>
                </a:ext>
              </a:extLst>
            </p:cNvPr>
            <p:cNvGrpSpPr/>
            <p:nvPr/>
          </p:nvGrpSpPr>
          <p:grpSpPr>
            <a:xfrm>
              <a:off x="8018716" y="2357977"/>
              <a:ext cx="3238211" cy="2924646"/>
              <a:chOff x="8018716" y="2357977"/>
              <a:chExt cx="3238211" cy="2924646"/>
            </a:xfrm>
          </p:grpSpPr>
          <p:cxnSp>
            <p:nvCxnSpPr>
              <p:cNvPr id="631" name="Conector recto 630">
                <a:extLst>
                  <a:ext uri="{FF2B5EF4-FFF2-40B4-BE49-F238E27FC236}">
                    <a16:creationId xmlns:a16="http://schemas.microsoft.com/office/drawing/2014/main" id="{CB85713A-8FBD-EECA-7753-7ED3B356C5B6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" name="Conector recto 631">
                <a:extLst>
                  <a:ext uri="{FF2B5EF4-FFF2-40B4-BE49-F238E27FC236}">
                    <a16:creationId xmlns:a16="http://schemas.microsoft.com/office/drawing/2014/main" id="{ECB3E50D-7205-34AC-BAE8-13C9ACFBAA7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3" name="Conector recto 632">
                <a:extLst>
                  <a:ext uri="{FF2B5EF4-FFF2-40B4-BE49-F238E27FC236}">
                    <a16:creationId xmlns:a16="http://schemas.microsoft.com/office/drawing/2014/main" id="{BBA13B9C-32AB-1692-36D6-6C8F93851CC0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4" name="Conector recto 633">
                <a:extLst>
                  <a:ext uri="{FF2B5EF4-FFF2-40B4-BE49-F238E27FC236}">
                    <a16:creationId xmlns:a16="http://schemas.microsoft.com/office/drawing/2014/main" id="{1DD29627-2312-E427-D902-FB7149A899A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Conector recto 634">
                <a:extLst>
                  <a:ext uri="{FF2B5EF4-FFF2-40B4-BE49-F238E27FC236}">
                    <a16:creationId xmlns:a16="http://schemas.microsoft.com/office/drawing/2014/main" id="{894E2FAD-D1FC-F622-8C21-024B078FF1A4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6" name="Conector recto 635">
                <a:extLst>
                  <a:ext uri="{FF2B5EF4-FFF2-40B4-BE49-F238E27FC236}">
                    <a16:creationId xmlns:a16="http://schemas.microsoft.com/office/drawing/2014/main" id="{2FD7B408-439E-DCAA-9DCD-7634EB557AF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7" name="Conector recto 636">
                <a:extLst>
                  <a:ext uri="{FF2B5EF4-FFF2-40B4-BE49-F238E27FC236}">
                    <a16:creationId xmlns:a16="http://schemas.microsoft.com/office/drawing/2014/main" id="{1A73759C-83C5-9220-14F2-4CCCC041A12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8" name="Conector recto 637">
                <a:extLst>
                  <a:ext uri="{FF2B5EF4-FFF2-40B4-BE49-F238E27FC236}">
                    <a16:creationId xmlns:a16="http://schemas.microsoft.com/office/drawing/2014/main" id="{1B085919-BA90-A9E3-8D44-09723A2B468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9" name="Conector recto 638">
                <a:extLst>
                  <a:ext uri="{FF2B5EF4-FFF2-40B4-BE49-F238E27FC236}">
                    <a16:creationId xmlns:a16="http://schemas.microsoft.com/office/drawing/2014/main" id="{D1557D2A-D34F-E550-8D15-B1F1408264C5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solidFill>
                  <a:srgbClr val="FF33C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1" name="Grupo 620">
              <a:extLst>
                <a:ext uri="{FF2B5EF4-FFF2-40B4-BE49-F238E27FC236}">
                  <a16:creationId xmlns:a16="http://schemas.microsoft.com/office/drawing/2014/main" id="{2C15668C-306F-6E86-15DC-6E05A16FA07D}"/>
                </a:ext>
              </a:extLst>
            </p:cNvPr>
            <p:cNvGrpSpPr/>
            <p:nvPr/>
          </p:nvGrpSpPr>
          <p:grpSpPr>
            <a:xfrm flipH="1" flipV="1">
              <a:off x="5203903" y="5492214"/>
              <a:ext cx="3238211" cy="2924646"/>
              <a:chOff x="8018716" y="2357977"/>
              <a:chExt cx="3238211" cy="2924646"/>
            </a:xfrm>
          </p:grpSpPr>
          <p:cxnSp>
            <p:nvCxnSpPr>
              <p:cNvPr id="622" name="Conector recto 621">
                <a:extLst>
                  <a:ext uri="{FF2B5EF4-FFF2-40B4-BE49-F238E27FC236}">
                    <a16:creationId xmlns:a16="http://schemas.microsoft.com/office/drawing/2014/main" id="{9C7E950A-33A8-1587-E80E-F558B06E79B7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8738716" y="4158654"/>
                <a:ext cx="0" cy="144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Conector recto 622">
                <a:extLst>
                  <a:ext uri="{FF2B5EF4-FFF2-40B4-BE49-F238E27FC236}">
                    <a16:creationId xmlns:a16="http://schemas.microsoft.com/office/drawing/2014/main" id="{5133A20D-E0C9-9A24-F633-4C0D2525DA5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787833" y="3825336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" name="Conector recto 623">
                <a:extLst>
                  <a:ext uri="{FF2B5EF4-FFF2-40B4-BE49-F238E27FC236}">
                    <a16:creationId xmlns:a16="http://schemas.microsoft.com/office/drawing/2014/main" id="{B105EA15-8357-8750-D488-B0F1631807A4}"/>
                  </a:ext>
                </a:extLst>
              </p:cNvPr>
              <p:cNvCxnSpPr/>
              <p:nvPr/>
            </p:nvCxnSpPr>
            <p:spPr>
              <a:xfrm flipV="1">
                <a:off x="9240575" y="327805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5" name="Conector recto 624">
                <a:extLst>
                  <a:ext uri="{FF2B5EF4-FFF2-40B4-BE49-F238E27FC236}">
                    <a16:creationId xmlns:a16="http://schemas.microsoft.com/office/drawing/2014/main" id="{E4440300-03EC-8634-A50A-8E103C26EE3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9622413" y="239538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Conector recto 625">
                <a:extLst>
                  <a:ext uri="{FF2B5EF4-FFF2-40B4-BE49-F238E27FC236}">
                    <a16:creationId xmlns:a16="http://schemas.microsoft.com/office/drawing/2014/main" id="{AB8A47BF-B2F2-0965-3833-1C600596DEF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8843666" y="2357977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Conector recto 626">
                <a:extLst>
                  <a:ext uri="{FF2B5EF4-FFF2-40B4-BE49-F238E27FC236}">
                    <a16:creationId xmlns:a16="http://schemas.microsoft.com/office/drawing/2014/main" id="{6B1AC611-FC00-787F-EA1F-0A06F1F3C33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716927" y="3439122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Conector recto 627">
                <a:extLst>
                  <a:ext uri="{FF2B5EF4-FFF2-40B4-BE49-F238E27FC236}">
                    <a16:creationId xmlns:a16="http://schemas.microsoft.com/office/drawing/2014/main" id="{90AE4500-20F4-5130-3003-D2789A1C286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10724185" y="4202623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Conector recto 628">
                <a:extLst>
                  <a:ext uri="{FF2B5EF4-FFF2-40B4-BE49-F238E27FC236}">
                    <a16:creationId xmlns:a16="http://schemas.microsoft.com/office/drawing/2014/main" id="{5B0A8365-5B28-C7DB-1000-A6F09E1056C5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H="1">
                <a:off x="9650884" y="3436221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0" name="Conector recto 629">
                <a:extLst>
                  <a:ext uri="{FF2B5EF4-FFF2-40B4-BE49-F238E27FC236}">
                    <a16:creationId xmlns:a16="http://schemas.microsoft.com/office/drawing/2014/main" id="{70BDEE1B-21B9-3045-6480-549604E8819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10414560" y="2665268"/>
                <a:ext cx="0" cy="1080000"/>
              </a:xfrm>
              <a:prstGeom prst="line">
                <a:avLst/>
              </a:prstGeom>
              <a:ln w="28575">
                <a:noFill/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246799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0891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36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3600" dirty="0">
                <a:latin typeface="Aharoni" panose="02010803020104030203" pitchFamily="2" charset="-79"/>
                <a:cs typeface="Aharoni" panose="02010803020104030203" pitchFamily="2" charset="-79"/>
              </a:rPr>
              <a:t>Garra 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07841018-B4FF-3A2E-8B3A-5162A1D7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873" y="1589003"/>
            <a:ext cx="4949452" cy="4593839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M11 presionado y sensor S7 </a:t>
            </a:r>
            <a:r>
              <a:rPr lang="es-ES" dirty="0">
                <a:highlight>
                  <a:srgbClr val="FFFF00"/>
                </a:highlight>
              </a:rPr>
              <a:t>NO</a:t>
            </a:r>
            <a:r>
              <a:rPr lang="es-ES" dirty="0">
                <a:solidFill>
                  <a:srgbClr val="0070C0"/>
                </a:solidFill>
              </a:rPr>
              <a:t>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Cerrar garra (desplazamiento, abajo)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2.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M12 presionado y sensor S6 </a:t>
            </a:r>
            <a:r>
              <a:rPr lang="es-ES" dirty="0">
                <a:highlight>
                  <a:srgbClr val="FFFF00"/>
                </a:highlight>
              </a:rPr>
              <a:t>NO</a:t>
            </a:r>
            <a:r>
              <a:rPr lang="es-ES" dirty="0">
                <a:solidFill>
                  <a:srgbClr val="0070C0"/>
                </a:solidFill>
              </a:rPr>
              <a:t>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antihorario.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/>
              <a:t>Limpiar registros E y F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b="1" dirty="0">
                <a:solidFill>
                  <a:srgbClr val="FF0000"/>
                </a:solidFill>
              </a:rPr>
              <a:t>retornar</a:t>
            </a:r>
          </a:p>
          <a:p>
            <a:pPr marL="457200" indent="-457200" algn="l">
              <a:buAutoNum type="arabicPeriod"/>
            </a:pPr>
            <a:endParaRPr lang="es-E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B839C0-C041-8248-4FAB-6363083B34B5}"/>
              </a:ext>
            </a:extLst>
          </p:cNvPr>
          <p:cNvSpPr/>
          <p:nvPr/>
        </p:nvSpPr>
        <p:spPr>
          <a:xfrm>
            <a:off x="7415680" y="1592404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6A1DE549-0820-44D5-DA01-A70152CB5598}"/>
              </a:ext>
            </a:extLst>
          </p:cNvPr>
          <p:cNvSpPr txBox="1">
            <a:spLocks/>
          </p:cNvSpPr>
          <p:nvPr/>
        </p:nvSpPr>
        <p:spPr>
          <a:xfrm>
            <a:off x="10256892" y="1874827"/>
            <a:ext cx="1843588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S6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1BB3973A-764A-1D54-7A27-C0923D96E933}"/>
              </a:ext>
            </a:extLst>
          </p:cNvPr>
          <p:cNvGrpSpPr/>
          <p:nvPr/>
        </p:nvGrpSpPr>
        <p:grpSpPr>
          <a:xfrm flipH="1" flipV="1">
            <a:off x="6548727" y="1012851"/>
            <a:ext cx="2015226" cy="2228116"/>
            <a:chOff x="5506750" y="1881441"/>
            <a:chExt cx="2015226" cy="2228116"/>
          </a:xfrm>
          <a:noFill/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44DDA405-2FB5-14A8-B42D-8E7F0C758DBD}"/>
                </a:ext>
              </a:extLst>
            </p:cNvPr>
            <p:cNvGrpSpPr/>
            <p:nvPr/>
          </p:nvGrpSpPr>
          <p:grpSpPr>
            <a:xfrm rot="1767083">
              <a:off x="5506750" y="1983220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488B8E28-4AC8-4904-6100-AC035641ACAE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54" name="Grupo 53">
                  <a:extLst>
                    <a:ext uri="{FF2B5EF4-FFF2-40B4-BE49-F238E27FC236}">
                      <a16:creationId xmlns:a16="http://schemas.microsoft.com/office/drawing/2014/main" id="{7FE7EB65-D550-5EF9-71A0-68E4D22FD8C9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1" name="Grupo 60">
                    <a:extLst>
                      <a:ext uri="{FF2B5EF4-FFF2-40B4-BE49-F238E27FC236}">
                        <a16:creationId xmlns:a16="http://schemas.microsoft.com/office/drawing/2014/main" id="{21F828FA-3CBB-E027-250D-F219EEB9BDC4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512" name="Rectángulo: esquinas redondeadas 511">
                      <a:extLst>
                        <a:ext uri="{FF2B5EF4-FFF2-40B4-BE49-F238E27FC236}">
                          <a16:creationId xmlns:a16="http://schemas.microsoft.com/office/drawing/2014/main" id="{E667242B-79A8-7820-0000-306D1F6A108C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513" name="Rectángulo: esquinas redondeadas 512">
                      <a:extLst>
                        <a:ext uri="{FF2B5EF4-FFF2-40B4-BE49-F238E27FC236}">
                          <a16:creationId xmlns:a16="http://schemas.microsoft.com/office/drawing/2014/main" id="{F51140B8-8867-6FB4-DDAF-5E35B83DEF8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62" name="Rectángulo 61">
                    <a:extLst>
                      <a:ext uri="{FF2B5EF4-FFF2-40B4-BE49-F238E27FC236}">
                        <a16:creationId xmlns:a16="http://schemas.microsoft.com/office/drawing/2014/main" id="{D78AAC1D-F014-45BA-2637-C6D0F84F095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3" name="Rectángulo 62">
                    <a:extLst>
                      <a:ext uri="{FF2B5EF4-FFF2-40B4-BE49-F238E27FC236}">
                        <a16:creationId xmlns:a16="http://schemas.microsoft.com/office/drawing/2014/main" id="{307B4BF0-D7E5-6F16-5A9F-78F01D7D179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5" name="Grupo 54">
                  <a:extLst>
                    <a:ext uri="{FF2B5EF4-FFF2-40B4-BE49-F238E27FC236}">
                      <a16:creationId xmlns:a16="http://schemas.microsoft.com/office/drawing/2014/main" id="{5E0A4D20-E5D7-8FF3-3B45-1DBEC678E3CF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56" name="Grupo 55">
                    <a:extLst>
                      <a:ext uri="{FF2B5EF4-FFF2-40B4-BE49-F238E27FC236}">
                        <a16:creationId xmlns:a16="http://schemas.microsoft.com/office/drawing/2014/main" id="{A026CA3F-0E7B-6B26-5964-DD1A56D7483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59" name="Rectángulo: esquinas redondeadas 58">
                      <a:extLst>
                        <a:ext uri="{FF2B5EF4-FFF2-40B4-BE49-F238E27FC236}">
                          <a16:creationId xmlns:a16="http://schemas.microsoft.com/office/drawing/2014/main" id="{8D179190-F344-CDFF-0C93-231812C1431C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0" name="Rectángulo: esquinas redondeadas 59">
                      <a:extLst>
                        <a:ext uri="{FF2B5EF4-FFF2-40B4-BE49-F238E27FC236}">
                          <a16:creationId xmlns:a16="http://schemas.microsoft.com/office/drawing/2014/main" id="{1ADE4477-9359-449B-D99B-88CA6A279069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57" name="Rectángulo 56">
                    <a:extLst>
                      <a:ext uri="{FF2B5EF4-FFF2-40B4-BE49-F238E27FC236}">
                        <a16:creationId xmlns:a16="http://schemas.microsoft.com/office/drawing/2014/main" id="{721A6309-B7E9-3D49-A094-E082A4867ED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8" name="Rectángulo 57">
                    <a:extLst>
                      <a:ext uri="{FF2B5EF4-FFF2-40B4-BE49-F238E27FC236}">
                        <a16:creationId xmlns:a16="http://schemas.microsoft.com/office/drawing/2014/main" id="{23B2979F-DED2-C5F1-F2DF-C82A1A85464D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1526A60A-92E9-977E-3D3F-E5C607321E19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28" name="Grupo 27">
                  <a:extLst>
                    <a:ext uri="{FF2B5EF4-FFF2-40B4-BE49-F238E27FC236}">
                      <a16:creationId xmlns:a16="http://schemas.microsoft.com/office/drawing/2014/main" id="{9492DED9-E2C1-9954-05E6-A542E1F130EF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33" name="Grupo 32">
                    <a:extLst>
                      <a:ext uri="{FF2B5EF4-FFF2-40B4-BE49-F238E27FC236}">
                        <a16:creationId xmlns:a16="http://schemas.microsoft.com/office/drawing/2014/main" id="{7768ACB4-D9CF-F2D7-E645-27EE1B364894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35" name="Grupo 34">
                      <a:extLst>
                        <a:ext uri="{FF2B5EF4-FFF2-40B4-BE49-F238E27FC236}">
                          <a16:creationId xmlns:a16="http://schemas.microsoft.com/office/drawing/2014/main" id="{DA06EB9D-C388-DC6C-88E3-9705E60900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50" name="Elipse 49">
                        <a:extLst>
                          <a:ext uri="{FF2B5EF4-FFF2-40B4-BE49-F238E27FC236}">
                            <a16:creationId xmlns:a16="http://schemas.microsoft.com/office/drawing/2014/main" id="{1B2BAD7E-4E4A-5CBE-A903-BB6F567F38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51" name="Grupo 50">
                        <a:extLst>
                          <a:ext uri="{FF2B5EF4-FFF2-40B4-BE49-F238E27FC236}">
                            <a16:creationId xmlns:a16="http://schemas.microsoft.com/office/drawing/2014/main" id="{09D561BD-637D-E99A-A1D6-A5DEBF0ED7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52" name="Rectángulo 51">
                          <a:extLst>
                            <a:ext uri="{FF2B5EF4-FFF2-40B4-BE49-F238E27FC236}">
                              <a16:creationId xmlns:a16="http://schemas.microsoft.com/office/drawing/2014/main" id="{73372F81-29B6-1D08-EBCD-756E96EF2A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3" name="Rectángulo 52">
                          <a:extLst>
                            <a:ext uri="{FF2B5EF4-FFF2-40B4-BE49-F238E27FC236}">
                              <a16:creationId xmlns:a16="http://schemas.microsoft.com/office/drawing/2014/main" id="{DFF04C2A-07D2-EDCD-2626-78169CE0EEE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6" name="Grupo 35">
                      <a:extLst>
                        <a:ext uri="{FF2B5EF4-FFF2-40B4-BE49-F238E27FC236}">
                          <a16:creationId xmlns:a16="http://schemas.microsoft.com/office/drawing/2014/main" id="{42DB8871-6F05-5628-FE10-10633280C3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37" name="Grupo 36">
                        <a:extLst>
                          <a:ext uri="{FF2B5EF4-FFF2-40B4-BE49-F238E27FC236}">
                            <a16:creationId xmlns:a16="http://schemas.microsoft.com/office/drawing/2014/main" id="{47B21CFB-59B5-A456-F460-41F78250AB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42" name="Grupo 41">
                          <a:extLst>
                            <a:ext uri="{FF2B5EF4-FFF2-40B4-BE49-F238E27FC236}">
                              <a16:creationId xmlns:a16="http://schemas.microsoft.com/office/drawing/2014/main" id="{7D544ADA-B453-2889-601A-14F8EA7DB5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47" name="Rectángulo 46">
                            <a:extLst>
                              <a:ext uri="{FF2B5EF4-FFF2-40B4-BE49-F238E27FC236}">
                                <a16:creationId xmlns:a16="http://schemas.microsoft.com/office/drawing/2014/main" id="{A8B3D593-E1BE-BDBD-BCB3-665DE952FC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48" name="Rectángulo 47">
                            <a:extLst>
                              <a:ext uri="{FF2B5EF4-FFF2-40B4-BE49-F238E27FC236}">
                                <a16:creationId xmlns:a16="http://schemas.microsoft.com/office/drawing/2014/main" id="{7462A67F-BC81-2919-6D33-B5E87B5239D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9" name="Marco 48">
                            <a:extLst>
                              <a:ext uri="{FF2B5EF4-FFF2-40B4-BE49-F238E27FC236}">
                                <a16:creationId xmlns:a16="http://schemas.microsoft.com/office/drawing/2014/main" id="{298EBAFF-7063-76B8-4F1B-5345F717A5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3" name="Grupo 42">
                          <a:extLst>
                            <a:ext uri="{FF2B5EF4-FFF2-40B4-BE49-F238E27FC236}">
                              <a16:creationId xmlns:a16="http://schemas.microsoft.com/office/drawing/2014/main" id="{C762B4BB-5CDE-A1AB-B9D2-41628004DB5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44" name="Rectángulo 43">
                            <a:extLst>
                              <a:ext uri="{FF2B5EF4-FFF2-40B4-BE49-F238E27FC236}">
                                <a16:creationId xmlns:a16="http://schemas.microsoft.com/office/drawing/2014/main" id="{C8BAFC42-37CB-3B5A-67E7-05851F4C18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5" name="Rectángulo 44">
                            <a:extLst>
                              <a:ext uri="{FF2B5EF4-FFF2-40B4-BE49-F238E27FC236}">
                                <a16:creationId xmlns:a16="http://schemas.microsoft.com/office/drawing/2014/main" id="{0D42BE14-B657-5CB4-C82A-517EEE27AEF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6" name="Rectángulo 45">
                            <a:extLst>
                              <a:ext uri="{FF2B5EF4-FFF2-40B4-BE49-F238E27FC236}">
                                <a16:creationId xmlns:a16="http://schemas.microsoft.com/office/drawing/2014/main" id="{DAD02BE9-1C9C-19EB-445B-2B27DFD447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38" name="Grupo 37">
                        <a:extLst>
                          <a:ext uri="{FF2B5EF4-FFF2-40B4-BE49-F238E27FC236}">
                            <a16:creationId xmlns:a16="http://schemas.microsoft.com/office/drawing/2014/main" id="{F51E10BB-275D-B2F3-218D-E301AFF7227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39" name="Rectángulo 38">
                          <a:extLst>
                            <a:ext uri="{FF2B5EF4-FFF2-40B4-BE49-F238E27FC236}">
                              <a16:creationId xmlns:a16="http://schemas.microsoft.com/office/drawing/2014/main" id="{C0881CC9-2E42-E394-AD98-A7247ECDC6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0" name="Rectángulo 39">
                          <a:extLst>
                            <a:ext uri="{FF2B5EF4-FFF2-40B4-BE49-F238E27FC236}">
                              <a16:creationId xmlns:a16="http://schemas.microsoft.com/office/drawing/2014/main" id="{56E66FC2-05D2-0756-99E7-ADAEFA9CB2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1" name="Rectángulo 40">
                          <a:extLst>
                            <a:ext uri="{FF2B5EF4-FFF2-40B4-BE49-F238E27FC236}">
                              <a16:creationId xmlns:a16="http://schemas.microsoft.com/office/drawing/2014/main" id="{B3AD0013-CA4E-00D7-2F5F-E0EF282467C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FADA7867-83EE-700B-FD96-A5ECAC2D6999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D9DC9009-E292-36C3-4260-8C86B39C65D0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E766F4F-011A-A25E-AA69-32BDD58AE5E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1" name="Elipse 30">
                    <a:extLst>
                      <a:ext uri="{FF2B5EF4-FFF2-40B4-BE49-F238E27FC236}">
                        <a16:creationId xmlns:a16="http://schemas.microsoft.com/office/drawing/2014/main" id="{E2B46B91-0F10-1015-1135-714CF287D5D9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2" name="Elipse 31">
                    <a:extLst>
                      <a:ext uri="{FF2B5EF4-FFF2-40B4-BE49-F238E27FC236}">
                        <a16:creationId xmlns:a16="http://schemas.microsoft.com/office/drawing/2014/main" id="{26925613-15EB-565F-25C8-C9720553565F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7B5D8A0-215F-80A7-4F82-5D4F2206C4E1}"/>
                </a:ext>
              </a:extLst>
            </p:cNvPr>
            <p:cNvGrpSpPr/>
            <p:nvPr/>
          </p:nvGrpSpPr>
          <p:grpSpPr>
            <a:xfrm>
              <a:off x="6229374" y="1881441"/>
              <a:ext cx="1292602" cy="1266043"/>
              <a:chOff x="6229374" y="1881441"/>
              <a:chExt cx="1292602" cy="1266043"/>
            </a:xfrm>
            <a:grpFill/>
          </p:grpSpPr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CC6B5B1E-9C1C-4F4C-677B-4CFE7281BBE4}"/>
                  </a:ext>
                </a:extLst>
              </p:cNvPr>
              <p:cNvGrpSpPr/>
              <p:nvPr/>
            </p:nvGrpSpPr>
            <p:grpSpPr>
              <a:xfrm rot="2420597">
                <a:off x="6229374" y="1881441"/>
                <a:ext cx="1206568" cy="1266043"/>
                <a:chOff x="6027038" y="1851040"/>
                <a:chExt cx="1206568" cy="1266043"/>
              </a:xfrm>
              <a:grpFill/>
            </p:grpSpPr>
            <p:grpSp>
              <p:nvGrpSpPr>
                <p:cNvPr id="16" name="Grupo 15">
                  <a:extLst>
                    <a:ext uri="{FF2B5EF4-FFF2-40B4-BE49-F238E27FC236}">
                      <a16:creationId xmlns:a16="http://schemas.microsoft.com/office/drawing/2014/main" id="{1D3AD845-3EA7-4AD5-C494-27A4B03D844B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  <a:grpFill/>
              </p:grpSpPr>
              <p:grpSp>
                <p:nvGrpSpPr>
                  <p:cNvPr id="18" name="Grupo 17">
                    <a:extLst>
                      <a:ext uri="{FF2B5EF4-FFF2-40B4-BE49-F238E27FC236}">
                        <a16:creationId xmlns:a16="http://schemas.microsoft.com/office/drawing/2014/main" id="{FC2EFC90-09EC-7A2E-3560-ED003188EDE0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  <a:grpFill/>
                </p:grpSpPr>
                <p:grpSp>
                  <p:nvGrpSpPr>
                    <p:cNvPr id="20" name="Grupo 19">
                      <a:extLst>
                        <a:ext uri="{FF2B5EF4-FFF2-40B4-BE49-F238E27FC236}">
                          <a16:creationId xmlns:a16="http://schemas.microsoft.com/office/drawing/2014/main" id="{B0C30B6A-1239-CDE6-5C3D-53AE15E5D1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grpFill/>
                  </p:grpSpPr>
                  <p:grpSp>
                    <p:nvGrpSpPr>
                      <p:cNvPr id="22" name="Grupo 21">
                        <a:extLst>
                          <a:ext uri="{FF2B5EF4-FFF2-40B4-BE49-F238E27FC236}">
                            <a16:creationId xmlns:a16="http://schemas.microsoft.com/office/drawing/2014/main" id="{602855D1-46BE-8CDF-6594-7AD00B8A8BA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24" name="Elipse 23">
                          <a:extLst>
                            <a:ext uri="{FF2B5EF4-FFF2-40B4-BE49-F238E27FC236}">
                              <a16:creationId xmlns:a16="http://schemas.microsoft.com/office/drawing/2014/main" id="{4757343D-CE7E-E8C6-0689-8FFA3050BE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5" name="Diagrama de flujo: operación manual 24">
                          <a:extLst>
                            <a:ext uri="{FF2B5EF4-FFF2-40B4-BE49-F238E27FC236}">
                              <a16:creationId xmlns:a16="http://schemas.microsoft.com/office/drawing/2014/main" id="{D6FFCB98-8F5B-2F36-89AE-DDE24EB7B9B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23" name="Elipse 22">
                        <a:extLst>
                          <a:ext uri="{FF2B5EF4-FFF2-40B4-BE49-F238E27FC236}">
                            <a16:creationId xmlns:a16="http://schemas.microsoft.com/office/drawing/2014/main" id="{53FF0790-E39B-EED0-D267-AC8E1660EF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21" name="Diagrama de flujo: operación manual 20">
                      <a:extLst>
                        <a:ext uri="{FF2B5EF4-FFF2-40B4-BE49-F238E27FC236}">
                          <a16:creationId xmlns:a16="http://schemas.microsoft.com/office/drawing/2014/main" id="{19CA4BFF-0F2D-450C-4A79-C539AFA921BC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9" name="Elipse 18">
                    <a:extLst>
                      <a:ext uri="{FF2B5EF4-FFF2-40B4-BE49-F238E27FC236}">
                        <a16:creationId xmlns:a16="http://schemas.microsoft.com/office/drawing/2014/main" id="{37052597-EFD2-BDEC-BFCD-A1B653B5C0CA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480C4C75-5BF6-6D5A-254F-73D6110EC028}"/>
                    </a:ext>
                  </a:extLst>
                </p:cNvPr>
                <p:cNvSpPr/>
                <p:nvPr/>
              </p:nvSpPr>
              <p:spPr>
                <a:xfrm>
                  <a:off x="6027038" y="2602851"/>
                  <a:ext cx="144000" cy="144000"/>
                </a:xfrm>
                <a:prstGeom prst="ellipse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id="{D9C9E386-0FE3-CFF3-684E-6A8FF72D33B7}"/>
                  </a:ext>
                </a:extLst>
              </p:cNvPr>
              <p:cNvSpPr/>
              <p:nvPr/>
            </p:nvSpPr>
            <p:spPr>
              <a:xfrm>
                <a:off x="7413976" y="2713934"/>
                <a:ext cx="108000" cy="108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grpSp>
        <p:nvGrpSpPr>
          <p:cNvPr id="567" name="Grupo 566">
            <a:extLst>
              <a:ext uri="{FF2B5EF4-FFF2-40B4-BE49-F238E27FC236}">
                <a16:creationId xmlns:a16="http://schemas.microsoft.com/office/drawing/2014/main" id="{110EB7D4-232C-EB16-5648-42D67A3DA69A}"/>
              </a:ext>
            </a:extLst>
          </p:cNvPr>
          <p:cNvGrpSpPr/>
          <p:nvPr/>
        </p:nvGrpSpPr>
        <p:grpSpPr>
          <a:xfrm>
            <a:off x="6766844" y="994872"/>
            <a:ext cx="2833157" cy="2543654"/>
            <a:chOff x="5734796" y="1871886"/>
            <a:chExt cx="2288079" cy="2013940"/>
          </a:xfrm>
        </p:grpSpPr>
        <p:grpSp>
          <p:nvGrpSpPr>
            <p:cNvPr id="717" name="Grupo 716">
              <a:extLst>
                <a:ext uri="{FF2B5EF4-FFF2-40B4-BE49-F238E27FC236}">
                  <a16:creationId xmlns:a16="http://schemas.microsoft.com/office/drawing/2014/main" id="{1EDBB7B3-7859-1218-1F70-52E630BDE072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719" name="Grupo 718">
                <a:extLst>
                  <a:ext uri="{FF2B5EF4-FFF2-40B4-BE49-F238E27FC236}">
                    <a16:creationId xmlns:a16="http://schemas.microsoft.com/office/drawing/2014/main" id="{BDF7A251-3217-14F2-7D9A-EC5FBB32064F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721" name="Elipse 720">
                  <a:extLst>
                    <a:ext uri="{FF2B5EF4-FFF2-40B4-BE49-F238E27FC236}">
                      <a16:creationId xmlns:a16="http://schemas.microsoft.com/office/drawing/2014/main" id="{97214429-0D0E-8D80-AD1D-2EA6D5D21C0B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22" name="Diagrama de flujo: operación manual 721">
                  <a:extLst>
                    <a:ext uri="{FF2B5EF4-FFF2-40B4-BE49-F238E27FC236}">
                      <a16:creationId xmlns:a16="http://schemas.microsoft.com/office/drawing/2014/main" id="{7530C486-B9FE-8D00-AC4C-FA3E6D0449A6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720" name="Elipse 719">
                <a:extLst>
                  <a:ext uri="{FF2B5EF4-FFF2-40B4-BE49-F238E27FC236}">
                    <a16:creationId xmlns:a16="http://schemas.microsoft.com/office/drawing/2014/main" id="{E94CB397-D4D1-9F1C-1C92-F8C9B475DA75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718" name="Diagrama de flujo: operación manual 717">
              <a:extLst>
                <a:ext uri="{FF2B5EF4-FFF2-40B4-BE49-F238E27FC236}">
                  <a16:creationId xmlns:a16="http://schemas.microsoft.com/office/drawing/2014/main" id="{33D314D1-D6CE-4753-DDB2-8C40953248B1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568" name="Grupo 567">
            <a:extLst>
              <a:ext uri="{FF2B5EF4-FFF2-40B4-BE49-F238E27FC236}">
                <a16:creationId xmlns:a16="http://schemas.microsoft.com/office/drawing/2014/main" id="{7BC83319-F285-58CE-D1EE-22BB93DAF83B}"/>
              </a:ext>
            </a:extLst>
          </p:cNvPr>
          <p:cNvGrpSpPr/>
          <p:nvPr/>
        </p:nvGrpSpPr>
        <p:grpSpPr>
          <a:xfrm>
            <a:off x="8262208" y="2414488"/>
            <a:ext cx="1476566" cy="1729382"/>
            <a:chOff x="7991273" y="3108960"/>
            <a:chExt cx="1192486" cy="1369240"/>
          </a:xfrm>
        </p:grpSpPr>
        <p:grpSp>
          <p:nvGrpSpPr>
            <p:cNvPr id="298" name="Grupo 297">
              <a:extLst>
                <a:ext uri="{FF2B5EF4-FFF2-40B4-BE49-F238E27FC236}">
                  <a16:creationId xmlns:a16="http://schemas.microsoft.com/office/drawing/2014/main" id="{C686D7B3-6454-8F3E-9659-7FA7EE6F4C4D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13" name="Rectángulo: esquinas redondeadas 712">
                <a:extLst>
                  <a:ext uri="{FF2B5EF4-FFF2-40B4-BE49-F238E27FC236}">
                    <a16:creationId xmlns:a16="http://schemas.microsoft.com/office/drawing/2014/main" id="{BF7D86AE-D38C-D6FB-D546-2A1FF55158BC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714" name="Grupo 713">
                <a:extLst>
                  <a:ext uri="{FF2B5EF4-FFF2-40B4-BE49-F238E27FC236}">
                    <a16:creationId xmlns:a16="http://schemas.microsoft.com/office/drawing/2014/main" id="{09C325B2-2F34-6BE7-AEDF-4CC7C96201B7}"/>
                  </a:ext>
                </a:extLst>
              </p:cNvPr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715" name="Diagrama de flujo: operación manual 714">
                  <a:extLst>
                    <a:ext uri="{FF2B5EF4-FFF2-40B4-BE49-F238E27FC236}">
                      <a16:creationId xmlns:a16="http://schemas.microsoft.com/office/drawing/2014/main" id="{67497A35-0E83-775F-BED2-DA966BCA08AB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6" name="Rectángulo: esquinas redondeadas 715">
                  <a:extLst>
                    <a:ext uri="{FF2B5EF4-FFF2-40B4-BE49-F238E27FC236}">
                      <a16:creationId xmlns:a16="http://schemas.microsoft.com/office/drawing/2014/main" id="{4BA543EB-DDC4-B735-09D9-92884CD5F8D1}"/>
                    </a:ext>
                  </a:extLst>
                </p:cNvPr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299" name="Grupo 298">
              <a:extLst>
                <a:ext uri="{FF2B5EF4-FFF2-40B4-BE49-F238E27FC236}">
                  <a16:creationId xmlns:a16="http://schemas.microsoft.com/office/drawing/2014/main" id="{CC1A1D40-1BBE-FC21-C6DA-CA5BC37300C4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300" name="Grupo 299">
                <a:extLst>
                  <a:ext uri="{FF2B5EF4-FFF2-40B4-BE49-F238E27FC236}">
                    <a16:creationId xmlns:a16="http://schemas.microsoft.com/office/drawing/2014/main" id="{CAA936BB-D8C3-2C98-7C65-269C34842379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11" name="Rectángulo 710">
                  <a:extLst>
                    <a:ext uri="{FF2B5EF4-FFF2-40B4-BE49-F238E27FC236}">
                      <a16:creationId xmlns:a16="http://schemas.microsoft.com/office/drawing/2014/main" id="{392842EE-6263-1ACD-3920-10C4DCB79885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2" name="Elipse 711">
                  <a:extLst>
                    <a:ext uri="{FF2B5EF4-FFF2-40B4-BE49-F238E27FC236}">
                      <a16:creationId xmlns:a16="http://schemas.microsoft.com/office/drawing/2014/main" id="{DDF35612-4C1A-2EAD-AE71-38B677BD0848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301" name="Grupo 300">
                <a:extLst>
                  <a:ext uri="{FF2B5EF4-FFF2-40B4-BE49-F238E27FC236}">
                    <a16:creationId xmlns:a16="http://schemas.microsoft.com/office/drawing/2014/main" id="{EBC78BE8-8879-290F-4CED-58D9B676922C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08" name="Elipse 707">
                  <a:extLst>
                    <a:ext uri="{FF2B5EF4-FFF2-40B4-BE49-F238E27FC236}">
                      <a16:creationId xmlns:a16="http://schemas.microsoft.com/office/drawing/2014/main" id="{54C150FF-0947-65AD-8147-A26C79F9D4CA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09" name="Rectángulo 708">
                  <a:extLst>
                    <a:ext uri="{FF2B5EF4-FFF2-40B4-BE49-F238E27FC236}">
                      <a16:creationId xmlns:a16="http://schemas.microsoft.com/office/drawing/2014/main" id="{60949035-9AB4-D550-0D3A-753925FECE77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0" name="Rectángulo 709">
                  <a:extLst>
                    <a:ext uri="{FF2B5EF4-FFF2-40B4-BE49-F238E27FC236}">
                      <a16:creationId xmlns:a16="http://schemas.microsoft.com/office/drawing/2014/main" id="{8F93A113-6505-5472-C2ED-AF7840D5D820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302" name="Grupo 301">
                <a:extLst>
                  <a:ext uri="{FF2B5EF4-FFF2-40B4-BE49-F238E27FC236}">
                    <a16:creationId xmlns:a16="http://schemas.microsoft.com/office/drawing/2014/main" id="{24DA976A-E3CB-C698-FE2A-5E18CD8FF588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05" name="Elipse 704">
                  <a:extLst>
                    <a:ext uri="{FF2B5EF4-FFF2-40B4-BE49-F238E27FC236}">
                      <a16:creationId xmlns:a16="http://schemas.microsoft.com/office/drawing/2014/main" id="{B10D62ED-48E4-E536-D615-8A16FC0C20BC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06" name="Rectángulo 705">
                  <a:extLst>
                    <a:ext uri="{FF2B5EF4-FFF2-40B4-BE49-F238E27FC236}">
                      <a16:creationId xmlns:a16="http://schemas.microsoft.com/office/drawing/2014/main" id="{70F9B6A4-74B9-887B-2780-9983E64F1F71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07" name="Rectángulo 706">
                  <a:extLst>
                    <a:ext uri="{FF2B5EF4-FFF2-40B4-BE49-F238E27FC236}">
                      <a16:creationId xmlns:a16="http://schemas.microsoft.com/office/drawing/2014/main" id="{D5D76D52-CFD1-162F-8714-F9DFEDB811A8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303" name="Grupo 302">
                <a:extLst>
                  <a:ext uri="{FF2B5EF4-FFF2-40B4-BE49-F238E27FC236}">
                    <a16:creationId xmlns:a16="http://schemas.microsoft.com/office/drawing/2014/main" id="{878DD9D2-B1CB-8E85-A527-D55F5A6107D1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318" name="Elipse 317">
                  <a:extLst>
                    <a:ext uri="{FF2B5EF4-FFF2-40B4-BE49-F238E27FC236}">
                      <a16:creationId xmlns:a16="http://schemas.microsoft.com/office/drawing/2014/main" id="{1E635E4B-5144-04E6-F7E4-5058247595AD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19" name="Rectángulo 318">
                  <a:extLst>
                    <a:ext uri="{FF2B5EF4-FFF2-40B4-BE49-F238E27FC236}">
                      <a16:creationId xmlns:a16="http://schemas.microsoft.com/office/drawing/2014/main" id="{08036A70-FDCD-C6C2-AE74-A481A373E384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04" name="Rectángulo 703">
                  <a:extLst>
                    <a:ext uri="{FF2B5EF4-FFF2-40B4-BE49-F238E27FC236}">
                      <a16:creationId xmlns:a16="http://schemas.microsoft.com/office/drawing/2014/main" id="{40B07AC9-3E19-4853-F120-2947CE0DA6DE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314" name="Grupo 313">
                <a:extLst>
                  <a:ext uri="{FF2B5EF4-FFF2-40B4-BE49-F238E27FC236}">
                    <a16:creationId xmlns:a16="http://schemas.microsoft.com/office/drawing/2014/main" id="{CA72DA2F-E31F-813C-AABA-EEA032A71E19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315" name="Elipse 314">
                  <a:extLst>
                    <a:ext uri="{FF2B5EF4-FFF2-40B4-BE49-F238E27FC236}">
                      <a16:creationId xmlns:a16="http://schemas.microsoft.com/office/drawing/2014/main" id="{B440E3B1-75AB-6F8B-F37B-63E47C7877DD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16" name="Rectángulo 315">
                  <a:extLst>
                    <a:ext uri="{FF2B5EF4-FFF2-40B4-BE49-F238E27FC236}">
                      <a16:creationId xmlns:a16="http://schemas.microsoft.com/office/drawing/2014/main" id="{BE5B49AF-329E-7CAD-AA87-C8160D502CDA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17" name="Rectángulo 316">
                  <a:extLst>
                    <a:ext uri="{FF2B5EF4-FFF2-40B4-BE49-F238E27FC236}">
                      <a16:creationId xmlns:a16="http://schemas.microsoft.com/office/drawing/2014/main" id="{75BA689A-F107-7337-7848-F0A8D794C360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569" name="Grupo 568">
            <a:extLst>
              <a:ext uri="{FF2B5EF4-FFF2-40B4-BE49-F238E27FC236}">
                <a16:creationId xmlns:a16="http://schemas.microsoft.com/office/drawing/2014/main" id="{7ECB75D3-6A17-F3F9-3FD9-DECC6074F20F}"/>
              </a:ext>
            </a:extLst>
          </p:cNvPr>
          <p:cNvGrpSpPr/>
          <p:nvPr/>
        </p:nvGrpSpPr>
        <p:grpSpPr>
          <a:xfrm>
            <a:off x="5906982" y="825705"/>
            <a:ext cx="1417063" cy="1599042"/>
            <a:chOff x="6089175" y="1851040"/>
            <a:chExt cx="1144431" cy="1266043"/>
          </a:xfrm>
        </p:grpSpPr>
        <p:grpSp>
          <p:nvGrpSpPr>
            <p:cNvPr id="288" name="Grupo 287">
              <a:extLst>
                <a:ext uri="{FF2B5EF4-FFF2-40B4-BE49-F238E27FC236}">
                  <a16:creationId xmlns:a16="http://schemas.microsoft.com/office/drawing/2014/main" id="{FA779645-5F1A-3E70-0326-F4D01F2CDE93}"/>
                </a:ext>
              </a:extLst>
            </p:cNvPr>
            <p:cNvGrpSpPr/>
            <p:nvPr/>
          </p:nvGrpSpPr>
          <p:grpSpPr>
            <a:xfrm>
              <a:off x="6110545" y="1851040"/>
              <a:ext cx="1123061" cy="1266043"/>
              <a:chOff x="6110545" y="1851040"/>
              <a:chExt cx="1123061" cy="1266043"/>
            </a:xfrm>
          </p:grpSpPr>
          <p:grpSp>
            <p:nvGrpSpPr>
              <p:cNvPr id="290" name="Grupo 289">
                <a:extLst>
                  <a:ext uri="{FF2B5EF4-FFF2-40B4-BE49-F238E27FC236}">
                    <a16:creationId xmlns:a16="http://schemas.microsoft.com/office/drawing/2014/main" id="{A1A83401-69ED-0DB2-2CEB-FB7BE2DB2159}"/>
                  </a:ext>
                </a:extLst>
              </p:cNvPr>
              <p:cNvGrpSpPr/>
              <p:nvPr/>
            </p:nvGrpSpPr>
            <p:grpSpPr>
              <a:xfrm rot="18104658">
                <a:off x="6037386" y="1924199"/>
                <a:ext cx="1266043" cy="1119726"/>
                <a:chOff x="5723823" y="1865158"/>
                <a:chExt cx="2299052" cy="2020668"/>
              </a:xfrm>
            </p:grpSpPr>
            <p:grpSp>
              <p:nvGrpSpPr>
                <p:cNvPr id="292" name="Grupo 291">
                  <a:extLst>
                    <a:ext uri="{FF2B5EF4-FFF2-40B4-BE49-F238E27FC236}">
                      <a16:creationId xmlns:a16="http://schemas.microsoft.com/office/drawing/2014/main" id="{02ABDC81-4B0E-F70D-AB7D-E2AA2FE7FAB6}"/>
                    </a:ext>
                  </a:extLst>
                </p:cNvPr>
                <p:cNvGrpSpPr/>
                <p:nvPr/>
              </p:nvGrpSpPr>
              <p:grpSpPr>
                <a:xfrm>
                  <a:off x="5723823" y="1865158"/>
                  <a:ext cx="2299052" cy="2020668"/>
                  <a:chOff x="5819210" y="2270542"/>
                  <a:chExt cx="2299052" cy="2020668"/>
                </a:xfrm>
                <a:solidFill>
                  <a:schemeClr val="bg1">
                    <a:lumMod val="65000"/>
                  </a:schemeClr>
                </a:solidFill>
              </p:grpSpPr>
              <p:grpSp>
                <p:nvGrpSpPr>
                  <p:cNvPr id="294" name="Grupo 293">
                    <a:extLst>
                      <a:ext uri="{FF2B5EF4-FFF2-40B4-BE49-F238E27FC236}">
                        <a16:creationId xmlns:a16="http://schemas.microsoft.com/office/drawing/2014/main" id="{4F17E5FC-14FF-E6F7-6803-5FA01A16E3CC}"/>
                      </a:ext>
                    </a:extLst>
                  </p:cNvPr>
                  <p:cNvGrpSpPr/>
                  <p:nvPr/>
                </p:nvGrpSpPr>
                <p:grpSpPr>
                  <a:xfrm>
                    <a:off x="5918647" y="2637133"/>
                    <a:ext cx="2199615" cy="1654077"/>
                    <a:chOff x="5708849" y="2141099"/>
                    <a:chExt cx="2199615" cy="1654077"/>
                  </a:xfrm>
                  <a:grpFill/>
                </p:grpSpPr>
                <p:sp>
                  <p:nvSpPr>
                    <p:cNvPr id="296" name="Elipse 295">
                      <a:extLst>
                        <a:ext uri="{FF2B5EF4-FFF2-40B4-BE49-F238E27FC236}">
                          <a16:creationId xmlns:a16="http://schemas.microsoft.com/office/drawing/2014/main" id="{E68CDBCD-B493-6838-24E1-3CD15B8EF4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297" name="Diagrama de flujo: operación manual 296">
                      <a:extLst>
                        <a:ext uri="{FF2B5EF4-FFF2-40B4-BE49-F238E27FC236}">
                          <a16:creationId xmlns:a16="http://schemas.microsoft.com/office/drawing/2014/main" id="{233980D7-36B8-E6C8-755F-F01F8D322857}"/>
                        </a:ext>
                      </a:extLst>
                    </p:cNvPr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295" name="Elipse 294">
                    <a:extLst>
                      <a:ext uri="{FF2B5EF4-FFF2-40B4-BE49-F238E27FC236}">
                        <a16:creationId xmlns:a16="http://schemas.microsoft.com/office/drawing/2014/main" id="{C7598453-02F8-D616-39A1-4B1AF013A1AE}"/>
                      </a:ext>
                    </a:extLst>
                  </p:cNvPr>
                  <p:cNvSpPr/>
                  <p:nvPr/>
                </p:nvSpPr>
                <p:spPr>
                  <a:xfrm>
                    <a:off x="5819210" y="2270542"/>
                    <a:ext cx="611999" cy="612001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293" name="Diagrama de flujo: operación manual 292">
                  <a:extLst>
                    <a:ext uri="{FF2B5EF4-FFF2-40B4-BE49-F238E27FC236}">
                      <a16:creationId xmlns:a16="http://schemas.microsoft.com/office/drawing/2014/main" id="{77BD2999-C45E-3D6A-EC83-8C416994F501}"/>
                    </a:ext>
                  </a:extLst>
                </p:cNvPr>
                <p:cNvSpPr/>
                <p:nvPr/>
              </p:nvSpPr>
              <p:spPr>
                <a:xfrm rot="7723891">
                  <a:off x="6283368" y="1841295"/>
                  <a:ext cx="919947" cy="1825612"/>
                </a:xfrm>
                <a:prstGeom prst="flowChartManualOperation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91" name="Elipse 290">
                <a:extLst>
                  <a:ext uri="{FF2B5EF4-FFF2-40B4-BE49-F238E27FC236}">
                    <a16:creationId xmlns:a16="http://schemas.microsoft.com/office/drawing/2014/main" id="{DABE9492-7A43-ECD3-EF92-2A93E1A175FB}"/>
                  </a:ext>
                </a:extLst>
              </p:cNvPr>
              <p:cNvSpPr/>
              <p:nvPr/>
            </p:nvSpPr>
            <p:spPr>
              <a:xfrm>
                <a:off x="6945606" y="2185786"/>
                <a:ext cx="288000" cy="288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289" name="Elipse 288">
              <a:extLst>
                <a:ext uri="{FF2B5EF4-FFF2-40B4-BE49-F238E27FC236}">
                  <a16:creationId xmlns:a16="http://schemas.microsoft.com/office/drawing/2014/main" id="{429ABD69-6760-4DB1-4F18-07266C8EFF9F}"/>
                </a:ext>
              </a:extLst>
            </p:cNvPr>
            <p:cNvSpPr/>
            <p:nvPr/>
          </p:nvSpPr>
          <p:spPr>
            <a:xfrm>
              <a:off x="6089175" y="2570070"/>
              <a:ext cx="144000" cy="144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F887078B-53C9-261F-4B49-461C2F23DD48}"/>
              </a:ext>
            </a:extLst>
          </p:cNvPr>
          <p:cNvGrpSpPr/>
          <p:nvPr/>
        </p:nvGrpSpPr>
        <p:grpSpPr>
          <a:xfrm>
            <a:off x="5180763" y="1571739"/>
            <a:ext cx="1559148" cy="2685949"/>
            <a:chOff x="5180763" y="1571739"/>
            <a:chExt cx="1559148" cy="2685949"/>
          </a:xfrm>
        </p:grpSpPr>
        <p:grpSp>
          <p:nvGrpSpPr>
            <p:cNvPr id="412" name="Grupo 411">
              <a:extLst>
                <a:ext uri="{FF2B5EF4-FFF2-40B4-BE49-F238E27FC236}">
                  <a16:creationId xmlns:a16="http://schemas.microsoft.com/office/drawing/2014/main" id="{41715F2F-3AC9-96BD-7D23-981D70CBEA6B}"/>
                </a:ext>
              </a:extLst>
            </p:cNvPr>
            <p:cNvGrpSpPr/>
            <p:nvPr/>
          </p:nvGrpSpPr>
          <p:grpSpPr>
            <a:xfrm>
              <a:off x="6061011" y="2189572"/>
              <a:ext cx="678900" cy="2068116"/>
              <a:chOff x="3254442" y="2847789"/>
              <a:chExt cx="678900" cy="2068116"/>
            </a:xfrm>
          </p:grpSpPr>
          <p:grpSp>
            <p:nvGrpSpPr>
              <p:cNvPr id="348" name="Grupo 347">
                <a:extLst>
                  <a:ext uri="{FF2B5EF4-FFF2-40B4-BE49-F238E27FC236}">
                    <a16:creationId xmlns:a16="http://schemas.microsoft.com/office/drawing/2014/main" id="{14AD1336-F045-9880-1649-E3320C1A6CF6}"/>
                  </a:ext>
                </a:extLst>
              </p:cNvPr>
              <p:cNvGrpSpPr/>
              <p:nvPr/>
            </p:nvGrpSpPr>
            <p:grpSpPr>
              <a:xfrm flipH="1">
                <a:off x="3254442" y="3860029"/>
                <a:ext cx="342598" cy="1055876"/>
                <a:chOff x="5808469" y="3718708"/>
                <a:chExt cx="276684" cy="835990"/>
              </a:xfrm>
            </p:grpSpPr>
            <p:grpSp>
              <p:nvGrpSpPr>
                <p:cNvPr id="349" name="Grupo 348">
                  <a:extLst>
                    <a:ext uri="{FF2B5EF4-FFF2-40B4-BE49-F238E27FC236}">
                      <a16:creationId xmlns:a16="http://schemas.microsoft.com/office/drawing/2014/main" id="{E9286ABF-D1D1-F587-7700-1FED2301DA06}"/>
                    </a:ext>
                  </a:extLst>
                </p:cNvPr>
                <p:cNvGrpSpPr/>
                <p:nvPr/>
              </p:nvGrpSpPr>
              <p:grpSpPr>
                <a:xfrm>
                  <a:off x="5808469" y="3718708"/>
                  <a:ext cx="181848" cy="473941"/>
                  <a:chOff x="6165919" y="3717694"/>
                  <a:chExt cx="181848" cy="473941"/>
                </a:xfrm>
              </p:grpSpPr>
              <p:sp>
                <p:nvSpPr>
                  <p:cNvPr id="352" name="Rectángulo: esquinas redondeadas 351">
                    <a:extLst>
                      <a:ext uri="{FF2B5EF4-FFF2-40B4-BE49-F238E27FC236}">
                        <a16:creationId xmlns:a16="http://schemas.microsoft.com/office/drawing/2014/main" id="{412C28B9-4EAA-7F83-41EF-2F45F532F854}"/>
                      </a:ext>
                    </a:extLst>
                  </p:cNvPr>
                  <p:cNvSpPr/>
                  <p:nvPr/>
                </p:nvSpPr>
                <p:spPr>
                  <a:xfrm rot="20522031">
                    <a:off x="6165919" y="3717694"/>
                    <a:ext cx="181848" cy="473941"/>
                  </a:xfrm>
                  <a:prstGeom prst="round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53" name="Rectángulo: esquinas redondeadas 352">
                    <a:extLst>
                      <a:ext uri="{FF2B5EF4-FFF2-40B4-BE49-F238E27FC236}">
                        <a16:creationId xmlns:a16="http://schemas.microsoft.com/office/drawing/2014/main" id="{597AFAB1-8895-8163-E79C-5F8D8DEA8CD1}"/>
                      </a:ext>
                    </a:extLst>
                  </p:cNvPr>
                  <p:cNvSpPr/>
                  <p:nvPr/>
                </p:nvSpPr>
                <p:spPr>
                  <a:xfrm rot="655801" flipH="1">
                    <a:off x="6207416" y="3774548"/>
                    <a:ext cx="49476" cy="223589"/>
                  </a:xfrm>
                  <a:prstGeom prst="roundRect">
                    <a:avLst>
                      <a:gd name="adj" fmla="val 40457"/>
                    </a:avLst>
                  </a:prstGeom>
                  <a:solidFill>
                    <a:schemeClr val="bg1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350" name="Rectángulo 349">
                  <a:extLst>
                    <a:ext uri="{FF2B5EF4-FFF2-40B4-BE49-F238E27FC236}">
                      <a16:creationId xmlns:a16="http://schemas.microsoft.com/office/drawing/2014/main" id="{571B1334-5919-ED46-7DB2-D9CDFFE81CF1}"/>
                    </a:ext>
                  </a:extLst>
                </p:cNvPr>
                <p:cNvSpPr/>
                <p:nvPr/>
              </p:nvSpPr>
              <p:spPr>
                <a:xfrm rot="20446603">
                  <a:off x="5872725" y="4154646"/>
                  <a:ext cx="212428" cy="6040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51" name="Rectángulo 350">
                  <a:extLst>
                    <a:ext uri="{FF2B5EF4-FFF2-40B4-BE49-F238E27FC236}">
                      <a16:creationId xmlns:a16="http://schemas.microsoft.com/office/drawing/2014/main" id="{A00DD6D6-C279-1DD5-B0D3-58655CDCA0CD}"/>
                    </a:ext>
                  </a:extLst>
                </p:cNvPr>
                <p:cNvSpPr/>
                <p:nvPr/>
              </p:nvSpPr>
              <p:spPr>
                <a:xfrm rot="20446603">
                  <a:off x="5969456" y="4217860"/>
                  <a:ext cx="68932" cy="33683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404" name="Grupo 403">
                <a:extLst>
                  <a:ext uri="{FF2B5EF4-FFF2-40B4-BE49-F238E27FC236}">
                    <a16:creationId xmlns:a16="http://schemas.microsoft.com/office/drawing/2014/main" id="{9C3615FF-3176-5020-33C1-67677BD73696}"/>
                  </a:ext>
                </a:extLst>
              </p:cNvPr>
              <p:cNvGrpSpPr/>
              <p:nvPr/>
            </p:nvGrpSpPr>
            <p:grpSpPr>
              <a:xfrm flipV="1">
                <a:off x="3591454" y="2847789"/>
                <a:ext cx="341888" cy="1051388"/>
                <a:chOff x="5809042" y="3722261"/>
                <a:chExt cx="276111" cy="832437"/>
              </a:xfrm>
              <a:noFill/>
            </p:grpSpPr>
            <p:grpSp>
              <p:nvGrpSpPr>
                <p:cNvPr id="405" name="Grupo 404">
                  <a:extLst>
                    <a:ext uri="{FF2B5EF4-FFF2-40B4-BE49-F238E27FC236}">
                      <a16:creationId xmlns:a16="http://schemas.microsoft.com/office/drawing/2014/main" id="{BECC842D-E844-1A9E-3FE1-6426E3985C8C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158346" cy="473941"/>
                  <a:chOff x="6166492" y="3721247"/>
                  <a:chExt cx="158346" cy="473941"/>
                </a:xfrm>
                <a:grpFill/>
              </p:grpSpPr>
              <p:sp>
                <p:nvSpPr>
                  <p:cNvPr id="409" name="Rectángulo: esquinas redondeadas 408">
                    <a:extLst>
                      <a:ext uri="{FF2B5EF4-FFF2-40B4-BE49-F238E27FC236}">
                        <a16:creationId xmlns:a16="http://schemas.microsoft.com/office/drawing/2014/main" id="{33E9AEB0-718E-84D7-9FF3-9D3032B5F704}"/>
                      </a:ext>
                    </a:extLst>
                  </p:cNvPr>
                  <p:cNvSpPr/>
                  <p:nvPr/>
                </p:nvSpPr>
                <p:spPr>
                  <a:xfrm rot="20522031">
                    <a:off x="6166492" y="3721247"/>
                    <a:ext cx="158346" cy="473941"/>
                  </a:xfrm>
                  <a:prstGeom prst="round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10" name="Rectángulo: esquinas redondeadas 409">
                    <a:extLst>
                      <a:ext uri="{FF2B5EF4-FFF2-40B4-BE49-F238E27FC236}">
                        <a16:creationId xmlns:a16="http://schemas.microsoft.com/office/drawing/2014/main" id="{5CC18CF7-83E6-2F3E-C5EC-5A3F0FC9FDD5}"/>
                      </a:ext>
                    </a:extLst>
                  </p:cNvPr>
                  <p:cNvSpPr/>
                  <p:nvPr/>
                </p:nvSpPr>
                <p:spPr>
                  <a:xfrm rot="231950" flipH="1">
                    <a:off x="6202247" y="3774966"/>
                    <a:ext cx="45719" cy="216078"/>
                  </a:xfrm>
                  <a:prstGeom prst="roundRect">
                    <a:avLst>
                      <a:gd name="adj" fmla="val 40457"/>
                    </a:avLst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406" name="Rectángulo 405">
                  <a:extLst>
                    <a:ext uri="{FF2B5EF4-FFF2-40B4-BE49-F238E27FC236}">
                      <a16:creationId xmlns:a16="http://schemas.microsoft.com/office/drawing/2014/main" id="{9D5A51DD-0388-5CE4-5A9D-8453D3B4B6BA}"/>
                    </a:ext>
                  </a:extLst>
                </p:cNvPr>
                <p:cNvSpPr/>
                <p:nvPr/>
              </p:nvSpPr>
              <p:spPr>
                <a:xfrm rot="20446603">
                  <a:off x="5872725" y="4154646"/>
                  <a:ext cx="212428" cy="60403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08" name="Rectángulo 407">
                  <a:extLst>
                    <a:ext uri="{FF2B5EF4-FFF2-40B4-BE49-F238E27FC236}">
                      <a16:creationId xmlns:a16="http://schemas.microsoft.com/office/drawing/2014/main" id="{927E4ABB-64BE-36DE-97E7-FF7ADE74037D}"/>
                    </a:ext>
                  </a:extLst>
                </p:cNvPr>
                <p:cNvSpPr/>
                <p:nvPr/>
              </p:nvSpPr>
              <p:spPr>
                <a:xfrm rot="20446603">
                  <a:off x="5969456" y="4217860"/>
                  <a:ext cx="68932" cy="336838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403" name="Grupo 402">
              <a:extLst>
                <a:ext uri="{FF2B5EF4-FFF2-40B4-BE49-F238E27FC236}">
                  <a16:creationId xmlns:a16="http://schemas.microsoft.com/office/drawing/2014/main" id="{7C001BE4-281E-07FC-4F18-043BC0AD22E9}"/>
                </a:ext>
              </a:extLst>
            </p:cNvPr>
            <p:cNvGrpSpPr/>
            <p:nvPr/>
          </p:nvGrpSpPr>
          <p:grpSpPr>
            <a:xfrm>
              <a:off x="5180763" y="2190124"/>
              <a:ext cx="685443" cy="2067229"/>
              <a:chOff x="2374194" y="2848341"/>
              <a:chExt cx="685443" cy="2067229"/>
            </a:xfrm>
          </p:grpSpPr>
          <p:grpSp>
            <p:nvGrpSpPr>
              <p:cNvPr id="347" name="Grupo 346">
                <a:extLst>
                  <a:ext uri="{FF2B5EF4-FFF2-40B4-BE49-F238E27FC236}">
                    <a16:creationId xmlns:a16="http://schemas.microsoft.com/office/drawing/2014/main" id="{67EB30B2-FAF3-A18A-8BA5-9035B5695B44}"/>
                  </a:ext>
                </a:extLst>
              </p:cNvPr>
              <p:cNvGrpSpPr/>
              <p:nvPr/>
            </p:nvGrpSpPr>
            <p:grpSpPr>
              <a:xfrm>
                <a:off x="2716948" y="3859120"/>
                <a:ext cx="342689" cy="1056450"/>
                <a:chOff x="5808395" y="3718253"/>
                <a:chExt cx="276758" cy="836445"/>
              </a:xfrm>
            </p:grpSpPr>
            <p:grpSp>
              <p:nvGrpSpPr>
                <p:cNvPr id="360" name="Grupo 359">
                  <a:extLst>
                    <a:ext uri="{FF2B5EF4-FFF2-40B4-BE49-F238E27FC236}">
                      <a16:creationId xmlns:a16="http://schemas.microsoft.com/office/drawing/2014/main" id="{4EBA4A2F-60A1-ABCC-B1F1-CDDE38D27C3F}"/>
                    </a:ext>
                  </a:extLst>
                </p:cNvPr>
                <p:cNvGrpSpPr/>
                <p:nvPr/>
              </p:nvGrpSpPr>
              <p:grpSpPr>
                <a:xfrm>
                  <a:off x="5808395" y="3718253"/>
                  <a:ext cx="184852" cy="473941"/>
                  <a:chOff x="6165845" y="3717239"/>
                  <a:chExt cx="184852" cy="473941"/>
                </a:xfrm>
              </p:grpSpPr>
              <p:sp>
                <p:nvSpPr>
                  <p:cNvPr id="369" name="Rectángulo: esquinas redondeadas 368">
                    <a:extLst>
                      <a:ext uri="{FF2B5EF4-FFF2-40B4-BE49-F238E27FC236}">
                        <a16:creationId xmlns:a16="http://schemas.microsoft.com/office/drawing/2014/main" id="{AB738F98-FAED-69E4-119C-DE586090D8B6}"/>
                      </a:ext>
                    </a:extLst>
                  </p:cNvPr>
                  <p:cNvSpPr/>
                  <p:nvPr/>
                </p:nvSpPr>
                <p:spPr>
                  <a:xfrm rot="20522031">
                    <a:off x="6165845" y="3717239"/>
                    <a:ext cx="184852" cy="473941"/>
                  </a:xfrm>
                  <a:prstGeom prst="round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70" name="Rectángulo: esquinas redondeadas 369">
                    <a:extLst>
                      <a:ext uri="{FF2B5EF4-FFF2-40B4-BE49-F238E27FC236}">
                        <a16:creationId xmlns:a16="http://schemas.microsoft.com/office/drawing/2014/main" id="{3F1BE0C8-C09D-4004-4C0B-254607FCFF60}"/>
                      </a:ext>
                    </a:extLst>
                  </p:cNvPr>
                  <p:cNvSpPr/>
                  <p:nvPr/>
                </p:nvSpPr>
                <p:spPr>
                  <a:xfrm rot="622646" flipH="1">
                    <a:off x="6207873" y="3795106"/>
                    <a:ext cx="46037" cy="203887"/>
                  </a:xfrm>
                  <a:prstGeom prst="roundRect">
                    <a:avLst>
                      <a:gd name="adj" fmla="val 40457"/>
                    </a:avLst>
                  </a:prstGeom>
                  <a:solidFill>
                    <a:schemeClr val="bg1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367" name="Rectángulo 366">
                  <a:extLst>
                    <a:ext uri="{FF2B5EF4-FFF2-40B4-BE49-F238E27FC236}">
                      <a16:creationId xmlns:a16="http://schemas.microsoft.com/office/drawing/2014/main" id="{CCD8E9F7-656A-4628-8F40-6A607D818CFC}"/>
                    </a:ext>
                  </a:extLst>
                </p:cNvPr>
                <p:cNvSpPr/>
                <p:nvPr/>
              </p:nvSpPr>
              <p:spPr>
                <a:xfrm rot="20446603">
                  <a:off x="5872725" y="4154646"/>
                  <a:ext cx="212428" cy="6040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368" name="Rectángulo 367">
                  <a:extLst>
                    <a:ext uri="{FF2B5EF4-FFF2-40B4-BE49-F238E27FC236}">
                      <a16:creationId xmlns:a16="http://schemas.microsoft.com/office/drawing/2014/main" id="{22B4DC3A-7C20-DB50-93CB-453979AD362B}"/>
                    </a:ext>
                  </a:extLst>
                </p:cNvPr>
                <p:cNvSpPr/>
                <p:nvPr/>
              </p:nvSpPr>
              <p:spPr>
                <a:xfrm rot="20446603">
                  <a:off x="5969456" y="4217860"/>
                  <a:ext cx="68932" cy="33683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397" name="Grupo 396">
                <a:extLst>
                  <a:ext uri="{FF2B5EF4-FFF2-40B4-BE49-F238E27FC236}">
                    <a16:creationId xmlns:a16="http://schemas.microsoft.com/office/drawing/2014/main" id="{B5E09060-1F6F-7698-44BD-17AE8164C3F5}"/>
                  </a:ext>
                </a:extLst>
              </p:cNvPr>
              <p:cNvGrpSpPr/>
              <p:nvPr/>
            </p:nvGrpSpPr>
            <p:grpSpPr>
              <a:xfrm flipH="1" flipV="1">
                <a:off x="2374194" y="2848341"/>
                <a:ext cx="341888" cy="1051388"/>
                <a:chOff x="5809042" y="3722261"/>
                <a:chExt cx="276111" cy="832437"/>
              </a:xfrm>
              <a:noFill/>
            </p:grpSpPr>
            <p:grpSp>
              <p:nvGrpSpPr>
                <p:cNvPr id="398" name="Grupo 397">
                  <a:extLst>
                    <a:ext uri="{FF2B5EF4-FFF2-40B4-BE49-F238E27FC236}">
                      <a16:creationId xmlns:a16="http://schemas.microsoft.com/office/drawing/2014/main" id="{5F6835E3-8F3D-64C7-CA7A-82259E87F013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158346" cy="473941"/>
                  <a:chOff x="6166492" y="3721247"/>
                  <a:chExt cx="158346" cy="473941"/>
                </a:xfrm>
                <a:grpFill/>
              </p:grpSpPr>
              <p:sp>
                <p:nvSpPr>
                  <p:cNvPr id="401" name="Rectángulo: esquinas redondeadas 400">
                    <a:extLst>
                      <a:ext uri="{FF2B5EF4-FFF2-40B4-BE49-F238E27FC236}">
                        <a16:creationId xmlns:a16="http://schemas.microsoft.com/office/drawing/2014/main" id="{D7ABDA3A-81F4-5210-7202-C47E8EA8D917}"/>
                      </a:ext>
                    </a:extLst>
                  </p:cNvPr>
                  <p:cNvSpPr/>
                  <p:nvPr/>
                </p:nvSpPr>
                <p:spPr>
                  <a:xfrm rot="20522031">
                    <a:off x="6166492" y="3721247"/>
                    <a:ext cx="158346" cy="473941"/>
                  </a:xfrm>
                  <a:prstGeom prst="round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02" name="Rectángulo: esquinas redondeadas 401">
                    <a:extLst>
                      <a:ext uri="{FF2B5EF4-FFF2-40B4-BE49-F238E27FC236}">
                        <a16:creationId xmlns:a16="http://schemas.microsoft.com/office/drawing/2014/main" id="{68D590DE-D90C-BAB5-4FA5-1E64288050E3}"/>
                      </a:ext>
                    </a:extLst>
                  </p:cNvPr>
                  <p:cNvSpPr/>
                  <p:nvPr/>
                </p:nvSpPr>
                <p:spPr>
                  <a:xfrm rot="231950" flipH="1">
                    <a:off x="6202247" y="3774966"/>
                    <a:ext cx="45719" cy="216078"/>
                  </a:xfrm>
                  <a:prstGeom prst="roundRect">
                    <a:avLst>
                      <a:gd name="adj" fmla="val 40457"/>
                    </a:avLst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399" name="Rectángulo 398">
                  <a:extLst>
                    <a:ext uri="{FF2B5EF4-FFF2-40B4-BE49-F238E27FC236}">
                      <a16:creationId xmlns:a16="http://schemas.microsoft.com/office/drawing/2014/main" id="{411289A7-E010-71C1-B1D1-8B43A06D1C25}"/>
                    </a:ext>
                  </a:extLst>
                </p:cNvPr>
                <p:cNvSpPr/>
                <p:nvPr/>
              </p:nvSpPr>
              <p:spPr>
                <a:xfrm rot="20446603">
                  <a:off x="5872725" y="4154646"/>
                  <a:ext cx="212428" cy="60403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400" name="Rectángulo 399">
                  <a:extLst>
                    <a:ext uri="{FF2B5EF4-FFF2-40B4-BE49-F238E27FC236}">
                      <a16:creationId xmlns:a16="http://schemas.microsoft.com/office/drawing/2014/main" id="{7987662B-52D1-6820-C9AD-6921F548EFE3}"/>
                    </a:ext>
                  </a:extLst>
                </p:cNvPr>
                <p:cNvSpPr/>
                <p:nvPr/>
              </p:nvSpPr>
              <p:spPr>
                <a:xfrm rot="20446603">
                  <a:off x="5969456" y="4217860"/>
                  <a:ext cx="68932" cy="336838"/>
                </a:xfrm>
                <a:prstGeom prst="rect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767" name="Grupo 766">
              <a:extLst>
                <a:ext uri="{FF2B5EF4-FFF2-40B4-BE49-F238E27FC236}">
                  <a16:creationId xmlns:a16="http://schemas.microsoft.com/office/drawing/2014/main" id="{C83B9DA9-7D58-6DDB-2351-CF66525E140A}"/>
                </a:ext>
              </a:extLst>
            </p:cNvPr>
            <p:cNvGrpSpPr/>
            <p:nvPr/>
          </p:nvGrpSpPr>
          <p:grpSpPr>
            <a:xfrm>
              <a:off x="5483447" y="1571739"/>
              <a:ext cx="963830" cy="2104882"/>
              <a:chOff x="5775707" y="2428623"/>
              <a:chExt cx="778396" cy="1666542"/>
            </a:xfrm>
          </p:grpSpPr>
          <p:grpSp>
            <p:nvGrpSpPr>
              <p:cNvPr id="325" name="Grupo 324">
                <a:extLst>
                  <a:ext uri="{FF2B5EF4-FFF2-40B4-BE49-F238E27FC236}">
                    <a16:creationId xmlns:a16="http://schemas.microsoft.com/office/drawing/2014/main" id="{D2D6074A-245A-50D9-B870-844D48A2F837}"/>
                  </a:ext>
                </a:extLst>
              </p:cNvPr>
              <p:cNvGrpSpPr/>
              <p:nvPr/>
            </p:nvGrpSpPr>
            <p:grpSpPr>
              <a:xfrm>
                <a:off x="5775707" y="2428623"/>
                <a:ext cx="778396" cy="1321607"/>
                <a:chOff x="5728098" y="3524079"/>
                <a:chExt cx="778396" cy="1321607"/>
              </a:xfrm>
            </p:grpSpPr>
            <p:grpSp>
              <p:nvGrpSpPr>
                <p:cNvPr id="327" name="Grupo 326">
                  <a:extLst>
                    <a:ext uri="{FF2B5EF4-FFF2-40B4-BE49-F238E27FC236}">
                      <a16:creationId xmlns:a16="http://schemas.microsoft.com/office/drawing/2014/main" id="{A951C85C-0431-12B9-E65C-2E60B17F7626}"/>
                    </a:ext>
                  </a:extLst>
                </p:cNvPr>
                <p:cNvGrpSpPr/>
                <p:nvPr/>
              </p:nvGrpSpPr>
              <p:grpSpPr>
                <a:xfrm>
                  <a:off x="5882065" y="3524079"/>
                  <a:ext cx="468000" cy="773094"/>
                  <a:chOff x="5755916" y="3285424"/>
                  <a:chExt cx="468000" cy="773094"/>
                </a:xfrm>
                <a:solidFill>
                  <a:schemeClr val="tx1">
                    <a:lumMod val="75000"/>
                    <a:lumOff val="25000"/>
                  </a:schemeClr>
                </a:solidFill>
              </p:grpSpPr>
              <p:sp>
                <p:nvSpPr>
                  <p:cNvPr id="343" name="Elipse 342">
                    <a:extLst>
                      <a:ext uri="{FF2B5EF4-FFF2-40B4-BE49-F238E27FC236}">
                        <a16:creationId xmlns:a16="http://schemas.microsoft.com/office/drawing/2014/main" id="{678A6941-EA1F-5A0D-BE1F-B2B9D3631413}"/>
                      </a:ext>
                    </a:extLst>
                  </p:cNvPr>
                  <p:cNvSpPr/>
                  <p:nvPr/>
                </p:nvSpPr>
                <p:spPr>
                  <a:xfrm>
                    <a:off x="5755916" y="3285424"/>
                    <a:ext cx="468000" cy="468000"/>
                  </a:xfrm>
                  <a:prstGeom prst="ellips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grpSp>
                <p:nvGrpSpPr>
                  <p:cNvPr id="344" name="Grupo 343">
                    <a:extLst>
                      <a:ext uri="{FF2B5EF4-FFF2-40B4-BE49-F238E27FC236}">
                        <a16:creationId xmlns:a16="http://schemas.microsoft.com/office/drawing/2014/main" id="{295EA881-DC14-2518-838B-23765AE2B7F2}"/>
                      </a:ext>
                    </a:extLst>
                  </p:cNvPr>
                  <p:cNvGrpSpPr/>
                  <p:nvPr/>
                </p:nvGrpSpPr>
                <p:grpSpPr>
                  <a:xfrm>
                    <a:off x="5809916" y="3734518"/>
                    <a:ext cx="360000" cy="324000"/>
                    <a:chOff x="5827652" y="3885379"/>
                    <a:chExt cx="360000" cy="324000"/>
                  </a:xfrm>
                  <a:grpFill/>
                </p:grpSpPr>
                <p:sp>
                  <p:nvSpPr>
                    <p:cNvPr id="345" name="Rectángulo 344">
                      <a:extLst>
                        <a:ext uri="{FF2B5EF4-FFF2-40B4-BE49-F238E27FC236}">
                          <a16:creationId xmlns:a16="http://schemas.microsoft.com/office/drawing/2014/main" id="{CFB51E2E-4D99-BA1C-2FD1-DC87555B64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652" y="3885379"/>
                      <a:ext cx="180000" cy="1800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346" name="Rectángulo 345">
                      <a:extLst>
                        <a:ext uri="{FF2B5EF4-FFF2-40B4-BE49-F238E27FC236}">
                          <a16:creationId xmlns:a16="http://schemas.microsoft.com/office/drawing/2014/main" id="{E9D4EEF0-0A64-2E24-DC7B-B2A3DC6764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27652" y="4065379"/>
                      <a:ext cx="360000" cy="1440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328" name="Grupo 327">
                  <a:extLst>
                    <a:ext uri="{FF2B5EF4-FFF2-40B4-BE49-F238E27FC236}">
                      <a16:creationId xmlns:a16="http://schemas.microsoft.com/office/drawing/2014/main" id="{09F45656-6E88-9D12-0871-42E63D300616}"/>
                    </a:ext>
                  </a:extLst>
                </p:cNvPr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329" name="Grupo 328">
                    <a:extLst>
                      <a:ext uri="{FF2B5EF4-FFF2-40B4-BE49-F238E27FC236}">
                        <a16:creationId xmlns:a16="http://schemas.microsoft.com/office/drawing/2014/main" id="{02B4493C-35EE-0891-F31B-FF865CCDADBB}"/>
                      </a:ext>
                    </a:extLst>
                  </p:cNvPr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334" name="Grupo 333">
                      <a:extLst>
                        <a:ext uri="{FF2B5EF4-FFF2-40B4-BE49-F238E27FC236}">
                          <a16:creationId xmlns:a16="http://schemas.microsoft.com/office/drawing/2014/main" id="{EFF8D2A1-80CD-ECE0-4CC4-73C9D434CD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468000"/>
                      <a:chOff x="5728098" y="4268155"/>
                      <a:chExt cx="778396" cy="468000"/>
                    </a:xfrm>
                  </p:grpSpPr>
                  <p:sp>
                    <p:nvSpPr>
                      <p:cNvPr id="340" name="Rectángulo 339">
                        <a:extLst>
                          <a:ext uri="{FF2B5EF4-FFF2-40B4-BE49-F238E27FC236}">
                            <a16:creationId xmlns:a16="http://schemas.microsoft.com/office/drawing/2014/main" id="{4FD96796-1F9C-E11A-2134-74A1B02E2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28098" y="4659003"/>
                        <a:ext cx="157695" cy="36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41" name="Rectángulo 340">
                        <a:extLst>
                          <a:ext uri="{FF2B5EF4-FFF2-40B4-BE49-F238E27FC236}">
                            <a16:creationId xmlns:a16="http://schemas.microsoft.com/office/drawing/2014/main" id="{45688238-126C-2067-F301-FC968D8387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48799" y="4661385"/>
                        <a:ext cx="157695" cy="36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342" name="Marco 341">
                        <a:extLst>
                          <a:ext uri="{FF2B5EF4-FFF2-40B4-BE49-F238E27FC236}">
                            <a16:creationId xmlns:a16="http://schemas.microsoft.com/office/drawing/2014/main" id="{69E294FA-3AF8-F71C-68D0-B3EBCC5EAD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7296" y="4268155"/>
                        <a:ext cx="540000" cy="468000"/>
                      </a:xfrm>
                      <a:prstGeom prst="frame">
                        <a:avLst>
                          <a:gd name="adj1" fmla="val 7853"/>
                        </a:avLst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335" name="Grupo 334">
                      <a:extLst>
                        <a:ext uri="{FF2B5EF4-FFF2-40B4-BE49-F238E27FC236}">
                          <a16:creationId xmlns:a16="http://schemas.microsoft.com/office/drawing/2014/main" id="{C4A9151F-F0CB-A428-9DC0-3E6CD0436F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9" y="4698144"/>
                      <a:ext cx="777647" cy="147542"/>
                      <a:chOff x="5728099" y="4698144"/>
                      <a:chExt cx="777647" cy="147542"/>
                    </a:xfrm>
                  </p:grpSpPr>
                  <p:sp>
                    <p:nvSpPr>
                      <p:cNvPr id="336" name="Rectángulo 335">
                        <a:extLst>
                          <a:ext uri="{FF2B5EF4-FFF2-40B4-BE49-F238E27FC236}">
                            <a16:creationId xmlns:a16="http://schemas.microsoft.com/office/drawing/2014/main" id="{43CB499F-8AAA-342A-6746-D212E1C591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9450" y="4698833"/>
                        <a:ext cx="537845" cy="45719"/>
                      </a:xfrm>
                      <a:prstGeom prst="rect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337" name="Rectángulo 336">
                        <a:extLst>
                          <a:ext uri="{FF2B5EF4-FFF2-40B4-BE49-F238E27FC236}">
                            <a16:creationId xmlns:a16="http://schemas.microsoft.com/office/drawing/2014/main" id="{7FE68E41-6AEB-4901-32FC-5210796C47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28099" y="4698144"/>
                        <a:ext cx="118291" cy="147542"/>
                      </a:xfrm>
                      <a:prstGeom prst="rect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339" name="Rectángulo 338">
                        <a:extLst>
                          <a:ext uri="{FF2B5EF4-FFF2-40B4-BE49-F238E27FC236}">
                            <a16:creationId xmlns:a16="http://schemas.microsoft.com/office/drawing/2014/main" id="{463E763E-5895-FA2A-1C31-D5A36E29BB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85142" y="4698144"/>
                        <a:ext cx="120604" cy="147542"/>
                      </a:xfrm>
                      <a:prstGeom prst="rect">
                        <a:avLst/>
                      </a:prstGeo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</p:grpSp>
              <p:grpSp>
                <p:nvGrpSpPr>
                  <p:cNvPr id="330" name="Grupo 329">
                    <a:extLst>
                      <a:ext uri="{FF2B5EF4-FFF2-40B4-BE49-F238E27FC236}">
                        <a16:creationId xmlns:a16="http://schemas.microsoft.com/office/drawing/2014/main" id="{22CAB4FF-EE08-96B1-2E86-C1232AEFE98F}"/>
                      </a:ext>
                    </a:extLst>
                  </p:cNvPr>
                  <p:cNvGrpSpPr/>
                  <p:nvPr/>
                </p:nvGrpSpPr>
                <p:grpSpPr>
                  <a:xfrm>
                    <a:off x="5969948" y="4385231"/>
                    <a:ext cx="300588" cy="306875"/>
                    <a:chOff x="6707431" y="4143645"/>
                    <a:chExt cx="398381" cy="433766"/>
                  </a:xfrm>
                </p:grpSpPr>
                <p:sp>
                  <p:nvSpPr>
                    <p:cNvPr id="331" name="Rectángulo 330">
                      <a:extLst>
                        <a:ext uri="{FF2B5EF4-FFF2-40B4-BE49-F238E27FC236}">
                          <a16:creationId xmlns:a16="http://schemas.microsoft.com/office/drawing/2014/main" id="{040022C7-6CC4-746B-3739-29A1564FDE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8632" y="4255261"/>
                      <a:ext cx="396000" cy="216000"/>
                    </a:xfrm>
                    <a:prstGeom prst="rect">
                      <a:avLst/>
                    </a:prstGeom>
                    <a:solidFill>
                      <a:schemeClr val="tx1">
                        <a:lumMod val="65000"/>
                        <a:lumOff val="3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32" name="Rectángulo 331">
                      <a:extLst>
                        <a:ext uri="{FF2B5EF4-FFF2-40B4-BE49-F238E27FC236}">
                          <a16:creationId xmlns:a16="http://schemas.microsoft.com/office/drawing/2014/main" id="{40B440D3-65A6-32E7-485F-F3CC67DF61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9813" y="4143645"/>
                      <a:ext cx="395999" cy="108000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333" name="Rectángulo 332">
                      <a:extLst>
                        <a:ext uri="{FF2B5EF4-FFF2-40B4-BE49-F238E27FC236}">
                          <a16:creationId xmlns:a16="http://schemas.microsoft.com/office/drawing/2014/main" id="{AA0529C2-0C37-47B8-56B8-B097233F4B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7431" y="4469411"/>
                      <a:ext cx="396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  <p:sp>
            <p:nvSpPr>
              <p:cNvPr id="326" name="Rectángulo 325">
                <a:extLst>
                  <a:ext uri="{FF2B5EF4-FFF2-40B4-BE49-F238E27FC236}">
                    <a16:creationId xmlns:a16="http://schemas.microsoft.com/office/drawing/2014/main" id="{ED2ADBEC-6ABC-65C2-E748-7062C0A37CF3}"/>
                  </a:ext>
                </a:extLst>
              </p:cNvPr>
              <p:cNvSpPr/>
              <p:nvPr/>
            </p:nvSpPr>
            <p:spPr>
              <a:xfrm>
                <a:off x="6139226" y="3643061"/>
                <a:ext cx="45719" cy="452104"/>
              </a:xfrm>
              <a:prstGeom prst="rect">
                <a:avLst/>
              </a:prstGeom>
              <a:pattFill prst="wdDnDiag">
                <a:fgClr>
                  <a:schemeClr val="bg1"/>
                </a:fgClr>
                <a:bgClr>
                  <a:schemeClr val="bg1">
                    <a:lumMod val="65000"/>
                  </a:schemeClr>
                </a:bgClr>
              </a:patt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416" name="Grupo 415">
              <a:extLst>
                <a:ext uri="{FF2B5EF4-FFF2-40B4-BE49-F238E27FC236}">
                  <a16:creationId xmlns:a16="http://schemas.microsoft.com/office/drawing/2014/main" id="{3040679D-5891-F420-F359-1D8420ECDC3A}"/>
                </a:ext>
              </a:extLst>
            </p:cNvPr>
            <p:cNvGrpSpPr/>
            <p:nvPr/>
          </p:nvGrpSpPr>
          <p:grpSpPr>
            <a:xfrm>
              <a:off x="5482629" y="3435091"/>
              <a:ext cx="963722" cy="137200"/>
              <a:chOff x="2676060" y="4093308"/>
              <a:chExt cx="963722" cy="137200"/>
            </a:xfrm>
          </p:grpSpPr>
          <p:sp>
            <p:nvSpPr>
              <p:cNvPr id="413" name="Rectángulo 412">
                <a:extLst>
                  <a:ext uri="{FF2B5EF4-FFF2-40B4-BE49-F238E27FC236}">
                    <a16:creationId xmlns:a16="http://schemas.microsoft.com/office/drawing/2014/main" id="{C67E67E8-A275-7A49-58F5-33B9F8002946}"/>
                  </a:ext>
                </a:extLst>
              </p:cNvPr>
              <p:cNvSpPr/>
              <p:nvPr/>
            </p:nvSpPr>
            <p:spPr>
              <a:xfrm>
                <a:off x="3235261" y="40933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415" name="Grupo 414">
                <a:extLst>
                  <a:ext uri="{FF2B5EF4-FFF2-40B4-BE49-F238E27FC236}">
                    <a16:creationId xmlns:a16="http://schemas.microsoft.com/office/drawing/2014/main" id="{CF85C5B5-14EC-483F-C916-719AC62985D6}"/>
                  </a:ext>
                </a:extLst>
              </p:cNvPr>
              <p:cNvGrpSpPr/>
              <p:nvPr/>
            </p:nvGrpSpPr>
            <p:grpSpPr>
              <a:xfrm>
                <a:off x="2676060" y="4130453"/>
                <a:ext cx="963722" cy="100055"/>
                <a:chOff x="2676060" y="4130453"/>
                <a:chExt cx="963722" cy="100055"/>
              </a:xfrm>
            </p:grpSpPr>
            <p:grpSp>
              <p:nvGrpSpPr>
                <p:cNvPr id="320" name="Grupo 319">
                  <a:extLst>
                    <a:ext uri="{FF2B5EF4-FFF2-40B4-BE49-F238E27FC236}">
                      <a16:creationId xmlns:a16="http://schemas.microsoft.com/office/drawing/2014/main" id="{0CA206F7-0950-9391-EA15-4914F4816B1B}"/>
                    </a:ext>
                  </a:extLst>
                </p:cNvPr>
                <p:cNvGrpSpPr/>
                <p:nvPr/>
              </p:nvGrpSpPr>
              <p:grpSpPr>
                <a:xfrm>
                  <a:off x="2676060" y="4130453"/>
                  <a:ext cx="963722" cy="75413"/>
                  <a:chOff x="5775047" y="3892550"/>
                  <a:chExt cx="778309" cy="59708"/>
                </a:xfrm>
              </p:grpSpPr>
              <p:sp>
                <p:nvSpPr>
                  <p:cNvPr id="321" name="Rectángulo 320">
                    <a:extLst>
                      <a:ext uri="{FF2B5EF4-FFF2-40B4-BE49-F238E27FC236}">
                        <a16:creationId xmlns:a16="http://schemas.microsoft.com/office/drawing/2014/main" id="{757530A0-8BDA-E9DB-5FC7-991AA18CC68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22" name="Elipse 321">
                    <a:extLst>
                      <a:ext uri="{FF2B5EF4-FFF2-40B4-BE49-F238E27FC236}">
                        <a16:creationId xmlns:a16="http://schemas.microsoft.com/office/drawing/2014/main" id="{20DFBB25-C463-0FDB-7F96-244D8B15B0A1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24" name="Elipse 323">
                    <a:extLst>
                      <a:ext uri="{FF2B5EF4-FFF2-40B4-BE49-F238E27FC236}">
                        <a16:creationId xmlns:a16="http://schemas.microsoft.com/office/drawing/2014/main" id="{24ABA2D6-BB78-E1D1-817D-C3B410393FC8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414" name="Rectángulo 413">
                  <a:extLst>
                    <a:ext uri="{FF2B5EF4-FFF2-40B4-BE49-F238E27FC236}">
                      <a16:creationId xmlns:a16="http://schemas.microsoft.com/office/drawing/2014/main" id="{8704D19B-B325-C077-3B19-102106DEC7D7}"/>
                    </a:ext>
                  </a:extLst>
                </p:cNvPr>
                <p:cNvSpPr/>
                <p:nvPr/>
              </p:nvSpPr>
              <p:spPr>
                <a:xfrm>
                  <a:off x="3012721" y="41945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sp>
          <p:nvSpPr>
            <p:cNvPr id="570" name="Elipse 569">
              <a:extLst>
                <a:ext uri="{FF2B5EF4-FFF2-40B4-BE49-F238E27FC236}">
                  <a16:creationId xmlns:a16="http://schemas.microsoft.com/office/drawing/2014/main" id="{88DEEB1D-0A5A-E062-BD82-DD8AB9861B89}"/>
                </a:ext>
              </a:extLst>
            </p:cNvPr>
            <p:cNvSpPr/>
            <p:nvPr/>
          </p:nvSpPr>
          <p:spPr>
            <a:xfrm>
              <a:off x="6157474" y="1683607"/>
              <a:ext cx="133728" cy="136407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71" name="Elipse 570">
              <a:extLst>
                <a:ext uri="{FF2B5EF4-FFF2-40B4-BE49-F238E27FC236}">
                  <a16:creationId xmlns:a16="http://schemas.microsoft.com/office/drawing/2014/main" id="{4290E0D9-CA48-1759-8635-1AEC9DC6F22B}"/>
                </a:ext>
              </a:extLst>
            </p:cNvPr>
            <p:cNvSpPr/>
            <p:nvPr/>
          </p:nvSpPr>
          <p:spPr>
            <a:xfrm>
              <a:off x="5924362" y="2321643"/>
              <a:ext cx="133728" cy="136407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72" name="Elipse 571">
            <a:extLst>
              <a:ext uri="{FF2B5EF4-FFF2-40B4-BE49-F238E27FC236}">
                <a16:creationId xmlns:a16="http://schemas.microsoft.com/office/drawing/2014/main" id="{285FCBD7-9D32-3241-41E4-0BE40B18356C}"/>
              </a:ext>
            </a:extLst>
          </p:cNvPr>
          <p:cNvSpPr/>
          <p:nvPr/>
        </p:nvSpPr>
        <p:spPr>
          <a:xfrm>
            <a:off x="8070008" y="4007147"/>
            <a:ext cx="133728" cy="136407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3" name="Elipse 572">
            <a:extLst>
              <a:ext uri="{FF2B5EF4-FFF2-40B4-BE49-F238E27FC236}">
                <a16:creationId xmlns:a16="http://schemas.microsoft.com/office/drawing/2014/main" id="{E464984E-708E-F7F5-8921-A246F530191A}"/>
              </a:ext>
            </a:extLst>
          </p:cNvPr>
          <p:cNvSpPr/>
          <p:nvPr/>
        </p:nvSpPr>
        <p:spPr>
          <a:xfrm>
            <a:off x="8931386" y="2517243"/>
            <a:ext cx="133728" cy="136407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4" name="Elipse 573">
            <a:extLst>
              <a:ext uri="{FF2B5EF4-FFF2-40B4-BE49-F238E27FC236}">
                <a16:creationId xmlns:a16="http://schemas.microsoft.com/office/drawing/2014/main" id="{3B3CB814-F76A-D8DF-D362-6F98D34EAC77}"/>
              </a:ext>
            </a:extLst>
          </p:cNvPr>
          <p:cNvSpPr/>
          <p:nvPr/>
        </p:nvSpPr>
        <p:spPr>
          <a:xfrm>
            <a:off x="6950051" y="1134921"/>
            <a:ext cx="133728" cy="136407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2" name="Elipse 701">
            <a:extLst>
              <a:ext uri="{FF2B5EF4-FFF2-40B4-BE49-F238E27FC236}">
                <a16:creationId xmlns:a16="http://schemas.microsoft.com/office/drawing/2014/main" id="{163C36DC-9403-F8F0-B0E5-FD085BE28E96}"/>
              </a:ext>
            </a:extLst>
          </p:cNvPr>
          <p:cNvSpPr/>
          <p:nvPr/>
        </p:nvSpPr>
        <p:spPr>
          <a:xfrm>
            <a:off x="10152303" y="2709503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3" name="Elipse 702">
            <a:extLst>
              <a:ext uri="{FF2B5EF4-FFF2-40B4-BE49-F238E27FC236}">
                <a16:creationId xmlns:a16="http://schemas.microsoft.com/office/drawing/2014/main" id="{5A17CC6D-540A-5A01-72AB-30D6A2F9A922}"/>
              </a:ext>
            </a:extLst>
          </p:cNvPr>
          <p:cNvSpPr/>
          <p:nvPr/>
        </p:nvSpPr>
        <p:spPr>
          <a:xfrm>
            <a:off x="10150846" y="2014866"/>
            <a:ext cx="216000" cy="21600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56" name="Grupo 255">
            <a:extLst>
              <a:ext uri="{FF2B5EF4-FFF2-40B4-BE49-F238E27FC236}">
                <a16:creationId xmlns:a16="http://schemas.microsoft.com/office/drawing/2014/main" id="{5F640FA2-5CC6-3C4F-EBAD-206582105214}"/>
              </a:ext>
            </a:extLst>
          </p:cNvPr>
          <p:cNvGrpSpPr/>
          <p:nvPr/>
        </p:nvGrpSpPr>
        <p:grpSpPr>
          <a:xfrm>
            <a:off x="7504410" y="4191043"/>
            <a:ext cx="4457611" cy="2682662"/>
            <a:chOff x="7379270" y="4515549"/>
            <a:chExt cx="3600000" cy="2124000"/>
          </a:xfrm>
        </p:grpSpPr>
        <p:sp>
          <p:nvSpPr>
            <p:cNvPr id="257" name="Marco 256">
              <a:extLst>
                <a:ext uri="{FF2B5EF4-FFF2-40B4-BE49-F238E27FC236}">
                  <a16:creationId xmlns:a16="http://schemas.microsoft.com/office/drawing/2014/main" id="{E5DF054C-6FC9-46D6-383E-683589ED5FC8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58" name="Marco 257">
              <a:extLst>
                <a:ext uri="{FF2B5EF4-FFF2-40B4-BE49-F238E27FC236}">
                  <a16:creationId xmlns:a16="http://schemas.microsoft.com/office/drawing/2014/main" id="{4E09B260-863E-A774-3CBE-8B7958964F43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259" name="Grupo 258">
              <a:extLst>
                <a:ext uri="{FF2B5EF4-FFF2-40B4-BE49-F238E27FC236}">
                  <a16:creationId xmlns:a16="http://schemas.microsoft.com/office/drawing/2014/main" id="{F875CBE7-24D2-CC6D-EB51-183D1A89B86C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274" name="Grupo 273">
                <a:extLst>
                  <a:ext uri="{FF2B5EF4-FFF2-40B4-BE49-F238E27FC236}">
                    <a16:creationId xmlns:a16="http://schemas.microsoft.com/office/drawing/2014/main" id="{68C3AD3B-1640-2EA5-D02D-F7BE709F4BFF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278" name="Grupo 277">
                  <a:extLst>
                    <a:ext uri="{FF2B5EF4-FFF2-40B4-BE49-F238E27FC236}">
                      <a16:creationId xmlns:a16="http://schemas.microsoft.com/office/drawing/2014/main" id="{2FA7344B-479F-6383-4A9C-74696085E357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286" name="Rectángulo 285">
                    <a:extLst>
                      <a:ext uri="{FF2B5EF4-FFF2-40B4-BE49-F238E27FC236}">
                        <a16:creationId xmlns:a16="http://schemas.microsoft.com/office/drawing/2014/main" id="{E76DD2AB-6456-9C58-1260-A6FC898102A4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287" name="Rectángulo 286">
                    <a:extLst>
                      <a:ext uri="{FF2B5EF4-FFF2-40B4-BE49-F238E27FC236}">
                        <a16:creationId xmlns:a16="http://schemas.microsoft.com/office/drawing/2014/main" id="{018EDA61-F346-17A8-ECBB-EF9A53F2FFE9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279" name="Grupo 278">
                  <a:extLst>
                    <a:ext uri="{FF2B5EF4-FFF2-40B4-BE49-F238E27FC236}">
                      <a16:creationId xmlns:a16="http://schemas.microsoft.com/office/drawing/2014/main" id="{C9E2CC54-2500-4A51-0BC9-D09938FD33E8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280" name="Grupo 279">
                    <a:extLst>
                      <a:ext uri="{FF2B5EF4-FFF2-40B4-BE49-F238E27FC236}">
                        <a16:creationId xmlns:a16="http://schemas.microsoft.com/office/drawing/2014/main" id="{2D1A33A5-31BB-A969-DB90-4970A45730E4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84" name="Rectángulo 283">
                      <a:extLst>
                        <a:ext uri="{FF2B5EF4-FFF2-40B4-BE49-F238E27FC236}">
                          <a16:creationId xmlns:a16="http://schemas.microsoft.com/office/drawing/2014/main" id="{F3003799-3E65-1EEE-9CAF-06BAE742A68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285" name="Rectángulo 284">
                      <a:extLst>
                        <a:ext uri="{FF2B5EF4-FFF2-40B4-BE49-F238E27FC236}">
                          <a16:creationId xmlns:a16="http://schemas.microsoft.com/office/drawing/2014/main" id="{84844CA7-194E-A468-A37E-5A604A40841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281" name="Grupo 280">
                    <a:extLst>
                      <a:ext uri="{FF2B5EF4-FFF2-40B4-BE49-F238E27FC236}">
                        <a16:creationId xmlns:a16="http://schemas.microsoft.com/office/drawing/2014/main" id="{A8E7551B-0957-BEEC-C68A-3714DDF53D22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82" name="Rectángulo 281">
                      <a:extLst>
                        <a:ext uri="{FF2B5EF4-FFF2-40B4-BE49-F238E27FC236}">
                          <a16:creationId xmlns:a16="http://schemas.microsoft.com/office/drawing/2014/main" id="{B494A2CA-7DAC-35FD-D97D-D017CD4992A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283" name="Rectángulo 282">
                      <a:extLst>
                        <a:ext uri="{FF2B5EF4-FFF2-40B4-BE49-F238E27FC236}">
                          <a16:creationId xmlns:a16="http://schemas.microsoft.com/office/drawing/2014/main" id="{33EA9B5A-C6E9-BE9E-635C-30A0C526C0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275" name="Grupo 274">
                <a:extLst>
                  <a:ext uri="{FF2B5EF4-FFF2-40B4-BE49-F238E27FC236}">
                    <a16:creationId xmlns:a16="http://schemas.microsoft.com/office/drawing/2014/main" id="{481C5612-5AD9-166D-1D12-EC6F722695BE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276" name="Diagrama de flujo: operación manual 275">
                  <a:extLst>
                    <a:ext uri="{FF2B5EF4-FFF2-40B4-BE49-F238E27FC236}">
                      <a16:creationId xmlns:a16="http://schemas.microsoft.com/office/drawing/2014/main" id="{C2C56800-302E-E1FB-6D86-3607DFF259BE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77" name="Diagrama de flujo: operación manual 276">
                  <a:extLst>
                    <a:ext uri="{FF2B5EF4-FFF2-40B4-BE49-F238E27FC236}">
                      <a16:creationId xmlns:a16="http://schemas.microsoft.com/office/drawing/2014/main" id="{41DFD018-0F96-9BD6-CB01-B7F7CA971B1B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260" name="Grupo 259">
              <a:extLst>
                <a:ext uri="{FF2B5EF4-FFF2-40B4-BE49-F238E27FC236}">
                  <a16:creationId xmlns:a16="http://schemas.microsoft.com/office/drawing/2014/main" id="{5691E047-55EE-B152-AC17-386EF394A436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271" name="Rectángulo 270">
                <a:extLst>
                  <a:ext uri="{FF2B5EF4-FFF2-40B4-BE49-F238E27FC236}">
                    <a16:creationId xmlns:a16="http://schemas.microsoft.com/office/drawing/2014/main" id="{479CF4B9-C94E-BFE3-535D-61974EA85F15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72" name="Rectángulo 271">
                <a:extLst>
                  <a:ext uri="{FF2B5EF4-FFF2-40B4-BE49-F238E27FC236}">
                    <a16:creationId xmlns:a16="http://schemas.microsoft.com/office/drawing/2014/main" id="{47AD6B77-59D4-BD80-8B5C-F8565D7F272E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73" name="Rectángulo 272">
                <a:extLst>
                  <a:ext uri="{FF2B5EF4-FFF2-40B4-BE49-F238E27FC236}">
                    <a16:creationId xmlns:a16="http://schemas.microsoft.com/office/drawing/2014/main" id="{A4663512-A1C1-B88B-A3F7-42C01C84F335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261" name="Rectángulo 260">
              <a:extLst>
                <a:ext uri="{FF2B5EF4-FFF2-40B4-BE49-F238E27FC236}">
                  <a16:creationId xmlns:a16="http://schemas.microsoft.com/office/drawing/2014/main" id="{C357700C-3DB3-D54C-2EE1-CCFB8B8CF1FA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262" name="Grupo 261">
              <a:extLst>
                <a:ext uri="{FF2B5EF4-FFF2-40B4-BE49-F238E27FC236}">
                  <a16:creationId xmlns:a16="http://schemas.microsoft.com/office/drawing/2014/main" id="{458D7223-D01F-CFA0-30B5-54A51288EE0D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267" name="Grupo 266">
                <a:extLst>
                  <a:ext uri="{FF2B5EF4-FFF2-40B4-BE49-F238E27FC236}">
                    <a16:creationId xmlns:a16="http://schemas.microsoft.com/office/drawing/2014/main" id="{CBDBA89E-B212-5EB9-944B-8AA5CEC6348C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269" name="Rectángulo 268">
                  <a:extLst>
                    <a:ext uri="{FF2B5EF4-FFF2-40B4-BE49-F238E27FC236}">
                      <a16:creationId xmlns:a16="http://schemas.microsoft.com/office/drawing/2014/main" id="{D0B0CD10-CBF4-5118-319E-15A8949A563A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70" name="Rectángulo 269">
                  <a:extLst>
                    <a:ext uri="{FF2B5EF4-FFF2-40B4-BE49-F238E27FC236}">
                      <a16:creationId xmlns:a16="http://schemas.microsoft.com/office/drawing/2014/main" id="{0061CF1B-9F26-EB96-CA8A-34C2B9C71DAD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268" name="Rectángulo 267">
                <a:extLst>
                  <a:ext uri="{FF2B5EF4-FFF2-40B4-BE49-F238E27FC236}">
                    <a16:creationId xmlns:a16="http://schemas.microsoft.com/office/drawing/2014/main" id="{1B0803D6-7FCE-4C5A-81BE-CC39850CC580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263" name="Grupo 262">
              <a:extLst>
                <a:ext uri="{FF2B5EF4-FFF2-40B4-BE49-F238E27FC236}">
                  <a16:creationId xmlns:a16="http://schemas.microsoft.com/office/drawing/2014/main" id="{5A242A41-8BC3-ADB8-1D01-9518DFB89E2D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264" name="Rectángulo 263">
                <a:extLst>
                  <a:ext uri="{FF2B5EF4-FFF2-40B4-BE49-F238E27FC236}">
                    <a16:creationId xmlns:a16="http://schemas.microsoft.com/office/drawing/2014/main" id="{94CD77FA-2E75-5F9B-BAF8-46772A22BEBE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65" name="Rectángulo 264">
                <a:extLst>
                  <a:ext uri="{FF2B5EF4-FFF2-40B4-BE49-F238E27FC236}">
                    <a16:creationId xmlns:a16="http://schemas.microsoft.com/office/drawing/2014/main" id="{2C7E6768-F904-F5FF-9AD0-03DECC2199D9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66" name="Rectángulo 265">
                <a:extLst>
                  <a:ext uri="{FF2B5EF4-FFF2-40B4-BE49-F238E27FC236}">
                    <a16:creationId xmlns:a16="http://schemas.microsoft.com/office/drawing/2014/main" id="{E952DD03-005B-FE02-9667-5AB7645784A9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417" name="Subtítulo 2">
            <a:extLst>
              <a:ext uri="{FF2B5EF4-FFF2-40B4-BE49-F238E27FC236}">
                <a16:creationId xmlns:a16="http://schemas.microsoft.com/office/drawing/2014/main" id="{B4DA241E-AFF1-CC9B-AFC6-71566BA28022}"/>
              </a:ext>
            </a:extLst>
          </p:cNvPr>
          <p:cNvSpPr txBox="1">
            <a:spLocks/>
          </p:cNvSpPr>
          <p:nvPr/>
        </p:nvSpPr>
        <p:spPr>
          <a:xfrm>
            <a:off x="10272828" y="2558949"/>
            <a:ext cx="1843588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S7</a:t>
            </a:r>
          </a:p>
        </p:txBody>
      </p:sp>
    </p:spTree>
    <p:extLst>
      <p:ext uri="{BB962C8B-B14F-4D97-AF65-F5344CB8AC3E}">
        <p14:creationId xmlns:p14="http://schemas.microsoft.com/office/powerpoint/2010/main" val="177810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6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5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198783"/>
            <a:ext cx="11068575" cy="75767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MODELO CINEMATICO BRAZO 6GL</a:t>
            </a:r>
            <a:endParaRPr lang="es-ES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3FAEA8-8437-A189-DB72-D663C9EBD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762" y="3145061"/>
            <a:ext cx="4742421" cy="3021013"/>
          </a:xfrm>
          <a:prstGeom prst="rect">
            <a:avLst/>
          </a:prstGeom>
        </p:spPr>
      </p:pic>
      <p:sp>
        <p:nvSpPr>
          <p:cNvPr id="5" name="Cilindro 4">
            <a:extLst>
              <a:ext uri="{FF2B5EF4-FFF2-40B4-BE49-F238E27FC236}">
                <a16:creationId xmlns:a16="http://schemas.microsoft.com/office/drawing/2014/main" id="{00FB03C1-6A32-7467-4424-3434B19926CF}"/>
              </a:ext>
            </a:extLst>
          </p:cNvPr>
          <p:cNvSpPr/>
          <p:nvPr/>
        </p:nvSpPr>
        <p:spPr>
          <a:xfrm>
            <a:off x="3658693" y="4664765"/>
            <a:ext cx="432000" cy="7200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ilindro 7">
            <a:extLst>
              <a:ext uri="{FF2B5EF4-FFF2-40B4-BE49-F238E27FC236}">
                <a16:creationId xmlns:a16="http://schemas.microsoft.com/office/drawing/2014/main" id="{3D8E002E-BBF3-A7E1-A27B-0330F00C2C42}"/>
              </a:ext>
            </a:extLst>
          </p:cNvPr>
          <p:cNvSpPr/>
          <p:nvPr/>
        </p:nvSpPr>
        <p:spPr>
          <a:xfrm rot="15455413">
            <a:off x="3558771" y="3445988"/>
            <a:ext cx="432000" cy="720000"/>
          </a:xfrm>
          <a:prstGeom prst="can">
            <a:avLst>
              <a:gd name="adj" fmla="val 833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28D4AD29-A2ED-8151-A7BC-27534AD7BD6D}"/>
              </a:ext>
            </a:extLst>
          </p:cNvPr>
          <p:cNvSpPr/>
          <p:nvPr/>
        </p:nvSpPr>
        <p:spPr>
          <a:xfrm rot="5400000">
            <a:off x="7974326" y="2732480"/>
            <a:ext cx="432000" cy="757673"/>
          </a:xfrm>
          <a:prstGeom prst="can">
            <a:avLst>
              <a:gd name="adj" fmla="val 4222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ilindro 9">
            <a:extLst>
              <a:ext uri="{FF2B5EF4-FFF2-40B4-BE49-F238E27FC236}">
                <a16:creationId xmlns:a16="http://schemas.microsoft.com/office/drawing/2014/main" id="{9FEE258B-B4FC-9B7D-789F-E44E971877F3}"/>
              </a:ext>
            </a:extLst>
          </p:cNvPr>
          <p:cNvSpPr/>
          <p:nvPr/>
        </p:nvSpPr>
        <p:spPr>
          <a:xfrm rot="15455413">
            <a:off x="5169955" y="3408026"/>
            <a:ext cx="432000" cy="720000"/>
          </a:xfrm>
          <a:prstGeom prst="can">
            <a:avLst>
              <a:gd name="adj" fmla="val 833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3A54853-99B9-9A03-7992-DCA310B6F58C}"/>
              </a:ext>
            </a:extLst>
          </p:cNvPr>
          <p:cNvSpPr txBox="1"/>
          <p:nvPr/>
        </p:nvSpPr>
        <p:spPr>
          <a:xfrm>
            <a:off x="1785909" y="4840099"/>
            <a:ext cx="2049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Articulación 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78CDE0A-2CFF-36EB-C96D-A878B5076401}"/>
              </a:ext>
            </a:extLst>
          </p:cNvPr>
          <p:cNvSpPr txBox="1"/>
          <p:nvPr/>
        </p:nvSpPr>
        <p:spPr>
          <a:xfrm>
            <a:off x="1609665" y="2970999"/>
            <a:ext cx="2049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Articulación 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7FB5594-0F77-E403-7AAF-783E0C788835}"/>
              </a:ext>
            </a:extLst>
          </p:cNvPr>
          <p:cNvSpPr txBox="1"/>
          <p:nvPr/>
        </p:nvSpPr>
        <p:spPr>
          <a:xfrm>
            <a:off x="4361441" y="2487521"/>
            <a:ext cx="2049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Articulación 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3A88CF9-1D52-D34D-ACA4-26F9E29D51E7}"/>
              </a:ext>
            </a:extLst>
          </p:cNvPr>
          <p:cNvSpPr txBox="1"/>
          <p:nvPr/>
        </p:nvSpPr>
        <p:spPr>
          <a:xfrm>
            <a:off x="6095999" y="1782900"/>
            <a:ext cx="2049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Articulación 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918319C-7D77-2398-B240-0DF090BAB42C}"/>
              </a:ext>
            </a:extLst>
          </p:cNvPr>
          <p:cNvSpPr txBox="1"/>
          <p:nvPr/>
        </p:nvSpPr>
        <p:spPr>
          <a:xfrm>
            <a:off x="3834937" y="4017028"/>
            <a:ext cx="1487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18 cm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43E2C24-4374-CAE1-3016-13E893979AE2}"/>
              </a:ext>
            </a:extLst>
          </p:cNvPr>
          <p:cNvSpPr txBox="1"/>
          <p:nvPr/>
        </p:nvSpPr>
        <p:spPr>
          <a:xfrm>
            <a:off x="2463642" y="4156231"/>
            <a:ext cx="1487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16 cm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4A2535C-84CA-BC54-2EEA-8AD487E87047}"/>
              </a:ext>
            </a:extLst>
          </p:cNvPr>
          <p:cNvSpPr txBox="1"/>
          <p:nvPr/>
        </p:nvSpPr>
        <p:spPr>
          <a:xfrm>
            <a:off x="5180614" y="3006308"/>
            <a:ext cx="1487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16 cm</a:t>
            </a:r>
          </a:p>
        </p:txBody>
      </p:sp>
      <p:sp>
        <p:nvSpPr>
          <p:cNvPr id="19" name="Cilindro 18">
            <a:extLst>
              <a:ext uri="{FF2B5EF4-FFF2-40B4-BE49-F238E27FC236}">
                <a16:creationId xmlns:a16="http://schemas.microsoft.com/office/drawing/2014/main" id="{3D4D0E0C-4772-BAE2-2FE1-E2DC0B6F4A0E}"/>
              </a:ext>
            </a:extLst>
          </p:cNvPr>
          <p:cNvSpPr/>
          <p:nvPr/>
        </p:nvSpPr>
        <p:spPr>
          <a:xfrm rot="15455413">
            <a:off x="6788769" y="2751316"/>
            <a:ext cx="432000" cy="720000"/>
          </a:xfrm>
          <a:prstGeom prst="can">
            <a:avLst>
              <a:gd name="adj" fmla="val 833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7984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206369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AUTOMATICO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Posicionamiento en origen</a:t>
            </a:r>
          </a:p>
        </p:txBody>
      </p:sp>
    </p:spTree>
    <p:extLst>
      <p:ext uri="{BB962C8B-B14F-4D97-AF65-F5344CB8AC3E}">
        <p14:creationId xmlns:p14="http://schemas.microsoft.com/office/powerpoint/2010/main" val="27509338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712" y="206369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AUTOMATICO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Posicionamiento en origen</a:t>
            </a:r>
          </a:p>
        </p:txBody>
      </p:sp>
    </p:spTree>
    <p:extLst>
      <p:ext uri="{BB962C8B-B14F-4D97-AF65-F5344CB8AC3E}">
        <p14:creationId xmlns:p14="http://schemas.microsoft.com/office/powerpoint/2010/main" val="11237025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cuarto Eslabón</a:t>
            </a:r>
          </a:p>
        </p:txBody>
      </p: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124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cuarto Eslabón</a:t>
            </a:r>
          </a:p>
        </p:txBody>
      </p: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883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cuarto Eslabón</a:t>
            </a:r>
          </a:p>
        </p:txBody>
      </p: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158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cuarto Eslabón</a:t>
            </a:r>
          </a:p>
        </p:txBody>
      </p: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805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cuarto Eslabón</a:t>
            </a:r>
          </a:p>
        </p:txBody>
      </p: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849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cuarto Eslabón</a:t>
            </a:r>
          </a:p>
        </p:txBody>
      </p: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921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cuarto Eslabón</a:t>
            </a:r>
          </a:p>
        </p:txBody>
      </p: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194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87" y="200781"/>
            <a:ext cx="3972208" cy="5634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Panel de Control</a:t>
            </a:r>
            <a:endParaRPr lang="es-ES" sz="3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704" name="Conector recto de flecha 703">
            <a:extLst>
              <a:ext uri="{FF2B5EF4-FFF2-40B4-BE49-F238E27FC236}">
                <a16:creationId xmlns:a16="http://schemas.microsoft.com/office/drawing/2014/main" id="{CBAF762D-4D40-D9EA-4EE6-7046597228C3}"/>
              </a:ext>
            </a:extLst>
          </p:cNvPr>
          <p:cNvCxnSpPr/>
          <p:nvPr/>
        </p:nvCxnSpPr>
        <p:spPr>
          <a:xfrm>
            <a:off x="5083214" y="764275"/>
            <a:ext cx="0" cy="6823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5" name="CuadroTexto 704">
            <a:extLst>
              <a:ext uri="{FF2B5EF4-FFF2-40B4-BE49-F238E27FC236}">
                <a16:creationId xmlns:a16="http://schemas.microsoft.com/office/drawing/2014/main" id="{59CF2D5F-259C-7DAE-8D6C-211F51808A70}"/>
              </a:ext>
            </a:extLst>
          </p:cNvPr>
          <p:cNvSpPr txBox="1"/>
          <p:nvPr/>
        </p:nvSpPr>
        <p:spPr>
          <a:xfrm>
            <a:off x="3838179" y="394693"/>
            <a:ext cx="249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S</a:t>
            </a:r>
            <a:r>
              <a:rPr lang="es-ES" sz="2000" dirty="0"/>
              <a:t>eta de emergencia</a:t>
            </a:r>
          </a:p>
        </p:txBody>
      </p:sp>
      <p:cxnSp>
        <p:nvCxnSpPr>
          <p:cNvPr id="706" name="Conector recto de flecha 705">
            <a:extLst>
              <a:ext uri="{FF2B5EF4-FFF2-40B4-BE49-F238E27FC236}">
                <a16:creationId xmlns:a16="http://schemas.microsoft.com/office/drawing/2014/main" id="{EDA0AE39-A114-3F21-2B50-9A89FBF27FED}"/>
              </a:ext>
            </a:extLst>
          </p:cNvPr>
          <p:cNvCxnSpPr>
            <a:cxnSpLocks/>
          </p:cNvCxnSpPr>
          <p:nvPr/>
        </p:nvCxnSpPr>
        <p:spPr>
          <a:xfrm flipH="1">
            <a:off x="5753776" y="794803"/>
            <a:ext cx="1060444" cy="651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" name="CuadroTexto 707">
            <a:extLst>
              <a:ext uri="{FF2B5EF4-FFF2-40B4-BE49-F238E27FC236}">
                <a16:creationId xmlns:a16="http://schemas.microsoft.com/office/drawing/2014/main" id="{28DD08BE-1232-C17B-641A-41BF78098A75}"/>
              </a:ext>
            </a:extLst>
          </p:cNvPr>
          <p:cNvSpPr txBox="1"/>
          <p:nvPr/>
        </p:nvSpPr>
        <p:spPr>
          <a:xfrm>
            <a:off x="6150542" y="408813"/>
            <a:ext cx="1315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/>
              <a:t>MCU/PLC</a:t>
            </a:r>
          </a:p>
        </p:txBody>
      </p:sp>
      <p:cxnSp>
        <p:nvCxnSpPr>
          <p:cNvPr id="710" name="Conector recto de flecha 709">
            <a:extLst>
              <a:ext uri="{FF2B5EF4-FFF2-40B4-BE49-F238E27FC236}">
                <a16:creationId xmlns:a16="http://schemas.microsoft.com/office/drawing/2014/main" id="{601E51F6-07B4-C5F9-0FFB-56CE89E10C21}"/>
              </a:ext>
            </a:extLst>
          </p:cNvPr>
          <p:cNvCxnSpPr>
            <a:cxnSpLocks/>
            <a:stCxn id="712" idx="2"/>
          </p:cNvCxnSpPr>
          <p:nvPr/>
        </p:nvCxnSpPr>
        <p:spPr>
          <a:xfrm flipH="1">
            <a:off x="6442888" y="537302"/>
            <a:ext cx="1921849" cy="993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CuadroTexto 711">
            <a:extLst>
              <a:ext uri="{FF2B5EF4-FFF2-40B4-BE49-F238E27FC236}">
                <a16:creationId xmlns:a16="http://schemas.microsoft.com/office/drawing/2014/main" id="{899EDFC9-533A-011A-5992-1C9CD18B1DA5}"/>
              </a:ext>
            </a:extLst>
          </p:cNvPr>
          <p:cNvSpPr txBox="1"/>
          <p:nvPr/>
        </p:nvSpPr>
        <p:spPr>
          <a:xfrm>
            <a:off x="7230632" y="137192"/>
            <a:ext cx="2268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M</a:t>
            </a:r>
            <a:r>
              <a:rPr lang="es-ES" sz="2000" dirty="0"/>
              <a:t>odo de operación</a:t>
            </a:r>
          </a:p>
        </p:txBody>
      </p:sp>
      <p:cxnSp>
        <p:nvCxnSpPr>
          <p:cNvPr id="715" name="Conector recto de flecha 714">
            <a:extLst>
              <a:ext uri="{FF2B5EF4-FFF2-40B4-BE49-F238E27FC236}">
                <a16:creationId xmlns:a16="http://schemas.microsoft.com/office/drawing/2014/main" id="{A31A219F-ADBE-13DD-F31A-75DDD6E4565C}"/>
              </a:ext>
            </a:extLst>
          </p:cNvPr>
          <p:cNvCxnSpPr>
            <a:cxnSpLocks/>
          </p:cNvCxnSpPr>
          <p:nvPr/>
        </p:nvCxnSpPr>
        <p:spPr>
          <a:xfrm flipH="1">
            <a:off x="7210986" y="679953"/>
            <a:ext cx="2212295" cy="8969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" name="CuadroTexto 717">
            <a:extLst>
              <a:ext uri="{FF2B5EF4-FFF2-40B4-BE49-F238E27FC236}">
                <a16:creationId xmlns:a16="http://schemas.microsoft.com/office/drawing/2014/main" id="{1EE897D4-30F7-3EC3-3E1B-4646F785212E}"/>
              </a:ext>
            </a:extLst>
          </p:cNvPr>
          <p:cNvSpPr txBox="1"/>
          <p:nvPr/>
        </p:nvSpPr>
        <p:spPr>
          <a:xfrm>
            <a:off x="9423281" y="476950"/>
            <a:ext cx="19218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P</a:t>
            </a:r>
            <a:r>
              <a:rPr lang="es-ES" sz="2000" dirty="0"/>
              <a:t>osición origen</a:t>
            </a:r>
          </a:p>
        </p:txBody>
      </p:sp>
      <p:cxnSp>
        <p:nvCxnSpPr>
          <p:cNvPr id="719" name="Conector recto de flecha 718">
            <a:extLst>
              <a:ext uri="{FF2B5EF4-FFF2-40B4-BE49-F238E27FC236}">
                <a16:creationId xmlns:a16="http://schemas.microsoft.com/office/drawing/2014/main" id="{6801A28C-6DD5-95B2-6323-08EBD4CB235D}"/>
              </a:ext>
            </a:extLst>
          </p:cNvPr>
          <p:cNvCxnSpPr>
            <a:cxnSpLocks/>
          </p:cNvCxnSpPr>
          <p:nvPr/>
        </p:nvCxnSpPr>
        <p:spPr>
          <a:xfrm flipH="1">
            <a:off x="7830596" y="1216818"/>
            <a:ext cx="1592685" cy="3908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1" name="CuadroTexto 720">
            <a:extLst>
              <a:ext uri="{FF2B5EF4-FFF2-40B4-BE49-F238E27FC236}">
                <a16:creationId xmlns:a16="http://schemas.microsoft.com/office/drawing/2014/main" id="{9B31D605-7B8B-0A1A-8E33-C9F6EF496A22}"/>
              </a:ext>
            </a:extLst>
          </p:cNvPr>
          <p:cNvSpPr txBox="1"/>
          <p:nvPr/>
        </p:nvSpPr>
        <p:spPr>
          <a:xfrm>
            <a:off x="9423280" y="1041438"/>
            <a:ext cx="2601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I</a:t>
            </a:r>
            <a:r>
              <a:rPr lang="es-ES" sz="2000" dirty="0"/>
              <a:t>nicia Mod automático</a:t>
            </a:r>
          </a:p>
        </p:txBody>
      </p:sp>
      <p:cxnSp>
        <p:nvCxnSpPr>
          <p:cNvPr id="722" name="Conector recto de flecha 721">
            <a:extLst>
              <a:ext uri="{FF2B5EF4-FFF2-40B4-BE49-F238E27FC236}">
                <a16:creationId xmlns:a16="http://schemas.microsoft.com/office/drawing/2014/main" id="{3B5AA3CA-ADAA-0373-8866-F0ABABC66A09}"/>
              </a:ext>
            </a:extLst>
          </p:cNvPr>
          <p:cNvCxnSpPr>
            <a:cxnSpLocks/>
          </p:cNvCxnSpPr>
          <p:nvPr/>
        </p:nvCxnSpPr>
        <p:spPr>
          <a:xfrm flipH="1">
            <a:off x="8718348" y="1821256"/>
            <a:ext cx="704932" cy="211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4" name="CuadroTexto 723">
            <a:extLst>
              <a:ext uri="{FF2B5EF4-FFF2-40B4-BE49-F238E27FC236}">
                <a16:creationId xmlns:a16="http://schemas.microsoft.com/office/drawing/2014/main" id="{F601371E-B961-05A5-5095-0D4FBD860FCB}"/>
              </a:ext>
            </a:extLst>
          </p:cNvPr>
          <p:cNvSpPr txBox="1"/>
          <p:nvPr/>
        </p:nvSpPr>
        <p:spPr>
          <a:xfrm>
            <a:off x="9423279" y="1616734"/>
            <a:ext cx="2887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D</a:t>
            </a:r>
            <a:r>
              <a:rPr lang="es-ES" sz="2000" dirty="0"/>
              <a:t>etiene Mod automático</a:t>
            </a:r>
          </a:p>
        </p:txBody>
      </p:sp>
      <p:grpSp>
        <p:nvGrpSpPr>
          <p:cNvPr id="732" name="Grupo 731">
            <a:extLst>
              <a:ext uri="{FF2B5EF4-FFF2-40B4-BE49-F238E27FC236}">
                <a16:creationId xmlns:a16="http://schemas.microsoft.com/office/drawing/2014/main" id="{568406D6-1D79-EFFA-07A7-98A193BA9ACF}"/>
              </a:ext>
            </a:extLst>
          </p:cNvPr>
          <p:cNvGrpSpPr/>
          <p:nvPr/>
        </p:nvGrpSpPr>
        <p:grpSpPr>
          <a:xfrm>
            <a:off x="269301" y="893537"/>
            <a:ext cx="11922699" cy="5773394"/>
            <a:chOff x="269301" y="893537"/>
            <a:chExt cx="11922699" cy="5773394"/>
          </a:xfrm>
        </p:grpSpPr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32A575A7-23E3-FCB5-3203-EAE0D108E801}"/>
                </a:ext>
              </a:extLst>
            </p:cNvPr>
            <p:cNvGrpSpPr/>
            <p:nvPr/>
          </p:nvGrpSpPr>
          <p:grpSpPr>
            <a:xfrm>
              <a:off x="269301" y="893537"/>
              <a:ext cx="11922699" cy="5773394"/>
              <a:chOff x="370597" y="880329"/>
              <a:chExt cx="11922699" cy="5773394"/>
            </a:xfrm>
          </p:grpSpPr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6FAEC306-4F35-D330-40B5-C6F342FB6EFC}"/>
                  </a:ext>
                </a:extLst>
              </p:cNvPr>
              <p:cNvGrpSpPr/>
              <p:nvPr/>
            </p:nvGrpSpPr>
            <p:grpSpPr>
              <a:xfrm>
                <a:off x="370597" y="880329"/>
                <a:ext cx="8757214" cy="5773394"/>
                <a:chOff x="1394179" y="839386"/>
                <a:chExt cx="8757214" cy="5773394"/>
              </a:xfrm>
            </p:grpSpPr>
            <p:grpSp>
              <p:nvGrpSpPr>
                <p:cNvPr id="52" name="Grupo 51">
                  <a:extLst>
                    <a:ext uri="{FF2B5EF4-FFF2-40B4-BE49-F238E27FC236}">
                      <a16:creationId xmlns:a16="http://schemas.microsoft.com/office/drawing/2014/main" id="{8AA33AE1-0A1E-D58C-665D-1B1A3F5E0981}"/>
                    </a:ext>
                  </a:extLst>
                </p:cNvPr>
                <p:cNvGrpSpPr/>
                <p:nvPr/>
              </p:nvGrpSpPr>
              <p:grpSpPr>
                <a:xfrm>
                  <a:off x="1394179" y="839386"/>
                  <a:ext cx="8757214" cy="5679981"/>
                  <a:chOff x="1394179" y="839386"/>
                  <a:chExt cx="8757214" cy="5679981"/>
                </a:xfrm>
              </p:grpSpPr>
              <p:grpSp>
                <p:nvGrpSpPr>
                  <p:cNvPr id="44" name="Grupo 43">
                    <a:extLst>
                      <a:ext uri="{FF2B5EF4-FFF2-40B4-BE49-F238E27FC236}">
                        <a16:creationId xmlns:a16="http://schemas.microsoft.com/office/drawing/2014/main" id="{16CBDA8C-7479-DAC0-C2AF-B2A99A0CC415}"/>
                      </a:ext>
                    </a:extLst>
                  </p:cNvPr>
                  <p:cNvGrpSpPr/>
                  <p:nvPr/>
                </p:nvGrpSpPr>
                <p:grpSpPr>
                  <a:xfrm>
                    <a:off x="1394179" y="839386"/>
                    <a:ext cx="8757214" cy="3707839"/>
                    <a:chOff x="1093161" y="905649"/>
                    <a:chExt cx="8757214" cy="3707839"/>
                  </a:xfrm>
                </p:grpSpPr>
                <p:pic>
                  <p:nvPicPr>
                    <p:cNvPr id="3" name="Imagen 2">
                      <a:extLst>
                        <a:ext uri="{FF2B5EF4-FFF2-40B4-BE49-F238E27FC236}">
                          <a16:creationId xmlns:a16="http://schemas.microsoft.com/office/drawing/2014/main" id="{7C8352B5-8DA3-22A0-2FF7-1C2A5BFA898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7407" t="43427" r="9234" b="4411"/>
                    <a:stretch/>
                  </p:blipFill>
                  <p:spPr>
                    <a:xfrm>
                      <a:off x="1093161" y="905649"/>
                      <a:ext cx="8757214" cy="3707839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33" name="Grupo 32">
                      <a:extLst>
                        <a:ext uri="{FF2B5EF4-FFF2-40B4-BE49-F238E27FC236}">
                          <a16:creationId xmlns:a16="http://schemas.microsoft.com/office/drawing/2014/main" id="{2D097EAD-1540-966A-8D1E-8518DC8D0B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46238" y="2477453"/>
                      <a:ext cx="3882075" cy="1752645"/>
                      <a:chOff x="6281530" y="2557666"/>
                      <a:chExt cx="3796767" cy="1643273"/>
                    </a:xfrm>
                  </p:grpSpPr>
                  <p:sp>
                    <p:nvSpPr>
                      <p:cNvPr id="27" name="Rectángulo 26">
                        <a:extLst>
                          <a:ext uri="{FF2B5EF4-FFF2-40B4-BE49-F238E27FC236}">
                            <a16:creationId xmlns:a16="http://schemas.microsoft.com/office/drawing/2014/main" id="{935FC269-052E-7022-A20D-84B64B23FB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81530" y="2557669"/>
                        <a:ext cx="510208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66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28" name="Rectángulo 27">
                        <a:extLst>
                          <a:ext uri="{FF2B5EF4-FFF2-40B4-BE49-F238E27FC236}">
                            <a16:creationId xmlns:a16="http://schemas.microsoft.com/office/drawing/2014/main" id="{36D0C1FF-E0FD-4AC8-245E-0014A1C2A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7513" y="2557670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FF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29" name="Rectángulo 28">
                        <a:extLst>
                          <a:ext uri="{FF2B5EF4-FFF2-40B4-BE49-F238E27FC236}">
                            <a16:creationId xmlns:a16="http://schemas.microsoft.com/office/drawing/2014/main" id="{BB966576-C8C2-4040-3E67-F9C2C360F6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73618" y="2557668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CC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0" name="Rectángulo 29">
                        <a:extLst>
                          <a:ext uri="{FF2B5EF4-FFF2-40B4-BE49-F238E27FC236}">
                            <a16:creationId xmlns:a16="http://schemas.microsoft.com/office/drawing/2014/main" id="{BB0A55CC-BADD-D132-9774-FE9E0F5420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29602" y="2557667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FF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1" name="Rectángulo 30">
                        <a:extLst>
                          <a:ext uri="{FF2B5EF4-FFF2-40B4-BE49-F238E27FC236}">
                            <a16:creationId xmlns:a16="http://schemas.microsoft.com/office/drawing/2014/main" id="{2B1E01E5-151A-0DAB-9378-14D90349FC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98841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2" name="Rectángulo 31">
                        <a:extLst>
                          <a:ext uri="{FF2B5EF4-FFF2-40B4-BE49-F238E27FC236}">
                            <a16:creationId xmlns:a16="http://schemas.microsoft.com/office/drawing/2014/main" id="{81012EF7-F627-3AA5-65A0-361AC6A802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68088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42" name="Grupo 41">
                    <a:extLst>
                      <a:ext uri="{FF2B5EF4-FFF2-40B4-BE49-F238E27FC236}">
                        <a16:creationId xmlns:a16="http://schemas.microsoft.com/office/drawing/2014/main" id="{CF8FCC00-694D-26A3-FEDC-03FC8750F365}"/>
                      </a:ext>
                    </a:extLst>
                  </p:cNvPr>
                  <p:cNvGrpSpPr/>
                  <p:nvPr/>
                </p:nvGrpSpPr>
                <p:grpSpPr>
                  <a:xfrm>
                    <a:off x="4834505" y="4163831"/>
                    <a:ext cx="4695279" cy="2355536"/>
                    <a:chOff x="5155096" y="4316851"/>
                    <a:chExt cx="4695279" cy="2355536"/>
                  </a:xfrm>
                </p:grpSpPr>
                <p:sp>
                  <p:nvSpPr>
                    <p:cNvPr id="34" name="Flecha: doblada hacia arriba 33">
                      <a:extLst>
                        <a:ext uri="{FF2B5EF4-FFF2-40B4-BE49-F238E27FC236}">
                          <a16:creationId xmlns:a16="http://schemas.microsoft.com/office/drawing/2014/main" id="{BC2D6F5B-105B-85AE-EC60-7000E4727442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444964" y="4026985"/>
                      <a:ext cx="811741" cy="1391478"/>
                    </a:xfrm>
                    <a:prstGeom prst="bentUpArrow">
                      <a:avLst>
                        <a:gd name="adj1" fmla="val 4048"/>
                        <a:gd name="adj2" fmla="val 9286"/>
                        <a:gd name="adj3" fmla="val 13571"/>
                      </a:avLst>
                    </a:prstGeom>
                    <a:solidFill>
                      <a:srgbClr val="FF6600"/>
                    </a:solidFill>
                    <a:ln>
                      <a:solidFill>
                        <a:srgbClr val="FF66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5" name="Flecha: doblada hacia arriba 34">
                      <a:extLst>
                        <a:ext uri="{FF2B5EF4-FFF2-40B4-BE49-F238E27FC236}">
                          <a16:creationId xmlns:a16="http://schemas.microsoft.com/office/drawing/2014/main" id="{9D81D0D7-D1D5-2B6C-C6AE-8E54C010B27E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599022" y="3872928"/>
                      <a:ext cx="1156298" cy="2044148"/>
                    </a:xfrm>
                    <a:prstGeom prst="bentUpArrow">
                      <a:avLst>
                        <a:gd name="adj1" fmla="val 2902"/>
                        <a:gd name="adj2" fmla="val 7567"/>
                        <a:gd name="adj3" fmla="val 784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FFFF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6" name="Flecha: doblada hacia arriba 35">
                      <a:extLst>
                        <a:ext uri="{FF2B5EF4-FFF2-40B4-BE49-F238E27FC236}">
                          <a16:creationId xmlns:a16="http://schemas.microsoft.com/office/drawing/2014/main" id="{99883854-8E7A-F28C-8445-395F4FEF6A39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804432" y="3667519"/>
                      <a:ext cx="1434590" cy="2733259"/>
                    </a:xfrm>
                    <a:prstGeom prst="bentUpArrow">
                      <a:avLst>
                        <a:gd name="adj1" fmla="val 1979"/>
                        <a:gd name="adj2" fmla="val 6002"/>
                        <a:gd name="adj3" fmla="val 7293"/>
                      </a:avLst>
                    </a:prstGeom>
                    <a:solidFill>
                      <a:srgbClr val="FF33CC"/>
                    </a:solidFill>
                    <a:ln>
                      <a:solidFill>
                        <a:srgbClr val="FF33CC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7" name="Flecha: doblada hacia arriba 36">
                      <a:extLst>
                        <a:ext uri="{FF2B5EF4-FFF2-40B4-BE49-F238E27FC236}">
                          <a16:creationId xmlns:a16="http://schemas.microsoft.com/office/drawing/2014/main" id="{6EBF1DE3-2D91-88AB-35E6-190A403BC545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958622" y="3513326"/>
                      <a:ext cx="1752645" cy="3359695"/>
                    </a:xfrm>
                    <a:prstGeom prst="bentUpArrow">
                      <a:avLst>
                        <a:gd name="adj1" fmla="val 1390"/>
                        <a:gd name="adj2" fmla="val 5327"/>
                        <a:gd name="adj3" fmla="val 5634"/>
                      </a:avLst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8" name="Flecha: doblada hacia arriba 37">
                      <a:extLst>
                        <a:ext uri="{FF2B5EF4-FFF2-40B4-BE49-F238E27FC236}">
                          <a16:creationId xmlns:a16="http://schemas.microsoft.com/office/drawing/2014/main" id="{8AA938ED-0C1A-0CCD-805F-51485874EC47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6166622" y="3305330"/>
                      <a:ext cx="2004435" cy="4027486"/>
                    </a:xfrm>
                    <a:prstGeom prst="bentUpArrow">
                      <a:avLst>
                        <a:gd name="adj1" fmla="val 1580"/>
                        <a:gd name="adj2" fmla="val 4948"/>
                        <a:gd name="adj3" fmla="val 4549"/>
                      </a:avLst>
                    </a:prstGeom>
                    <a:solidFill>
                      <a:srgbClr val="0000FF"/>
                    </a:solidFill>
                    <a:ln>
                      <a:solidFill>
                        <a:srgbClr val="0000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9" name="Flecha: doblada hacia arriba 38">
                      <a:extLst>
                        <a:ext uri="{FF2B5EF4-FFF2-40B4-BE49-F238E27FC236}">
                          <a16:creationId xmlns:a16="http://schemas.microsoft.com/office/drawing/2014/main" id="{55913705-BDD8-88BA-4EC8-01F6A92373E8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6324970" y="3146983"/>
                      <a:ext cx="2355531" cy="4695278"/>
                    </a:xfrm>
                    <a:prstGeom prst="bentUpArrow">
                      <a:avLst>
                        <a:gd name="adj1" fmla="val 1214"/>
                        <a:gd name="adj2" fmla="val 4071"/>
                        <a:gd name="adj3" fmla="val 3559"/>
                      </a:avLst>
                    </a:prstGeom>
                    <a:solidFill>
                      <a:srgbClr val="00FF00"/>
                    </a:solidFill>
                    <a:ln>
                      <a:solidFill>
                        <a:srgbClr val="00FF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55" name="Grupo 54">
                  <a:extLst>
                    <a:ext uri="{FF2B5EF4-FFF2-40B4-BE49-F238E27FC236}">
                      <a16:creationId xmlns:a16="http://schemas.microsoft.com/office/drawing/2014/main" id="{FE52E6D7-85C0-C6D0-BDE8-31ECFC69176D}"/>
                    </a:ext>
                  </a:extLst>
                </p:cNvPr>
                <p:cNvGrpSpPr/>
                <p:nvPr/>
              </p:nvGrpSpPr>
              <p:grpSpPr>
                <a:xfrm>
                  <a:off x="1548863" y="4686834"/>
                  <a:ext cx="3470832" cy="1925946"/>
                  <a:chOff x="1548863" y="4686834"/>
                  <a:chExt cx="3470832" cy="1925946"/>
                </a:xfrm>
              </p:grpSpPr>
              <p:sp>
                <p:nvSpPr>
                  <p:cNvPr id="48" name="CuadroTexto 47">
                    <a:extLst>
                      <a:ext uri="{FF2B5EF4-FFF2-40B4-BE49-F238E27FC236}">
                        <a16:creationId xmlns:a16="http://schemas.microsoft.com/office/drawing/2014/main" id="{719BEA34-C878-406B-6722-DB2331446EF4}"/>
                      </a:ext>
                    </a:extLst>
                  </p:cNvPr>
                  <p:cNvSpPr txBox="1"/>
                  <p:nvPr/>
                </p:nvSpPr>
                <p:spPr>
                  <a:xfrm>
                    <a:off x="1554278" y="5609069"/>
                    <a:ext cx="346078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ES" sz="2000" b="1" dirty="0"/>
                      <a:t>M07</a:t>
                    </a:r>
                    <a:r>
                      <a:rPr lang="es-ES" sz="2000" dirty="0"/>
                      <a:t> y </a:t>
                    </a:r>
                    <a:r>
                      <a:rPr lang="es-ES" sz="2000" b="1" dirty="0"/>
                      <a:t>M08</a:t>
                    </a:r>
                    <a:r>
                      <a:rPr lang="es-ES" sz="2000" dirty="0"/>
                      <a:t> Rotación motor 4</a:t>
                    </a:r>
                  </a:p>
                </p:txBody>
              </p:sp>
              <p:grpSp>
                <p:nvGrpSpPr>
                  <p:cNvPr id="54" name="Grupo 53">
                    <a:extLst>
                      <a:ext uri="{FF2B5EF4-FFF2-40B4-BE49-F238E27FC236}">
                        <a16:creationId xmlns:a16="http://schemas.microsoft.com/office/drawing/2014/main" id="{8AEF8D21-30DA-9578-F321-9F6D59998CB2}"/>
                      </a:ext>
                    </a:extLst>
                  </p:cNvPr>
                  <p:cNvGrpSpPr/>
                  <p:nvPr/>
                </p:nvGrpSpPr>
                <p:grpSpPr>
                  <a:xfrm>
                    <a:off x="1548863" y="4686834"/>
                    <a:ext cx="3470832" cy="1925946"/>
                    <a:chOff x="1548863" y="4686834"/>
                    <a:chExt cx="3470832" cy="1925946"/>
                  </a:xfrm>
                </p:grpSpPr>
                <p:sp>
                  <p:nvSpPr>
                    <p:cNvPr id="46" name="CuadroTexto 45">
                      <a:extLst>
                        <a:ext uri="{FF2B5EF4-FFF2-40B4-BE49-F238E27FC236}">
                          <a16:creationId xmlns:a16="http://schemas.microsoft.com/office/drawing/2014/main" id="{BB0F827A-1624-8EC0-A5CC-E30766FEC2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53888" y="5011491"/>
                      <a:ext cx="346078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s-ES" sz="2000" b="1" dirty="0"/>
                        <a:t>M03</a:t>
                      </a:r>
                      <a:r>
                        <a:rPr lang="es-ES" sz="2000" dirty="0"/>
                        <a:t> y </a:t>
                      </a:r>
                      <a:r>
                        <a:rPr lang="es-ES" sz="2000" b="1" dirty="0"/>
                        <a:t>M04</a:t>
                      </a:r>
                      <a:r>
                        <a:rPr lang="es-ES" sz="2000" dirty="0"/>
                        <a:t> Rotación motor 2</a:t>
                      </a:r>
                    </a:p>
                  </p:txBody>
                </p:sp>
                <p:grpSp>
                  <p:nvGrpSpPr>
                    <p:cNvPr id="53" name="Grupo 52">
                      <a:extLst>
                        <a:ext uri="{FF2B5EF4-FFF2-40B4-BE49-F238E27FC236}">
                          <a16:creationId xmlns:a16="http://schemas.microsoft.com/office/drawing/2014/main" id="{59F535A5-041E-663B-FC97-F5530EBF04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8863" y="4686834"/>
                      <a:ext cx="3470832" cy="1925946"/>
                      <a:chOff x="1548863" y="4686834"/>
                      <a:chExt cx="3470832" cy="1925946"/>
                    </a:xfrm>
                  </p:grpSpPr>
                  <p:sp>
                    <p:nvSpPr>
                      <p:cNvPr id="45" name="CuadroTexto 44">
                        <a:extLst>
                          <a:ext uri="{FF2B5EF4-FFF2-40B4-BE49-F238E27FC236}">
                            <a16:creationId xmlns:a16="http://schemas.microsoft.com/office/drawing/2014/main" id="{68DDD1B2-47A7-7048-8356-EB4DF6A39D0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58913" y="4686834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M01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M02</a:t>
                        </a:r>
                        <a:r>
                          <a:rPr lang="es-ES" sz="2000" dirty="0"/>
                          <a:t> Rotación motor 1</a:t>
                        </a:r>
                      </a:p>
                    </p:txBody>
                  </p:sp>
                  <p:sp>
                    <p:nvSpPr>
                      <p:cNvPr id="47" name="CuadroTexto 46">
                        <a:extLst>
                          <a:ext uri="{FF2B5EF4-FFF2-40B4-BE49-F238E27FC236}">
                            <a16:creationId xmlns:a16="http://schemas.microsoft.com/office/drawing/2014/main" id="{798F62DE-4322-DF21-F3EB-788B953EE0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48863" y="5324212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M05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M06</a:t>
                        </a:r>
                        <a:r>
                          <a:rPr lang="es-ES" sz="2000" dirty="0"/>
                          <a:t> Rotación motor 3</a:t>
                        </a:r>
                      </a:p>
                    </p:txBody>
                  </p:sp>
                  <p:sp>
                    <p:nvSpPr>
                      <p:cNvPr id="49" name="CuadroTexto 48">
                        <a:extLst>
                          <a:ext uri="{FF2B5EF4-FFF2-40B4-BE49-F238E27FC236}">
                            <a16:creationId xmlns:a16="http://schemas.microsoft.com/office/drawing/2014/main" id="{000CE673-FE59-0FCA-7DAC-0EEF1DA136C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58913" y="5897063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M09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M10</a:t>
                        </a:r>
                        <a:r>
                          <a:rPr lang="es-ES" sz="2000" dirty="0"/>
                          <a:t> Rotación motor 5</a:t>
                        </a:r>
                      </a:p>
                    </p:txBody>
                  </p:sp>
                  <p:sp>
                    <p:nvSpPr>
                      <p:cNvPr id="50" name="CuadroTexto 49">
                        <a:extLst>
                          <a:ext uri="{FF2B5EF4-FFF2-40B4-BE49-F238E27FC236}">
                            <a16:creationId xmlns:a16="http://schemas.microsoft.com/office/drawing/2014/main" id="{04F66426-B585-ECBA-EFA0-492E32DB959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48863" y="6212670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M11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M12</a:t>
                        </a:r>
                        <a:r>
                          <a:rPr lang="es-ES" sz="2000" dirty="0"/>
                          <a:t> Rotación motor 6</a:t>
                        </a:r>
                      </a:p>
                    </p:txBody>
                  </p:sp>
                </p:grpSp>
              </p:grpSp>
            </p:grpSp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A4601AEB-8933-8E6D-14BA-8A715B8510D3}"/>
                  </a:ext>
                </a:extLst>
              </p:cNvPr>
              <p:cNvGrpSpPr/>
              <p:nvPr/>
            </p:nvGrpSpPr>
            <p:grpSpPr>
              <a:xfrm>
                <a:off x="8805749" y="2534193"/>
                <a:ext cx="3487547" cy="1389505"/>
                <a:chOff x="8805749" y="2534193"/>
                <a:chExt cx="3487547" cy="1389505"/>
              </a:xfrm>
            </p:grpSpPr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31399366-8207-E85F-5D9B-525EE01F2DBB}"/>
                    </a:ext>
                  </a:extLst>
                </p:cNvPr>
                <p:cNvSpPr txBox="1"/>
                <p:nvPr/>
              </p:nvSpPr>
              <p:spPr>
                <a:xfrm>
                  <a:off x="9803227" y="2534193"/>
                  <a:ext cx="249006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/>
                    <a:t>A</a:t>
                  </a:r>
                  <a:r>
                    <a:rPr lang="es-ES" sz="2000" dirty="0"/>
                    <a:t>rriba / Antihorario</a:t>
                  </a:r>
                </a:p>
              </p:txBody>
            </p:sp>
            <p:sp>
              <p:nvSpPr>
                <p:cNvPr id="57" name="CuadroTexto 56">
                  <a:extLst>
                    <a:ext uri="{FF2B5EF4-FFF2-40B4-BE49-F238E27FC236}">
                      <a16:creationId xmlns:a16="http://schemas.microsoft.com/office/drawing/2014/main" id="{048FE1EC-F978-54B9-B035-DE1CD78D3D26}"/>
                    </a:ext>
                  </a:extLst>
                </p:cNvPr>
                <p:cNvSpPr txBox="1"/>
                <p:nvPr/>
              </p:nvSpPr>
              <p:spPr>
                <a:xfrm>
                  <a:off x="9803227" y="3523588"/>
                  <a:ext cx="249006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/>
                    <a:t>A</a:t>
                  </a:r>
                  <a:r>
                    <a:rPr lang="es-ES" sz="2000" dirty="0"/>
                    <a:t>bajo / Horario</a:t>
                  </a:r>
                </a:p>
              </p:txBody>
            </p:sp>
            <p:cxnSp>
              <p:nvCxnSpPr>
                <p:cNvPr id="59" name="Conector recto de flecha 58">
                  <a:extLst>
                    <a:ext uri="{FF2B5EF4-FFF2-40B4-BE49-F238E27FC236}">
                      <a16:creationId xmlns:a16="http://schemas.microsoft.com/office/drawing/2014/main" id="{3B26B0C2-B977-8C9F-E377-42E9BD9A9CD2}"/>
                    </a:ext>
                  </a:extLst>
                </p:cNvPr>
                <p:cNvCxnSpPr>
                  <a:stCxn id="51" idx="1"/>
                </p:cNvCxnSpPr>
                <p:nvPr/>
              </p:nvCxnSpPr>
              <p:spPr>
                <a:xfrm flipH="1">
                  <a:off x="8805749" y="2734248"/>
                  <a:ext cx="997478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Conector recto de flecha 59">
                  <a:extLst>
                    <a:ext uri="{FF2B5EF4-FFF2-40B4-BE49-F238E27FC236}">
                      <a16:creationId xmlns:a16="http://schemas.microsoft.com/office/drawing/2014/main" id="{4AC14D48-9C8C-5D83-1EFD-C527DD929D4B}"/>
                    </a:ext>
                  </a:extLst>
                </p:cNvPr>
                <p:cNvCxnSpPr/>
                <p:nvPr/>
              </p:nvCxnSpPr>
              <p:spPr>
                <a:xfrm flipH="1">
                  <a:off x="8805749" y="3723643"/>
                  <a:ext cx="997478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31" name="Grupo 730">
              <a:extLst>
                <a:ext uri="{FF2B5EF4-FFF2-40B4-BE49-F238E27FC236}">
                  <a16:creationId xmlns:a16="http://schemas.microsoft.com/office/drawing/2014/main" id="{1B3B2E78-E09C-6F68-3AB8-0CFAD66132D3}"/>
                </a:ext>
              </a:extLst>
            </p:cNvPr>
            <p:cNvGrpSpPr/>
            <p:nvPr/>
          </p:nvGrpSpPr>
          <p:grpSpPr>
            <a:xfrm>
              <a:off x="1052025" y="2016844"/>
              <a:ext cx="2312904" cy="1294886"/>
              <a:chOff x="1052025" y="2016844"/>
              <a:chExt cx="2312904" cy="1294886"/>
            </a:xfrm>
          </p:grpSpPr>
          <p:sp>
            <p:nvSpPr>
              <p:cNvPr id="725" name="Rectángulo 724">
                <a:extLst>
                  <a:ext uri="{FF2B5EF4-FFF2-40B4-BE49-F238E27FC236}">
                    <a16:creationId xmlns:a16="http://schemas.microsoft.com/office/drawing/2014/main" id="{178243E7-42F6-5E5B-450E-F4FA50079916}"/>
                  </a:ext>
                </a:extLst>
              </p:cNvPr>
              <p:cNvSpPr/>
              <p:nvPr/>
            </p:nvSpPr>
            <p:spPr>
              <a:xfrm>
                <a:off x="3256929" y="3203730"/>
                <a:ext cx="108000" cy="108000"/>
              </a:xfrm>
              <a:prstGeom prst="rect">
                <a:avLst/>
              </a:prstGeom>
              <a:solidFill>
                <a:srgbClr val="FF6600"/>
              </a:solidFill>
              <a:ln w="2857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6" name="Rectángulo 725">
                <a:extLst>
                  <a:ext uri="{FF2B5EF4-FFF2-40B4-BE49-F238E27FC236}">
                    <a16:creationId xmlns:a16="http://schemas.microsoft.com/office/drawing/2014/main" id="{638A9174-D75D-E0BD-97AB-D1B6F0D3B725}"/>
                  </a:ext>
                </a:extLst>
              </p:cNvPr>
              <p:cNvSpPr/>
              <p:nvPr/>
            </p:nvSpPr>
            <p:spPr>
              <a:xfrm>
                <a:off x="3077756" y="2548226"/>
                <a:ext cx="108000" cy="108000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7" name="Rectángulo 726">
                <a:extLst>
                  <a:ext uri="{FF2B5EF4-FFF2-40B4-BE49-F238E27FC236}">
                    <a16:creationId xmlns:a16="http://schemas.microsoft.com/office/drawing/2014/main" id="{B1134089-9F57-7A5F-47A7-0C50EC27049C}"/>
                  </a:ext>
                </a:extLst>
              </p:cNvPr>
              <p:cNvSpPr/>
              <p:nvPr/>
            </p:nvSpPr>
            <p:spPr>
              <a:xfrm>
                <a:off x="2456845" y="2101804"/>
                <a:ext cx="108000" cy="108000"/>
              </a:xfrm>
              <a:prstGeom prst="rect">
                <a:avLst/>
              </a:prstGeom>
              <a:solidFill>
                <a:srgbClr val="FF33CC"/>
              </a:solidFill>
              <a:ln w="28575">
                <a:solidFill>
                  <a:srgbClr val="FF33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8" name="Rectángulo 727">
                <a:extLst>
                  <a:ext uri="{FF2B5EF4-FFF2-40B4-BE49-F238E27FC236}">
                    <a16:creationId xmlns:a16="http://schemas.microsoft.com/office/drawing/2014/main" id="{4D710BCB-2A2E-3D65-4503-E1E8DF8FA545}"/>
                  </a:ext>
                </a:extLst>
              </p:cNvPr>
              <p:cNvSpPr/>
              <p:nvPr/>
            </p:nvSpPr>
            <p:spPr>
              <a:xfrm>
                <a:off x="1809173" y="2016844"/>
                <a:ext cx="108000" cy="108000"/>
              </a:xfrm>
              <a:prstGeom prst="rect">
                <a:avLst/>
              </a:prstGeom>
              <a:solidFill>
                <a:srgbClr val="00FFFF"/>
              </a:solidFill>
              <a:ln w="28575"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9" name="Rectángulo 728">
                <a:extLst>
                  <a:ext uri="{FF2B5EF4-FFF2-40B4-BE49-F238E27FC236}">
                    <a16:creationId xmlns:a16="http://schemas.microsoft.com/office/drawing/2014/main" id="{5787422A-3318-F757-C5D4-B79751605B58}"/>
                  </a:ext>
                </a:extLst>
              </p:cNvPr>
              <p:cNvSpPr/>
              <p:nvPr/>
            </p:nvSpPr>
            <p:spPr>
              <a:xfrm>
                <a:off x="1503383" y="2030492"/>
                <a:ext cx="108000" cy="108000"/>
              </a:xfrm>
              <a:prstGeom prst="rect">
                <a:avLst/>
              </a:prstGeom>
              <a:solidFill>
                <a:srgbClr val="0000FF"/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30" name="Rectángulo 729">
                <a:extLst>
                  <a:ext uri="{FF2B5EF4-FFF2-40B4-BE49-F238E27FC236}">
                    <a16:creationId xmlns:a16="http://schemas.microsoft.com/office/drawing/2014/main" id="{84E2CE90-23C6-B9D4-ACB9-048429863578}"/>
                  </a:ext>
                </a:extLst>
              </p:cNvPr>
              <p:cNvSpPr/>
              <p:nvPr/>
            </p:nvSpPr>
            <p:spPr>
              <a:xfrm>
                <a:off x="1052025" y="2030492"/>
                <a:ext cx="108000" cy="108000"/>
              </a:xfrm>
              <a:prstGeom prst="rect">
                <a:avLst/>
              </a:prstGeom>
              <a:solidFill>
                <a:srgbClr val="00FF00"/>
              </a:solidFill>
              <a:ln w="28575"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94482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87" y="200781"/>
            <a:ext cx="3972208" cy="5634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Panel de Control</a:t>
            </a:r>
            <a:endParaRPr lang="es-ES" sz="3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704" name="Conector recto de flecha 703">
            <a:extLst>
              <a:ext uri="{FF2B5EF4-FFF2-40B4-BE49-F238E27FC236}">
                <a16:creationId xmlns:a16="http://schemas.microsoft.com/office/drawing/2014/main" id="{CBAF762D-4D40-D9EA-4EE6-7046597228C3}"/>
              </a:ext>
            </a:extLst>
          </p:cNvPr>
          <p:cNvCxnSpPr/>
          <p:nvPr/>
        </p:nvCxnSpPr>
        <p:spPr>
          <a:xfrm>
            <a:off x="5083214" y="764275"/>
            <a:ext cx="0" cy="6823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5" name="CuadroTexto 704">
            <a:extLst>
              <a:ext uri="{FF2B5EF4-FFF2-40B4-BE49-F238E27FC236}">
                <a16:creationId xmlns:a16="http://schemas.microsoft.com/office/drawing/2014/main" id="{59CF2D5F-259C-7DAE-8D6C-211F51808A70}"/>
              </a:ext>
            </a:extLst>
          </p:cNvPr>
          <p:cNvSpPr txBox="1"/>
          <p:nvPr/>
        </p:nvSpPr>
        <p:spPr>
          <a:xfrm>
            <a:off x="3838179" y="394693"/>
            <a:ext cx="249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S</a:t>
            </a:r>
            <a:r>
              <a:rPr lang="es-ES" sz="2000" dirty="0"/>
              <a:t>eta de emergencia</a:t>
            </a:r>
          </a:p>
        </p:txBody>
      </p:sp>
      <p:cxnSp>
        <p:nvCxnSpPr>
          <p:cNvPr id="706" name="Conector recto de flecha 705">
            <a:extLst>
              <a:ext uri="{FF2B5EF4-FFF2-40B4-BE49-F238E27FC236}">
                <a16:creationId xmlns:a16="http://schemas.microsoft.com/office/drawing/2014/main" id="{EDA0AE39-A114-3F21-2B50-9A89FBF27FED}"/>
              </a:ext>
            </a:extLst>
          </p:cNvPr>
          <p:cNvCxnSpPr>
            <a:cxnSpLocks/>
          </p:cNvCxnSpPr>
          <p:nvPr/>
        </p:nvCxnSpPr>
        <p:spPr>
          <a:xfrm flipH="1">
            <a:off x="5753776" y="794803"/>
            <a:ext cx="1060444" cy="651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" name="CuadroTexto 707">
            <a:extLst>
              <a:ext uri="{FF2B5EF4-FFF2-40B4-BE49-F238E27FC236}">
                <a16:creationId xmlns:a16="http://schemas.microsoft.com/office/drawing/2014/main" id="{28DD08BE-1232-C17B-641A-41BF78098A75}"/>
              </a:ext>
            </a:extLst>
          </p:cNvPr>
          <p:cNvSpPr txBox="1"/>
          <p:nvPr/>
        </p:nvSpPr>
        <p:spPr>
          <a:xfrm>
            <a:off x="6150542" y="408813"/>
            <a:ext cx="1315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/>
              <a:t>MCU/PLC</a:t>
            </a:r>
          </a:p>
        </p:txBody>
      </p:sp>
      <p:cxnSp>
        <p:nvCxnSpPr>
          <p:cNvPr id="710" name="Conector recto de flecha 709">
            <a:extLst>
              <a:ext uri="{FF2B5EF4-FFF2-40B4-BE49-F238E27FC236}">
                <a16:creationId xmlns:a16="http://schemas.microsoft.com/office/drawing/2014/main" id="{601E51F6-07B4-C5F9-0FFB-56CE89E10C21}"/>
              </a:ext>
            </a:extLst>
          </p:cNvPr>
          <p:cNvCxnSpPr>
            <a:cxnSpLocks/>
            <a:stCxn id="712" idx="2"/>
          </p:cNvCxnSpPr>
          <p:nvPr/>
        </p:nvCxnSpPr>
        <p:spPr>
          <a:xfrm flipH="1">
            <a:off x="6442888" y="537302"/>
            <a:ext cx="1921849" cy="993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CuadroTexto 711">
            <a:extLst>
              <a:ext uri="{FF2B5EF4-FFF2-40B4-BE49-F238E27FC236}">
                <a16:creationId xmlns:a16="http://schemas.microsoft.com/office/drawing/2014/main" id="{899EDFC9-533A-011A-5992-1C9CD18B1DA5}"/>
              </a:ext>
            </a:extLst>
          </p:cNvPr>
          <p:cNvSpPr txBox="1"/>
          <p:nvPr/>
        </p:nvSpPr>
        <p:spPr>
          <a:xfrm>
            <a:off x="7230632" y="137192"/>
            <a:ext cx="2268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M</a:t>
            </a:r>
            <a:r>
              <a:rPr lang="es-ES" sz="2000" dirty="0"/>
              <a:t>odo de operación</a:t>
            </a:r>
          </a:p>
        </p:txBody>
      </p:sp>
      <p:cxnSp>
        <p:nvCxnSpPr>
          <p:cNvPr id="715" name="Conector recto de flecha 714">
            <a:extLst>
              <a:ext uri="{FF2B5EF4-FFF2-40B4-BE49-F238E27FC236}">
                <a16:creationId xmlns:a16="http://schemas.microsoft.com/office/drawing/2014/main" id="{A31A219F-ADBE-13DD-F31A-75DDD6E4565C}"/>
              </a:ext>
            </a:extLst>
          </p:cNvPr>
          <p:cNvCxnSpPr>
            <a:cxnSpLocks/>
          </p:cNvCxnSpPr>
          <p:nvPr/>
        </p:nvCxnSpPr>
        <p:spPr>
          <a:xfrm flipH="1">
            <a:off x="7210986" y="679953"/>
            <a:ext cx="2212295" cy="8969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" name="CuadroTexto 717">
            <a:extLst>
              <a:ext uri="{FF2B5EF4-FFF2-40B4-BE49-F238E27FC236}">
                <a16:creationId xmlns:a16="http://schemas.microsoft.com/office/drawing/2014/main" id="{1EE897D4-30F7-3EC3-3E1B-4646F785212E}"/>
              </a:ext>
            </a:extLst>
          </p:cNvPr>
          <p:cNvSpPr txBox="1"/>
          <p:nvPr/>
        </p:nvSpPr>
        <p:spPr>
          <a:xfrm>
            <a:off x="9423281" y="476950"/>
            <a:ext cx="19218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P</a:t>
            </a:r>
            <a:r>
              <a:rPr lang="es-ES" sz="2000" dirty="0"/>
              <a:t>osición origen</a:t>
            </a:r>
          </a:p>
        </p:txBody>
      </p:sp>
      <p:cxnSp>
        <p:nvCxnSpPr>
          <p:cNvPr id="719" name="Conector recto de flecha 718">
            <a:extLst>
              <a:ext uri="{FF2B5EF4-FFF2-40B4-BE49-F238E27FC236}">
                <a16:creationId xmlns:a16="http://schemas.microsoft.com/office/drawing/2014/main" id="{6801A28C-6DD5-95B2-6323-08EBD4CB235D}"/>
              </a:ext>
            </a:extLst>
          </p:cNvPr>
          <p:cNvCxnSpPr>
            <a:cxnSpLocks/>
          </p:cNvCxnSpPr>
          <p:nvPr/>
        </p:nvCxnSpPr>
        <p:spPr>
          <a:xfrm flipH="1">
            <a:off x="7830596" y="1216818"/>
            <a:ext cx="1592685" cy="3908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1" name="CuadroTexto 720">
            <a:extLst>
              <a:ext uri="{FF2B5EF4-FFF2-40B4-BE49-F238E27FC236}">
                <a16:creationId xmlns:a16="http://schemas.microsoft.com/office/drawing/2014/main" id="{9B31D605-7B8B-0A1A-8E33-C9F6EF496A22}"/>
              </a:ext>
            </a:extLst>
          </p:cNvPr>
          <p:cNvSpPr txBox="1"/>
          <p:nvPr/>
        </p:nvSpPr>
        <p:spPr>
          <a:xfrm>
            <a:off x="9423280" y="1041438"/>
            <a:ext cx="2601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I</a:t>
            </a:r>
            <a:r>
              <a:rPr lang="es-ES" sz="2000" dirty="0"/>
              <a:t>nicia Mod automático</a:t>
            </a:r>
          </a:p>
        </p:txBody>
      </p:sp>
      <p:cxnSp>
        <p:nvCxnSpPr>
          <p:cNvPr id="722" name="Conector recto de flecha 721">
            <a:extLst>
              <a:ext uri="{FF2B5EF4-FFF2-40B4-BE49-F238E27FC236}">
                <a16:creationId xmlns:a16="http://schemas.microsoft.com/office/drawing/2014/main" id="{3B5AA3CA-ADAA-0373-8866-F0ABABC66A09}"/>
              </a:ext>
            </a:extLst>
          </p:cNvPr>
          <p:cNvCxnSpPr>
            <a:cxnSpLocks/>
          </p:cNvCxnSpPr>
          <p:nvPr/>
        </p:nvCxnSpPr>
        <p:spPr>
          <a:xfrm flipH="1">
            <a:off x="8718348" y="1821256"/>
            <a:ext cx="704932" cy="211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4" name="CuadroTexto 723">
            <a:extLst>
              <a:ext uri="{FF2B5EF4-FFF2-40B4-BE49-F238E27FC236}">
                <a16:creationId xmlns:a16="http://schemas.microsoft.com/office/drawing/2014/main" id="{F601371E-B961-05A5-5095-0D4FBD860FCB}"/>
              </a:ext>
            </a:extLst>
          </p:cNvPr>
          <p:cNvSpPr txBox="1"/>
          <p:nvPr/>
        </p:nvSpPr>
        <p:spPr>
          <a:xfrm>
            <a:off x="9423279" y="1616734"/>
            <a:ext cx="2887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D</a:t>
            </a:r>
            <a:r>
              <a:rPr lang="es-ES" sz="2000" dirty="0"/>
              <a:t>etiene Mod automático</a:t>
            </a:r>
          </a:p>
        </p:txBody>
      </p:sp>
      <p:grpSp>
        <p:nvGrpSpPr>
          <p:cNvPr id="732" name="Grupo 731">
            <a:extLst>
              <a:ext uri="{FF2B5EF4-FFF2-40B4-BE49-F238E27FC236}">
                <a16:creationId xmlns:a16="http://schemas.microsoft.com/office/drawing/2014/main" id="{568406D6-1D79-EFFA-07A7-98A193BA9ACF}"/>
              </a:ext>
            </a:extLst>
          </p:cNvPr>
          <p:cNvGrpSpPr/>
          <p:nvPr/>
        </p:nvGrpSpPr>
        <p:grpSpPr>
          <a:xfrm>
            <a:off x="269301" y="893537"/>
            <a:ext cx="11922699" cy="5773394"/>
            <a:chOff x="269301" y="893537"/>
            <a:chExt cx="11922699" cy="5773394"/>
          </a:xfrm>
        </p:grpSpPr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32A575A7-23E3-FCB5-3203-EAE0D108E801}"/>
                </a:ext>
              </a:extLst>
            </p:cNvPr>
            <p:cNvGrpSpPr/>
            <p:nvPr/>
          </p:nvGrpSpPr>
          <p:grpSpPr>
            <a:xfrm>
              <a:off x="269301" y="893537"/>
              <a:ext cx="11922699" cy="5773394"/>
              <a:chOff x="370597" y="880329"/>
              <a:chExt cx="11922699" cy="5773394"/>
            </a:xfrm>
          </p:grpSpPr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6FAEC306-4F35-D330-40B5-C6F342FB6EFC}"/>
                  </a:ext>
                </a:extLst>
              </p:cNvPr>
              <p:cNvGrpSpPr/>
              <p:nvPr/>
            </p:nvGrpSpPr>
            <p:grpSpPr>
              <a:xfrm>
                <a:off x="370597" y="880329"/>
                <a:ext cx="8757214" cy="5773394"/>
                <a:chOff x="1394179" y="839386"/>
                <a:chExt cx="8757214" cy="5773394"/>
              </a:xfrm>
            </p:grpSpPr>
            <p:grpSp>
              <p:nvGrpSpPr>
                <p:cNvPr id="52" name="Grupo 51">
                  <a:extLst>
                    <a:ext uri="{FF2B5EF4-FFF2-40B4-BE49-F238E27FC236}">
                      <a16:creationId xmlns:a16="http://schemas.microsoft.com/office/drawing/2014/main" id="{8AA33AE1-0A1E-D58C-665D-1B1A3F5E0981}"/>
                    </a:ext>
                  </a:extLst>
                </p:cNvPr>
                <p:cNvGrpSpPr/>
                <p:nvPr/>
              </p:nvGrpSpPr>
              <p:grpSpPr>
                <a:xfrm>
                  <a:off x="1394179" y="839386"/>
                  <a:ext cx="8757214" cy="5679981"/>
                  <a:chOff x="1394179" y="839386"/>
                  <a:chExt cx="8757214" cy="5679981"/>
                </a:xfrm>
              </p:grpSpPr>
              <p:grpSp>
                <p:nvGrpSpPr>
                  <p:cNvPr id="44" name="Grupo 43">
                    <a:extLst>
                      <a:ext uri="{FF2B5EF4-FFF2-40B4-BE49-F238E27FC236}">
                        <a16:creationId xmlns:a16="http://schemas.microsoft.com/office/drawing/2014/main" id="{16CBDA8C-7479-DAC0-C2AF-B2A99A0CC415}"/>
                      </a:ext>
                    </a:extLst>
                  </p:cNvPr>
                  <p:cNvGrpSpPr/>
                  <p:nvPr/>
                </p:nvGrpSpPr>
                <p:grpSpPr>
                  <a:xfrm>
                    <a:off x="1394179" y="839386"/>
                    <a:ext cx="8757214" cy="3707839"/>
                    <a:chOff x="1093161" y="905649"/>
                    <a:chExt cx="8757214" cy="3707839"/>
                  </a:xfrm>
                </p:grpSpPr>
                <p:pic>
                  <p:nvPicPr>
                    <p:cNvPr id="3" name="Imagen 2">
                      <a:extLst>
                        <a:ext uri="{FF2B5EF4-FFF2-40B4-BE49-F238E27FC236}">
                          <a16:creationId xmlns:a16="http://schemas.microsoft.com/office/drawing/2014/main" id="{7C8352B5-8DA3-22A0-2FF7-1C2A5BFA898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7407" t="43427" r="9234" b="4411"/>
                    <a:stretch/>
                  </p:blipFill>
                  <p:spPr>
                    <a:xfrm>
                      <a:off x="1093161" y="905649"/>
                      <a:ext cx="8757214" cy="3707839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33" name="Grupo 32">
                      <a:extLst>
                        <a:ext uri="{FF2B5EF4-FFF2-40B4-BE49-F238E27FC236}">
                          <a16:creationId xmlns:a16="http://schemas.microsoft.com/office/drawing/2014/main" id="{2D097EAD-1540-966A-8D1E-8518DC8D0B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46238" y="2477453"/>
                      <a:ext cx="3882075" cy="1752645"/>
                      <a:chOff x="6281530" y="2557666"/>
                      <a:chExt cx="3796767" cy="1643273"/>
                    </a:xfrm>
                  </p:grpSpPr>
                  <p:sp>
                    <p:nvSpPr>
                      <p:cNvPr id="27" name="Rectángulo 26">
                        <a:extLst>
                          <a:ext uri="{FF2B5EF4-FFF2-40B4-BE49-F238E27FC236}">
                            <a16:creationId xmlns:a16="http://schemas.microsoft.com/office/drawing/2014/main" id="{935FC269-052E-7022-A20D-84B64B23FB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81530" y="2557669"/>
                        <a:ext cx="510208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66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28" name="Rectángulo 27">
                        <a:extLst>
                          <a:ext uri="{FF2B5EF4-FFF2-40B4-BE49-F238E27FC236}">
                            <a16:creationId xmlns:a16="http://schemas.microsoft.com/office/drawing/2014/main" id="{36D0C1FF-E0FD-4AC8-245E-0014A1C2A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7513" y="2557670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FF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29" name="Rectángulo 28">
                        <a:extLst>
                          <a:ext uri="{FF2B5EF4-FFF2-40B4-BE49-F238E27FC236}">
                            <a16:creationId xmlns:a16="http://schemas.microsoft.com/office/drawing/2014/main" id="{BB966576-C8C2-4040-3E67-F9C2C360F6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73618" y="2557668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CC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0" name="Rectángulo 29">
                        <a:extLst>
                          <a:ext uri="{FF2B5EF4-FFF2-40B4-BE49-F238E27FC236}">
                            <a16:creationId xmlns:a16="http://schemas.microsoft.com/office/drawing/2014/main" id="{BB0A55CC-BADD-D132-9774-FE9E0F5420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29602" y="2557667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FF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1" name="Rectángulo 30">
                        <a:extLst>
                          <a:ext uri="{FF2B5EF4-FFF2-40B4-BE49-F238E27FC236}">
                            <a16:creationId xmlns:a16="http://schemas.microsoft.com/office/drawing/2014/main" id="{2B1E01E5-151A-0DAB-9378-14D90349FC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98841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32" name="Rectángulo 31">
                        <a:extLst>
                          <a:ext uri="{FF2B5EF4-FFF2-40B4-BE49-F238E27FC236}">
                            <a16:creationId xmlns:a16="http://schemas.microsoft.com/office/drawing/2014/main" id="{81012EF7-F627-3AA5-65A0-361AC6A802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68088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  <p:grpSp>
                <p:nvGrpSpPr>
                  <p:cNvPr id="42" name="Grupo 41">
                    <a:extLst>
                      <a:ext uri="{FF2B5EF4-FFF2-40B4-BE49-F238E27FC236}">
                        <a16:creationId xmlns:a16="http://schemas.microsoft.com/office/drawing/2014/main" id="{CF8FCC00-694D-26A3-FEDC-03FC8750F365}"/>
                      </a:ext>
                    </a:extLst>
                  </p:cNvPr>
                  <p:cNvGrpSpPr/>
                  <p:nvPr/>
                </p:nvGrpSpPr>
                <p:grpSpPr>
                  <a:xfrm>
                    <a:off x="4834505" y="4163831"/>
                    <a:ext cx="4695279" cy="2355536"/>
                    <a:chOff x="5155096" y="4316851"/>
                    <a:chExt cx="4695279" cy="2355536"/>
                  </a:xfrm>
                </p:grpSpPr>
                <p:sp>
                  <p:nvSpPr>
                    <p:cNvPr id="34" name="Flecha: doblada hacia arriba 33">
                      <a:extLst>
                        <a:ext uri="{FF2B5EF4-FFF2-40B4-BE49-F238E27FC236}">
                          <a16:creationId xmlns:a16="http://schemas.microsoft.com/office/drawing/2014/main" id="{BC2D6F5B-105B-85AE-EC60-7000E4727442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444964" y="4026985"/>
                      <a:ext cx="811741" cy="1391478"/>
                    </a:xfrm>
                    <a:prstGeom prst="bentUpArrow">
                      <a:avLst>
                        <a:gd name="adj1" fmla="val 4048"/>
                        <a:gd name="adj2" fmla="val 9286"/>
                        <a:gd name="adj3" fmla="val 13571"/>
                      </a:avLst>
                    </a:prstGeom>
                    <a:solidFill>
                      <a:srgbClr val="FF6600"/>
                    </a:solidFill>
                    <a:ln>
                      <a:solidFill>
                        <a:srgbClr val="FF66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5" name="Flecha: doblada hacia arriba 34">
                      <a:extLst>
                        <a:ext uri="{FF2B5EF4-FFF2-40B4-BE49-F238E27FC236}">
                          <a16:creationId xmlns:a16="http://schemas.microsoft.com/office/drawing/2014/main" id="{9D81D0D7-D1D5-2B6C-C6AE-8E54C010B27E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599022" y="3872928"/>
                      <a:ext cx="1156298" cy="2044148"/>
                    </a:xfrm>
                    <a:prstGeom prst="bentUpArrow">
                      <a:avLst>
                        <a:gd name="adj1" fmla="val 2902"/>
                        <a:gd name="adj2" fmla="val 7567"/>
                        <a:gd name="adj3" fmla="val 784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FFFF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6" name="Flecha: doblada hacia arriba 35">
                      <a:extLst>
                        <a:ext uri="{FF2B5EF4-FFF2-40B4-BE49-F238E27FC236}">
                          <a16:creationId xmlns:a16="http://schemas.microsoft.com/office/drawing/2014/main" id="{99883854-8E7A-F28C-8445-395F4FEF6A39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804432" y="3667519"/>
                      <a:ext cx="1434590" cy="2733259"/>
                    </a:xfrm>
                    <a:prstGeom prst="bentUpArrow">
                      <a:avLst>
                        <a:gd name="adj1" fmla="val 1979"/>
                        <a:gd name="adj2" fmla="val 6002"/>
                        <a:gd name="adj3" fmla="val 7293"/>
                      </a:avLst>
                    </a:prstGeom>
                    <a:solidFill>
                      <a:srgbClr val="FF33CC"/>
                    </a:solidFill>
                    <a:ln>
                      <a:solidFill>
                        <a:srgbClr val="FF33CC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7" name="Flecha: doblada hacia arriba 36">
                      <a:extLst>
                        <a:ext uri="{FF2B5EF4-FFF2-40B4-BE49-F238E27FC236}">
                          <a16:creationId xmlns:a16="http://schemas.microsoft.com/office/drawing/2014/main" id="{6EBF1DE3-2D91-88AB-35E6-190A403BC545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5958622" y="3513326"/>
                      <a:ext cx="1752645" cy="3359695"/>
                    </a:xfrm>
                    <a:prstGeom prst="bentUpArrow">
                      <a:avLst>
                        <a:gd name="adj1" fmla="val 1390"/>
                        <a:gd name="adj2" fmla="val 5327"/>
                        <a:gd name="adj3" fmla="val 5634"/>
                      </a:avLst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8" name="Flecha: doblada hacia arriba 37">
                      <a:extLst>
                        <a:ext uri="{FF2B5EF4-FFF2-40B4-BE49-F238E27FC236}">
                          <a16:creationId xmlns:a16="http://schemas.microsoft.com/office/drawing/2014/main" id="{8AA938ED-0C1A-0CCD-805F-51485874EC47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6166622" y="3305330"/>
                      <a:ext cx="2004435" cy="4027486"/>
                    </a:xfrm>
                    <a:prstGeom prst="bentUpArrow">
                      <a:avLst>
                        <a:gd name="adj1" fmla="val 1580"/>
                        <a:gd name="adj2" fmla="val 4948"/>
                        <a:gd name="adj3" fmla="val 4549"/>
                      </a:avLst>
                    </a:prstGeom>
                    <a:solidFill>
                      <a:srgbClr val="0000FF"/>
                    </a:solidFill>
                    <a:ln>
                      <a:solidFill>
                        <a:srgbClr val="0000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9" name="Flecha: doblada hacia arriba 38">
                      <a:extLst>
                        <a:ext uri="{FF2B5EF4-FFF2-40B4-BE49-F238E27FC236}">
                          <a16:creationId xmlns:a16="http://schemas.microsoft.com/office/drawing/2014/main" id="{55913705-BDD8-88BA-4EC8-01F6A92373E8}"/>
                        </a:ext>
                      </a:extLst>
                    </p:cNvPr>
                    <p:cNvSpPr/>
                    <p:nvPr/>
                  </p:nvSpPr>
                  <p:spPr>
                    <a:xfrm rot="5400000" flipV="1">
                      <a:off x="6324970" y="3146983"/>
                      <a:ext cx="2355531" cy="4695278"/>
                    </a:xfrm>
                    <a:prstGeom prst="bentUpArrow">
                      <a:avLst>
                        <a:gd name="adj1" fmla="val 1214"/>
                        <a:gd name="adj2" fmla="val 4071"/>
                        <a:gd name="adj3" fmla="val 3559"/>
                      </a:avLst>
                    </a:prstGeom>
                    <a:solidFill>
                      <a:srgbClr val="00FF00"/>
                    </a:solidFill>
                    <a:ln>
                      <a:solidFill>
                        <a:srgbClr val="00FF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  <p:grpSp>
              <p:nvGrpSpPr>
                <p:cNvPr id="55" name="Grupo 54">
                  <a:extLst>
                    <a:ext uri="{FF2B5EF4-FFF2-40B4-BE49-F238E27FC236}">
                      <a16:creationId xmlns:a16="http://schemas.microsoft.com/office/drawing/2014/main" id="{FE52E6D7-85C0-C6D0-BDE8-31ECFC69176D}"/>
                    </a:ext>
                  </a:extLst>
                </p:cNvPr>
                <p:cNvGrpSpPr/>
                <p:nvPr/>
              </p:nvGrpSpPr>
              <p:grpSpPr>
                <a:xfrm>
                  <a:off x="1548863" y="4686834"/>
                  <a:ext cx="3470832" cy="1925946"/>
                  <a:chOff x="1548863" y="4686834"/>
                  <a:chExt cx="3470832" cy="1925946"/>
                </a:xfrm>
              </p:grpSpPr>
              <p:sp>
                <p:nvSpPr>
                  <p:cNvPr id="48" name="CuadroTexto 47">
                    <a:extLst>
                      <a:ext uri="{FF2B5EF4-FFF2-40B4-BE49-F238E27FC236}">
                        <a16:creationId xmlns:a16="http://schemas.microsoft.com/office/drawing/2014/main" id="{719BEA34-C878-406B-6722-DB2331446EF4}"/>
                      </a:ext>
                    </a:extLst>
                  </p:cNvPr>
                  <p:cNvSpPr txBox="1"/>
                  <p:nvPr/>
                </p:nvSpPr>
                <p:spPr>
                  <a:xfrm>
                    <a:off x="1554278" y="5609069"/>
                    <a:ext cx="346078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ES" sz="2000" b="1" dirty="0"/>
                      <a:t>M07</a:t>
                    </a:r>
                    <a:r>
                      <a:rPr lang="es-ES" sz="2000" dirty="0"/>
                      <a:t> y </a:t>
                    </a:r>
                    <a:r>
                      <a:rPr lang="es-ES" sz="2000" b="1" dirty="0"/>
                      <a:t>M08</a:t>
                    </a:r>
                    <a:r>
                      <a:rPr lang="es-ES" sz="2000" dirty="0"/>
                      <a:t> Rotación motor 4</a:t>
                    </a:r>
                  </a:p>
                </p:txBody>
              </p:sp>
              <p:grpSp>
                <p:nvGrpSpPr>
                  <p:cNvPr id="54" name="Grupo 53">
                    <a:extLst>
                      <a:ext uri="{FF2B5EF4-FFF2-40B4-BE49-F238E27FC236}">
                        <a16:creationId xmlns:a16="http://schemas.microsoft.com/office/drawing/2014/main" id="{8AEF8D21-30DA-9578-F321-9F6D59998CB2}"/>
                      </a:ext>
                    </a:extLst>
                  </p:cNvPr>
                  <p:cNvGrpSpPr/>
                  <p:nvPr/>
                </p:nvGrpSpPr>
                <p:grpSpPr>
                  <a:xfrm>
                    <a:off x="1548863" y="4686834"/>
                    <a:ext cx="3470832" cy="1925946"/>
                    <a:chOff x="1548863" y="4686834"/>
                    <a:chExt cx="3470832" cy="1925946"/>
                  </a:xfrm>
                </p:grpSpPr>
                <p:sp>
                  <p:nvSpPr>
                    <p:cNvPr id="46" name="CuadroTexto 45">
                      <a:extLst>
                        <a:ext uri="{FF2B5EF4-FFF2-40B4-BE49-F238E27FC236}">
                          <a16:creationId xmlns:a16="http://schemas.microsoft.com/office/drawing/2014/main" id="{BB0F827A-1624-8EC0-A5CC-E30766FEC2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53888" y="5011491"/>
                      <a:ext cx="346078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s-ES" sz="2000" b="1" dirty="0"/>
                        <a:t>M03</a:t>
                      </a:r>
                      <a:r>
                        <a:rPr lang="es-ES" sz="2000" dirty="0"/>
                        <a:t> y </a:t>
                      </a:r>
                      <a:r>
                        <a:rPr lang="es-ES" sz="2000" b="1" dirty="0"/>
                        <a:t>M04</a:t>
                      </a:r>
                      <a:r>
                        <a:rPr lang="es-ES" sz="2000" dirty="0"/>
                        <a:t> Rotación motor 2</a:t>
                      </a:r>
                    </a:p>
                  </p:txBody>
                </p:sp>
                <p:grpSp>
                  <p:nvGrpSpPr>
                    <p:cNvPr id="53" name="Grupo 52">
                      <a:extLst>
                        <a:ext uri="{FF2B5EF4-FFF2-40B4-BE49-F238E27FC236}">
                          <a16:creationId xmlns:a16="http://schemas.microsoft.com/office/drawing/2014/main" id="{59F535A5-041E-663B-FC97-F5530EBF04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8863" y="4686834"/>
                      <a:ext cx="3470832" cy="1925946"/>
                      <a:chOff x="1548863" y="4686834"/>
                      <a:chExt cx="3470832" cy="1925946"/>
                    </a:xfrm>
                  </p:grpSpPr>
                  <p:sp>
                    <p:nvSpPr>
                      <p:cNvPr id="45" name="CuadroTexto 44">
                        <a:extLst>
                          <a:ext uri="{FF2B5EF4-FFF2-40B4-BE49-F238E27FC236}">
                            <a16:creationId xmlns:a16="http://schemas.microsoft.com/office/drawing/2014/main" id="{68DDD1B2-47A7-7048-8356-EB4DF6A39D0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58913" y="4686834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M01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M02</a:t>
                        </a:r>
                        <a:r>
                          <a:rPr lang="es-ES" sz="2000" dirty="0"/>
                          <a:t> Rotación motor 1</a:t>
                        </a:r>
                      </a:p>
                    </p:txBody>
                  </p:sp>
                  <p:sp>
                    <p:nvSpPr>
                      <p:cNvPr id="47" name="CuadroTexto 46">
                        <a:extLst>
                          <a:ext uri="{FF2B5EF4-FFF2-40B4-BE49-F238E27FC236}">
                            <a16:creationId xmlns:a16="http://schemas.microsoft.com/office/drawing/2014/main" id="{798F62DE-4322-DF21-F3EB-788B953EE0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48863" y="5324212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M05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M06</a:t>
                        </a:r>
                        <a:r>
                          <a:rPr lang="es-ES" sz="2000" dirty="0"/>
                          <a:t> Rotación motor 3</a:t>
                        </a:r>
                      </a:p>
                    </p:txBody>
                  </p:sp>
                  <p:sp>
                    <p:nvSpPr>
                      <p:cNvPr id="49" name="CuadroTexto 48">
                        <a:extLst>
                          <a:ext uri="{FF2B5EF4-FFF2-40B4-BE49-F238E27FC236}">
                            <a16:creationId xmlns:a16="http://schemas.microsoft.com/office/drawing/2014/main" id="{000CE673-FE59-0FCA-7DAC-0EEF1DA136C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58913" y="5897063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M09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M10</a:t>
                        </a:r>
                        <a:r>
                          <a:rPr lang="es-ES" sz="2000" dirty="0"/>
                          <a:t> Rotación motor 5</a:t>
                        </a:r>
                      </a:p>
                    </p:txBody>
                  </p:sp>
                  <p:sp>
                    <p:nvSpPr>
                      <p:cNvPr id="50" name="CuadroTexto 49">
                        <a:extLst>
                          <a:ext uri="{FF2B5EF4-FFF2-40B4-BE49-F238E27FC236}">
                            <a16:creationId xmlns:a16="http://schemas.microsoft.com/office/drawing/2014/main" id="{04F66426-B585-ECBA-EFA0-492E32DB959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48863" y="6212670"/>
                        <a:ext cx="346078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2000" b="1" dirty="0"/>
                          <a:t>M11</a:t>
                        </a:r>
                        <a:r>
                          <a:rPr lang="es-ES" sz="2000" dirty="0"/>
                          <a:t> y </a:t>
                        </a:r>
                        <a:r>
                          <a:rPr lang="es-ES" sz="2000" b="1" dirty="0"/>
                          <a:t>M12</a:t>
                        </a:r>
                        <a:r>
                          <a:rPr lang="es-ES" sz="2000" dirty="0"/>
                          <a:t> Rotación motor 6</a:t>
                        </a:r>
                      </a:p>
                    </p:txBody>
                  </p:sp>
                </p:grpSp>
              </p:grpSp>
            </p:grpSp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A4601AEB-8933-8E6D-14BA-8A715B8510D3}"/>
                  </a:ext>
                </a:extLst>
              </p:cNvPr>
              <p:cNvGrpSpPr/>
              <p:nvPr/>
            </p:nvGrpSpPr>
            <p:grpSpPr>
              <a:xfrm>
                <a:off x="8805749" y="2534193"/>
                <a:ext cx="3487547" cy="1389505"/>
                <a:chOff x="8805749" y="2534193"/>
                <a:chExt cx="3487547" cy="1389505"/>
              </a:xfrm>
            </p:grpSpPr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31399366-8207-E85F-5D9B-525EE01F2DBB}"/>
                    </a:ext>
                  </a:extLst>
                </p:cNvPr>
                <p:cNvSpPr txBox="1"/>
                <p:nvPr/>
              </p:nvSpPr>
              <p:spPr>
                <a:xfrm>
                  <a:off x="9803227" y="2534193"/>
                  <a:ext cx="249006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/>
                    <a:t>A</a:t>
                  </a:r>
                  <a:r>
                    <a:rPr lang="es-ES" sz="2000" dirty="0"/>
                    <a:t>rriba / Antihorario</a:t>
                  </a:r>
                </a:p>
              </p:txBody>
            </p:sp>
            <p:sp>
              <p:nvSpPr>
                <p:cNvPr id="57" name="CuadroTexto 56">
                  <a:extLst>
                    <a:ext uri="{FF2B5EF4-FFF2-40B4-BE49-F238E27FC236}">
                      <a16:creationId xmlns:a16="http://schemas.microsoft.com/office/drawing/2014/main" id="{048FE1EC-F978-54B9-B035-DE1CD78D3D26}"/>
                    </a:ext>
                  </a:extLst>
                </p:cNvPr>
                <p:cNvSpPr txBox="1"/>
                <p:nvPr/>
              </p:nvSpPr>
              <p:spPr>
                <a:xfrm>
                  <a:off x="9803227" y="3523588"/>
                  <a:ext cx="249006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/>
                    <a:t>A</a:t>
                  </a:r>
                  <a:r>
                    <a:rPr lang="es-ES" sz="2000" dirty="0"/>
                    <a:t>bajo / Horario</a:t>
                  </a:r>
                </a:p>
              </p:txBody>
            </p:sp>
            <p:cxnSp>
              <p:nvCxnSpPr>
                <p:cNvPr id="59" name="Conector recto de flecha 58">
                  <a:extLst>
                    <a:ext uri="{FF2B5EF4-FFF2-40B4-BE49-F238E27FC236}">
                      <a16:creationId xmlns:a16="http://schemas.microsoft.com/office/drawing/2014/main" id="{3B26B0C2-B977-8C9F-E377-42E9BD9A9CD2}"/>
                    </a:ext>
                  </a:extLst>
                </p:cNvPr>
                <p:cNvCxnSpPr>
                  <a:stCxn id="51" idx="1"/>
                </p:cNvCxnSpPr>
                <p:nvPr/>
              </p:nvCxnSpPr>
              <p:spPr>
                <a:xfrm flipH="1">
                  <a:off x="8805749" y="2734248"/>
                  <a:ext cx="997478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Conector recto de flecha 59">
                  <a:extLst>
                    <a:ext uri="{FF2B5EF4-FFF2-40B4-BE49-F238E27FC236}">
                      <a16:creationId xmlns:a16="http://schemas.microsoft.com/office/drawing/2014/main" id="{4AC14D48-9C8C-5D83-1EFD-C527DD929D4B}"/>
                    </a:ext>
                  </a:extLst>
                </p:cNvPr>
                <p:cNvCxnSpPr/>
                <p:nvPr/>
              </p:nvCxnSpPr>
              <p:spPr>
                <a:xfrm flipH="1">
                  <a:off x="8805749" y="3723643"/>
                  <a:ext cx="997478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31" name="Grupo 730">
              <a:extLst>
                <a:ext uri="{FF2B5EF4-FFF2-40B4-BE49-F238E27FC236}">
                  <a16:creationId xmlns:a16="http://schemas.microsoft.com/office/drawing/2014/main" id="{1B3B2E78-E09C-6F68-3AB8-0CFAD66132D3}"/>
                </a:ext>
              </a:extLst>
            </p:cNvPr>
            <p:cNvGrpSpPr/>
            <p:nvPr/>
          </p:nvGrpSpPr>
          <p:grpSpPr>
            <a:xfrm>
              <a:off x="1052025" y="2016844"/>
              <a:ext cx="2312904" cy="1294886"/>
              <a:chOff x="1052025" y="2016844"/>
              <a:chExt cx="2312904" cy="1294886"/>
            </a:xfrm>
          </p:grpSpPr>
          <p:sp>
            <p:nvSpPr>
              <p:cNvPr id="725" name="Rectángulo 724">
                <a:extLst>
                  <a:ext uri="{FF2B5EF4-FFF2-40B4-BE49-F238E27FC236}">
                    <a16:creationId xmlns:a16="http://schemas.microsoft.com/office/drawing/2014/main" id="{178243E7-42F6-5E5B-450E-F4FA50079916}"/>
                  </a:ext>
                </a:extLst>
              </p:cNvPr>
              <p:cNvSpPr/>
              <p:nvPr/>
            </p:nvSpPr>
            <p:spPr>
              <a:xfrm>
                <a:off x="3256929" y="3203730"/>
                <a:ext cx="108000" cy="108000"/>
              </a:xfrm>
              <a:prstGeom prst="rect">
                <a:avLst/>
              </a:prstGeom>
              <a:solidFill>
                <a:srgbClr val="FF6600"/>
              </a:solidFill>
              <a:ln w="2857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6" name="Rectángulo 725">
                <a:extLst>
                  <a:ext uri="{FF2B5EF4-FFF2-40B4-BE49-F238E27FC236}">
                    <a16:creationId xmlns:a16="http://schemas.microsoft.com/office/drawing/2014/main" id="{638A9174-D75D-E0BD-97AB-D1B6F0D3B725}"/>
                  </a:ext>
                </a:extLst>
              </p:cNvPr>
              <p:cNvSpPr/>
              <p:nvPr/>
            </p:nvSpPr>
            <p:spPr>
              <a:xfrm>
                <a:off x="3077756" y="2548226"/>
                <a:ext cx="108000" cy="108000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7" name="Rectángulo 726">
                <a:extLst>
                  <a:ext uri="{FF2B5EF4-FFF2-40B4-BE49-F238E27FC236}">
                    <a16:creationId xmlns:a16="http://schemas.microsoft.com/office/drawing/2014/main" id="{B1134089-9F57-7A5F-47A7-0C50EC27049C}"/>
                  </a:ext>
                </a:extLst>
              </p:cNvPr>
              <p:cNvSpPr/>
              <p:nvPr/>
            </p:nvSpPr>
            <p:spPr>
              <a:xfrm>
                <a:off x="2456845" y="2101804"/>
                <a:ext cx="108000" cy="108000"/>
              </a:xfrm>
              <a:prstGeom prst="rect">
                <a:avLst/>
              </a:prstGeom>
              <a:solidFill>
                <a:srgbClr val="FF33CC"/>
              </a:solidFill>
              <a:ln w="28575">
                <a:solidFill>
                  <a:srgbClr val="FF33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8" name="Rectángulo 727">
                <a:extLst>
                  <a:ext uri="{FF2B5EF4-FFF2-40B4-BE49-F238E27FC236}">
                    <a16:creationId xmlns:a16="http://schemas.microsoft.com/office/drawing/2014/main" id="{4D710BCB-2A2E-3D65-4503-E1E8DF8FA545}"/>
                  </a:ext>
                </a:extLst>
              </p:cNvPr>
              <p:cNvSpPr/>
              <p:nvPr/>
            </p:nvSpPr>
            <p:spPr>
              <a:xfrm>
                <a:off x="1809173" y="2016844"/>
                <a:ext cx="108000" cy="108000"/>
              </a:xfrm>
              <a:prstGeom prst="rect">
                <a:avLst/>
              </a:prstGeom>
              <a:solidFill>
                <a:srgbClr val="00FFFF"/>
              </a:solidFill>
              <a:ln w="28575"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29" name="Rectángulo 728">
                <a:extLst>
                  <a:ext uri="{FF2B5EF4-FFF2-40B4-BE49-F238E27FC236}">
                    <a16:creationId xmlns:a16="http://schemas.microsoft.com/office/drawing/2014/main" id="{5787422A-3318-F757-C5D4-B79751605B58}"/>
                  </a:ext>
                </a:extLst>
              </p:cNvPr>
              <p:cNvSpPr/>
              <p:nvPr/>
            </p:nvSpPr>
            <p:spPr>
              <a:xfrm>
                <a:off x="1503383" y="2030492"/>
                <a:ext cx="108000" cy="108000"/>
              </a:xfrm>
              <a:prstGeom prst="rect">
                <a:avLst/>
              </a:prstGeom>
              <a:solidFill>
                <a:srgbClr val="0000FF"/>
              </a:solidFill>
              <a:ln w="28575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30" name="Rectángulo 729">
                <a:extLst>
                  <a:ext uri="{FF2B5EF4-FFF2-40B4-BE49-F238E27FC236}">
                    <a16:creationId xmlns:a16="http://schemas.microsoft.com/office/drawing/2014/main" id="{84E2CE90-23C6-B9D4-ACB9-048429863578}"/>
                  </a:ext>
                </a:extLst>
              </p:cNvPr>
              <p:cNvSpPr/>
              <p:nvPr/>
            </p:nvSpPr>
            <p:spPr>
              <a:xfrm>
                <a:off x="1052025" y="2030492"/>
                <a:ext cx="108000" cy="108000"/>
              </a:xfrm>
              <a:prstGeom prst="rect">
                <a:avLst/>
              </a:prstGeom>
              <a:solidFill>
                <a:srgbClr val="00FF00"/>
              </a:solidFill>
              <a:ln w="28575"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89517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rupo 700">
            <a:extLst>
              <a:ext uri="{FF2B5EF4-FFF2-40B4-BE49-F238E27FC236}">
                <a16:creationId xmlns:a16="http://schemas.microsoft.com/office/drawing/2014/main" id="{62F8B63C-1219-36A9-FA48-9C1E6FC78892}"/>
              </a:ext>
            </a:extLst>
          </p:cNvPr>
          <p:cNvGrpSpPr/>
          <p:nvPr/>
        </p:nvGrpSpPr>
        <p:grpSpPr>
          <a:xfrm rot="14996075">
            <a:off x="5007328" y="2445911"/>
            <a:ext cx="3664993" cy="1391383"/>
            <a:chOff x="4974681" y="1743616"/>
            <a:chExt cx="3664993" cy="1391383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BC1710D-87E2-A573-FD88-20A2E6AB7F8B}"/>
                </a:ext>
              </a:extLst>
            </p:cNvPr>
            <p:cNvGrpSpPr/>
            <p:nvPr/>
          </p:nvGrpSpPr>
          <p:grpSpPr>
            <a:xfrm>
              <a:off x="4974681" y="1743616"/>
              <a:ext cx="2126339" cy="929952"/>
              <a:chOff x="4478441" y="1980580"/>
              <a:chExt cx="2126339" cy="929952"/>
            </a:xfrm>
          </p:grpSpPr>
          <p:grpSp>
            <p:nvGrpSpPr>
              <p:cNvPr id="545" name="Grupo 544">
                <a:extLst>
                  <a:ext uri="{FF2B5EF4-FFF2-40B4-BE49-F238E27FC236}">
                    <a16:creationId xmlns:a16="http://schemas.microsoft.com/office/drawing/2014/main" id="{473A5C26-F08D-8C1A-C318-A7331B162030}"/>
                  </a:ext>
                </a:extLst>
              </p:cNvPr>
              <p:cNvGrpSpPr/>
              <p:nvPr/>
            </p:nvGrpSpPr>
            <p:grpSpPr>
              <a:xfrm rot="6713015">
                <a:off x="5152083" y="1306938"/>
                <a:ext cx="779056" cy="2126339"/>
                <a:chOff x="5775047" y="2428621"/>
                <a:chExt cx="779056" cy="2126339"/>
              </a:xfrm>
            </p:grpSpPr>
            <p:grpSp>
              <p:nvGrpSpPr>
                <p:cNvPr id="304" name="Grupo 303">
                  <a:extLst>
                    <a:ext uri="{FF2B5EF4-FFF2-40B4-BE49-F238E27FC236}">
                      <a16:creationId xmlns:a16="http://schemas.microsoft.com/office/drawing/2014/main" id="{FEB1CB6C-CFAD-0D36-8B64-B4BF8FA8C11F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709555" cy="832699"/>
                  <a:chOff x="5809042" y="3722261"/>
                  <a:chExt cx="709555" cy="832699"/>
                </a:xfrm>
              </p:grpSpPr>
              <p:grpSp>
                <p:nvGrpSpPr>
                  <p:cNvPr id="376" name="Grupo 375">
                    <a:extLst>
                      <a:ext uri="{FF2B5EF4-FFF2-40B4-BE49-F238E27FC236}">
                        <a16:creationId xmlns:a16="http://schemas.microsoft.com/office/drawing/2014/main" id="{B5882533-2718-3584-E8A5-7CC2ACB34C37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276111" cy="832437"/>
                    <a:chOff x="5809042" y="3722261"/>
                    <a:chExt cx="276111" cy="832437"/>
                  </a:xfrm>
                </p:grpSpPr>
                <p:grpSp>
                  <p:nvGrpSpPr>
                    <p:cNvPr id="579" name="Grupo 578">
                      <a:extLst>
                        <a:ext uri="{FF2B5EF4-FFF2-40B4-BE49-F238E27FC236}">
                          <a16:creationId xmlns:a16="http://schemas.microsoft.com/office/drawing/2014/main" id="{D92E2783-818E-A372-A681-17C633602E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</p:grpSpPr>
                  <p:sp>
                    <p:nvSpPr>
                      <p:cNvPr id="582" name="Rectángulo: esquinas redondeadas 581">
                        <a:extLst>
                          <a:ext uri="{FF2B5EF4-FFF2-40B4-BE49-F238E27FC236}">
                            <a16:creationId xmlns:a16="http://schemas.microsoft.com/office/drawing/2014/main" id="{89FBDCBC-F58E-3E08-8DA4-B1F6F727AE2E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83" name="Rectángulo: esquinas redondeadas 582">
                        <a:extLst>
                          <a:ext uri="{FF2B5EF4-FFF2-40B4-BE49-F238E27FC236}">
                            <a16:creationId xmlns:a16="http://schemas.microsoft.com/office/drawing/2014/main" id="{91ECF6DA-570D-2A2E-F62C-6E73D61C5133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580" name="Rectángulo 579">
                      <a:extLst>
                        <a:ext uri="{FF2B5EF4-FFF2-40B4-BE49-F238E27FC236}">
                          <a16:creationId xmlns:a16="http://schemas.microsoft.com/office/drawing/2014/main" id="{D8B9E3E9-F01E-7748-6739-363821254098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81" name="Rectángulo 580">
                      <a:extLst>
                        <a:ext uri="{FF2B5EF4-FFF2-40B4-BE49-F238E27FC236}">
                          <a16:creationId xmlns:a16="http://schemas.microsoft.com/office/drawing/2014/main" id="{53BA13D4-B75E-1B23-6D16-F1E183FAC8A0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377" name="Grupo 376">
                    <a:extLst>
                      <a:ext uri="{FF2B5EF4-FFF2-40B4-BE49-F238E27FC236}">
                        <a16:creationId xmlns:a16="http://schemas.microsoft.com/office/drawing/2014/main" id="{47E9474E-4180-BBB6-31BB-6D788325225B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6242486" y="3722523"/>
                    <a:ext cx="276111" cy="832437"/>
                    <a:chOff x="5809042" y="3722261"/>
                    <a:chExt cx="276111" cy="832437"/>
                  </a:xfrm>
                </p:grpSpPr>
                <p:grpSp>
                  <p:nvGrpSpPr>
                    <p:cNvPr id="378" name="Grupo 377">
                      <a:extLst>
                        <a:ext uri="{FF2B5EF4-FFF2-40B4-BE49-F238E27FC236}">
                          <a16:creationId xmlns:a16="http://schemas.microsoft.com/office/drawing/2014/main" id="{86A1C17C-FFA0-3C07-78DC-B649BE6F76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</p:grpSpPr>
                  <p:sp>
                    <p:nvSpPr>
                      <p:cNvPr id="577" name="Rectángulo: esquinas redondeadas 576">
                        <a:extLst>
                          <a:ext uri="{FF2B5EF4-FFF2-40B4-BE49-F238E27FC236}">
                            <a16:creationId xmlns:a16="http://schemas.microsoft.com/office/drawing/2014/main" id="{1CEA27EE-B200-CEE3-0791-55AE5C6F3FD5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578" name="Rectángulo: esquinas redondeadas 577">
                        <a:extLst>
                          <a:ext uri="{FF2B5EF4-FFF2-40B4-BE49-F238E27FC236}">
                            <a16:creationId xmlns:a16="http://schemas.microsoft.com/office/drawing/2014/main" id="{945F3A3B-FF27-BB1D-B02C-9BE206C2DBF6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solidFill>
                        <a:schemeClr val="bg1"/>
                      </a:solidFill>
                      <a:ln w="31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407" name="Rectángulo 406">
                      <a:extLst>
                        <a:ext uri="{FF2B5EF4-FFF2-40B4-BE49-F238E27FC236}">
                          <a16:creationId xmlns:a16="http://schemas.microsoft.com/office/drawing/2014/main" id="{8A063DE5-1B8D-373C-04F1-1240276F6877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76" name="Rectángulo 575">
                      <a:extLst>
                        <a:ext uri="{FF2B5EF4-FFF2-40B4-BE49-F238E27FC236}">
                          <a16:creationId xmlns:a16="http://schemas.microsoft.com/office/drawing/2014/main" id="{319A9D20-E207-509C-2FC5-69D8E0D1C295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305" name="Grupo 304">
                  <a:extLst>
                    <a:ext uri="{FF2B5EF4-FFF2-40B4-BE49-F238E27FC236}">
                      <a16:creationId xmlns:a16="http://schemas.microsoft.com/office/drawing/2014/main" id="{B393EEAF-658C-1106-3D41-20C123F0FEA9}"/>
                    </a:ext>
                  </a:extLst>
                </p:cNvPr>
                <p:cNvGrpSpPr/>
                <p:nvPr/>
              </p:nvGrpSpPr>
              <p:grpSpPr>
                <a:xfrm>
                  <a:off x="5775047" y="2428621"/>
                  <a:ext cx="779056" cy="1666544"/>
                  <a:chOff x="5775047" y="2428621"/>
                  <a:chExt cx="779056" cy="1666544"/>
                </a:xfrm>
              </p:grpSpPr>
              <p:grpSp>
                <p:nvGrpSpPr>
                  <p:cNvPr id="306" name="Grupo 305">
                    <a:extLst>
                      <a:ext uri="{FF2B5EF4-FFF2-40B4-BE49-F238E27FC236}">
                        <a16:creationId xmlns:a16="http://schemas.microsoft.com/office/drawing/2014/main" id="{AA0A0259-217D-BCBD-748C-84DB7FE740F2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1"/>
                    <a:ext cx="778396" cy="1666544"/>
                    <a:chOff x="5775707" y="2428621"/>
                    <a:chExt cx="778396" cy="1666544"/>
                  </a:xfrm>
                </p:grpSpPr>
                <p:grpSp>
                  <p:nvGrpSpPr>
                    <p:cNvPr id="311" name="Grupo 310">
                      <a:extLst>
                        <a:ext uri="{FF2B5EF4-FFF2-40B4-BE49-F238E27FC236}">
                          <a16:creationId xmlns:a16="http://schemas.microsoft.com/office/drawing/2014/main" id="{D400CD05-1AD0-D9C3-C5B2-D3A4E5DBDE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1"/>
                      <a:ext cx="778396" cy="1321609"/>
                      <a:chOff x="5728098" y="3524077"/>
                      <a:chExt cx="778396" cy="1321609"/>
                    </a:xfrm>
                  </p:grpSpPr>
                  <p:grpSp>
                    <p:nvGrpSpPr>
                      <p:cNvPr id="313" name="Grupo 312">
                        <a:extLst>
                          <a:ext uri="{FF2B5EF4-FFF2-40B4-BE49-F238E27FC236}">
                            <a16:creationId xmlns:a16="http://schemas.microsoft.com/office/drawing/2014/main" id="{9D4B87DC-E31D-BD38-4085-730A3113B1C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6" y="3524077"/>
                        <a:ext cx="468000" cy="773096"/>
                        <a:chOff x="5755917" y="3285422"/>
                        <a:chExt cx="468000" cy="773096"/>
                      </a:xfrm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p:grpSpPr>
                    <p:sp>
                      <p:nvSpPr>
                        <p:cNvPr id="372" name="Elipse 371">
                          <a:extLst>
                            <a:ext uri="{FF2B5EF4-FFF2-40B4-BE49-F238E27FC236}">
                              <a16:creationId xmlns:a16="http://schemas.microsoft.com/office/drawing/2014/main" id="{D1EE147A-0DEA-E584-58FA-F0FD9CA93E9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7" y="3285422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373" name="Grupo 372">
                          <a:extLst>
                            <a:ext uri="{FF2B5EF4-FFF2-40B4-BE49-F238E27FC236}">
                              <a16:creationId xmlns:a16="http://schemas.microsoft.com/office/drawing/2014/main" id="{0A0E0EC9-103F-939D-9A7E-CBC19805A84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374" name="Rectángulo 373">
                            <a:extLst>
                              <a:ext uri="{FF2B5EF4-FFF2-40B4-BE49-F238E27FC236}">
                                <a16:creationId xmlns:a16="http://schemas.microsoft.com/office/drawing/2014/main" id="{A87C63E6-0824-C625-3C6F-224282C37A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75" name="Rectángulo 374">
                            <a:extLst>
                              <a:ext uri="{FF2B5EF4-FFF2-40B4-BE49-F238E27FC236}">
                                <a16:creationId xmlns:a16="http://schemas.microsoft.com/office/drawing/2014/main" id="{EB5C684B-E0A6-3623-1C85-CD5B01030D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323" name="Grupo 322">
                        <a:extLst>
                          <a:ext uri="{FF2B5EF4-FFF2-40B4-BE49-F238E27FC236}">
                            <a16:creationId xmlns:a16="http://schemas.microsoft.com/office/drawing/2014/main" id="{6151A9A8-5EF6-9F11-75AD-B7231A9109A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338" name="Grupo 337">
                          <a:extLst>
                            <a:ext uri="{FF2B5EF4-FFF2-40B4-BE49-F238E27FC236}">
                              <a16:creationId xmlns:a16="http://schemas.microsoft.com/office/drawing/2014/main" id="{876E4833-8EB0-8AD0-4E84-22E6C89DA48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358" name="Grupo 357">
                            <a:extLst>
                              <a:ext uri="{FF2B5EF4-FFF2-40B4-BE49-F238E27FC236}">
                                <a16:creationId xmlns:a16="http://schemas.microsoft.com/office/drawing/2014/main" id="{160FC2BC-0C29-5018-94E2-95913BBFE03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364" name="Rectángulo 363">
                              <a:extLst>
                                <a:ext uri="{FF2B5EF4-FFF2-40B4-BE49-F238E27FC236}">
                                  <a16:creationId xmlns:a16="http://schemas.microsoft.com/office/drawing/2014/main" id="{5639722B-FF01-0380-C7DE-8FE361F63C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365" name="Rectángulo 364">
                              <a:extLst>
                                <a:ext uri="{FF2B5EF4-FFF2-40B4-BE49-F238E27FC236}">
                                  <a16:creationId xmlns:a16="http://schemas.microsoft.com/office/drawing/2014/main" id="{1B7355E9-DAB8-F803-4BD6-B69C1936D4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66" name="Marco 365">
                              <a:extLst>
                                <a:ext uri="{FF2B5EF4-FFF2-40B4-BE49-F238E27FC236}">
                                  <a16:creationId xmlns:a16="http://schemas.microsoft.com/office/drawing/2014/main" id="{C9B2D613-D637-E58E-6EF2-DD00A595E7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solidFill>
                              <a:schemeClr val="bg1">
                                <a:lumMod val="6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359" name="Grupo 358">
                            <a:extLst>
                              <a:ext uri="{FF2B5EF4-FFF2-40B4-BE49-F238E27FC236}">
                                <a16:creationId xmlns:a16="http://schemas.microsoft.com/office/drawing/2014/main" id="{76A7F8C4-02A9-B438-EAFD-87177AE3D7D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361" name="Rectángulo 360">
                              <a:extLst>
                                <a:ext uri="{FF2B5EF4-FFF2-40B4-BE49-F238E27FC236}">
                                  <a16:creationId xmlns:a16="http://schemas.microsoft.com/office/drawing/2014/main" id="{16FC8158-5F92-C140-1D85-2DD7BFF75A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62" name="Rectángulo 361">
                              <a:extLst>
                                <a:ext uri="{FF2B5EF4-FFF2-40B4-BE49-F238E27FC236}">
                                  <a16:creationId xmlns:a16="http://schemas.microsoft.com/office/drawing/2014/main" id="{FDAA0294-86A4-D489-E1FE-9F43C60401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363" name="Rectángulo 362">
                              <a:extLst>
                                <a:ext uri="{FF2B5EF4-FFF2-40B4-BE49-F238E27FC236}">
                                  <a16:creationId xmlns:a16="http://schemas.microsoft.com/office/drawing/2014/main" id="{C7341BE0-B3B3-FFB1-FC20-E107113A4C6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31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354" name="Grupo 353">
                          <a:extLst>
                            <a:ext uri="{FF2B5EF4-FFF2-40B4-BE49-F238E27FC236}">
                              <a16:creationId xmlns:a16="http://schemas.microsoft.com/office/drawing/2014/main" id="{0E84A7B7-EAF1-D13A-D1B0-5B79EB64776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355" name="Rectángulo 354">
                            <a:extLst>
                              <a:ext uri="{FF2B5EF4-FFF2-40B4-BE49-F238E27FC236}">
                                <a16:creationId xmlns:a16="http://schemas.microsoft.com/office/drawing/2014/main" id="{6129564E-CCDB-3130-A095-DC98A86309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356" name="Rectángulo 355">
                            <a:extLst>
                              <a:ext uri="{FF2B5EF4-FFF2-40B4-BE49-F238E27FC236}">
                                <a16:creationId xmlns:a16="http://schemas.microsoft.com/office/drawing/2014/main" id="{F9A2402A-57E9-54C9-2A6C-98FBCF9067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357" name="Rectángulo 356">
                            <a:extLst>
                              <a:ext uri="{FF2B5EF4-FFF2-40B4-BE49-F238E27FC236}">
                                <a16:creationId xmlns:a16="http://schemas.microsoft.com/office/drawing/2014/main" id="{F256285D-5A33-5FD7-B76C-F3575DAD62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8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312" name="Rectángulo 311">
                      <a:extLst>
                        <a:ext uri="{FF2B5EF4-FFF2-40B4-BE49-F238E27FC236}">
                          <a16:creationId xmlns:a16="http://schemas.microsoft.com/office/drawing/2014/main" id="{C78A5E41-1132-0BE1-6091-F765ED8A4C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pattFill prst="wdDnDiag">
                      <a:fgClr>
                        <a:schemeClr val="bg1"/>
                      </a:fgClr>
                      <a:bgClr>
                        <a:schemeClr val="bg1">
                          <a:lumMod val="65000"/>
                        </a:schemeClr>
                      </a:bgClr>
                    </a:patt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307" name="Grupo 306">
                    <a:extLst>
                      <a:ext uri="{FF2B5EF4-FFF2-40B4-BE49-F238E27FC236}">
                        <a16:creationId xmlns:a16="http://schemas.microsoft.com/office/drawing/2014/main" id="{654FD5A6-528C-915C-40DB-82424369A1FA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3892550"/>
                    <a:ext cx="778309" cy="59708"/>
                    <a:chOff x="5775047" y="3892550"/>
                    <a:chExt cx="778309" cy="59708"/>
                  </a:xfrm>
                </p:grpSpPr>
                <p:sp>
                  <p:nvSpPr>
                    <p:cNvPr id="308" name="Rectángulo 307">
                      <a:extLst>
                        <a:ext uri="{FF2B5EF4-FFF2-40B4-BE49-F238E27FC236}">
                          <a16:creationId xmlns:a16="http://schemas.microsoft.com/office/drawing/2014/main" id="{CE8A5FC9-4FAE-027D-4E88-06B77F8F0AE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09" name="Elipse 308">
                      <a:extLst>
                        <a:ext uri="{FF2B5EF4-FFF2-40B4-BE49-F238E27FC236}">
                          <a16:creationId xmlns:a16="http://schemas.microsoft.com/office/drawing/2014/main" id="{B71341A6-CFB7-1AF9-507B-4A0A624333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310" name="Elipse 309">
                      <a:extLst>
                        <a:ext uri="{FF2B5EF4-FFF2-40B4-BE49-F238E27FC236}">
                          <a16:creationId xmlns:a16="http://schemas.microsoft.com/office/drawing/2014/main" id="{F6132582-8801-F3FB-3450-C0C42EB3DD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CB4B4983-747C-8815-31A0-35231F7C002F}"/>
                  </a:ext>
                </a:extLst>
              </p:cNvPr>
              <p:cNvSpPr/>
              <p:nvPr/>
            </p:nvSpPr>
            <p:spPr>
              <a:xfrm rot="13525224">
                <a:off x="6394111" y="2512319"/>
                <a:ext cx="126153" cy="7441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4344919A-6CBF-864D-EE7A-79FBC0003840}"/>
                  </a:ext>
                </a:extLst>
              </p:cNvPr>
              <p:cNvSpPr/>
              <p:nvPr/>
            </p:nvSpPr>
            <p:spPr>
              <a:xfrm rot="21264464">
                <a:off x="6269129" y="2836116"/>
                <a:ext cx="126153" cy="7441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514" name="Grupo 513">
              <a:extLst>
                <a:ext uri="{FF2B5EF4-FFF2-40B4-BE49-F238E27FC236}">
                  <a16:creationId xmlns:a16="http://schemas.microsoft.com/office/drawing/2014/main" id="{E1C8EDC8-FC6E-B551-397B-DDBCEF351E9E}"/>
                </a:ext>
              </a:extLst>
            </p:cNvPr>
            <p:cNvGrpSpPr/>
            <p:nvPr/>
          </p:nvGrpSpPr>
          <p:grpSpPr>
            <a:xfrm flipH="1" flipV="1">
              <a:off x="6513337" y="2285365"/>
              <a:ext cx="2126337" cy="849634"/>
              <a:chOff x="4478442" y="1980580"/>
              <a:chExt cx="2126337" cy="849634"/>
            </a:xfrm>
            <a:noFill/>
          </p:grpSpPr>
          <p:grpSp>
            <p:nvGrpSpPr>
              <p:cNvPr id="515" name="Grupo 514">
                <a:extLst>
                  <a:ext uri="{FF2B5EF4-FFF2-40B4-BE49-F238E27FC236}">
                    <a16:creationId xmlns:a16="http://schemas.microsoft.com/office/drawing/2014/main" id="{70BCEE07-D751-4893-002C-EE491DFBD909}"/>
                  </a:ext>
                </a:extLst>
              </p:cNvPr>
              <p:cNvGrpSpPr/>
              <p:nvPr/>
            </p:nvGrpSpPr>
            <p:grpSpPr>
              <a:xfrm rot="6713015">
                <a:off x="5152083" y="1306939"/>
                <a:ext cx="779056" cy="2126337"/>
                <a:chOff x="5775047" y="2428623"/>
                <a:chExt cx="779056" cy="2126337"/>
              </a:xfrm>
              <a:grpFill/>
            </p:grpSpPr>
            <p:grpSp>
              <p:nvGrpSpPr>
                <p:cNvPr id="584" name="Grupo 583">
                  <a:extLst>
                    <a:ext uri="{FF2B5EF4-FFF2-40B4-BE49-F238E27FC236}">
                      <a16:creationId xmlns:a16="http://schemas.microsoft.com/office/drawing/2014/main" id="{C0C45ED9-81D5-4771-8243-4A372FA72881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709555" cy="832699"/>
                  <a:chOff x="5809042" y="3722261"/>
                  <a:chExt cx="709555" cy="832699"/>
                </a:xfrm>
                <a:grpFill/>
              </p:grpSpPr>
              <p:grpSp>
                <p:nvGrpSpPr>
                  <p:cNvPr id="679" name="Grupo 678">
                    <a:extLst>
                      <a:ext uri="{FF2B5EF4-FFF2-40B4-BE49-F238E27FC236}">
                        <a16:creationId xmlns:a16="http://schemas.microsoft.com/office/drawing/2014/main" id="{7A346287-E056-629C-8B95-D3EEC64BBA0A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276111" cy="832437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696" name="Grupo 695">
                      <a:extLst>
                        <a:ext uri="{FF2B5EF4-FFF2-40B4-BE49-F238E27FC236}">
                          <a16:creationId xmlns:a16="http://schemas.microsoft.com/office/drawing/2014/main" id="{DAAF4497-F533-0CEC-CF2B-FE265F3593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699" name="Rectángulo: esquinas redondeadas 698">
                        <a:extLst>
                          <a:ext uri="{FF2B5EF4-FFF2-40B4-BE49-F238E27FC236}">
                            <a16:creationId xmlns:a16="http://schemas.microsoft.com/office/drawing/2014/main" id="{4310C0C9-E803-6803-01B0-299A84092E58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700" name="Rectángulo: esquinas redondeadas 699">
                        <a:extLst>
                          <a:ext uri="{FF2B5EF4-FFF2-40B4-BE49-F238E27FC236}">
                            <a16:creationId xmlns:a16="http://schemas.microsoft.com/office/drawing/2014/main" id="{D6B8C5B7-C1D3-6F59-2A9E-0CCCD84FBE28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697" name="Rectángulo 696">
                      <a:extLst>
                        <a:ext uri="{FF2B5EF4-FFF2-40B4-BE49-F238E27FC236}">
                          <a16:creationId xmlns:a16="http://schemas.microsoft.com/office/drawing/2014/main" id="{788863DB-0771-997B-BEE6-1DFAAFAB31B2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98" name="Rectángulo 697">
                      <a:extLst>
                        <a:ext uri="{FF2B5EF4-FFF2-40B4-BE49-F238E27FC236}">
                          <a16:creationId xmlns:a16="http://schemas.microsoft.com/office/drawing/2014/main" id="{241990AD-82C7-DC11-208E-871283569832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680" name="Grupo 679">
                    <a:extLst>
                      <a:ext uri="{FF2B5EF4-FFF2-40B4-BE49-F238E27FC236}">
                        <a16:creationId xmlns:a16="http://schemas.microsoft.com/office/drawing/2014/main" id="{C957186C-EE7B-9EE4-426C-EB71B443BDAD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6242486" y="3722523"/>
                    <a:ext cx="276111" cy="832437"/>
                    <a:chOff x="5809042" y="3722261"/>
                    <a:chExt cx="276111" cy="832437"/>
                  </a:xfrm>
                  <a:grpFill/>
                </p:grpSpPr>
                <p:grpSp>
                  <p:nvGrpSpPr>
                    <p:cNvPr id="681" name="Grupo 680">
                      <a:extLst>
                        <a:ext uri="{FF2B5EF4-FFF2-40B4-BE49-F238E27FC236}">
                          <a16:creationId xmlns:a16="http://schemas.microsoft.com/office/drawing/2014/main" id="{891100D5-ABC4-5C5C-6402-7265AD34EB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09042" y="3722261"/>
                      <a:ext cx="158346" cy="473941"/>
                      <a:chOff x="6166492" y="3721247"/>
                      <a:chExt cx="158346" cy="473941"/>
                    </a:xfrm>
                    <a:grpFill/>
                  </p:grpSpPr>
                  <p:sp>
                    <p:nvSpPr>
                      <p:cNvPr id="694" name="Rectángulo: esquinas redondeadas 693">
                        <a:extLst>
                          <a:ext uri="{FF2B5EF4-FFF2-40B4-BE49-F238E27FC236}">
                            <a16:creationId xmlns:a16="http://schemas.microsoft.com/office/drawing/2014/main" id="{DF9A8F2F-F9DF-7B9B-ED46-B5959A73F56A}"/>
                          </a:ext>
                        </a:extLst>
                      </p:cNvPr>
                      <p:cNvSpPr/>
                      <p:nvPr/>
                    </p:nvSpPr>
                    <p:spPr>
                      <a:xfrm rot="20522031">
                        <a:off x="6166492" y="3721247"/>
                        <a:ext cx="158346" cy="473941"/>
                      </a:xfrm>
                      <a:prstGeom prst="roundRect">
                        <a:avLst/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695" name="Rectángulo: esquinas redondeadas 694">
                        <a:extLst>
                          <a:ext uri="{FF2B5EF4-FFF2-40B4-BE49-F238E27FC236}">
                            <a16:creationId xmlns:a16="http://schemas.microsoft.com/office/drawing/2014/main" id="{C4A78207-7AC3-5668-3B4B-3762FB0B761C}"/>
                          </a:ext>
                        </a:extLst>
                      </p:cNvPr>
                      <p:cNvSpPr/>
                      <p:nvPr/>
                    </p:nvSpPr>
                    <p:spPr>
                      <a:xfrm rot="231950" flipH="1">
                        <a:off x="6202247" y="3774966"/>
                        <a:ext cx="45719" cy="216078"/>
                      </a:xfrm>
                      <a:prstGeom prst="roundRect">
                        <a:avLst>
                          <a:gd name="adj" fmla="val 40457"/>
                        </a:avLst>
                      </a:prstGeom>
                      <a:grpFill/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692" name="Rectángulo 691">
                      <a:extLst>
                        <a:ext uri="{FF2B5EF4-FFF2-40B4-BE49-F238E27FC236}">
                          <a16:creationId xmlns:a16="http://schemas.microsoft.com/office/drawing/2014/main" id="{C17DE90A-0E86-D0CB-8856-B55D6FA29441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872725" y="4154646"/>
                      <a:ext cx="212428" cy="60403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93" name="Rectángulo 692">
                      <a:extLst>
                        <a:ext uri="{FF2B5EF4-FFF2-40B4-BE49-F238E27FC236}">
                          <a16:creationId xmlns:a16="http://schemas.microsoft.com/office/drawing/2014/main" id="{B57BAC4B-D6CD-69F4-54DD-08044ED17579}"/>
                        </a:ext>
                      </a:extLst>
                    </p:cNvPr>
                    <p:cNvSpPr/>
                    <p:nvPr/>
                  </p:nvSpPr>
                  <p:spPr>
                    <a:xfrm rot="20446603">
                      <a:off x="5969456" y="4217860"/>
                      <a:ext cx="68932" cy="336838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  <p:grpSp>
              <p:nvGrpSpPr>
                <p:cNvPr id="586" name="Grupo 585">
                  <a:extLst>
                    <a:ext uri="{FF2B5EF4-FFF2-40B4-BE49-F238E27FC236}">
                      <a16:creationId xmlns:a16="http://schemas.microsoft.com/office/drawing/2014/main" id="{22125F82-1DEA-E439-2AB4-4D0B46C10CFD}"/>
                    </a:ext>
                  </a:extLst>
                </p:cNvPr>
                <p:cNvGrpSpPr/>
                <p:nvPr/>
              </p:nvGrpSpPr>
              <p:grpSpPr>
                <a:xfrm>
                  <a:off x="5775047" y="2428623"/>
                  <a:ext cx="779056" cy="1666542"/>
                  <a:chOff x="5775047" y="2428623"/>
                  <a:chExt cx="779056" cy="1666542"/>
                </a:xfrm>
                <a:grpFill/>
              </p:grpSpPr>
              <p:grpSp>
                <p:nvGrpSpPr>
                  <p:cNvPr id="587" name="Grupo 586">
                    <a:extLst>
                      <a:ext uri="{FF2B5EF4-FFF2-40B4-BE49-F238E27FC236}">
                        <a16:creationId xmlns:a16="http://schemas.microsoft.com/office/drawing/2014/main" id="{D305A31A-015B-B3C2-30EE-BCC75544413E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  <a:grpFill/>
                </p:grpSpPr>
                <p:grpSp>
                  <p:nvGrpSpPr>
                    <p:cNvPr id="592" name="Grupo 591">
                      <a:extLst>
                        <a:ext uri="{FF2B5EF4-FFF2-40B4-BE49-F238E27FC236}">
                          <a16:creationId xmlns:a16="http://schemas.microsoft.com/office/drawing/2014/main" id="{A2546425-D7F2-A648-C302-0FF74CC546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  <a:grpFill/>
                  </p:grpSpPr>
                  <p:grpSp>
                    <p:nvGrpSpPr>
                      <p:cNvPr id="626" name="Grupo 625">
                        <a:extLst>
                          <a:ext uri="{FF2B5EF4-FFF2-40B4-BE49-F238E27FC236}">
                            <a16:creationId xmlns:a16="http://schemas.microsoft.com/office/drawing/2014/main" id="{45F4203C-6836-FC60-B61B-9745F0BD28B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  <a:grpFill/>
                    </p:grpSpPr>
                    <p:sp>
                      <p:nvSpPr>
                        <p:cNvPr id="675" name="Elipse 674">
                          <a:extLst>
                            <a:ext uri="{FF2B5EF4-FFF2-40B4-BE49-F238E27FC236}">
                              <a16:creationId xmlns:a16="http://schemas.microsoft.com/office/drawing/2014/main" id="{E6AD1838-BEBC-D5CA-BAC3-146D4DE82D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grpSp>
                      <p:nvGrpSpPr>
                        <p:cNvPr id="676" name="Grupo 675">
                          <a:extLst>
                            <a:ext uri="{FF2B5EF4-FFF2-40B4-BE49-F238E27FC236}">
                              <a16:creationId xmlns:a16="http://schemas.microsoft.com/office/drawing/2014/main" id="{555D2044-8EFD-E431-63E3-2680D25E4C9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  <a:grpFill/>
                      </p:grpSpPr>
                      <p:sp>
                        <p:nvSpPr>
                          <p:cNvPr id="677" name="Rectángulo 676">
                            <a:extLst>
                              <a:ext uri="{FF2B5EF4-FFF2-40B4-BE49-F238E27FC236}">
                                <a16:creationId xmlns:a16="http://schemas.microsoft.com/office/drawing/2014/main" id="{978A12B9-1DE5-224F-CAE0-6CF34BB852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678" name="Rectángulo 677">
                            <a:extLst>
                              <a:ext uri="{FF2B5EF4-FFF2-40B4-BE49-F238E27FC236}">
                                <a16:creationId xmlns:a16="http://schemas.microsoft.com/office/drawing/2014/main" id="{1F6D1524-C6E3-1AE6-C611-4C0A87C7307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grp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627" name="Grupo 626">
                        <a:extLst>
                          <a:ext uri="{FF2B5EF4-FFF2-40B4-BE49-F238E27FC236}">
                            <a16:creationId xmlns:a16="http://schemas.microsoft.com/office/drawing/2014/main" id="{26A6637A-C321-AF15-122E-80A125B27A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628" name="Grupo 627">
                          <a:extLst>
                            <a:ext uri="{FF2B5EF4-FFF2-40B4-BE49-F238E27FC236}">
                              <a16:creationId xmlns:a16="http://schemas.microsoft.com/office/drawing/2014/main" id="{7A691B5A-3D19-B426-5750-65D27F0E4E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  <a:grpFill/>
                      </p:grpSpPr>
                      <p:grpSp>
                        <p:nvGrpSpPr>
                          <p:cNvPr id="634" name="Grupo 633">
                            <a:extLst>
                              <a:ext uri="{FF2B5EF4-FFF2-40B4-BE49-F238E27FC236}">
                                <a16:creationId xmlns:a16="http://schemas.microsoft.com/office/drawing/2014/main" id="{F44188C3-D829-5D06-1A99-6500A93DE61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  <a:grpFill/>
                        </p:grpSpPr>
                        <p:sp>
                          <p:nvSpPr>
                            <p:cNvPr id="672" name="Rectángulo 671">
                              <a:extLst>
                                <a:ext uri="{FF2B5EF4-FFF2-40B4-BE49-F238E27FC236}">
                                  <a16:creationId xmlns:a16="http://schemas.microsoft.com/office/drawing/2014/main" id="{89CC5086-5306-B6F2-271C-D0CB58CB49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/>
                            </a:p>
                          </p:txBody>
                        </p:sp>
                        <p:sp>
                          <p:nvSpPr>
                            <p:cNvPr id="673" name="Rectángulo 672">
                              <a:extLst>
                                <a:ext uri="{FF2B5EF4-FFF2-40B4-BE49-F238E27FC236}">
                                  <a16:creationId xmlns:a16="http://schemas.microsoft.com/office/drawing/2014/main" id="{3611111A-C5BA-34E9-DABF-8D66B373EF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674" name="Marco 673">
                              <a:extLst>
                                <a:ext uri="{FF2B5EF4-FFF2-40B4-BE49-F238E27FC236}">
                                  <a16:creationId xmlns:a16="http://schemas.microsoft.com/office/drawing/2014/main" id="{B39EDF36-25C3-B515-38E8-4A6C58B4A6E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name="adj1" fmla="val 7853"/>
                              </a:avLst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35" name="Grupo 634">
                            <a:extLst>
                              <a:ext uri="{FF2B5EF4-FFF2-40B4-BE49-F238E27FC236}">
                                <a16:creationId xmlns:a16="http://schemas.microsoft.com/office/drawing/2014/main" id="{0FB1B1D6-9570-B2BD-B084-6DFA9B69C66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  <a:grpFill/>
                        </p:grpSpPr>
                        <p:sp>
                          <p:nvSpPr>
                            <p:cNvPr id="636" name="Rectángulo 635">
                              <a:extLst>
                                <a:ext uri="{FF2B5EF4-FFF2-40B4-BE49-F238E27FC236}">
                                  <a16:creationId xmlns:a16="http://schemas.microsoft.com/office/drawing/2014/main" id="{856C567B-CCC8-F022-F374-DC4B273D32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669" name="Rectángulo 668">
                              <a:extLst>
                                <a:ext uri="{FF2B5EF4-FFF2-40B4-BE49-F238E27FC236}">
                                  <a16:creationId xmlns:a16="http://schemas.microsoft.com/office/drawing/2014/main" id="{DA2514A5-48BE-F104-06A3-68B75144ABB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  <p:sp>
                          <p:nvSpPr>
                            <p:cNvPr id="671" name="Rectángulo 670">
                              <a:extLst>
                                <a:ext uri="{FF2B5EF4-FFF2-40B4-BE49-F238E27FC236}">
                                  <a16:creationId xmlns:a16="http://schemas.microsoft.com/office/drawing/2014/main" id="{D94D11A7-A379-A441-1D70-1472E6DBAA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grpFill/>
                            <a:ln w="31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s-ES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629" name="Grupo 628">
                          <a:extLst>
                            <a:ext uri="{FF2B5EF4-FFF2-40B4-BE49-F238E27FC236}">
                              <a16:creationId xmlns:a16="http://schemas.microsoft.com/office/drawing/2014/main" id="{77B76E20-77D9-CFC4-4611-DE0A0BED964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  <a:grpFill/>
                      </p:grpSpPr>
                      <p:sp>
                        <p:nvSpPr>
                          <p:cNvPr id="630" name="Rectángulo 629">
                            <a:extLst>
                              <a:ext uri="{FF2B5EF4-FFF2-40B4-BE49-F238E27FC236}">
                                <a16:creationId xmlns:a16="http://schemas.microsoft.com/office/drawing/2014/main" id="{0C234BF6-3DE2-4BB4-718B-0024F444415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631" name="Rectángulo 630">
                            <a:extLst>
                              <a:ext uri="{FF2B5EF4-FFF2-40B4-BE49-F238E27FC236}">
                                <a16:creationId xmlns:a16="http://schemas.microsoft.com/office/drawing/2014/main" id="{DA38DFC5-261F-ACD3-15DD-BF3682EA186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632" name="Rectángulo 631">
                            <a:extLst>
                              <a:ext uri="{FF2B5EF4-FFF2-40B4-BE49-F238E27FC236}">
                                <a16:creationId xmlns:a16="http://schemas.microsoft.com/office/drawing/2014/main" id="{F6A86D86-222E-DA8F-2CAD-960B698C88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</p:grpSp>
                <p:sp>
                  <p:nvSpPr>
                    <p:cNvPr id="599" name="Rectángulo 598">
                      <a:extLst>
                        <a:ext uri="{FF2B5EF4-FFF2-40B4-BE49-F238E27FC236}">
                          <a16:creationId xmlns:a16="http://schemas.microsoft.com/office/drawing/2014/main" id="{01CF3C02-E6B2-4C77-8F29-859951DA9D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588" name="Grupo 587">
                    <a:extLst>
                      <a:ext uri="{FF2B5EF4-FFF2-40B4-BE49-F238E27FC236}">
                        <a16:creationId xmlns:a16="http://schemas.microsoft.com/office/drawing/2014/main" id="{C96D4B8E-EA6C-CB08-F435-8F63636F66D6}"/>
                      </a:ext>
                    </a:extLst>
                  </p:cNvPr>
                  <p:cNvGrpSpPr/>
                  <p:nvPr/>
                </p:nvGrpSpPr>
                <p:grpSpPr>
                  <a:xfrm>
                    <a:off x="5775047" y="3892550"/>
                    <a:ext cx="778309" cy="59708"/>
                    <a:chOff x="5775047" y="3892550"/>
                    <a:chExt cx="778309" cy="59708"/>
                  </a:xfrm>
                  <a:grpFill/>
                </p:grpSpPr>
                <p:sp>
                  <p:nvSpPr>
                    <p:cNvPr id="589" name="Rectángulo 588">
                      <a:extLst>
                        <a:ext uri="{FF2B5EF4-FFF2-40B4-BE49-F238E27FC236}">
                          <a16:creationId xmlns:a16="http://schemas.microsoft.com/office/drawing/2014/main" id="{19FC2BA9-CFC0-B4D6-34C4-56029D32008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90" name="Elipse 589">
                      <a:extLst>
                        <a:ext uri="{FF2B5EF4-FFF2-40B4-BE49-F238E27FC236}">
                          <a16:creationId xmlns:a16="http://schemas.microsoft.com/office/drawing/2014/main" id="{8937EA6D-2A55-0637-1D73-DDE4CED311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591" name="Elipse 590">
                      <a:extLst>
                        <a:ext uri="{FF2B5EF4-FFF2-40B4-BE49-F238E27FC236}">
                          <a16:creationId xmlns:a16="http://schemas.microsoft.com/office/drawing/2014/main" id="{A8A15129-5994-FAD3-291C-4F05538857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</p:grpSp>
          </p:grpSp>
          <p:sp>
            <p:nvSpPr>
              <p:cNvPr id="516" name="Elipse 515">
                <a:extLst>
                  <a:ext uri="{FF2B5EF4-FFF2-40B4-BE49-F238E27FC236}">
                    <a16:creationId xmlns:a16="http://schemas.microsoft.com/office/drawing/2014/main" id="{D5EED75B-3B12-CD50-CDA2-0689139FAE5E}"/>
                  </a:ext>
                </a:extLst>
              </p:cNvPr>
              <p:cNvSpPr/>
              <p:nvPr/>
            </p:nvSpPr>
            <p:spPr>
              <a:xfrm rot="17560070">
                <a:off x="6435956" y="2729930"/>
                <a:ext cx="126153" cy="744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75" name="Elipse 574">
                <a:extLst>
                  <a:ext uri="{FF2B5EF4-FFF2-40B4-BE49-F238E27FC236}">
                    <a16:creationId xmlns:a16="http://schemas.microsoft.com/office/drawing/2014/main" id="{5991A744-030D-D3D1-52EE-09FF350DC76D}"/>
                  </a:ext>
                </a:extLst>
              </p:cNvPr>
              <p:cNvSpPr/>
              <p:nvPr/>
            </p:nvSpPr>
            <p:spPr>
              <a:xfrm rot="4347199">
                <a:off x="6064532" y="2702208"/>
                <a:ext cx="126153" cy="744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grpSp>
        <p:nvGrpSpPr>
          <p:cNvPr id="585" name="Grupo 584">
            <a:extLst>
              <a:ext uri="{FF2B5EF4-FFF2-40B4-BE49-F238E27FC236}">
                <a16:creationId xmlns:a16="http://schemas.microsoft.com/office/drawing/2014/main" id="{6726485A-359A-4A56-7ECC-4E192E38A4DC}"/>
              </a:ext>
            </a:extLst>
          </p:cNvPr>
          <p:cNvGrpSpPr/>
          <p:nvPr/>
        </p:nvGrpSpPr>
        <p:grpSpPr>
          <a:xfrm rot="20463094">
            <a:off x="7699320" y="2227977"/>
            <a:ext cx="2288079" cy="2013940"/>
            <a:chOff x="5734796" y="1871886"/>
            <a:chExt cx="2288079" cy="2013940"/>
          </a:xfrm>
        </p:grpSpPr>
        <p:grpSp>
          <p:nvGrpSpPr>
            <p:cNvPr id="593" name="Grupo 592">
              <a:extLst>
                <a:ext uri="{FF2B5EF4-FFF2-40B4-BE49-F238E27FC236}">
                  <a16:creationId xmlns:a16="http://schemas.microsoft.com/office/drawing/2014/main" id="{C13B3B88-970C-BDE4-1CA5-43104D425FAD}"/>
                </a:ext>
              </a:extLst>
            </p:cNvPr>
            <p:cNvGrpSpPr/>
            <p:nvPr/>
          </p:nvGrpSpPr>
          <p:grpSpPr>
            <a:xfrm>
              <a:off x="5734796" y="1871886"/>
              <a:ext cx="2288079" cy="2013940"/>
              <a:chOff x="5830183" y="2277270"/>
              <a:chExt cx="2288079" cy="201394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595" name="Grupo 594">
                <a:extLst>
                  <a:ext uri="{FF2B5EF4-FFF2-40B4-BE49-F238E27FC236}">
                    <a16:creationId xmlns:a16="http://schemas.microsoft.com/office/drawing/2014/main" id="{C0CEE0ED-2815-A170-C1B0-7B5469DB77DD}"/>
                  </a:ext>
                </a:extLst>
              </p:cNvPr>
              <p:cNvGrpSpPr/>
              <p:nvPr/>
            </p:nvGrpSpPr>
            <p:grpSpPr>
              <a:xfrm>
                <a:off x="5918647" y="2637133"/>
                <a:ext cx="2199615" cy="1654077"/>
                <a:chOff x="5708849" y="2141099"/>
                <a:chExt cx="2199615" cy="1654077"/>
              </a:xfrm>
              <a:grpFill/>
            </p:grpSpPr>
            <p:sp>
              <p:nvSpPr>
                <p:cNvPr id="597" name="Elipse 596">
                  <a:extLst>
                    <a:ext uri="{FF2B5EF4-FFF2-40B4-BE49-F238E27FC236}">
                      <a16:creationId xmlns:a16="http://schemas.microsoft.com/office/drawing/2014/main" id="{CBBB1F3E-46C0-253B-039B-0D39D6F3666C}"/>
                    </a:ext>
                  </a:extLst>
                </p:cNvPr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98" name="Diagrama de flujo: operación manual 597">
                  <a:extLst>
                    <a:ext uri="{FF2B5EF4-FFF2-40B4-BE49-F238E27FC236}">
                      <a16:creationId xmlns:a16="http://schemas.microsoft.com/office/drawing/2014/main" id="{77B71A94-0232-F8BD-3C59-6886337BF1EB}"/>
                    </a:ext>
                  </a:extLst>
                </p:cNvPr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596" name="Elipse 595">
                <a:extLst>
                  <a:ext uri="{FF2B5EF4-FFF2-40B4-BE49-F238E27FC236}">
                    <a16:creationId xmlns:a16="http://schemas.microsoft.com/office/drawing/2014/main" id="{FD1CC797-B12F-AD1F-7BC1-489F39D5B3AD}"/>
                  </a:ext>
                </a:extLst>
              </p:cNvPr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594" name="Diagrama de flujo: operación manual 593">
              <a:extLst>
                <a:ext uri="{FF2B5EF4-FFF2-40B4-BE49-F238E27FC236}">
                  <a16:creationId xmlns:a16="http://schemas.microsoft.com/office/drawing/2014/main" id="{F06F09DB-0109-D291-2C48-4C2B047FB839}"/>
                </a:ext>
              </a:extLst>
            </p:cNvPr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chemeClr val="bg1">
                <a:lumMod val="6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6036F7-4719-C059-93DE-6150B6EE8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8" y="49566"/>
            <a:ext cx="11068575" cy="12139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MODO MANUAL</a:t>
            </a:r>
            <a:b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sz="4000" dirty="0">
                <a:latin typeface="Aharoni" panose="02010803020104030203" pitchFamily="2" charset="-79"/>
                <a:cs typeface="Aharoni" panose="02010803020104030203" pitchFamily="2" charset="-79"/>
              </a:rPr>
              <a:t>Rotación cuarto Eslabón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07841018-B4FF-3A2E-8B3A-5162A1D7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679" y="1366390"/>
            <a:ext cx="5084748" cy="5493789"/>
          </a:xfrm>
        </p:spPr>
        <p:txBody>
          <a:bodyPr>
            <a:normAutofit lnSpcReduction="10000"/>
          </a:bodyPr>
          <a:lstStyle/>
          <a:p>
            <a:pPr algn="l"/>
            <a:r>
              <a:rPr lang="es-ES" b="1" dirty="0">
                <a:solidFill>
                  <a:schemeClr val="accent2"/>
                </a:solidFill>
              </a:rPr>
              <a:t>Secuencia: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S1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horario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S1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inhabilitar botón S1 y habilitar botón S2.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1.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¿Botón S2 presionado?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rotar brazo en sentido antihorario.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1.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</a:rPr>
              <a:t>¿sensor S1 detectado?</a:t>
            </a:r>
          </a:p>
          <a:p>
            <a:pPr lvl="1" algn="l"/>
            <a:r>
              <a:rPr lang="es-ES" b="1" dirty="0">
                <a:solidFill>
                  <a:srgbClr val="00B050"/>
                </a:solidFill>
              </a:rPr>
              <a:t>Si, </a:t>
            </a:r>
            <a:r>
              <a:rPr lang="es-ES" dirty="0"/>
              <a:t>inhabilitar botón S2 y habilitar botón S1.</a:t>
            </a:r>
          </a:p>
          <a:p>
            <a:pPr lvl="1" algn="l"/>
            <a:r>
              <a:rPr lang="es-ES" b="1" dirty="0">
                <a:solidFill>
                  <a:srgbClr val="FF0000"/>
                </a:solidFill>
              </a:rPr>
              <a:t>No, </a:t>
            </a:r>
            <a:r>
              <a:rPr lang="es-ES" dirty="0"/>
              <a:t>saltar al paso 3</a:t>
            </a:r>
          </a:p>
          <a:p>
            <a:pPr algn="l"/>
            <a:endParaRPr lang="es-ES" dirty="0"/>
          </a:p>
          <a:p>
            <a:pPr marL="457200" indent="-457200" algn="l">
              <a:buAutoNum type="arabicPeriod"/>
            </a:pPr>
            <a:endParaRPr lang="es-ES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B839C0-C041-8248-4FAB-6363083B34B5}"/>
              </a:ext>
            </a:extLst>
          </p:cNvPr>
          <p:cNvSpPr/>
          <p:nvPr/>
        </p:nvSpPr>
        <p:spPr>
          <a:xfrm>
            <a:off x="7415680" y="1592404"/>
            <a:ext cx="252000" cy="2520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6A1DE549-0820-44D5-DA01-A70152CB5598}"/>
              </a:ext>
            </a:extLst>
          </p:cNvPr>
          <p:cNvSpPr txBox="1">
            <a:spLocks/>
          </p:cNvSpPr>
          <p:nvPr/>
        </p:nvSpPr>
        <p:spPr>
          <a:xfrm>
            <a:off x="7509726" y="1486634"/>
            <a:ext cx="2039081" cy="453329"/>
          </a:xfrm>
          <a:prstGeom prst="rect">
            <a:avLst/>
          </a:prstGeom>
          <a:ln w="1905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Sensor S4</a:t>
            </a:r>
          </a:p>
        </p:txBody>
      </p:sp>
      <p:grpSp>
        <p:nvGrpSpPr>
          <p:cNvPr id="600" name="Grupo 599">
            <a:extLst>
              <a:ext uri="{FF2B5EF4-FFF2-40B4-BE49-F238E27FC236}">
                <a16:creationId xmlns:a16="http://schemas.microsoft.com/office/drawing/2014/main" id="{C74C818A-BC7B-2BBF-F803-B9594E23404D}"/>
              </a:ext>
            </a:extLst>
          </p:cNvPr>
          <p:cNvGrpSpPr/>
          <p:nvPr/>
        </p:nvGrpSpPr>
        <p:grpSpPr>
          <a:xfrm>
            <a:off x="9055784" y="3120411"/>
            <a:ext cx="1192486" cy="1369240"/>
            <a:chOff x="7991273" y="3108960"/>
            <a:chExt cx="1192486" cy="1369240"/>
          </a:xfrm>
        </p:grpSpPr>
        <p:grpSp>
          <p:nvGrpSpPr>
            <p:cNvPr id="601" name="Grupo 600">
              <a:extLst>
                <a:ext uri="{FF2B5EF4-FFF2-40B4-BE49-F238E27FC236}">
                  <a16:creationId xmlns:a16="http://schemas.microsoft.com/office/drawing/2014/main" id="{83D63F76-8665-0F54-65BD-DCD4C6E24853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622" name="Rectángulo: esquinas redondeadas 621">
                <a:extLst>
                  <a:ext uri="{FF2B5EF4-FFF2-40B4-BE49-F238E27FC236}">
                    <a16:creationId xmlns:a16="http://schemas.microsoft.com/office/drawing/2014/main" id="{A8519146-C07C-C452-F452-5BF948AAAD3C}"/>
                  </a:ext>
                </a:extLst>
              </p:cNvPr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623" name="Grupo 622">
                <a:extLst>
                  <a:ext uri="{FF2B5EF4-FFF2-40B4-BE49-F238E27FC236}">
                    <a16:creationId xmlns:a16="http://schemas.microsoft.com/office/drawing/2014/main" id="{52461EFA-E70C-CA5B-083F-396014D30F8A}"/>
                  </a:ext>
                </a:extLst>
              </p:cNvPr>
              <p:cNvGrpSpPr/>
              <p:nvPr/>
            </p:nvGrpSpPr>
            <p:grpSpPr>
              <a:xfrm>
                <a:off x="7991273" y="2956064"/>
                <a:ext cx="1378938" cy="1522136"/>
                <a:chOff x="7991273" y="2943364"/>
                <a:chExt cx="1378938" cy="1522136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624" name="Diagrama de flujo: operación manual 623">
                  <a:extLst>
                    <a:ext uri="{FF2B5EF4-FFF2-40B4-BE49-F238E27FC236}">
                      <a16:creationId xmlns:a16="http://schemas.microsoft.com/office/drawing/2014/main" id="{EA3DA73A-A01F-20E2-9886-9460B638BA8B}"/>
                    </a:ext>
                  </a:extLst>
                </p:cNvPr>
                <p:cNvSpPr/>
                <p:nvPr/>
              </p:nvSpPr>
              <p:spPr>
                <a:xfrm flipV="1">
                  <a:off x="7991273" y="3227996"/>
                  <a:ext cx="1378938" cy="1237504"/>
                </a:xfrm>
                <a:prstGeom prst="flowChartManualOperation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25" name="Rectángulo: esquinas redondeadas 624">
                  <a:extLst>
                    <a:ext uri="{FF2B5EF4-FFF2-40B4-BE49-F238E27FC236}">
                      <a16:creationId xmlns:a16="http://schemas.microsoft.com/office/drawing/2014/main" id="{82043B02-236F-8D30-DE05-24D63E7BC019}"/>
                    </a:ext>
                  </a:extLst>
                </p:cNvPr>
                <p:cNvSpPr/>
                <p:nvPr/>
              </p:nvSpPr>
              <p:spPr>
                <a:xfrm>
                  <a:off x="8263838" y="2943364"/>
                  <a:ext cx="832576" cy="828533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602" name="Grupo 601">
              <a:extLst>
                <a:ext uri="{FF2B5EF4-FFF2-40B4-BE49-F238E27FC236}">
                  <a16:creationId xmlns:a16="http://schemas.microsoft.com/office/drawing/2014/main" id="{976DD796-0B67-14B1-F35D-2D590128A256}"/>
                </a:ext>
              </a:extLst>
            </p:cNvPr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7" cy="718511"/>
            </a:xfrm>
          </p:grpSpPr>
          <p:grpSp>
            <p:nvGrpSpPr>
              <p:cNvPr id="603" name="Grupo 602">
                <a:extLst>
                  <a:ext uri="{FF2B5EF4-FFF2-40B4-BE49-F238E27FC236}">
                    <a16:creationId xmlns:a16="http://schemas.microsoft.com/office/drawing/2014/main" id="{6E581D80-ECE2-5AD7-DC36-B2AFF636236D}"/>
                  </a:ext>
                </a:extLst>
              </p:cNvPr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620" name="Rectángulo 619">
                  <a:extLst>
                    <a:ext uri="{FF2B5EF4-FFF2-40B4-BE49-F238E27FC236}">
                      <a16:creationId xmlns:a16="http://schemas.microsoft.com/office/drawing/2014/main" id="{D74477CA-96D2-13B8-48B0-C4DE240CE4A2}"/>
                    </a:ext>
                  </a:extLst>
                </p:cNvPr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21" name="Elipse 620">
                  <a:extLst>
                    <a:ext uri="{FF2B5EF4-FFF2-40B4-BE49-F238E27FC236}">
                      <a16:creationId xmlns:a16="http://schemas.microsoft.com/office/drawing/2014/main" id="{C3BAE6AC-EF67-E5D7-FC3A-D29CBC32DDD0}"/>
                    </a:ext>
                  </a:extLst>
                </p:cNvPr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4" name="Grupo 603">
                <a:extLst>
                  <a:ext uri="{FF2B5EF4-FFF2-40B4-BE49-F238E27FC236}">
                    <a16:creationId xmlns:a16="http://schemas.microsoft.com/office/drawing/2014/main" id="{960B8FA1-9061-4D44-D4E7-035BEF106226}"/>
                  </a:ext>
                </a:extLst>
              </p:cNvPr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617" name="Elipse 616">
                  <a:extLst>
                    <a:ext uri="{FF2B5EF4-FFF2-40B4-BE49-F238E27FC236}">
                      <a16:creationId xmlns:a16="http://schemas.microsoft.com/office/drawing/2014/main" id="{E67502AD-9720-A0E9-52E8-F20443676D00}"/>
                    </a:ext>
                  </a:extLst>
                </p:cNvPr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8" name="Rectángulo 617">
                  <a:extLst>
                    <a:ext uri="{FF2B5EF4-FFF2-40B4-BE49-F238E27FC236}">
                      <a16:creationId xmlns:a16="http://schemas.microsoft.com/office/drawing/2014/main" id="{B0F2614A-4089-4E78-3947-C7C5FFF90819}"/>
                    </a:ext>
                  </a:extLst>
                </p:cNvPr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9" name="Rectángulo 618">
                  <a:extLst>
                    <a:ext uri="{FF2B5EF4-FFF2-40B4-BE49-F238E27FC236}">
                      <a16:creationId xmlns:a16="http://schemas.microsoft.com/office/drawing/2014/main" id="{A4D254A2-AAF3-FD8E-95D5-5F7F2370DC8D}"/>
                    </a:ext>
                  </a:extLst>
                </p:cNvPr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5" name="Grupo 604">
                <a:extLst>
                  <a:ext uri="{FF2B5EF4-FFF2-40B4-BE49-F238E27FC236}">
                    <a16:creationId xmlns:a16="http://schemas.microsoft.com/office/drawing/2014/main" id="{48FBFBBC-B3ED-3F0C-63DE-5D7BC4626CB8}"/>
                  </a:ext>
                </a:extLst>
              </p:cNvPr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614" name="Elipse 613">
                  <a:extLst>
                    <a:ext uri="{FF2B5EF4-FFF2-40B4-BE49-F238E27FC236}">
                      <a16:creationId xmlns:a16="http://schemas.microsoft.com/office/drawing/2014/main" id="{1CCBFF76-E730-8051-64EE-3171E50155ED}"/>
                    </a:ext>
                  </a:extLst>
                </p:cNvPr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5" name="Rectángulo 614">
                  <a:extLst>
                    <a:ext uri="{FF2B5EF4-FFF2-40B4-BE49-F238E27FC236}">
                      <a16:creationId xmlns:a16="http://schemas.microsoft.com/office/drawing/2014/main" id="{2FDFBD59-18E9-0386-4A6C-3EB5F08805BD}"/>
                    </a:ext>
                  </a:extLst>
                </p:cNvPr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6" name="Rectángulo 615">
                  <a:extLst>
                    <a:ext uri="{FF2B5EF4-FFF2-40B4-BE49-F238E27FC236}">
                      <a16:creationId xmlns:a16="http://schemas.microsoft.com/office/drawing/2014/main" id="{7049BD36-F4D0-756B-D603-2B0EA9A83A75}"/>
                    </a:ext>
                  </a:extLst>
                </p:cNvPr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606" name="Grupo 605">
                <a:extLst>
                  <a:ext uri="{FF2B5EF4-FFF2-40B4-BE49-F238E27FC236}">
                    <a16:creationId xmlns:a16="http://schemas.microsoft.com/office/drawing/2014/main" id="{27622D0C-911B-DCF1-75C6-FFE5000B6190}"/>
                  </a:ext>
                </a:extLst>
              </p:cNvPr>
              <p:cNvGrpSpPr/>
              <p:nvPr/>
            </p:nvGrpSpPr>
            <p:grpSpPr>
              <a:xfrm rot="10800000">
                <a:off x="6536859" y="3714969"/>
                <a:ext cx="184520" cy="210352"/>
                <a:chOff x="7045881" y="3254925"/>
                <a:chExt cx="184520" cy="210352"/>
              </a:xfrm>
            </p:grpSpPr>
            <p:sp>
              <p:nvSpPr>
                <p:cNvPr id="611" name="Elipse 610">
                  <a:extLst>
                    <a:ext uri="{FF2B5EF4-FFF2-40B4-BE49-F238E27FC236}">
                      <a16:creationId xmlns:a16="http://schemas.microsoft.com/office/drawing/2014/main" id="{D3F3A306-6C87-06EF-B2A1-79791EF40181}"/>
                    </a:ext>
                  </a:extLst>
                </p:cNvPr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2" name="Rectángulo 611">
                  <a:extLst>
                    <a:ext uri="{FF2B5EF4-FFF2-40B4-BE49-F238E27FC236}">
                      <a16:creationId xmlns:a16="http://schemas.microsoft.com/office/drawing/2014/main" id="{5C6B3F27-2AA1-4D35-1A9E-501E2994791F}"/>
                    </a:ext>
                  </a:extLst>
                </p:cNvPr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3" name="Rectángulo 612">
                  <a:extLst>
                    <a:ext uri="{FF2B5EF4-FFF2-40B4-BE49-F238E27FC236}">
                      <a16:creationId xmlns:a16="http://schemas.microsoft.com/office/drawing/2014/main" id="{9CFD022F-87AB-7586-FF3C-7783B779F6A4}"/>
                    </a:ext>
                  </a:extLst>
                </p:cNvPr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607" name="Grupo 606">
                <a:extLst>
                  <a:ext uri="{FF2B5EF4-FFF2-40B4-BE49-F238E27FC236}">
                    <a16:creationId xmlns:a16="http://schemas.microsoft.com/office/drawing/2014/main" id="{DE1753B9-E891-1218-C1A1-9E7EA01EB15F}"/>
                  </a:ext>
                </a:extLst>
              </p:cNvPr>
              <p:cNvGrpSpPr/>
              <p:nvPr/>
            </p:nvGrpSpPr>
            <p:grpSpPr>
              <a:xfrm rot="162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608" name="Elipse 607">
                  <a:extLst>
                    <a:ext uri="{FF2B5EF4-FFF2-40B4-BE49-F238E27FC236}">
                      <a16:creationId xmlns:a16="http://schemas.microsoft.com/office/drawing/2014/main" id="{B517B06F-24A8-EB75-7550-74AD173CAE9D}"/>
                    </a:ext>
                  </a:extLst>
                </p:cNvPr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09" name="Rectángulo 608">
                  <a:extLst>
                    <a:ext uri="{FF2B5EF4-FFF2-40B4-BE49-F238E27FC236}">
                      <a16:creationId xmlns:a16="http://schemas.microsoft.com/office/drawing/2014/main" id="{F71F825A-841C-838E-B02D-23FEB0B07E5A}"/>
                    </a:ext>
                  </a:extLst>
                </p:cNvPr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0" name="Rectángulo 609">
                  <a:extLst>
                    <a:ext uri="{FF2B5EF4-FFF2-40B4-BE49-F238E27FC236}">
                      <a16:creationId xmlns:a16="http://schemas.microsoft.com/office/drawing/2014/main" id="{7F196BB1-6993-F1FB-1005-514FE009695E}"/>
                    </a:ext>
                  </a:extLst>
                </p:cNvPr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</p:grpSp>
      <p:grpSp>
        <p:nvGrpSpPr>
          <p:cNvPr id="637" name="Grupo 636">
            <a:extLst>
              <a:ext uri="{FF2B5EF4-FFF2-40B4-BE49-F238E27FC236}">
                <a16:creationId xmlns:a16="http://schemas.microsoft.com/office/drawing/2014/main" id="{209330FF-621D-4AAE-19AA-DA8DF5624709}"/>
              </a:ext>
            </a:extLst>
          </p:cNvPr>
          <p:cNvGrpSpPr/>
          <p:nvPr/>
        </p:nvGrpSpPr>
        <p:grpSpPr>
          <a:xfrm>
            <a:off x="8430133" y="4527000"/>
            <a:ext cx="3600000" cy="2124000"/>
            <a:chOff x="7379270" y="4515549"/>
            <a:chExt cx="3600000" cy="2124000"/>
          </a:xfrm>
        </p:grpSpPr>
        <p:sp>
          <p:nvSpPr>
            <p:cNvPr id="638" name="Marco 637">
              <a:extLst>
                <a:ext uri="{FF2B5EF4-FFF2-40B4-BE49-F238E27FC236}">
                  <a16:creationId xmlns:a16="http://schemas.microsoft.com/office/drawing/2014/main" id="{DD902955-56C8-FEBF-074E-53632D978FD6}"/>
                </a:ext>
              </a:extLst>
            </p:cNvPr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639" name="Marco 638">
              <a:extLst>
                <a:ext uri="{FF2B5EF4-FFF2-40B4-BE49-F238E27FC236}">
                  <a16:creationId xmlns:a16="http://schemas.microsoft.com/office/drawing/2014/main" id="{EA8B13A9-70C7-992F-5DF3-4BBB05C2A326}"/>
                </a:ext>
              </a:extLst>
            </p:cNvPr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name="adj1" fmla="val 5522"/>
              </a:avLst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640" name="Grupo 639">
              <a:extLst>
                <a:ext uri="{FF2B5EF4-FFF2-40B4-BE49-F238E27FC236}">
                  <a16:creationId xmlns:a16="http://schemas.microsoft.com/office/drawing/2014/main" id="{A70372CF-9FDD-EDD2-935E-8D838F385D64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655" name="Grupo 654">
                <a:extLst>
                  <a:ext uri="{FF2B5EF4-FFF2-40B4-BE49-F238E27FC236}">
                    <a16:creationId xmlns:a16="http://schemas.microsoft.com/office/drawing/2014/main" id="{745F6C58-357C-78D3-9726-8B436D24C5CF}"/>
                  </a:ext>
                </a:extLst>
              </p:cNvPr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659" name="Grupo 658">
                  <a:extLst>
                    <a:ext uri="{FF2B5EF4-FFF2-40B4-BE49-F238E27FC236}">
                      <a16:creationId xmlns:a16="http://schemas.microsoft.com/office/drawing/2014/main" id="{F16DFBCE-E483-A09C-638A-F950B43A9D5F}"/>
                    </a:ext>
                  </a:extLst>
                </p:cNvPr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667" name="Rectángulo 666">
                    <a:extLst>
                      <a:ext uri="{FF2B5EF4-FFF2-40B4-BE49-F238E27FC236}">
                        <a16:creationId xmlns:a16="http://schemas.microsoft.com/office/drawing/2014/main" id="{B03D8D0A-33CF-004D-5C4A-9A45F8418D9B}"/>
                      </a:ext>
                    </a:extLst>
                  </p:cNvPr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68" name="Rectángulo 667">
                    <a:extLst>
                      <a:ext uri="{FF2B5EF4-FFF2-40B4-BE49-F238E27FC236}">
                        <a16:creationId xmlns:a16="http://schemas.microsoft.com/office/drawing/2014/main" id="{36653AD4-0D2D-8F5C-63CE-847737973E15}"/>
                      </a:ext>
                    </a:extLst>
                  </p:cNvPr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660" name="Grupo 659">
                  <a:extLst>
                    <a:ext uri="{FF2B5EF4-FFF2-40B4-BE49-F238E27FC236}">
                      <a16:creationId xmlns:a16="http://schemas.microsoft.com/office/drawing/2014/main" id="{B3DF7665-4168-E85D-F607-143928055CE5}"/>
                    </a:ext>
                  </a:extLst>
                </p:cNvPr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661" name="Grupo 660">
                    <a:extLst>
                      <a:ext uri="{FF2B5EF4-FFF2-40B4-BE49-F238E27FC236}">
                        <a16:creationId xmlns:a16="http://schemas.microsoft.com/office/drawing/2014/main" id="{836DDC93-4582-4D31-F763-5ACCBB65B044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65" name="Rectángulo 664">
                      <a:extLst>
                        <a:ext uri="{FF2B5EF4-FFF2-40B4-BE49-F238E27FC236}">
                          <a16:creationId xmlns:a16="http://schemas.microsoft.com/office/drawing/2014/main" id="{AB82E14E-9582-501C-7C5D-856935DB3F7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66" name="Rectángulo 665">
                      <a:extLst>
                        <a:ext uri="{FF2B5EF4-FFF2-40B4-BE49-F238E27FC236}">
                          <a16:creationId xmlns:a16="http://schemas.microsoft.com/office/drawing/2014/main" id="{916B5F64-90DC-045E-54DC-75E9B5AE361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662" name="Grupo 661">
                    <a:extLst>
                      <a:ext uri="{FF2B5EF4-FFF2-40B4-BE49-F238E27FC236}">
                        <a16:creationId xmlns:a16="http://schemas.microsoft.com/office/drawing/2014/main" id="{1724B177-1929-1CB4-318B-A07E5CA929CD}"/>
                      </a:ext>
                    </a:extLst>
                  </p:cNvPr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63" name="Rectángulo 662">
                      <a:extLst>
                        <a:ext uri="{FF2B5EF4-FFF2-40B4-BE49-F238E27FC236}">
                          <a16:creationId xmlns:a16="http://schemas.microsoft.com/office/drawing/2014/main" id="{BEE50FC2-50BB-98E9-62A9-D768622D558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664" name="Rectángulo 663">
                      <a:extLst>
                        <a:ext uri="{FF2B5EF4-FFF2-40B4-BE49-F238E27FC236}">
                          <a16:creationId xmlns:a16="http://schemas.microsoft.com/office/drawing/2014/main" id="{4A77142E-5D17-C1A3-702E-CFF4F0A647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</p:grpSp>
          </p:grpSp>
          <p:grpSp>
            <p:nvGrpSpPr>
              <p:cNvPr id="656" name="Grupo 655">
                <a:extLst>
                  <a:ext uri="{FF2B5EF4-FFF2-40B4-BE49-F238E27FC236}">
                    <a16:creationId xmlns:a16="http://schemas.microsoft.com/office/drawing/2014/main" id="{CA57AC81-C561-0CC3-FA38-C8C004353B28}"/>
                  </a:ext>
                </a:extLst>
              </p:cNvPr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657" name="Diagrama de flujo: operación manual 656">
                  <a:extLst>
                    <a:ext uri="{FF2B5EF4-FFF2-40B4-BE49-F238E27FC236}">
                      <a16:creationId xmlns:a16="http://schemas.microsoft.com/office/drawing/2014/main" id="{20896216-BA3B-6221-D076-573643BBCC83}"/>
                    </a:ext>
                  </a:extLst>
                </p:cNvPr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58" name="Diagrama de flujo: operación manual 657">
                  <a:extLst>
                    <a:ext uri="{FF2B5EF4-FFF2-40B4-BE49-F238E27FC236}">
                      <a16:creationId xmlns:a16="http://schemas.microsoft.com/office/drawing/2014/main" id="{E2696683-F115-90CA-6E02-2CE72BA84DA3}"/>
                    </a:ext>
                  </a:extLst>
                </p:cNvPr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641" name="Grupo 640">
              <a:extLst>
                <a:ext uri="{FF2B5EF4-FFF2-40B4-BE49-F238E27FC236}">
                  <a16:creationId xmlns:a16="http://schemas.microsoft.com/office/drawing/2014/main" id="{826463DF-3D4D-33C0-D4D3-B25622D6ABF6}"/>
                </a:ext>
              </a:extLst>
            </p:cNvPr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652" name="Rectángulo 651">
                <a:extLst>
                  <a:ext uri="{FF2B5EF4-FFF2-40B4-BE49-F238E27FC236}">
                    <a16:creationId xmlns:a16="http://schemas.microsoft.com/office/drawing/2014/main" id="{EE905CC5-6DE9-02E0-42ED-1A16AAEA7ADD}"/>
                  </a:ext>
                </a:extLst>
              </p:cNvPr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53" name="Rectángulo 652">
                <a:extLst>
                  <a:ext uri="{FF2B5EF4-FFF2-40B4-BE49-F238E27FC236}">
                    <a16:creationId xmlns:a16="http://schemas.microsoft.com/office/drawing/2014/main" id="{06F7B4EB-8D78-66AC-F29D-5FCF4DE21B80}"/>
                  </a:ext>
                </a:extLst>
              </p:cNvPr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54" name="Rectángulo 653">
                <a:extLst>
                  <a:ext uri="{FF2B5EF4-FFF2-40B4-BE49-F238E27FC236}">
                    <a16:creationId xmlns:a16="http://schemas.microsoft.com/office/drawing/2014/main" id="{B5FD7112-FBB0-52F3-D87F-8E291EA4361E}"/>
                  </a:ext>
                </a:extLst>
              </p:cNvPr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642" name="Rectángulo 641">
              <a:extLst>
                <a:ext uri="{FF2B5EF4-FFF2-40B4-BE49-F238E27FC236}">
                  <a16:creationId xmlns:a16="http://schemas.microsoft.com/office/drawing/2014/main" id="{8788D87A-0609-D218-F7F3-4E8EAB3C5546}"/>
                </a:ext>
              </a:extLst>
            </p:cNvPr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643" name="Grupo 642">
              <a:extLst>
                <a:ext uri="{FF2B5EF4-FFF2-40B4-BE49-F238E27FC236}">
                  <a16:creationId xmlns:a16="http://schemas.microsoft.com/office/drawing/2014/main" id="{30A6B034-64B7-7F20-E596-B7AB2B69286C}"/>
                </a:ext>
              </a:extLst>
            </p:cNvPr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648" name="Grupo 647">
                <a:extLst>
                  <a:ext uri="{FF2B5EF4-FFF2-40B4-BE49-F238E27FC236}">
                    <a16:creationId xmlns:a16="http://schemas.microsoft.com/office/drawing/2014/main" id="{EF542F33-E2C7-4D33-2BDC-658BD1673C53}"/>
                  </a:ext>
                </a:extLst>
              </p:cNvPr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650" name="Rectángulo 649">
                  <a:extLst>
                    <a:ext uri="{FF2B5EF4-FFF2-40B4-BE49-F238E27FC236}">
                      <a16:creationId xmlns:a16="http://schemas.microsoft.com/office/drawing/2014/main" id="{F1D93EE9-84A4-4BD9-EAB3-A499D89B7544}"/>
                    </a:ext>
                  </a:extLst>
                </p:cNvPr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51" name="Rectángulo 650">
                  <a:extLst>
                    <a:ext uri="{FF2B5EF4-FFF2-40B4-BE49-F238E27FC236}">
                      <a16:creationId xmlns:a16="http://schemas.microsoft.com/office/drawing/2014/main" id="{C18A0E02-F8B7-7864-CB62-F6BD5CC7D1B6}"/>
                    </a:ext>
                  </a:extLst>
                </p:cNvPr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grp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649" name="Rectángulo 648">
                <a:extLst>
                  <a:ext uri="{FF2B5EF4-FFF2-40B4-BE49-F238E27FC236}">
                    <a16:creationId xmlns:a16="http://schemas.microsoft.com/office/drawing/2014/main" id="{CA196553-3BEB-8A2F-48D3-8EF1F89C335A}"/>
                  </a:ext>
                </a:extLst>
              </p:cNvPr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644" name="Grupo 643">
              <a:extLst>
                <a:ext uri="{FF2B5EF4-FFF2-40B4-BE49-F238E27FC236}">
                  <a16:creationId xmlns:a16="http://schemas.microsoft.com/office/drawing/2014/main" id="{0B0A5D05-C3FA-8FCF-F1B7-50D1BC0CFE20}"/>
                </a:ext>
              </a:extLst>
            </p:cNvPr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645" name="Rectángulo 644">
                <a:extLst>
                  <a:ext uri="{FF2B5EF4-FFF2-40B4-BE49-F238E27FC236}">
                    <a16:creationId xmlns:a16="http://schemas.microsoft.com/office/drawing/2014/main" id="{4F093C80-7899-AA95-B9D1-A3E7918A603F}"/>
                  </a:ext>
                </a:extLst>
              </p:cNvPr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46" name="Rectángulo 645">
                <a:extLst>
                  <a:ext uri="{FF2B5EF4-FFF2-40B4-BE49-F238E27FC236}">
                    <a16:creationId xmlns:a16="http://schemas.microsoft.com/office/drawing/2014/main" id="{395EF421-9D05-33CB-C17E-8C305CDEB1C8}"/>
                  </a:ext>
                </a:extLst>
              </p:cNvPr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47" name="Rectángulo 646">
                <a:extLst>
                  <a:ext uri="{FF2B5EF4-FFF2-40B4-BE49-F238E27FC236}">
                    <a16:creationId xmlns:a16="http://schemas.microsoft.com/office/drawing/2014/main" id="{A4584660-C9A1-2312-1AA7-57137D5C3A5E}"/>
                  </a:ext>
                </a:extLst>
              </p:cNvPr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pic>
        <p:nvPicPr>
          <p:cNvPr id="756" name="Imagen 755">
            <a:extLst>
              <a:ext uri="{FF2B5EF4-FFF2-40B4-BE49-F238E27FC236}">
                <a16:creationId xmlns:a16="http://schemas.microsoft.com/office/drawing/2014/main" id="{8B8ABEED-AA8A-BBCE-C05D-639A750B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48637" y="364184"/>
            <a:ext cx="674156" cy="449142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1BB3973A-764A-1D54-7A27-C0923D96E933}"/>
              </a:ext>
            </a:extLst>
          </p:cNvPr>
          <p:cNvGrpSpPr/>
          <p:nvPr/>
        </p:nvGrpSpPr>
        <p:grpSpPr>
          <a:xfrm flipH="1" flipV="1">
            <a:off x="6548727" y="1012851"/>
            <a:ext cx="2015226" cy="2228116"/>
            <a:chOff x="5506750" y="1881441"/>
            <a:chExt cx="2015226" cy="2228116"/>
          </a:xfrm>
          <a:noFill/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44DDA405-2FB5-14A8-B42D-8E7F0C758DBD}"/>
                </a:ext>
              </a:extLst>
            </p:cNvPr>
            <p:cNvGrpSpPr/>
            <p:nvPr/>
          </p:nvGrpSpPr>
          <p:grpSpPr>
            <a:xfrm rot="1767083">
              <a:off x="5506750" y="1983220"/>
              <a:ext cx="779056" cy="2126337"/>
              <a:chOff x="5775047" y="2428623"/>
              <a:chExt cx="779056" cy="2126337"/>
            </a:xfrm>
            <a:grpFill/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488B8E28-4AC8-4904-6100-AC035641ACAE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  <a:grpFill/>
            </p:grpSpPr>
            <p:grpSp>
              <p:nvGrpSpPr>
                <p:cNvPr id="54" name="Grupo 53">
                  <a:extLst>
                    <a:ext uri="{FF2B5EF4-FFF2-40B4-BE49-F238E27FC236}">
                      <a16:creationId xmlns:a16="http://schemas.microsoft.com/office/drawing/2014/main" id="{7FE7EB65-D550-5EF9-71A0-68E4D22FD8C9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61" name="Grupo 60">
                    <a:extLst>
                      <a:ext uri="{FF2B5EF4-FFF2-40B4-BE49-F238E27FC236}">
                        <a16:creationId xmlns:a16="http://schemas.microsoft.com/office/drawing/2014/main" id="{21F828FA-3CBB-E027-250D-F219EEB9BDC4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512" name="Rectángulo: esquinas redondeadas 511">
                      <a:extLst>
                        <a:ext uri="{FF2B5EF4-FFF2-40B4-BE49-F238E27FC236}">
                          <a16:creationId xmlns:a16="http://schemas.microsoft.com/office/drawing/2014/main" id="{E667242B-79A8-7820-0000-306D1F6A108C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513" name="Rectángulo: esquinas redondeadas 512">
                      <a:extLst>
                        <a:ext uri="{FF2B5EF4-FFF2-40B4-BE49-F238E27FC236}">
                          <a16:creationId xmlns:a16="http://schemas.microsoft.com/office/drawing/2014/main" id="{F51140B8-8867-6FB4-DDAF-5E35B83DEF84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62" name="Rectángulo 61">
                    <a:extLst>
                      <a:ext uri="{FF2B5EF4-FFF2-40B4-BE49-F238E27FC236}">
                        <a16:creationId xmlns:a16="http://schemas.microsoft.com/office/drawing/2014/main" id="{D78AAC1D-F014-45BA-2637-C6D0F84F095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3" name="Rectángulo 62">
                    <a:extLst>
                      <a:ext uri="{FF2B5EF4-FFF2-40B4-BE49-F238E27FC236}">
                        <a16:creationId xmlns:a16="http://schemas.microsoft.com/office/drawing/2014/main" id="{307B4BF0-D7E5-6F16-5A9F-78F01D7D179A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55" name="Grupo 54">
                  <a:extLst>
                    <a:ext uri="{FF2B5EF4-FFF2-40B4-BE49-F238E27FC236}">
                      <a16:creationId xmlns:a16="http://schemas.microsoft.com/office/drawing/2014/main" id="{5E0A4D20-E5D7-8FF3-3B45-1DBEC678E3CF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  <a:grpFill/>
              </p:grpSpPr>
              <p:grpSp>
                <p:nvGrpSpPr>
                  <p:cNvPr id="56" name="Grupo 55">
                    <a:extLst>
                      <a:ext uri="{FF2B5EF4-FFF2-40B4-BE49-F238E27FC236}">
                        <a16:creationId xmlns:a16="http://schemas.microsoft.com/office/drawing/2014/main" id="{A026CA3F-0E7B-6B26-5964-DD1A56D74839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  <a:grpFill/>
                </p:grpSpPr>
                <p:sp>
                  <p:nvSpPr>
                    <p:cNvPr id="59" name="Rectángulo: esquinas redondeadas 58">
                      <a:extLst>
                        <a:ext uri="{FF2B5EF4-FFF2-40B4-BE49-F238E27FC236}">
                          <a16:creationId xmlns:a16="http://schemas.microsoft.com/office/drawing/2014/main" id="{8D179190-F344-CDFF-0C93-231812C1431C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60" name="Rectángulo: esquinas redondeadas 59">
                      <a:extLst>
                        <a:ext uri="{FF2B5EF4-FFF2-40B4-BE49-F238E27FC236}">
                          <a16:creationId xmlns:a16="http://schemas.microsoft.com/office/drawing/2014/main" id="{1ADE4477-9359-449B-D99B-88CA6A279069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grpFill/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57" name="Rectángulo 56">
                    <a:extLst>
                      <a:ext uri="{FF2B5EF4-FFF2-40B4-BE49-F238E27FC236}">
                        <a16:creationId xmlns:a16="http://schemas.microsoft.com/office/drawing/2014/main" id="{721A6309-B7E9-3D49-A094-E082A4867ED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8" name="Rectángulo 57">
                    <a:extLst>
                      <a:ext uri="{FF2B5EF4-FFF2-40B4-BE49-F238E27FC236}">
                        <a16:creationId xmlns:a16="http://schemas.microsoft.com/office/drawing/2014/main" id="{23B2979F-DED2-C5F1-F2DF-C82A1A85464D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1526A60A-92E9-977E-3D3F-E5C607321E19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  <a:grpFill/>
            </p:grpSpPr>
            <p:grpSp>
              <p:nvGrpSpPr>
                <p:cNvPr id="28" name="Grupo 27">
                  <a:extLst>
                    <a:ext uri="{FF2B5EF4-FFF2-40B4-BE49-F238E27FC236}">
                      <a16:creationId xmlns:a16="http://schemas.microsoft.com/office/drawing/2014/main" id="{9492DED9-E2C1-9954-05E6-A542E1F130EF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  <a:grpFill/>
              </p:grpSpPr>
              <p:grpSp>
                <p:nvGrpSpPr>
                  <p:cNvPr id="33" name="Grupo 32">
                    <a:extLst>
                      <a:ext uri="{FF2B5EF4-FFF2-40B4-BE49-F238E27FC236}">
                        <a16:creationId xmlns:a16="http://schemas.microsoft.com/office/drawing/2014/main" id="{7768ACB4-D9CF-F2D7-E645-27EE1B364894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  <a:grpFill/>
                </p:grpSpPr>
                <p:grpSp>
                  <p:nvGrpSpPr>
                    <p:cNvPr id="35" name="Grupo 34">
                      <a:extLst>
                        <a:ext uri="{FF2B5EF4-FFF2-40B4-BE49-F238E27FC236}">
                          <a16:creationId xmlns:a16="http://schemas.microsoft.com/office/drawing/2014/main" id="{DA06EB9D-C388-DC6C-88E3-9705E60900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grpFill/>
                  </p:grpSpPr>
                  <p:sp>
                    <p:nvSpPr>
                      <p:cNvPr id="50" name="Elipse 49">
                        <a:extLst>
                          <a:ext uri="{FF2B5EF4-FFF2-40B4-BE49-F238E27FC236}">
                            <a16:creationId xmlns:a16="http://schemas.microsoft.com/office/drawing/2014/main" id="{1B2BAD7E-4E4A-5CBE-A903-BB6F567F38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51" name="Grupo 50">
                        <a:extLst>
                          <a:ext uri="{FF2B5EF4-FFF2-40B4-BE49-F238E27FC236}">
                            <a16:creationId xmlns:a16="http://schemas.microsoft.com/office/drawing/2014/main" id="{09D561BD-637D-E99A-A1D6-A5DEBF0ED7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52" name="Rectángulo 51">
                          <a:extLst>
                            <a:ext uri="{FF2B5EF4-FFF2-40B4-BE49-F238E27FC236}">
                              <a16:creationId xmlns:a16="http://schemas.microsoft.com/office/drawing/2014/main" id="{73372F81-29B6-1D08-EBCD-756E96EF2A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53" name="Rectángulo 52">
                          <a:extLst>
                            <a:ext uri="{FF2B5EF4-FFF2-40B4-BE49-F238E27FC236}">
                              <a16:creationId xmlns:a16="http://schemas.microsoft.com/office/drawing/2014/main" id="{DFF04C2A-07D2-EDCD-2626-78169CE0EEE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36" name="Grupo 35">
                      <a:extLst>
                        <a:ext uri="{FF2B5EF4-FFF2-40B4-BE49-F238E27FC236}">
                          <a16:creationId xmlns:a16="http://schemas.microsoft.com/office/drawing/2014/main" id="{42DB8871-6F05-5628-FE10-10633280C3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  <a:grpFill/>
                  </p:grpSpPr>
                  <p:grpSp>
                    <p:nvGrpSpPr>
                      <p:cNvPr id="37" name="Grupo 36">
                        <a:extLst>
                          <a:ext uri="{FF2B5EF4-FFF2-40B4-BE49-F238E27FC236}">
                            <a16:creationId xmlns:a16="http://schemas.microsoft.com/office/drawing/2014/main" id="{47B21CFB-59B5-A456-F460-41F78250AB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  <a:grpFill/>
                    </p:grpSpPr>
                    <p:grpSp>
                      <p:nvGrpSpPr>
                        <p:cNvPr id="42" name="Grupo 41">
                          <a:extLst>
                            <a:ext uri="{FF2B5EF4-FFF2-40B4-BE49-F238E27FC236}">
                              <a16:creationId xmlns:a16="http://schemas.microsoft.com/office/drawing/2014/main" id="{7D544ADA-B453-2889-601A-14F8EA7DB5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  <a:grpFill/>
                      </p:grpSpPr>
                      <p:sp>
                        <p:nvSpPr>
                          <p:cNvPr id="47" name="Rectángulo 46">
                            <a:extLst>
                              <a:ext uri="{FF2B5EF4-FFF2-40B4-BE49-F238E27FC236}">
                                <a16:creationId xmlns:a16="http://schemas.microsoft.com/office/drawing/2014/main" id="{A8B3D593-E1BE-BDBD-BCB3-665DE952FC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48" name="Rectángulo 47">
                            <a:extLst>
                              <a:ext uri="{FF2B5EF4-FFF2-40B4-BE49-F238E27FC236}">
                                <a16:creationId xmlns:a16="http://schemas.microsoft.com/office/drawing/2014/main" id="{7462A67F-BC81-2919-6D33-B5E87B5239D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9" name="Marco 48">
                            <a:extLst>
                              <a:ext uri="{FF2B5EF4-FFF2-40B4-BE49-F238E27FC236}">
                                <a16:creationId xmlns:a16="http://schemas.microsoft.com/office/drawing/2014/main" id="{298EBAFF-7063-76B8-4F1B-5345F717A5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3" name="Grupo 42">
                          <a:extLst>
                            <a:ext uri="{FF2B5EF4-FFF2-40B4-BE49-F238E27FC236}">
                              <a16:creationId xmlns:a16="http://schemas.microsoft.com/office/drawing/2014/main" id="{C762B4BB-5CDE-A1AB-B9D2-41628004DB5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  <a:grpFill/>
                      </p:grpSpPr>
                      <p:sp>
                        <p:nvSpPr>
                          <p:cNvPr id="44" name="Rectángulo 43">
                            <a:extLst>
                              <a:ext uri="{FF2B5EF4-FFF2-40B4-BE49-F238E27FC236}">
                                <a16:creationId xmlns:a16="http://schemas.microsoft.com/office/drawing/2014/main" id="{C8BAFC42-37CB-3B5A-67E7-05851F4C18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5" name="Rectángulo 44">
                            <a:extLst>
                              <a:ext uri="{FF2B5EF4-FFF2-40B4-BE49-F238E27FC236}">
                                <a16:creationId xmlns:a16="http://schemas.microsoft.com/office/drawing/2014/main" id="{0D42BE14-B657-5CB4-C82A-517EEE27AEF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46" name="Rectángulo 45">
                            <a:extLst>
                              <a:ext uri="{FF2B5EF4-FFF2-40B4-BE49-F238E27FC236}">
                                <a16:creationId xmlns:a16="http://schemas.microsoft.com/office/drawing/2014/main" id="{DAD02BE9-1C9C-19EB-445B-2B27DFD447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grpFill/>
                          <a:ln w="3175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38" name="Grupo 37">
                        <a:extLst>
                          <a:ext uri="{FF2B5EF4-FFF2-40B4-BE49-F238E27FC236}">
                            <a16:creationId xmlns:a16="http://schemas.microsoft.com/office/drawing/2014/main" id="{F51E10BB-275D-B2F3-218D-E301AFF7227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  <a:grpFill/>
                    </p:grpSpPr>
                    <p:sp>
                      <p:nvSpPr>
                        <p:cNvPr id="39" name="Rectángulo 38">
                          <a:extLst>
                            <a:ext uri="{FF2B5EF4-FFF2-40B4-BE49-F238E27FC236}">
                              <a16:creationId xmlns:a16="http://schemas.microsoft.com/office/drawing/2014/main" id="{C0881CC9-2E42-E394-AD98-A7247ECDC6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40" name="Rectángulo 39">
                          <a:extLst>
                            <a:ext uri="{FF2B5EF4-FFF2-40B4-BE49-F238E27FC236}">
                              <a16:creationId xmlns:a16="http://schemas.microsoft.com/office/drawing/2014/main" id="{56E66FC2-05D2-0756-99E7-ADAEFA9CB2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41" name="Rectángulo 40">
                          <a:extLst>
                            <a:ext uri="{FF2B5EF4-FFF2-40B4-BE49-F238E27FC236}">
                              <a16:creationId xmlns:a16="http://schemas.microsoft.com/office/drawing/2014/main" id="{B3AD0013-CA4E-00D7-2F5F-E0EF282467C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grpFill/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FADA7867-83EE-700B-FD96-A5ECAC2D6999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D9DC9009-E292-36C3-4260-8C86B39C65D0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  <a:grpFill/>
              </p:grpSpPr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E766F4F-011A-A25E-AA69-32BDD58AE5E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1" name="Elipse 30">
                    <a:extLst>
                      <a:ext uri="{FF2B5EF4-FFF2-40B4-BE49-F238E27FC236}">
                        <a16:creationId xmlns:a16="http://schemas.microsoft.com/office/drawing/2014/main" id="{E2B46B91-0F10-1015-1135-714CF287D5D9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32" name="Elipse 31">
                    <a:extLst>
                      <a:ext uri="{FF2B5EF4-FFF2-40B4-BE49-F238E27FC236}">
                        <a16:creationId xmlns:a16="http://schemas.microsoft.com/office/drawing/2014/main" id="{26925613-15EB-565F-25C8-C9720553565F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grpFill/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7B5D8A0-215F-80A7-4F82-5D4F2206C4E1}"/>
                </a:ext>
              </a:extLst>
            </p:cNvPr>
            <p:cNvGrpSpPr/>
            <p:nvPr/>
          </p:nvGrpSpPr>
          <p:grpSpPr>
            <a:xfrm>
              <a:off x="6229374" y="1881441"/>
              <a:ext cx="1292602" cy="1266043"/>
              <a:chOff x="6229374" y="1881441"/>
              <a:chExt cx="1292602" cy="1266043"/>
            </a:xfrm>
            <a:grpFill/>
          </p:grpSpPr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CC6B5B1E-9C1C-4F4C-677B-4CFE7281BBE4}"/>
                  </a:ext>
                </a:extLst>
              </p:cNvPr>
              <p:cNvGrpSpPr/>
              <p:nvPr/>
            </p:nvGrpSpPr>
            <p:grpSpPr>
              <a:xfrm rot="2420597">
                <a:off x="6229374" y="1881441"/>
                <a:ext cx="1206568" cy="1266043"/>
                <a:chOff x="6027038" y="1851040"/>
                <a:chExt cx="1206568" cy="1266043"/>
              </a:xfrm>
              <a:grpFill/>
            </p:grpSpPr>
            <p:grpSp>
              <p:nvGrpSpPr>
                <p:cNvPr id="16" name="Grupo 15">
                  <a:extLst>
                    <a:ext uri="{FF2B5EF4-FFF2-40B4-BE49-F238E27FC236}">
                      <a16:creationId xmlns:a16="http://schemas.microsoft.com/office/drawing/2014/main" id="{1D3AD845-3EA7-4AD5-C494-27A4B03D844B}"/>
                    </a:ext>
                  </a:extLst>
                </p:cNvPr>
                <p:cNvGrpSpPr/>
                <p:nvPr/>
              </p:nvGrpSpPr>
              <p:grpSpPr>
                <a:xfrm>
                  <a:off x="6110545" y="1851040"/>
                  <a:ext cx="1123061" cy="1266043"/>
                  <a:chOff x="6110545" y="1851040"/>
                  <a:chExt cx="1123061" cy="1266043"/>
                </a:xfrm>
                <a:grpFill/>
              </p:grpSpPr>
              <p:grpSp>
                <p:nvGrpSpPr>
                  <p:cNvPr id="18" name="Grupo 17">
                    <a:extLst>
                      <a:ext uri="{FF2B5EF4-FFF2-40B4-BE49-F238E27FC236}">
                        <a16:creationId xmlns:a16="http://schemas.microsoft.com/office/drawing/2014/main" id="{FC2EFC90-09EC-7A2E-3560-ED003188EDE0}"/>
                      </a:ext>
                    </a:extLst>
                  </p:cNvPr>
                  <p:cNvGrpSpPr/>
                  <p:nvPr/>
                </p:nvGrpSpPr>
                <p:grpSpPr>
                  <a:xfrm rot="18104658">
                    <a:off x="6037386" y="1924199"/>
                    <a:ext cx="1266043" cy="1119726"/>
                    <a:chOff x="5723823" y="1865158"/>
                    <a:chExt cx="2299052" cy="2020668"/>
                  </a:xfrm>
                  <a:grpFill/>
                </p:grpSpPr>
                <p:grpSp>
                  <p:nvGrpSpPr>
                    <p:cNvPr id="20" name="Grupo 19">
                      <a:extLst>
                        <a:ext uri="{FF2B5EF4-FFF2-40B4-BE49-F238E27FC236}">
                          <a16:creationId xmlns:a16="http://schemas.microsoft.com/office/drawing/2014/main" id="{B0C30B6A-1239-CDE6-5C3D-53AE15E5D1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3823" y="1865158"/>
                      <a:ext cx="2299052" cy="2020668"/>
                      <a:chOff x="5819210" y="2270542"/>
                      <a:chExt cx="2299052" cy="2020668"/>
                    </a:xfrm>
                    <a:grpFill/>
                  </p:grpSpPr>
                  <p:grpSp>
                    <p:nvGrpSpPr>
                      <p:cNvPr id="22" name="Grupo 21">
                        <a:extLst>
                          <a:ext uri="{FF2B5EF4-FFF2-40B4-BE49-F238E27FC236}">
                            <a16:creationId xmlns:a16="http://schemas.microsoft.com/office/drawing/2014/main" id="{602855D1-46BE-8CDF-6594-7AD00B8A8BA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647" y="2637133"/>
                        <a:ext cx="2199615" cy="1654077"/>
                        <a:chOff x="5708849" y="2141099"/>
                        <a:chExt cx="2199615" cy="1654077"/>
                      </a:xfrm>
                      <a:grpFill/>
                    </p:grpSpPr>
                    <p:sp>
                      <p:nvSpPr>
                        <p:cNvPr id="24" name="Elipse 23">
                          <a:extLst>
                            <a:ext uri="{FF2B5EF4-FFF2-40B4-BE49-F238E27FC236}">
                              <a16:creationId xmlns:a16="http://schemas.microsoft.com/office/drawing/2014/main" id="{4757343D-CE7E-E8C6-0689-8FFA3050BE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25" name="Diagrama de flujo: operación manual 24">
                          <a:extLst>
                            <a:ext uri="{FF2B5EF4-FFF2-40B4-BE49-F238E27FC236}">
                              <a16:creationId xmlns:a16="http://schemas.microsoft.com/office/drawing/2014/main" id="{D6FFCB98-8F5B-2F36-89AE-DDE24EB7B9B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grpFill/>
                        <a:ln w="19050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23" name="Elipse 22">
                        <a:extLst>
                          <a:ext uri="{FF2B5EF4-FFF2-40B4-BE49-F238E27FC236}">
                            <a16:creationId xmlns:a16="http://schemas.microsoft.com/office/drawing/2014/main" id="{53FF0790-E39B-EED0-D267-AC8E1660EF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grpFill/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21" name="Diagrama de flujo: operación manual 20">
                      <a:extLst>
                        <a:ext uri="{FF2B5EF4-FFF2-40B4-BE49-F238E27FC236}">
                          <a16:creationId xmlns:a16="http://schemas.microsoft.com/office/drawing/2014/main" id="{19CA4BFF-0F2D-450C-4A79-C539AFA921BC}"/>
                        </a:ext>
                      </a:extLst>
                    </p:cNvPr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grpFill/>
                    <a:ln w="190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9" name="Elipse 18">
                    <a:extLst>
                      <a:ext uri="{FF2B5EF4-FFF2-40B4-BE49-F238E27FC236}">
                        <a16:creationId xmlns:a16="http://schemas.microsoft.com/office/drawing/2014/main" id="{37052597-EFD2-BDEC-BFCD-A1B653B5C0CA}"/>
                      </a:ext>
                    </a:extLst>
                  </p:cNvPr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480C4C75-5BF6-6D5A-254F-73D6110EC028}"/>
                    </a:ext>
                  </a:extLst>
                </p:cNvPr>
                <p:cNvSpPr/>
                <p:nvPr/>
              </p:nvSpPr>
              <p:spPr>
                <a:xfrm>
                  <a:off x="6027038" y="2602851"/>
                  <a:ext cx="144000" cy="144000"/>
                </a:xfrm>
                <a:prstGeom prst="ellipse">
                  <a:avLst/>
                </a:prstGeom>
                <a:grpFill/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id="{D9C9E386-0FE3-CFF3-684E-6A8FF72D33B7}"/>
                  </a:ext>
                </a:extLst>
              </p:cNvPr>
              <p:cNvSpPr/>
              <p:nvPr/>
            </p:nvSpPr>
            <p:spPr>
              <a:xfrm>
                <a:off x="7413976" y="2713934"/>
                <a:ext cx="108000" cy="108000"/>
              </a:xfrm>
              <a:prstGeom prst="ellipse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4A98F78E-5ECE-FF54-5918-E6B04DCD6570}"/>
              </a:ext>
            </a:extLst>
          </p:cNvPr>
          <p:cNvGrpSpPr/>
          <p:nvPr/>
        </p:nvGrpSpPr>
        <p:grpSpPr>
          <a:xfrm rot="19433136">
            <a:off x="6758433" y="2358960"/>
            <a:ext cx="1206568" cy="1266043"/>
            <a:chOff x="6229374" y="1881441"/>
            <a:chExt cx="1206568" cy="1266043"/>
          </a:xfrm>
        </p:grpSpPr>
        <p:grpSp>
          <p:nvGrpSpPr>
            <p:cNvPr id="670" name="Grupo 669">
              <a:extLst>
                <a:ext uri="{FF2B5EF4-FFF2-40B4-BE49-F238E27FC236}">
                  <a16:creationId xmlns:a16="http://schemas.microsoft.com/office/drawing/2014/main" id="{D668FE55-3A6F-B7F2-4DA0-B8250B57EF9F}"/>
                </a:ext>
              </a:extLst>
            </p:cNvPr>
            <p:cNvGrpSpPr/>
            <p:nvPr/>
          </p:nvGrpSpPr>
          <p:grpSpPr>
            <a:xfrm rot="2420597">
              <a:off x="6229374" y="1881441"/>
              <a:ext cx="1206568" cy="1266043"/>
              <a:chOff x="6027038" y="1851040"/>
              <a:chExt cx="1206568" cy="1266043"/>
            </a:xfrm>
          </p:grpSpPr>
          <p:grpSp>
            <p:nvGrpSpPr>
              <p:cNvPr id="682" name="Grupo 681">
                <a:extLst>
                  <a:ext uri="{FF2B5EF4-FFF2-40B4-BE49-F238E27FC236}">
                    <a16:creationId xmlns:a16="http://schemas.microsoft.com/office/drawing/2014/main" id="{B871F59E-2915-576F-E761-F59C7229BF5E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</p:grpSpPr>
            <p:grpSp>
              <p:nvGrpSpPr>
                <p:cNvPr id="684" name="Grupo 683">
                  <a:extLst>
                    <a:ext uri="{FF2B5EF4-FFF2-40B4-BE49-F238E27FC236}">
                      <a16:creationId xmlns:a16="http://schemas.microsoft.com/office/drawing/2014/main" id="{F33DD0DA-AD28-627D-D52C-904AA07AC01A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</p:grpSpPr>
              <p:grpSp>
                <p:nvGrpSpPr>
                  <p:cNvPr id="686" name="Grupo 685">
                    <a:extLst>
                      <a:ext uri="{FF2B5EF4-FFF2-40B4-BE49-F238E27FC236}">
                        <a16:creationId xmlns:a16="http://schemas.microsoft.com/office/drawing/2014/main" id="{925CB3BE-26EC-D6D0-7F45-54D5622A605B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solidFill>
                    <a:schemeClr val="bg1">
                      <a:lumMod val="65000"/>
                    </a:schemeClr>
                  </a:solidFill>
                </p:grpSpPr>
                <p:grpSp>
                  <p:nvGrpSpPr>
                    <p:cNvPr id="688" name="Grupo 687">
                      <a:extLst>
                        <a:ext uri="{FF2B5EF4-FFF2-40B4-BE49-F238E27FC236}">
                          <a16:creationId xmlns:a16="http://schemas.microsoft.com/office/drawing/2014/main" id="{EBF79619-D924-2604-0A08-6CCE33D5A7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690" name="Elipse 689">
                        <a:extLst>
                          <a:ext uri="{FF2B5EF4-FFF2-40B4-BE49-F238E27FC236}">
                            <a16:creationId xmlns:a16="http://schemas.microsoft.com/office/drawing/2014/main" id="{2ED7C8F3-C0F2-A518-7599-09A6566791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691" name="Diagrama de flujo: operación manual 690">
                        <a:extLst>
                          <a:ext uri="{FF2B5EF4-FFF2-40B4-BE49-F238E27FC236}">
                            <a16:creationId xmlns:a16="http://schemas.microsoft.com/office/drawing/2014/main" id="{6E787DC7-0969-A399-9037-672870B641A6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689" name="Elipse 688">
                      <a:extLst>
                        <a:ext uri="{FF2B5EF4-FFF2-40B4-BE49-F238E27FC236}">
                          <a16:creationId xmlns:a16="http://schemas.microsoft.com/office/drawing/2014/main" id="{14664593-0E4F-16F2-8357-93CE64C8A0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687" name="Diagrama de flujo: operación manual 686">
                    <a:extLst>
                      <a:ext uri="{FF2B5EF4-FFF2-40B4-BE49-F238E27FC236}">
                        <a16:creationId xmlns:a16="http://schemas.microsoft.com/office/drawing/2014/main" id="{5A0A6F9D-6191-6EF9-EFAA-1C670FC53615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190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685" name="Elipse 684">
                  <a:extLst>
                    <a:ext uri="{FF2B5EF4-FFF2-40B4-BE49-F238E27FC236}">
                      <a16:creationId xmlns:a16="http://schemas.microsoft.com/office/drawing/2014/main" id="{9FE0AF26-B54D-2EF1-5FD3-ACA1DC253A4E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683" name="Elipse 682">
                <a:extLst>
                  <a:ext uri="{FF2B5EF4-FFF2-40B4-BE49-F238E27FC236}">
                    <a16:creationId xmlns:a16="http://schemas.microsoft.com/office/drawing/2014/main" id="{5AE2934E-B225-5564-59D3-2499ED8C73B6}"/>
                  </a:ext>
                </a:extLst>
              </p:cNvPr>
              <p:cNvSpPr/>
              <p:nvPr/>
            </p:nvSpPr>
            <p:spPr>
              <a:xfrm>
                <a:off x="6027038" y="2602851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633" name="Elipse 632">
              <a:extLst>
                <a:ext uri="{FF2B5EF4-FFF2-40B4-BE49-F238E27FC236}">
                  <a16:creationId xmlns:a16="http://schemas.microsoft.com/office/drawing/2014/main" id="{DD4B5B1A-E316-AA02-4A70-DA725E12A797}"/>
                </a:ext>
              </a:extLst>
            </p:cNvPr>
            <p:cNvSpPr/>
            <p:nvPr/>
          </p:nvSpPr>
          <p:spPr>
            <a:xfrm>
              <a:off x="6371404" y="2294835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153742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8400000">
                                      <p:cBhvr>
                                        <p:cTn id="6" dur="300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8400000">
                                      <p:cBhvr>
                                        <p:cTn id="19" dur="300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17CA77EE-48A1-1785-A58C-C883F92D7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855" y="248734"/>
            <a:ext cx="9144000" cy="993153"/>
          </a:xfrm>
        </p:spPr>
        <p:txBody>
          <a:bodyPr>
            <a:normAutofit/>
          </a:bodyPr>
          <a:lstStyle/>
          <a:p>
            <a:pPr algn="l"/>
            <a:r>
              <a:rPr lang="es-ES" sz="3200" b="1" dirty="0">
                <a:solidFill>
                  <a:srgbClr val="FF0000"/>
                </a:solidFill>
              </a:rPr>
              <a:t>Vista lateral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F02922A-A143-8C3D-5852-AA36DDECEFA8}"/>
              </a:ext>
            </a:extLst>
          </p:cNvPr>
          <p:cNvGrpSpPr/>
          <p:nvPr/>
        </p:nvGrpSpPr>
        <p:grpSpPr>
          <a:xfrm>
            <a:off x="5141183" y="410084"/>
            <a:ext cx="6444000" cy="6048000"/>
            <a:chOff x="5775047" y="1851040"/>
            <a:chExt cx="5204223" cy="4788509"/>
          </a:xfrm>
        </p:grpSpPr>
        <p:grpSp>
          <p:nvGrpSpPr>
            <p:cNvPr id="178" name="Grupo 177">
              <a:extLst>
                <a:ext uri="{FF2B5EF4-FFF2-40B4-BE49-F238E27FC236}">
                  <a16:creationId xmlns:a16="http://schemas.microsoft.com/office/drawing/2014/main" id="{8316B843-3A37-0726-5253-7B4FC6313130}"/>
                </a:ext>
              </a:extLst>
            </p:cNvPr>
            <p:cNvGrpSpPr/>
            <p:nvPr/>
          </p:nvGrpSpPr>
          <p:grpSpPr>
            <a:xfrm>
              <a:off x="5775047" y="2428623"/>
              <a:ext cx="779056" cy="2126337"/>
              <a:chOff x="5775047" y="2428623"/>
              <a:chExt cx="779056" cy="2126337"/>
            </a:xfrm>
          </p:grpSpPr>
          <p:grpSp>
            <p:nvGrpSpPr>
              <p:cNvPr id="175" name="Grupo 174">
                <a:extLst>
                  <a:ext uri="{FF2B5EF4-FFF2-40B4-BE49-F238E27FC236}">
                    <a16:creationId xmlns:a16="http://schemas.microsoft.com/office/drawing/2014/main" id="{4EE03FED-2F59-0D0B-300D-CD8114C774BD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</p:grpSpPr>
            <p:grpSp>
              <p:nvGrpSpPr>
                <p:cNvPr id="150" name="Grupo 149">
                  <a:extLst>
                    <a:ext uri="{FF2B5EF4-FFF2-40B4-BE49-F238E27FC236}">
                      <a16:creationId xmlns:a16="http://schemas.microsoft.com/office/drawing/2014/main" id="{8A2D43C8-E809-27F1-A687-C63F73FFA021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</p:grpSpPr>
              <p:grpSp>
                <p:nvGrpSpPr>
                  <p:cNvPr id="144" name="Grupo 143">
                    <a:extLst>
                      <a:ext uri="{FF2B5EF4-FFF2-40B4-BE49-F238E27FC236}">
                        <a16:creationId xmlns:a16="http://schemas.microsoft.com/office/drawing/2014/main" id="{C42B2D85-1A14-2EC9-2B73-189A15575D4E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</p:grpSpPr>
                <p:sp>
                  <p:nvSpPr>
                    <p:cNvPr id="142" name="Rectángulo: esquinas redondeadas 141">
                      <a:extLst>
                        <a:ext uri="{FF2B5EF4-FFF2-40B4-BE49-F238E27FC236}">
                          <a16:creationId xmlns:a16="http://schemas.microsoft.com/office/drawing/2014/main" id="{2150AF0A-157F-D1B3-FD7D-7842AF85BFF4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43" name="Rectángulo: esquinas redondeadas 142">
                      <a:extLst>
                        <a:ext uri="{FF2B5EF4-FFF2-40B4-BE49-F238E27FC236}">
                          <a16:creationId xmlns:a16="http://schemas.microsoft.com/office/drawing/2014/main" id="{C8E817C7-437B-C499-3AA7-69A1DE4F0BF7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48" name="Rectángulo 147">
                    <a:extLst>
                      <a:ext uri="{FF2B5EF4-FFF2-40B4-BE49-F238E27FC236}">
                        <a16:creationId xmlns:a16="http://schemas.microsoft.com/office/drawing/2014/main" id="{4A501842-1BEA-0B7C-2037-A257461A01C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49" name="Rectángulo 148">
                    <a:extLst>
                      <a:ext uri="{FF2B5EF4-FFF2-40B4-BE49-F238E27FC236}">
                        <a16:creationId xmlns:a16="http://schemas.microsoft.com/office/drawing/2014/main" id="{EE57A6DD-5495-1F64-B66E-EC440CDA6C99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51" name="Grupo 150">
                  <a:extLst>
                    <a:ext uri="{FF2B5EF4-FFF2-40B4-BE49-F238E27FC236}">
                      <a16:creationId xmlns:a16="http://schemas.microsoft.com/office/drawing/2014/main" id="{BE3D5B43-5572-C832-6048-B70DC260F295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</p:grpSpPr>
              <p:grpSp>
                <p:nvGrpSpPr>
                  <p:cNvPr id="152" name="Grupo 151">
                    <a:extLst>
                      <a:ext uri="{FF2B5EF4-FFF2-40B4-BE49-F238E27FC236}">
                        <a16:creationId xmlns:a16="http://schemas.microsoft.com/office/drawing/2014/main" id="{A7C1A35A-4779-654A-C6F0-DF9142E0FB82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</p:grpSpPr>
                <p:sp>
                  <p:nvSpPr>
                    <p:cNvPr id="155" name="Rectángulo: esquinas redondeadas 154">
                      <a:extLst>
                        <a:ext uri="{FF2B5EF4-FFF2-40B4-BE49-F238E27FC236}">
                          <a16:creationId xmlns:a16="http://schemas.microsoft.com/office/drawing/2014/main" id="{EFCB5CB8-70C4-E784-8950-3FE05BAA7FC8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56" name="Rectángulo: esquinas redondeadas 155">
                      <a:extLst>
                        <a:ext uri="{FF2B5EF4-FFF2-40B4-BE49-F238E27FC236}">
                          <a16:creationId xmlns:a16="http://schemas.microsoft.com/office/drawing/2014/main" id="{B6BE43E0-CBB9-4B0F-C0DA-5B73598F6E4A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53" name="Rectángulo 152">
                    <a:extLst>
                      <a:ext uri="{FF2B5EF4-FFF2-40B4-BE49-F238E27FC236}">
                        <a16:creationId xmlns:a16="http://schemas.microsoft.com/office/drawing/2014/main" id="{0E447348-CF94-F264-ABAB-711F7C8103F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54" name="Rectángulo 153">
                    <a:extLst>
                      <a:ext uri="{FF2B5EF4-FFF2-40B4-BE49-F238E27FC236}">
                        <a16:creationId xmlns:a16="http://schemas.microsoft.com/office/drawing/2014/main" id="{E297ED6D-2846-D098-6F83-6A4A76D110D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77" name="Grupo 176">
                <a:extLst>
                  <a:ext uri="{FF2B5EF4-FFF2-40B4-BE49-F238E27FC236}">
                    <a16:creationId xmlns:a16="http://schemas.microsoft.com/office/drawing/2014/main" id="{E82ADCD1-4E9A-0997-4F09-A63276CD25FB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</p:grpSpPr>
            <p:grpSp>
              <p:nvGrpSpPr>
                <p:cNvPr id="176" name="Grupo 175">
                  <a:extLst>
                    <a:ext uri="{FF2B5EF4-FFF2-40B4-BE49-F238E27FC236}">
                      <a16:creationId xmlns:a16="http://schemas.microsoft.com/office/drawing/2014/main" id="{1DB2D1BE-8BED-7F44-D1D8-A5BACA29E74D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138" name="Grupo 137">
                    <a:extLst>
                      <a:ext uri="{FF2B5EF4-FFF2-40B4-BE49-F238E27FC236}">
                        <a16:creationId xmlns:a16="http://schemas.microsoft.com/office/drawing/2014/main" id="{C2180AF4-F5E2-E5EC-2BC6-36313F5A993F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122" name="Grupo 121">
                      <a:extLst>
                        <a:ext uri="{FF2B5EF4-FFF2-40B4-BE49-F238E27FC236}">
                          <a16:creationId xmlns:a16="http://schemas.microsoft.com/office/drawing/2014/main" id="{85B221A2-1D4B-761F-B474-82D9BD6496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solidFill>
                      <a:schemeClr val="tx1">
                        <a:lumMod val="75000"/>
                        <a:lumOff val="25000"/>
                      </a:schemeClr>
                    </a:solidFill>
                  </p:grpSpPr>
                  <p:sp>
                    <p:nvSpPr>
                      <p:cNvPr id="118" name="Elipse 117">
                        <a:extLst>
                          <a:ext uri="{FF2B5EF4-FFF2-40B4-BE49-F238E27FC236}">
                            <a16:creationId xmlns:a16="http://schemas.microsoft.com/office/drawing/2014/main" id="{C294D24A-8725-6C48-BB2F-7B7BB2C781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121" name="Grupo 120">
                        <a:extLst>
                          <a:ext uri="{FF2B5EF4-FFF2-40B4-BE49-F238E27FC236}">
                            <a16:creationId xmlns:a16="http://schemas.microsoft.com/office/drawing/2014/main" id="{5C06095E-CEC9-1C32-0C43-4D46159AEF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119" name="Rectángulo 118">
                          <a:extLst>
                            <a:ext uri="{FF2B5EF4-FFF2-40B4-BE49-F238E27FC236}">
                              <a16:creationId xmlns:a16="http://schemas.microsoft.com/office/drawing/2014/main" id="{E9BEDDBB-A3F4-990F-58CB-10CCF029C7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20" name="Rectángulo 119">
                          <a:extLst>
                            <a:ext uri="{FF2B5EF4-FFF2-40B4-BE49-F238E27FC236}">
                              <a16:creationId xmlns:a16="http://schemas.microsoft.com/office/drawing/2014/main" id="{A761E6E2-C6D4-4BB5-153B-D0B06D54BA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137" name="Grupo 136">
                      <a:extLst>
                        <a:ext uri="{FF2B5EF4-FFF2-40B4-BE49-F238E27FC236}">
                          <a16:creationId xmlns:a16="http://schemas.microsoft.com/office/drawing/2014/main" id="{8D300ED5-31AB-3DA1-7CA1-037AC3D56F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32" name="Grupo 131">
                        <a:extLst>
                          <a:ext uri="{FF2B5EF4-FFF2-40B4-BE49-F238E27FC236}">
                            <a16:creationId xmlns:a16="http://schemas.microsoft.com/office/drawing/2014/main" id="{B32BAE37-A4BD-4426-A9C8-6FAF7320A9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30" name="Grupo 129">
                          <a:extLst>
                            <a:ext uri="{FF2B5EF4-FFF2-40B4-BE49-F238E27FC236}">
                              <a16:creationId xmlns:a16="http://schemas.microsoft.com/office/drawing/2014/main" id="{14B3C0C4-68EF-6E8E-F077-CE3F679BE48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128" name="Rectángulo 127">
                            <a:extLst>
                              <a:ext uri="{FF2B5EF4-FFF2-40B4-BE49-F238E27FC236}">
                                <a16:creationId xmlns:a16="http://schemas.microsoft.com/office/drawing/2014/main" id="{6465344E-AD9A-8501-28C2-8F1193C1F6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29" name="Rectángulo 128">
                            <a:extLst>
                              <a:ext uri="{FF2B5EF4-FFF2-40B4-BE49-F238E27FC236}">
                                <a16:creationId xmlns:a16="http://schemas.microsoft.com/office/drawing/2014/main" id="{238D7201-6A53-EBC8-BB92-41E1F90DEB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23" name="Marco 122">
                            <a:extLst>
                              <a:ext uri="{FF2B5EF4-FFF2-40B4-BE49-F238E27FC236}">
                                <a16:creationId xmlns:a16="http://schemas.microsoft.com/office/drawing/2014/main" id="{A628B953-0E6E-1701-1EAF-77A32C4700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31" name="Grupo 130">
                          <a:extLst>
                            <a:ext uri="{FF2B5EF4-FFF2-40B4-BE49-F238E27FC236}">
                              <a16:creationId xmlns:a16="http://schemas.microsoft.com/office/drawing/2014/main" id="{CAE66665-D51F-720D-6CCB-CE3C050DBD8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124" name="Rectángulo 123">
                            <a:extLst>
                              <a:ext uri="{FF2B5EF4-FFF2-40B4-BE49-F238E27FC236}">
                                <a16:creationId xmlns:a16="http://schemas.microsoft.com/office/drawing/2014/main" id="{C95C1582-CAE9-7E47-091A-5999483B07E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25" name="Rectángulo 124">
                            <a:extLst>
                              <a:ext uri="{FF2B5EF4-FFF2-40B4-BE49-F238E27FC236}">
                                <a16:creationId xmlns:a16="http://schemas.microsoft.com/office/drawing/2014/main" id="{CA940363-481B-ED36-614C-B0B0D64BA5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27" name="Rectángulo 126">
                            <a:extLst>
                              <a:ext uri="{FF2B5EF4-FFF2-40B4-BE49-F238E27FC236}">
                                <a16:creationId xmlns:a16="http://schemas.microsoft.com/office/drawing/2014/main" id="{BAAD7CB8-7DBD-E0B0-254B-D5F3C47031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36" name="Grupo 135">
                        <a:extLst>
                          <a:ext uri="{FF2B5EF4-FFF2-40B4-BE49-F238E27FC236}">
                            <a16:creationId xmlns:a16="http://schemas.microsoft.com/office/drawing/2014/main" id="{43ABAE5A-1CF3-0750-A7D2-F5908884A20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133" name="Rectángulo 132">
                          <a:extLst>
                            <a:ext uri="{FF2B5EF4-FFF2-40B4-BE49-F238E27FC236}">
                              <a16:creationId xmlns:a16="http://schemas.microsoft.com/office/drawing/2014/main" id="{58B8BAC2-122B-BEEE-018C-BF3D76EEEE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34" name="Rectángulo 133">
                          <a:extLst>
                            <a:ext uri="{FF2B5EF4-FFF2-40B4-BE49-F238E27FC236}">
                              <a16:creationId xmlns:a16="http://schemas.microsoft.com/office/drawing/2014/main" id="{82B4542A-2250-832B-AD4F-0F36B2D482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35" name="Rectángulo 134">
                          <a:extLst>
                            <a:ext uri="{FF2B5EF4-FFF2-40B4-BE49-F238E27FC236}">
                              <a16:creationId xmlns:a16="http://schemas.microsoft.com/office/drawing/2014/main" id="{745DF31F-B087-C2F3-ADC2-32CBD022178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160" name="Rectángulo 159">
                    <a:extLst>
                      <a:ext uri="{FF2B5EF4-FFF2-40B4-BE49-F238E27FC236}">
                        <a16:creationId xmlns:a16="http://schemas.microsoft.com/office/drawing/2014/main" id="{9460DD24-5CE3-B00F-74B1-1FEAF7761B06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pattFill prst="wdDnDiag">
                    <a:fgClr>
                      <a:schemeClr val="bg1"/>
                    </a:fgClr>
                    <a:bgClr>
                      <a:schemeClr val="bg1">
                        <a:lumMod val="65000"/>
                      </a:schemeClr>
                    </a:bgClr>
                  </a:patt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66" name="Grupo 165">
                  <a:extLst>
                    <a:ext uri="{FF2B5EF4-FFF2-40B4-BE49-F238E27FC236}">
                      <a16:creationId xmlns:a16="http://schemas.microsoft.com/office/drawing/2014/main" id="{3175C8CF-DCD8-E4C1-4CEA-9F47BFA64584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</p:grpSpPr>
              <p:sp>
                <p:nvSpPr>
                  <p:cNvPr id="163" name="Rectángulo 162">
                    <a:extLst>
                      <a:ext uri="{FF2B5EF4-FFF2-40B4-BE49-F238E27FC236}">
                        <a16:creationId xmlns:a16="http://schemas.microsoft.com/office/drawing/2014/main" id="{BF7085E0-964F-DD0A-02BD-82B844EA02B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64" name="Elipse 163">
                    <a:extLst>
                      <a:ext uri="{FF2B5EF4-FFF2-40B4-BE49-F238E27FC236}">
                        <a16:creationId xmlns:a16="http://schemas.microsoft.com/office/drawing/2014/main" id="{86443B72-DA45-EE8D-33D4-F01BF1A0706C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65" name="Elipse 164">
                    <a:extLst>
                      <a:ext uri="{FF2B5EF4-FFF2-40B4-BE49-F238E27FC236}">
                        <a16:creationId xmlns:a16="http://schemas.microsoft.com/office/drawing/2014/main" id="{287576B4-F1BB-27A1-16F0-E0DBEBF763BA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08" name="Grupo 107">
              <a:extLst>
                <a:ext uri="{FF2B5EF4-FFF2-40B4-BE49-F238E27FC236}">
                  <a16:creationId xmlns:a16="http://schemas.microsoft.com/office/drawing/2014/main" id="{0D727B6E-ED74-AB39-2E6A-8E17266FDF46}"/>
                </a:ext>
              </a:extLst>
            </p:cNvPr>
            <p:cNvGrpSpPr/>
            <p:nvPr/>
          </p:nvGrpSpPr>
          <p:grpSpPr>
            <a:xfrm>
              <a:off x="6783606" y="1984978"/>
              <a:ext cx="2288079" cy="2013940"/>
              <a:chOff x="5734796" y="1871886"/>
              <a:chExt cx="2288079" cy="2013940"/>
            </a:xfrm>
          </p:grpSpPr>
          <p:grpSp>
            <p:nvGrpSpPr>
              <p:cNvPr id="106" name="Grupo 105">
                <a:extLst>
                  <a:ext uri="{FF2B5EF4-FFF2-40B4-BE49-F238E27FC236}">
                    <a16:creationId xmlns:a16="http://schemas.microsoft.com/office/drawing/2014/main" id="{2C12A9FE-D1D4-2FBC-9F1C-1AD5EF5F0291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solidFill>
                <a:schemeClr val="bg1">
                  <a:lumMod val="65000"/>
                </a:schemeClr>
              </a:solidFill>
            </p:grpSpPr>
            <p:grpSp>
              <p:nvGrpSpPr>
                <p:cNvPr id="104" name="Grupo 103">
                  <a:extLst>
                    <a:ext uri="{FF2B5EF4-FFF2-40B4-BE49-F238E27FC236}">
                      <a16:creationId xmlns:a16="http://schemas.microsoft.com/office/drawing/2014/main" id="{EE2A2AC7-5620-AE5A-5738-1BC9439679DB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103" name="Elipse 102">
                    <a:extLst>
                      <a:ext uri="{FF2B5EF4-FFF2-40B4-BE49-F238E27FC236}">
                        <a16:creationId xmlns:a16="http://schemas.microsoft.com/office/drawing/2014/main" id="{1E69555C-D56D-7915-3F08-432FFF24EB1E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101" name="Diagrama de flujo: operación manual 100">
                    <a:extLst>
                      <a:ext uri="{FF2B5EF4-FFF2-40B4-BE49-F238E27FC236}">
                        <a16:creationId xmlns:a16="http://schemas.microsoft.com/office/drawing/2014/main" id="{F1E96F60-12A0-94EA-DB6E-4016F6198832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05" name="Elipse 104">
                  <a:extLst>
                    <a:ext uri="{FF2B5EF4-FFF2-40B4-BE49-F238E27FC236}">
                      <a16:creationId xmlns:a16="http://schemas.microsoft.com/office/drawing/2014/main" id="{D1561C65-E121-2C66-7131-FB976BA1BAC1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07" name="Diagrama de flujo: operación manual 106">
                <a:extLst>
                  <a:ext uri="{FF2B5EF4-FFF2-40B4-BE49-F238E27FC236}">
                    <a16:creationId xmlns:a16="http://schemas.microsoft.com/office/drawing/2014/main" id="{8AC2FC65-9DB3-BC6A-DEFE-AB4AD995B438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197" name="Grupo 196">
              <a:extLst>
                <a:ext uri="{FF2B5EF4-FFF2-40B4-BE49-F238E27FC236}">
                  <a16:creationId xmlns:a16="http://schemas.microsoft.com/office/drawing/2014/main" id="{18B325E0-E76C-2D3A-266B-C4A17C459A6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3108960"/>
              <a:chExt cx="1192486" cy="1369240"/>
            </a:xfrm>
          </p:grpSpPr>
          <p:grpSp>
            <p:nvGrpSpPr>
              <p:cNvPr id="31" name="Grupo 30">
                <a:extLst>
                  <a:ext uri="{FF2B5EF4-FFF2-40B4-BE49-F238E27FC236}">
                    <a16:creationId xmlns:a16="http://schemas.microsoft.com/office/drawing/2014/main" id="{FF29E0E9-4AF0-4C20-2105-A304C837FDAC}"/>
                  </a:ext>
                </a:extLst>
              </p:cNvPr>
              <p:cNvGrpSpPr/>
              <p:nvPr/>
            </p:nvGrpSpPr>
            <p:grpSpPr>
              <a:xfrm>
                <a:off x="7991273" y="3108960"/>
                <a:ext cx="1192486" cy="1369240"/>
                <a:chOff x="7991273" y="2902563"/>
                <a:chExt cx="1378938" cy="1575637"/>
              </a:xfrm>
            </p:grpSpPr>
            <p:sp>
              <p:nvSpPr>
                <p:cNvPr id="30" name="Rectángulo: esquinas redondeadas 29">
                  <a:extLst>
                    <a:ext uri="{FF2B5EF4-FFF2-40B4-BE49-F238E27FC236}">
                      <a16:creationId xmlns:a16="http://schemas.microsoft.com/office/drawing/2014/main" id="{7E0CEB59-78EF-8038-EC5F-1CAF31F267EA}"/>
                    </a:ext>
                  </a:extLst>
                </p:cNvPr>
                <p:cNvSpPr/>
                <p:nvPr/>
              </p:nvSpPr>
              <p:spPr>
                <a:xfrm>
                  <a:off x="8256775" y="2902563"/>
                  <a:ext cx="847929" cy="864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28412C63-03CC-5D12-8C7A-AEFA3EE212E2}"/>
                    </a:ext>
                  </a:extLst>
                </p:cNvPr>
                <p:cNvGrpSpPr/>
                <p:nvPr/>
              </p:nvGrpSpPr>
              <p:grpSpPr>
                <a:xfrm>
                  <a:off x="7991273" y="2912222"/>
                  <a:ext cx="1378938" cy="1565978"/>
                  <a:chOff x="7991273" y="2899522"/>
                  <a:chExt cx="1378938" cy="1565978"/>
                </a:xfrm>
                <a:solidFill>
                  <a:schemeClr val="bg1">
                    <a:lumMod val="65000"/>
                  </a:schemeClr>
                </a:solidFill>
              </p:grpSpPr>
              <p:sp>
                <p:nvSpPr>
                  <p:cNvPr id="26" name="Diagrama de flujo: operación manual 25">
                    <a:extLst>
                      <a:ext uri="{FF2B5EF4-FFF2-40B4-BE49-F238E27FC236}">
                        <a16:creationId xmlns:a16="http://schemas.microsoft.com/office/drawing/2014/main" id="{B8956ABD-D7B2-172B-CB96-2B8775B275D7}"/>
                      </a:ext>
                    </a:extLst>
                  </p:cNvPr>
                  <p:cNvSpPr/>
                  <p:nvPr/>
                </p:nvSpPr>
                <p:spPr>
                  <a:xfrm flipV="1">
                    <a:off x="7991273" y="3227996"/>
                    <a:ext cx="1378938" cy="1237504"/>
                  </a:xfrm>
                  <a:prstGeom prst="flowChartManualOperation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28" name="Rectángulo: esquinas redondeadas 27">
                    <a:extLst>
                      <a:ext uri="{FF2B5EF4-FFF2-40B4-BE49-F238E27FC236}">
                        <a16:creationId xmlns:a16="http://schemas.microsoft.com/office/drawing/2014/main" id="{E794ADEB-8569-79F0-95A6-625C94B7BD83}"/>
                      </a:ext>
                    </a:extLst>
                  </p:cNvPr>
                  <p:cNvSpPr/>
                  <p:nvPr/>
                </p:nvSpPr>
                <p:spPr>
                  <a:xfrm>
                    <a:off x="8263838" y="2899522"/>
                    <a:ext cx="832576" cy="828532"/>
                  </a:xfrm>
                  <a:prstGeom prst="roundRect">
                    <a:avLst>
                      <a:gd name="adj" fmla="val 5000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5C8A4B7E-6172-8328-3622-BD543FC163DD}"/>
                  </a:ext>
                </a:extLst>
              </p:cNvPr>
              <p:cNvGrpSpPr/>
              <p:nvPr/>
            </p:nvGrpSpPr>
            <p:grpSpPr>
              <a:xfrm>
                <a:off x="8264231" y="3302025"/>
                <a:ext cx="650381" cy="648002"/>
                <a:chOff x="6536859" y="3235415"/>
                <a:chExt cx="702797" cy="718511"/>
              </a:xfrm>
            </p:grpSpPr>
            <p:grpSp>
              <p:nvGrpSpPr>
                <p:cNvPr id="55" name="Grupo 54">
                  <a:extLst>
                    <a:ext uri="{FF2B5EF4-FFF2-40B4-BE49-F238E27FC236}">
                      <a16:creationId xmlns:a16="http://schemas.microsoft.com/office/drawing/2014/main" id="{A789ACB0-F758-E87A-A02B-806113E73839}"/>
                    </a:ext>
                  </a:extLst>
                </p:cNvPr>
                <p:cNvGrpSpPr/>
                <p:nvPr/>
              </p:nvGrpSpPr>
              <p:grpSpPr>
                <a:xfrm>
                  <a:off x="6614242" y="3319782"/>
                  <a:ext cx="540000" cy="540000"/>
                  <a:chOff x="6614242" y="3319782"/>
                  <a:chExt cx="540000" cy="540000"/>
                </a:xfrm>
              </p:grpSpPr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7FE0000C-EDC1-7F5D-8273-9D6BFE2A7C45}"/>
                      </a:ext>
                    </a:extLst>
                  </p:cNvPr>
                  <p:cNvSpPr/>
                  <p:nvPr/>
                </p:nvSpPr>
                <p:spPr>
                  <a:xfrm>
                    <a:off x="6614242" y="3319782"/>
                    <a:ext cx="540000" cy="540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4" name="Elipse 33">
                    <a:extLst>
                      <a:ext uri="{FF2B5EF4-FFF2-40B4-BE49-F238E27FC236}">
                        <a16:creationId xmlns:a16="http://schemas.microsoft.com/office/drawing/2014/main" id="{F53AA3F2-43CB-BD31-B019-53389A1FB9A0}"/>
                      </a:ext>
                    </a:extLst>
                  </p:cNvPr>
                  <p:cNvSpPr/>
                  <p:nvPr/>
                </p:nvSpPr>
                <p:spPr>
                  <a:xfrm>
                    <a:off x="6812242" y="3517782"/>
                    <a:ext cx="144000" cy="144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38" name="Grupo 37">
                  <a:extLst>
                    <a:ext uri="{FF2B5EF4-FFF2-40B4-BE49-F238E27FC236}">
                      <a16:creationId xmlns:a16="http://schemas.microsoft.com/office/drawing/2014/main" id="{F9098FFC-5A25-21F6-65D6-A5E3ACA9EF53}"/>
                    </a:ext>
                  </a:extLst>
                </p:cNvPr>
                <p:cNvGrpSpPr/>
                <p:nvPr/>
              </p:nvGrpSpPr>
              <p:grpSpPr>
                <a:xfrm>
                  <a:off x="7045881" y="3247782"/>
                  <a:ext cx="193774" cy="217499"/>
                  <a:chOff x="7045881" y="3247782"/>
                  <a:chExt cx="193774" cy="217499"/>
                </a:xfrm>
              </p:grpSpPr>
              <p:sp>
                <p:nvSpPr>
                  <p:cNvPr id="33" name="Elipse 32">
                    <a:extLst>
                      <a:ext uri="{FF2B5EF4-FFF2-40B4-BE49-F238E27FC236}">
                        <a16:creationId xmlns:a16="http://schemas.microsoft.com/office/drawing/2014/main" id="{2D27C753-EFF2-2B7C-C365-C68D6892B81D}"/>
                      </a:ext>
                    </a:extLst>
                  </p:cNvPr>
                  <p:cNvSpPr/>
                  <p:nvPr/>
                </p:nvSpPr>
                <p:spPr>
                  <a:xfrm>
                    <a:off x="7086400" y="3247782"/>
                    <a:ext cx="144000" cy="14400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5A4F4273-6BDC-85CB-F99B-971769410F2D}"/>
                      </a:ext>
                    </a:extLst>
                  </p:cNvPr>
                  <p:cNvSpPr/>
                  <p:nvPr/>
                </p:nvSpPr>
                <p:spPr>
                  <a:xfrm>
                    <a:off x="7045881" y="3247920"/>
                    <a:ext cx="179233" cy="5975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30A68EB6-C46E-CB18-C398-D1BB80F54A8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11134" y="3336759"/>
                    <a:ext cx="184944" cy="7209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39" name="Grupo 38">
                  <a:extLst>
                    <a:ext uri="{FF2B5EF4-FFF2-40B4-BE49-F238E27FC236}">
                      <a16:creationId xmlns:a16="http://schemas.microsoft.com/office/drawing/2014/main" id="{4C8DD83C-A11C-76D6-7E52-29B3928F1093}"/>
                    </a:ext>
                  </a:extLst>
                </p:cNvPr>
                <p:cNvGrpSpPr/>
                <p:nvPr/>
              </p:nvGrpSpPr>
              <p:grpSpPr>
                <a:xfrm rot="5400000">
                  <a:off x="7023341" y="3737610"/>
                  <a:ext cx="199994" cy="232637"/>
                  <a:chOff x="7045882" y="3233241"/>
                  <a:chExt cx="199994" cy="232637"/>
                </a:xfrm>
              </p:grpSpPr>
              <p:sp>
                <p:nvSpPr>
                  <p:cNvPr id="40" name="Elipse 39">
                    <a:extLst>
                      <a:ext uri="{FF2B5EF4-FFF2-40B4-BE49-F238E27FC236}">
                        <a16:creationId xmlns:a16="http://schemas.microsoft.com/office/drawing/2014/main" id="{CC35DEB7-A8B2-261A-1CB0-A5D7CECF8C63}"/>
                      </a:ext>
                    </a:extLst>
                  </p:cNvPr>
                  <p:cNvSpPr/>
                  <p:nvPr/>
                </p:nvSpPr>
                <p:spPr>
                  <a:xfrm>
                    <a:off x="7086401" y="3247782"/>
                    <a:ext cx="144000" cy="14400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1" name="Rectángulo 40">
                    <a:extLst>
                      <a:ext uri="{FF2B5EF4-FFF2-40B4-BE49-F238E27FC236}">
                        <a16:creationId xmlns:a16="http://schemas.microsoft.com/office/drawing/2014/main" id="{AF5D7F47-D2AC-70B3-01E7-BFA907F75C03}"/>
                      </a:ext>
                    </a:extLst>
                  </p:cNvPr>
                  <p:cNvSpPr/>
                  <p:nvPr/>
                </p:nvSpPr>
                <p:spPr>
                  <a:xfrm>
                    <a:off x="7045882" y="3233241"/>
                    <a:ext cx="199994" cy="71861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2" name="Rectángulo 41">
                    <a:extLst>
                      <a:ext uri="{FF2B5EF4-FFF2-40B4-BE49-F238E27FC236}">
                        <a16:creationId xmlns:a16="http://schemas.microsoft.com/office/drawing/2014/main" id="{0B8175B0-8CD1-8596-762C-24C1A42E7C0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23388" y="3349412"/>
                    <a:ext cx="157603" cy="7532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937996AA-D41E-82C7-AC73-431781514B69}"/>
                    </a:ext>
                  </a:extLst>
                </p:cNvPr>
                <p:cNvGrpSpPr/>
                <p:nvPr/>
              </p:nvGrpSpPr>
              <p:grpSpPr>
                <a:xfrm rot="10800000">
                  <a:off x="6536859" y="3714969"/>
                  <a:ext cx="184520" cy="210352"/>
                  <a:chOff x="7045881" y="3254925"/>
                  <a:chExt cx="184520" cy="210352"/>
                </a:xfrm>
              </p:grpSpPr>
              <p:sp>
                <p:nvSpPr>
                  <p:cNvPr id="44" name="Elipse 43">
                    <a:extLst>
                      <a:ext uri="{FF2B5EF4-FFF2-40B4-BE49-F238E27FC236}">
                        <a16:creationId xmlns:a16="http://schemas.microsoft.com/office/drawing/2014/main" id="{F0038377-26F5-02FA-B240-35777ED6E78A}"/>
                      </a:ext>
                    </a:extLst>
                  </p:cNvPr>
                  <p:cNvSpPr/>
                  <p:nvPr/>
                </p:nvSpPr>
                <p:spPr>
                  <a:xfrm>
                    <a:off x="7086400" y="3254925"/>
                    <a:ext cx="144000" cy="14400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5" name="Rectángulo 44">
                    <a:extLst>
                      <a:ext uri="{FF2B5EF4-FFF2-40B4-BE49-F238E27FC236}">
                        <a16:creationId xmlns:a16="http://schemas.microsoft.com/office/drawing/2014/main" id="{C34CA675-FFAF-1B4A-496E-B0BEBA75C029}"/>
                      </a:ext>
                    </a:extLst>
                  </p:cNvPr>
                  <p:cNvSpPr/>
                  <p:nvPr/>
                </p:nvSpPr>
                <p:spPr>
                  <a:xfrm>
                    <a:off x="7045881" y="3254926"/>
                    <a:ext cx="184520" cy="527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6" name="Rectángulo 45">
                    <a:extLst>
                      <a:ext uri="{FF2B5EF4-FFF2-40B4-BE49-F238E27FC236}">
                        <a16:creationId xmlns:a16="http://schemas.microsoft.com/office/drawing/2014/main" id="{E0B72CA2-4FD1-E976-2CB2-0099394D1AC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18889" y="3353767"/>
                    <a:ext cx="157603" cy="6541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47" name="Grupo 46">
                  <a:extLst>
                    <a:ext uri="{FF2B5EF4-FFF2-40B4-BE49-F238E27FC236}">
                      <a16:creationId xmlns:a16="http://schemas.microsoft.com/office/drawing/2014/main" id="{3B343742-83B5-5478-A468-45D47BAF70A8}"/>
                    </a:ext>
                  </a:extLst>
                </p:cNvPr>
                <p:cNvGrpSpPr/>
                <p:nvPr/>
              </p:nvGrpSpPr>
              <p:grpSpPr>
                <a:xfrm rot="16200000">
                  <a:off x="6559393" y="3219373"/>
                  <a:ext cx="185412" cy="217495"/>
                  <a:chOff x="7051671" y="3247782"/>
                  <a:chExt cx="185412" cy="217495"/>
                </a:xfrm>
              </p:grpSpPr>
              <p:sp>
                <p:nvSpPr>
                  <p:cNvPr id="48" name="Elipse 47">
                    <a:extLst>
                      <a:ext uri="{FF2B5EF4-FFF2-40B4-BE49-F238E27FC236}">
                        <a16:creationId xmlns:a16="http://schemas.microsoft.com/office/drawing/2014/main" id="{E55671C9-A8EB-0A4A-92D8-95CE8FAD40DB}"/>
                      </a:ext>
                    </a:extLst>
                  </p:cNvPr>
                  <p:cNvSpPr/>
                  <p:nvPr/>
                </p:nvSpPr>
                <p:spPr>
                  <a:xfrm>
                    <a:off x="7086400" y="3247783"/>
                    <a:ext cx="144000" cy="14400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9" name="Rectángulo 48">
                    <a:extLst>
                      <a:ext uri="{FF2B5EF4-FFF2-40B4-BE49-F238E27FC236}">
                        <a16:creationId xmlns:a16="http://schemas.microsoft.com/office/drawing/2014/main" id="{C22D4AB5-D9D0-C9FA-9333-7B0B5A32F91F}"/>
                      </a:ext>
                    </a:extLst>
                  </p:cNvPr>
                  <p:cNvSpPr/>
                  <p:nvPr/>
                </p:nvSpPr>
                <p:spPr>
                  <a:xfrm>
                    <a:off x="7051671" y="3247782"/>
                    <a:ext cx="185412" cy="5751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0" name="Rectángulo 49">
                    <a:extLst>
                      <a:ext uri="{FF2B5EF4-FFF2-40B4-BE49-F238E27FC236}">
                        <a16:creationId xmlns:a16="http://schemas.microsoft.com/office/drawing/2014/main" id="{4EF5A248-2CE3-B92A-7482-62AD0E4E466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18892" y="3353767"/>
                    <a:ext cx="157603" cy="65417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96" name="Grupo 195">
              <a:extLst>
                <a:ext uri="{FF2B5EF4-FFF2-40B4-BE49-F238E27FC236}">
                  <a16:creationId xmlns:a16="http://schemas.microsoft.com/office/drawing/2014/main" id="{09CC8315-68FC-69B3-8BB2-61AFE22B770D}"/>
                </a:ext>
              </a:extLst>
            </p:cNvPr>
            <p:cNvGrpSpPr/>
            <p:nvPr/>
          </p:nvGrpSpPr>
          <p:grpSpPr>
            <a:xfrm>
              <a:off x="6089175" y="1851040"/>
              <a:ext cx="1144431" cy="1266043"/>
              <a:chOff x="6089175" y="1851040"/>
              <a:chExt cx="1144431" cy="1266043"/>
            </a:xfrm>
          </p:grpSpPr>
          <p:grpSp>
            <p:nvGrpSpPr>
              <p:cNvPr id="117" name="Grupo 116">
                <a:extLst>
                  <a:ext uri="{FF2B5EF4-FFF2-40B4-BE49-F238E27FC236}">
                    <a16:creationId xmlns:a16="http://schemas.microsoft.com/office/drawing/2014/main" id="{510A80B7-9FB3-35C4-DF5E-7E4BB864B315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</p:grpSpPr>
            <p:grpSp>
              <p:nvGrpSpPr>
                <p:cNvPr id="109" name="Grupo 108">
                  <a:extLst>
                    <a:ext uri="{FF2B5EF4-FFF2-40B4-BE49-F238E27FC236}">
                      <a16:creationId xmlns:a16="http://schemas.microsoft.com/office/drawing/2014/main" id="{15338A9F-C4BB-A351-E115-480B28503C41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</p:grpSpPr>
              <p:grpSp>
                <p:nvGrpSpPr>
                  <p:cNvPr id="110" name="Grupo 109">
                    <a:extLst>
                      <a:ext uri="{FF2B5EF4-FFF2-40B4-BE49-F238E27FC236}">
                        <a16:creationId xmlns:a16="http://schemas.microsoft.com/office/drawing/2014/main" id="{132B285E-905D-56D8-4A24-D51E59C4BC01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solidFill>
                    <a:schemeClr val="bg1">
                      <a:lumMod val="65000"/>
                    </a:schemeClr>
                  </a:solidFill>
                </p:grpSpPr>
                <p:grpSp>
                  <p:nvGrpSpPr>
                    <p:cNvPr id="112" name="Grupo 111">
                      <a:extLst>
                        <a:ext uri="{FF2B5EF4-FFF2-40B4-BE49-F238E27FC236}">
                          <a16:creationId xmlns:a16="http://schemas.microsoft.com/office/drawing/2014/main" id="{D78A658D-E96B-EA53-D5E2-255709C6D1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114" name="Elipse 113">
                        <a:extLst>
                          <a:ext uri="{FF2B5EF4-FFF2-40B4-BE49-F238E27FC236}">
                            <a16:creationId xmlns:a16="http://schemas.microsoft.com/office/drawing/2014/main" id="{EEEA0950-7054-839F-19F5-2DE4963A7B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5" name="Diagrama de flujo: operación manual 114">
                        <a:extLst>
                          <a:ext uri="{FF2B5EF4-FFF2-40B4-BE49-F238E27FC236}">
                            <a16:creationId xmlns:a16="http://schemas.microsoft.com/office/drawing/2014/main" id="{F1446F30-3E56-861D-1B6B-02076EB2571C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13" name="Elipse 112">
                      <a:extLst>
                        <a:ext uri="{FF2B5EF4-FFF2-40B4-BE49-F238E27FC236}">
                          <a16:creationId xmlns:a16="http://schemas.microsoft.com/office/drawing/2014/main" id="{595F54E3-2467-0684-8AF0-489895DD68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11" name="Diagrama de flujo: operación manual 110">
                    <a:extLst>
                      <a:ext uri="{FF2B5EF4-FFF2-40B4-BE49-F238E27FC236}">
                        <a16:creationId xmlns:a16="http://schemas.microsoft.com/office/drawing/2014/main" id="{D2BCC66E-B257-5636-02B0-74B8818FE8D6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190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16" name="Elipse 115">
                  <a:extLst>
                    <a:ext uri="{FF2B5EF4-FFF2-40B4-BE49-F238E27FC236}">
                      <a16:creationId xmlns:a16="http://schemas.microsoft.com/office/drawing/2014/main" id="{636DEA5C-F7BD-B141-B45F-F3ECD37AEE60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67" name="Elipse 166">
                <a:extLst>
                  <a:ext uri="{FF2B5EF4-FFF2-40B4-BE49-F238E27FC236}">
                    <a16:creationId xmlns:a16="http://schemas.microsoft.com/office/drawing/2014/main" id="{D23FC73A-BDA1-EFDF-2FA9-1E5E8AF96448}"/>
                  </a:ext>
                </a:extLst>
              </p:cNvPr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68" name="Elipse 167">
              <a:extLst>
                <a:ext uri="{FF2B5EF4-FFF2-40B4-BE49-F238E27FC236}">
                  <a16:creationId xmlns:a16="http://schemas.microsoft.com/office/drawing/2014/main" id="{04D0D0BC-A784-5C7B-FC39-BD1720BF3931}"/>
                </a:ext>
              </a:extLst>
            </p:cNvPr>
            <p:cNvSpPr/>
            <p:nvPr/>
          </p:nvSpPr>
          <p:spPr>
            <a:xfrm>
              <a:off x="6291474" y="2530285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9" name="Elipse 168">
              <a:extLst>
                <a:ext uri="{FF2B5EF4-FFF2-40B4-BE49-F238E27FC236}">
                  <a16:creationId xmlns:a16="http://schemas.microsoft.com/office/drawing/2014/main" id="{12B75637-7756-C222-080A-D7BBB9712FE4}"/>
                </a:ext>
              </a:extLst>
            </p:cNvPr>
            <p:cNvSpPr/>
            <p:nvPr/>
          </p:nvSpPr>
          <p:spPr>
            <a:xfrm>
              <a:off x="6103211" y="3035450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0" name="Elipse 169">
              <a:extLst>
                <a:ext uri="{FF2B5EF4-FFF2-40B4-BE49-F238E27FC236}">
                  <a16:creationId xmlns:a16="http://schemas.microsoft.com/office/drawing/2014/main" id="{6E3C7739-78ED-9E41-AE72-12816A2D9A3B}"/>
                </a:ext>
              </a:extLst>
            </p:cNvPr>
            <p:cNvSpPr/>
            <p:nvPr/>
          </p:nvSpPr>
          <p:spPr>
            <a:xfrm>
              <a:off x="7836051" y="4369949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1" name="Elipse 170">
              <a:extLst>
                <a:ext uri="{FF2B5EF4-FFF2-40B4-BE49-F238E27FC236}">
                  <a16:creationId xmlns:a16="http://schemas.microsoft.com/office/drawing/2014/main" id="{8E7F1725-B6B4-7333-5662-6E8730DBF052}"/>
                </a:ext>
              </a:extLst>
            </p:cNvPr>
            <p:cNvSpPr/>
            <p:nvPr/>
          </p:nvSpPr>
          <p:spPr>
            <a:xfrm>
              <a:off x="8531706" y="3190317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2" name="Elipse 171">
              <a:extLst>
                <a:ext uri="{FF2B5EF4-FFF2-40B4-BE49-F238E27FC236}">
                  <a16:creationId xmlns:a16="http://schemas.microsoft.com/office/drawing/2014/main" id="{5A69616E-A826-9365-5E6F-BAF4213F060A}"/>
                </a:ext>
              </a:extLst>
            </p:cNvPr>
            <p:cNvSpPr/>
            <p:nvPr/>
          </p:nvSpPr>
          <p:spPr>
            <a:xfrm>
              <a:off x="6931565" y="2095862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3" name="Elipse 172">
              <a:extLst>
                <a:ext uri="{FF2B5EF4-FFF2-40B4-BE49-F238E27FC236}">
                  <a16:creationId xmlns:a16="http://schemas.microsoft.com/office/drawing/2014/main" id="{DCF5BA0B-E705-3CE7-9826-0F62BF3A15CB}"/>
                </a:ext>
              </a:extLst>
            </p:cNvPr>
            <p:cNvSpPr/>
            <p:nvPr/>
          </p:nvSpPr>
          <p:spPr>
            <a:xfrm>
              <a:off x="5977502" y="3781235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4" name="Elipse 173">
              <a:extLst>
                <a:ext uri="{FF2B5EF4-FFF2-40B4-BE49-F238E27FC236}">
                  <a16:creationId xmlns:a16="http://schemas.microsoft.com/office/drawing/2014/main" id="{8DD7A058-FF53-C0BC-7BA8-6303C2DFEACC}"/>
                </a:ext>
              </a:extLst>
            </p:cNvPr>
            <p:cNvSpPr/>
            <p:nvPr/>
          </p:nvSpPr>
          <p:spPr>
            <a:xfrm>
              <a:off x="6226142" y="3952430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199" name="Grupo 198">
              <a:extLst>
                <a:ext uri="{FF2B5EF4-FFF2-40B4-BE49-F238E27FC236}">
                  <a16:creationId xmlns:a16="http://schemas.microsoft.com/office/drawing/2014/main" id="{127BE7D4-BB22-6C80-5F50-CAC0311D23CB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7379270" y="4515549"/>
              <a:chExt cx="3600000" cy="2124000"/>
            </a:xfrm>
          </p:grpSpPr>
          <p:sp>
            <p:nvSpPr>
              <p:cNvPr id="186" name="Marco 185">
                <a:extLst>
                  <a:ext uri="{FF2B5EF4-FFF2-40B4-BE49-F238E27FC236}">
                    <a16:creationId xmlns:a16="http://schemas.microsoft.com/office/drawing/2014/main" id="{226C71A4-16AD-571D-661F-A662089ACDF0}"/>
                  </a:ext>
                </a:extLst>
              </p:cNvPr>
              <p:cNvSpPr/>
              <p:nvPr/>
            </p:nvSpPr>
            <p:spPr>
              <a:xfrm>
                <a:off x="8174068" y="5608375"/>
                <a:ext cx="1028742" cy="788098"/>
              </a:xfrm>
              <a:prstGeom prst="frame">
                <a:avLst>
                  <a:gd name="adj1" fmla="val 5522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Marco 183">
                <a:extLst>
                  <a:ext uri="{FF2B5EF4-FFF2-40B4-BE49-F238E27FC236}">
                    <a16:creationId xmlns:a16="http://schemas.microsoft.com/office/drawing/2014/main" id="{F8457780-4244-2DC1-B256-D8F30955D880}"/>
                  </a:ext>
                </a:extLst>
              </p:cNvPr>
              <p:cNvSpPr/>
              <p:nvPr/>
            </p:nvSpPr>
            <p:spPr>
              <a:xfrm>
                <a:off x="9198999" y="5436549"/>
                <a:ext cx="1111511" cy="1002000"/>
              </a:xfrm>
              <a:prstGeom prst="frame">
                <a:avLst>
                  <a:gd name="adj1" fmla="val 5522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CD4641E9-7761-327A-709A-31736F3FF943}"/>
                  </a:ext>
                </a:extLst>
              </p:cNvPr>
              <p:cNvGrpSpPr/>
              <p:nvPr/>
            </p:nvGrpSpPr>
            <p:grpSpPr>
              <a:xfrm>
                <a:off x="7379270" y="4515549"/>
                <a:ext cx="3600000" cy="2124000"/>
                <a:chOff x="6968452" y="4347629"/>
                <a:chExt cx="3600000" cy="2124000"/>
              </a:xfrm>
            </p:grpSpPr>
            <p:grpSp>
              <p:nvGrpSpPr>
                <p:cNvPr id="20" name="Grupo 19">
                  <a:extLst>
                    <a:ext uri="{FF2B5EF4-FFF2-40B4-BE49-F238E27FC236}">
                      <a16:creationId xmlns:a16="http://schemas.microsoft.com/office/drawing/2014/main" id="{095FA1DA-5A92-6C6F-77CB-A2B70645B627}"/>
                    </a:ext>
                  </a:extLst>
                </p:cNvPr>
                <p:cNvGrpSpPr/>
                <p:nvPr/>
              </p:nvGrpSpPr>
              <p:grpSpPr>
                <a:xfrm>
                  <a:off x="6968452" y="4347629"/>
                  <a:ext cx="3600000" cy="1980000"/>
                  <a:chOff x="6133565" y="4657920"/>
                  <a:chExt cx="3600000" cy="1980000"/>
                </a:xfrm>
              </p:grpSpPr>
              <p:grpSp>
                <p:nvGrpSpPr>
                  <p:cNvPr id="19" name="Grupo 18">
                    <a:extLst>
                      <a:ext uri="{FF2B5EF4-FFF2-40B4-BE49-F238E27FC236}">
                        <a16:creationId xmlns:a16="http://schemas.microsoft.com/office/drawing/2014/main" id="{74F32D35-7E0E-FD25-54C4-EFD4E4EE924C}"/>
                      </a:ext>
                    </a:extLst>
                  </p:cNvPr>
                  <p:cNvGrpSpPr/>
                  <p:nvPr/>
                </p:nvGrpSpPr>
                <p:grpSpPr>
                  <a:xfrm>
                    <a:off x="6133565" y="4657920"/>
                    <a:ext cx="3600000" cy="1980000"/>
                    <a:chOff x="6133565" y="4657920"/>
                    <a:chExt cx="3600000" cy="1980000"/>
                  </a:xfrm>
                </p:grpSpPr>
                <p:sp>
                  <p:nvSpPr>
                    <p:cNvPr id="9" name="Rectángulo 8">
                      <a:extLst>
                        <a:ext uri="{FF2B5EF4-FFF2-40B4-BE49-F238E27FC236}">
                          <a16:creationId xmlns:a16="http://schemas.microsoft.com/office/drawing/2014/main" id="{1EE447CF-D211-98A0-B015-C64C4E9659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3565" y="4657920"/>
                      <a:ext cx="2880000" cy="180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" name="Rectángulo 9">
                      <a:extLst>
                        <a:ext uri="{FF2B5EF4-FFF2-40B4-BE49-F238E27FC236}">
                          <a16:creationId xmlns:a16="http://schemas.microsoft.com/office/drawing/2014/main" id="{B9D143B5-50C2-77DE-7DBD-E0B7FA1FE3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3565" y="6457920"/>
                      <a:ext cx="3600000" cy="180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8" name="Grupo 17">
                    <a:extLst>
                      <a:ext uri="{FF2B5EF4-FFF2-40B4-BE49-F238E27FC236}">
                        <a16:creationId xmlns:a16="http://schemas.microsoft.com/office/drawing/2014/main" id="{5F3F276E-5FE2-8BD1-125C-87609AF6B82A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880000" cy="1621629"/>
                    <a:chOff x="6493565" y="4837920"/>
                    <a:chExt cx="2880000" cy="1621629"/>
                  </a:xfrm>
                </p:grpSpPr>
                <p:grpSp>
                  <p:nvGrpSpPr>
                    <p:cNvPr id="14" name="Grupo 13">
                      <a:extLst>
                        <a:ext uri="{FF2B5EF4-FFF2-40B4-BE49-F238E27FC236}">
                          <a16:creationId xmlns:a16="http://schemas.microsoft.com/office/drawing/2014/main" id="{B7A63979-74C7-F62B-DF28-83854E09B7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93565" y="4837920"/>
                      <a:ext cx="252000" cy="1621629"/>
                      <a:chOff x="6493565" y="4837920"/>
                      <a:chExt cx="252000" cy="1621629"/>
                    </a:xfrm>
                  </p:grpSpPr>
                  <p:sp>
                    <p:nvSpPr>
                      <p:cNvPr id="11" name="Rectángulo 10">
                        <a:extLst>
                          <a:ext uri="{FF2B5EF4-FFF2-40B4-BE49-F238E27FC236}">
                            <a16:creationId xmlns:a16="http://schemas.microsoft.com/office/drawing/2014/main" id="{685A7595-DAE6-129A-89EE-FE7820C00DC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5809565" y="5523549"/>
                        <a:ext cx="1620000" cy="252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3" name="Rectángulo 12">
                        <a:extLst>
                          <a:ext uri="{FF2B5EF4-FFF2-40B4-BE49-F238E27FC236}">
                            <a16:creationId xmlns:a16="http://schemas.microsoft.com/office/drawing/2014/main" id="{B996832B-1014-E72D-1A73-9F3AA61E484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5809565" y="5593920"/>
                        <a:ext cx="1620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5" name="Grupo 14">
                      <a:extLst>
                        <a:ext uri="{FF2B5EF4-FFF2-40B4-BE49-F238E27FC236}">
                          <a16:creationId xmlns:a16="http://schemas.microsoft.com/office/drawing/2014/main" id="{F21FFBA2-7F3C-7F7C-77B0-D392230FF1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21565" y="4837920"/>
                      <a:ext cx="252000" cy="1621629"/>
                      <a:chOff x="6493565" y="4837920"/>
                      <a:chExt cx="252000" cy="1621629"/>
                    </a:xfrm>
                  </p:grpSpPr>
                  <p:sp>
                    <p:nvSpPr>
                      <p:cNvPr id="16" name="Rectángulo 15">
                        <a:extLst>
                          <a:ext uri="{FF2B5EF4-FFF2-40B4-BE49-F238E27FC236}">
                            <a16:creationId xmlns:a16="http://schemas.microsoft.com/office/drawing/2014/main" id="{02BC1BA1-0F2D-B971-0039-610863B8894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5809565" y="5523549"/>
                        <a:ext cx="1620000" cy="252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7" name="Rectángulo 16">
                        <a:extLst>
                          <a:ext uri="{FF2B5EF4-FFF2-40B4-BE49-F238E27FC236}">
                            <a16:creationId xmlns:a16="http://schemas.microsoft.com/office/drawing/2014/main" id="{C201C925-EF5C-0925-F27D-07DD2D63273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5809565" y="5593920"/>
                        <a:ext cx="1620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  <p:grpSp>
              <p:nvGrpSpPr>
                <p:cNvPr id="23" name="Grupo 22">
                  <a:extLst>
                    <a:ext uri="{FF2B5EF4-FFF2-40B4-BE49-F238E27FC236}">
                      <a16:creationId xmlns:a16="http://schemas.microsoft.com/office/drawing/2014/main" id="{5B1F3865-E0D2-3F42-FAE9-A352845DC632}"/>
                    </a:ext>
                  </a:extLst>
                </p:cNvPr>
                <p:cNvGrpSpPr/>
                <p:nvPr/>
              </p:nvGrpSpPr>
              <p:grpSpPr>
                <a:xfrm>
                  <a:off x="7021720" y="6327629"/>
                  <a:ext cx="3489180" cy="144000"/>
                  <a:chOff x="7021720" y="6327629"/>
                  <a:chExt cx="3489180" cy="144000"/>
                </a:xfrm>
              </p:grpSpPr>
              <p:sp>
                <p:nvSpPr>
                  <p:cNvPr id="21" name="Diagrama de flujo: operación manual 20">
                    <a:extLst>
                      <a:ext uri="{FF2B5EF4-FFF2-40B4-BE49-F238E27FC236}">
                        <a16:creationId xmlns:a16="http://schemas.microsoft.com/office/drawing/2014/main" id="{2C064E4D-1B57-CF92-52D1-A58AF94E40F6}"/>
                      </a:ext>
                    </a:extLst>
                  </p:cNvPr>
                  <p:cNvSpPr/>
                  <p:nvPr/>
                </p:nvSpPr>
                <p:spPr>
                  <a:xfrm>
                    <a:off x="7021720" y="6327629"/>
                    <a:ext cx="144000" cy="144000"/>
                  </a:xfrm>
                  <a:prstGeom prst="flowChartManualOperation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22" name="Diagrama de flujo: operación manual 21">
                    <a:extLst>
                      <a:ext uri="{FF2B5EF4-FFF2-40B4-BE49-F238E27FC236}">
                        <a16:creationId xmlns:a16="http://schemas.microsoft.com/office/drawing/2014/main" id="{C711AA1E-A3C2-76AB-9FA3-F3FBB746A378}"/>
                      </a:ext>
                    </a:extLst>
                  </p:cNvPr>
                  <p:cNvSpPr/>
                  <p:nvPr/>
                </p:nvSpPr>
                <p:spPr>
                  <a:xfrm>
                    <a:off x="10366900" y="6327629"/>
                    <a:ext cx="144000" cy="144000"/>
                  </a:xfrm>
                  <a:prstGeom prst="flowChartManualOperation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82" name="Grupo 181">
                <a:extLst>
                  <a:ext uri="{FF2B5EF4-FFF2-40B4-BE49-F238E27FC236}">
                    <a16:creationId xmlns:a16="http://schemas.microsoft.com/office/drawing/2014/main" id="{5E25A17F-0C34-D685-083D-2217B9E80B15}"/>
                  </a:ext>
                </a:extLst>
              </p:cNvPr>
              <p:cNvGrpSpPr/>
              <p:nvPr/>
            </p:nvGrpSpPr>
            <p:grpSpPr>
              <a:xfrm>
                <a:off x="9336076" y="5529713"/>
                <a:ext cx="762232" cy="780315"/>
                <a:chOff x="9033457" y="5328123"/>
                <a:chExt cx="300588" cy="306875"/>
              </a:xfrm>
            </p:grpSpPr>
            <p:sp>
              <p:nvSpPr>
                <p:cNvPr id="179" name="Rectángulo 178">
                  <a:extLst>
                    <a:ext uri="{FF2B5EF4-FFF2-40B4-BE49-F238E27FC236}">
                      <a16:creationId xmlns:a16="http://schemas.microsoft.com/office/drawing/2014/main" id="{CB26E21B-FE56-F962-06BB-1BEDBA9710C7}"/>
                    </a:ext>
                  </a:extLst>
                </p:cNvPr>
                <p:cNvSpPr/>
                <p:nvPr/>
              </p:nvSpPr>
              <p:spPr>
                <a:xfrm>
                  <a:off x="9034363" y="5407088"/>
                  <a:ext cx="298791" cy="152813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0" name="Rectángulo 179">
                  <a:extLst>
                    <a:ext uri="{FF2B5EF4-FFF2-40B4-BE49-F238E27FC236}">
                      <a16:creationId xmlns:a16="http://schemas.microsoft.com/office/drawing/2014/main" id="{9117ACFB-131F-A76A-7081-3466B1021F03}"/>
                    </a:ext>
                  </a:extLst>
                </p:cNvPr>
                <p:cNvSpPr/>
                <p:nvPr/>
              </p:nvSpPr>
              <p:spPr>
                <a:xfrm>
                  <a:off x="9035254" y="5328123"/>
                  <a:ext cx="298791" cy="7640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1" name="Rectángulo 180">
                  <a:extLst>
                    <a:ext uri="{FF2B5EF4-FFF2-40B4-BE49-F238E27FC236}">
                      <a16:creationId xmlns:a16="http://schemas.microsoft.com/office/drawing/2014/main" id="{F069C962-2349-968F-CBF7-6F51D3A13648}"/>
                    </a:ext>
                  </a:extLst>
                </p:cNvPr>
                <p:cNvSpPr/>
                <p:nvPr/>
              </p:nvSpPr>
              <p:spPr>
                <a:xfrm>
                  <a:off x="9033457" y="5558592"/>
                  <a:ext cx="298791" cy="7640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85" name="Rectángulo 184">
                <a:extLst>
                  <a:ext uri="{FF2B5EF4-FFF2-40B4-BE49-F238E27FC236}">
                    <a16:creationId xmlns:a16="http://schemas.microsoft.com/office/drawing/2014/main" id="{F32CE230-FE2B-B399-F69B-701C3C187E2E}"/>
                  </a:ext>
                </a:extLst>
              </p:cNvPr>
              <p:cNvSpPr/>
              <p:nvPr/>
            </p:nvSpPr>
            <p:spPr>
              <a:xfrm>
                <a:off x="8448868" y="5808852"/>
                <a:ext cx="472343" cy="49446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F2824CE9-E0E6-A082-6DE3-C3BC18BE264B}"/>
                  </a:ext>
                </a:extLst>
              </p:cNvPr>
              <p:cNvGrpSpPr/>
              <p:nvPr/>
            </p:nvGrpSpPr>
            <p:grpSpPr>
              <a:xfrm>
                <a:off x="8174068" y="5162752"/>
                <a:ext cx="1779238" cy="242322"/>
                <a:chOff x="8174068" y="5109412"/>
                <a:chExt cx="1779238" cy="242322"/>
              </a:xfrm>
            </p:grpSpPr>
            <p:grpSp>
              <p:nvGrpSpPr>
                <p:cNvPr id="190" name="Grupo 189">
                  <a:extLst>
                    <a:ext uri="{FF2B5EF4-FFF2-40B4-BE49-F238E27FC236}">
                      <a16:creationId xmlns:a16="http://schemas.microsoft.com/office/drawing/2014/main" id="{BF19F7E0-6D78-553A-E328-F37DD0D8C7C1}"/>
                    </a:ext>
                  </a:extLst>
                </p:cNvPr>
                <p:cNvGrpSpPr/>
                <p:nvPr/>
              </p:nvGrpSpPr>
              <p:grpSpPr>
                <a:xfrm>
                  <a:off x="8174068" y="5109412"/>
                  <a:ext cx="1779238" cy="242322"/>
                  <a:chOff x="8174068" y="5109412"/>
                  <a:chExt cx="1779238" cy="242322"/>
                </a:xfrm>
                <a:solidFill>
                  <a:schemeClr val="bg1">
                    <a:lumMod val="75000"/>
                  </a:schemeClr>
                </a:solidFill>
              </p:grpSpPr>
              <p:sp>
                <p:nvSpPr>
                  <p:cNvPr id="187" name="Rectángulo 186">
                    <a:extLst>
                      <a:ext uri="{FF2B5EF4-FFF2-40B4-BE49-F238E27FC236}">
                        <a16:creationId xmlns:a16="http://schemas.microsoft.com/office/drawing/2014/main" id="{8CD3F6B3-2EEA-8B35-FEAD-0E1752091B76}"/>
                      </a:ext>
                    </a:extLst>
                  </p:cNvPr>
                  <p:cNvSpPr/>
                  <p:nvPr/>
                </p:nvSpPr>
                <p:spPr>
                  <a:xfrm>
                    <a:off x="8174068" y="5143500"/>
                    <a:ext cx="1009691" cy="176962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89" name="Rectángulo 188">
                    <a:extLst>
                      <a:ext uri="{FF2B5EF4-FFF2-40B4-BE49-F238E27FC236}">
                        <a16:creationId xmlns:a16="http://schemas.microsoft.com/office/drawing/2014/main" id="{363A5C8B-3EAB-F2B0-795B-CABF0A20EF16}"/>
                      </a:ext>
                    </a:extLst>
                  </p:cNvPr>
                  <p:cNvSpPr/>
                  <p:nvPr/>
                </p:nvSpPr>
                <p:spPr>
                  <a:xfrm>
                    <a:off x="9458745" y="5109412"/>
                    <a:ext cx="494561" cy="242322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88" name="Rectángulo 187">
                  <a:extLst>
                    <a:ext uri="{FF2B5EF4-FFF2-40B4-BE49-F238E27FC236}">
                      <a16:creationId xmlns:a16="http://schemas.microsoft.com/office/drawing/2014/main" id="{8FD3BEAD-72B6-C0DE-12DE-19EB30A45D00}"/>
                    </a:ext>
                  </a:extLst>
                </p:cNvPr>
                <p:cNvSpPr/>
                <p:nvPr/>
              </p:nvSpPr>
              <p:spPr>
                <a:xfrm>
                  <a:off x="8181687" y="5194227"/>
                  <a:ext cx="1764000" cy="8178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95" name="Grupo 194">
                <a:extLst>
                  <a:ext uri="{FF2B5EF4-FFF2-40B4-BE49-F238E27FC236}">
                    <a16:creationId xmlns:a16="http://schemas.microsoft.com/office/drawing/2014/main" id="{829F6196-16DD-0815-D6E8-C7510DEBFB21}"/>
                  </a:ext>
                </a:extLst>
              </p:cNvPr>
              <p:cNvGrpSpPr/>
              <p:nvPr/>
            </p:nvGrpSpPr>
            <p:grpSpPr>
              <a:xfrm>
                <a:off x="8585706" y="4695549"/>
                <a:ext cx="182189" cy="1113303"/>
                <a:chOff x="8585706" y="4695549"/>
                <a:chExt cx="182189" cy="1113303"/>
              </a:xfrm>
            </p:grpSpPr>
            <p:sp>
              <p:nvSpPr>
                <p:cNvPr id="192" name="Rectángulo 191">
                  <a:extLst>
                    <a:ext uri="{FF2B5EF4-FFF2-40B4-BE49-F238E27FC236}">
                      <a16:creationId xmlns:a16="http://schemas.microsoft.com/office/drawing/2014/main" id="{25319444-2D3A-784A-6001-F2A46655AE66}"/>
                    </a:ext>
                  </a:extLst>
                </p:cNvPr>
                <p:cNvSpPr/>
                <p:nvPr/>
              </p:nvSpPr>
              <p:spPr>
                <a:xfrm>
                  <a:off x="8585706" y="4695549"/>
                  <a:ext cx="182189" cy="501291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93" name="Rectángulo 192">
                  <a:extLst>
                    <a:ext uri="{FF2B5EF4-FFF2-40B4-BE49-F238E27FC236}">
                      <a16:creationId xmlns:a16="http://schemas.microsoft.com/office/drawing/2014/main" id="{D59CDFD3-AB64-845B-DD21-F2F850DAE22A}"/>
                    </a:ext>
                  </a:extLst>
                </p:cNvPr>
                <p:cNvSpPr/>
                <p:nvPr/>
              </p:nvSpPr>
              <p:spPr>
                <a:xfrm>
                  <a:off x="8585706" y="5671686"/>
                  <a:ext cx="182189" cy="137166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65E3550F-0D7D-BBCF-AE21-0ACD931B34C5}"/>
                    </a:ext>
                  </a:extLst>
                </p:cNvPr>
                <p:cNvSpPr/>
                <p:nvPr/>
              </p:nvSpPr>
              <p:spPr>
                <a:xfrm>
                  <a:off x="8608567" y="5381346"/>
                  <a:ext cx="131756" cy="217527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9431EDAB-CEF1-EB83-7924-D27F2D417D4E}"/>
              </a:ext>
            </a:extLst>
          </p:cNvPr>
          <p:cNvSpPr txBox="1"/>
          <p:nvPr/>
        </p:nvSpPr>
        <p:spPr>
          <a:xfrm>
            <a:off x="280223" y="2387425"/>
            <a:ext cx="5494369" cy="308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Ángulo de rotación del brazo: 180°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Ángulo de rotación del brazo grande: 90°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Ángulo de rotación del brazo pequeño: 90°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Ángulo de rotación de la pata: 150°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Rotación de dedos: 360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3A220F1-38E1-8015-DA00-9CFE8D7048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09" r="8641"/>
          <a:stretch/>
        </p:blipFill>
        <p:spPr>
          <a:xfrm>
            <a:off x="2864446" y="410084"/>
            <a:ext cx="1813708" cy="18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355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17CA77EE-48A1-1785-A58C-C883F92D7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855" y="248734"/>
            <a:ext cx="9144000" cy="993153"/>
          </a:xfrm>
        </p:spPr>
        <p:txBody>
          <a:bodyPr>
            <a:normAutofit/>
          </a:bodyPr>
          <a:lstStyle/>
          <a:p>
            <a:pPr algn="l"/>
            <a:r>
              <a:rPr lang="es-ES" sz="3200" b="1" dirty="0">
                <a:solidFill>
                  <a:srgbClr val="FF0000"/>
                </a:solidFill>
              </a:rPr>
              <a:t>Vista lateral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F02922A-A143-8C3D-5852-AA36DDECEFA8}"/>
              </a:ext>
            </a:extLst>
          </p:cNvPr>
          <p:cNvGrpSpPr/>
          <p:nvPr/>
        </p:nvGrpSpPr>
        <p:grpSpPr>
          <a:xfrm>
            <a:off x="5141183" y="410084"/>
            <a:ext cx="6444000" cy="6048000"/>
            <a:chOff x="5775047" y="1851040"/>
            <a:chExt cx="5204223" cy="4788509"/>
          </a:xfrm>
        </p:grpSpPr>
        <p:grpSp>
          <p:nvGrpSpPr>
            <p:cNvPr id="178" name="Grupo 177">
              <a:extLst>
                <a:ext uri="{FF2B5EF4-FFF2-40B4-BE49-F238E27FC236}">
                  <a16:creationId xmlns:a16="http://schemas.microsoft.com/office/drawing/2014/main" id="{8316B843-3A37-0726-5253-7B4FC6313130}"/>
                </a:ext>
              </a:extLst>
            </p:cNvPr>
            <p:cNvGrpSpPr/>
            <p:nvPr/>
          </p:nvGrpSpPr>
          <p:grpSpPr>
            <a:xfrm>
              <a:off x="5775047" y="2428623"/>
              <a:ext cx="779056" cy="2126337"/>
              <a:chOff x="5775047" y="2428623"/>
              <a:chExt cx="779056" cy="2126337"/>
            </a:xfrm>
          </p:grpSpPr>
          <p:grpSp>
            <p:nvGrpSpPr>
              <p:cNvPr id="175" name="Grupo 174">
                <a:extLst>
                  <a:ext uri="{FF2B5EF4-FFF2-40B4-BE49-F238E27FC236}">
                    <a16:creationId xmlns:a16="http://schemas.microsoft.com/office/drawing/2014/main" id="{4EE03FED-2F59-0D0B-300D-CD8114C774BD}"/>
                  </a:ext>
                </a:extLst>
              </p:cNvPr>
              <p:cNvGrpSpPr/>
              <p:nvPr/>
            </p:nvGrpSpPr>
            <p:grpSpPr>
              <a:xfrm>
                <a:off x="5809042" y="3722261"/>
                <a:ext cx="709555" cy="832699"/>
                <a:chOff x="5809042" y="3722261"/>
                <a:chExt cx="709555" cy="832699"/>
              </a:xfrm>
            </p:grpSpPr>
            <p:grpSp>
              <p:nvGrpSpPr>
                <p:cNvPr id="150" name="Grupo 149">
                  <a:extLst>
                    <a:ext uri="{FF2B5EF4-FFF2-40B4-BE49-F238E27FC236}">
                      <a16:creationId xmlns:a16="http://schemas.microsoft.com/office/drawing/2014/main" id="{8A2D43C8-E809-27F1-A687-C63F73FFA021}"/>
                    </a:ext>
                  </a:extLst>
                </p:cNvPr>
                <p:cNvGrpSpPr/>
                <p:nvPr/>
              </p:nvGrpSpPr>
              <p:grpSpPr>
                <a:xfrm>
                  <a:off x="5809042" y="3722261"/>
                  <a:ext cx="276111" cy="832437"/>
                  <a:chOff x="5809042" y="3722261"/>
                  <a:chExt cx="276111" cy="832437"/>
                </a:xfrm>
              </p:grpSpPr>
              <p:grpSp>
                <p:nvGrpSpPr>
                  <p:cNvPr id="144" name="Grupo 143">
                    <a:extLst>
                      <a:ext uri="{FF2B5EF4-FFF2-40B4-BE49-F238E27FC236}">
                        <a16:creationId xmlns:a16="http://schemas.microsoft.com/office/drawing/2014/main" id="{C42B2D85-1A14-2EC9-2B73-189A15575D4E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</p:grpSpPr>
                <p:sp>
                  <p:nvSpPr>
                    <p:cNvPr id="142" name="Rectángulo: esquinas redondeadas 141">
                      <a:extLst>
                        <a:ext uri="{FF2B5EF4-FFF2-40B4-BE49-F238E27FC236}">
                          <a16:creationId xmlns:a16="http://schemas.microsoft.com/office/drawing/2014/main" id="{2150AF0A-157F-D1B3-FD7D-7842AF85BFF4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43" name="Rectángulo: esquinas redondeadas 142">
                      <a:extLst>
                        <a:ext uri="{FF2B5EF4-FFF2-40B4-BE49-F238E27FC236}">
                          <a16:creationId xmlns:a16="http://schemas.microsoft.com/office/drawing/2014/main" id="{C8E817C7-437B-C499-3AA7-69A1DE4F0BF7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48" name="Rectángulo 147">
                    <a:extLst>
                      <a:ext uri="{FF2B5EF4-FFF2-40B4-BE49-F238E27FC236}">
                        <a16:creationId xmlns:a16="http://schemas.microsoft.com/office/drawing/2014/main" id="{4A501842-1BEA-0B7C-2037-A257461A01CB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49" name="Rectángulo 148">
                    <a:extLst>
                      <a:ext uri="{FF2B5EF4-FFF2-40B4-BE49-F238E27FC236}">
                        <a16:creationId xmlns:a16="http://schemas.microsoft.com/office/drawing/2014/main" id="{EE57A6DD-5495-1F64-B66E-EC440CDA6C99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51" name="Grupo 150">
                  <a:extLst>
                    <a:ext uri="{FF2B5EF4-FFF2-40B4-BE49-F238E27FC236}">
                      <a16:creationId xmlns:a16="http://schemas.microsoft.com/office/drawing/2014/main" id="{BE3D5B43-5572-C832-6048-B70DC260F295}"/>
                    </a:ext>
                  </a:extLst>
                </p:cNvPr>
                <p:cNvGrpSpPr/>
                <p:nvPr/>
              </p:nvGrpSpPr>
              <p:grpSpPr>
                <a:xfrm flipH="1">
                  <a:off x="6242486" y="3722523"/>
                  <a:ext cx="276111" cy="832437"/>
                  <a:chOff x="5809042" y="3722261"/>
                  <a:chExt cx="276111" cy="832437"/>
                </a:xfrm>
              </p:grpSpPr>
              <p:grpSp>
                <p:nvGrpSpPr>
                  <p:cNvPr id="152" name="Grupo 151">
                    <a:extLst>
                      <a:ext uri="{FF2B5EF4-FFF2-40B4-BE49-F238E27FC236}">
                        <a16:creationId xmlns:a16="http://schemas.microsoft.com/office/drawing/2014/main" id="{A7C1A35A-4779-654A-C6F0-DF9142E0FB82}"/>
                      </a:ext>
                    </a:extLst>
                  </p:cNvPr>
                  <p:cNvGrpSpPr/>
                  <p:nvPr/>
                </p:nvGrpSpPr>
                <p:grpSpPr>
                  <a:xfrm>
                    <a:off x="5809042" y="3722261"/>
                    <a:ext cx="158346" cy="473941"/>
                    <a:chOff x="6166492" y="3721247"/>
                    <a:chExt cx="158346" cy="473941"/>
                  </a:xfrm>
                </p:grpSpPr>
                <p:sp>
                  <p:nvSpPr>
                    <p:cNvPr id="155" name="Rectángulo: esquinas redondeadas 154">
                      <a:extLst>
                        <a:ext uri="{FF2B5EF4-FFF2-40B4-BE49-F238E27FC236}">
                          <a16:creationId xmlns:a16="http://schemas.microsoft.com/office/drawing/2014/main" id="{EFCB5CB8-70C4-E784-8950-3FE05BAA7FC8}"/>
                        </a:ext>
                      </a:extLst>
                    </p:cNvPr>
                    <p:cNvSpPr/>
                    <p:nvPr/>
                  </p:nvSpPr>
                  <p:spPr>
                    <a:xfrm rot="20522031">
                      <a:off x="6166492" y="3721247"/>
                      <a:ext cx="158346" cy="473941"/>
                    </a:xfrm>
                    <a:prstGeom prst="round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  <p:sp>
                  <p:nvSpPr>
                    <p:cNvPr id="156" name="Rectángulo: esquinas redondeadas 155">
                      <a:extLst>
                        <a:ext uri="{FF2B5EF4-FFF2-40B4-BE49-F238E27FC236}">
                          <a16:creationId xmlns:a16="http://schemas.microsoft.com/office/drawing/2014/main" id="{B6BE43E0-CBB9-4B0F-C0DA-5B73598F6E4A}"/>
                        </a:ext>
                      </a:extLst>
                    </p:cNvPr>
                    <p:cNvSpPr/>
                    <p:nvPr/>
                  </p:nvSpPr>
                  <p:spPr>
                    <a:xfrm rot="231950" flipH="1">
                      <a:off x="6202247" y="3774966"/>
                      <a:ext cx="45719" cy="216078"/>
                    </a:xfrm>
                    <a:prstGeom prst="roundRect">
                      <a:avLst>
                        <a:gd name="adj" fmla="val 40457"/>
                      </a:avLst>
                    </a:prstGeom>
                    <a:solidFill>
                      <a:schemeClr val="bg1"/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sp>
                <p:nvSpPr>
                  <p:cNvPr id="153" name="Rectángulo 152">
                    <a:extLst>
                      <a:ext uri="{FF2B5EF4-FFF2-40B4-BE49-F238E27FC236}">
                        <a16:creationId xmlns:a16="http://schemas.microsoft.com/office/drawing/2014/main" id="{0E447348-CF94-F264-ABAB-711F7C8103F8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54" name="Rectángulo 153">
                    <a:extLst>
                      <a:ext uri="{FF2B5EF4-FFF2-40B4-BE49-F238E27FC236}">
                        <a16:creationId xmlns:a16="http://schemas.microsoft.com/office/drawing/2014/main" id="{E297ED6D-2846-D098-6F83-6A4A76D110D1}"/>
                      </a:ext>
                    </a:extLst>
                  </p:cNvPr>
                  <p:cNvSpPr/>
                  <p:nvPr/>
                </p:nvSpPr>
                <p:spPr>
                  <a:xfrm rot="20446603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77" name="Grupo 176">
                <a:extLst>
                  <a:ext uri="{FF2B5EF4-FFF2-40B4-BE49-F238E27FC236}">
                    <a16:creationId xmlns:a16="http://schemas.microsoft.com/office/drawing/2014/main" id="{E82ADCD1-4E9A-0997-4F09-A63276CD25FB}"/>
                  </a:ext>
                </a:extLst>
              </p:cNvPr>
              <p:cNvGrpSpPr/>
              <p:nvPr/>
            </p:nvGrpSpPr>
            <p:grpSpPr>
              <a:xfrm>
                <a:off x="5775047" y="2428623"/>
                <a:ext cx="779056" cy="1666542"/>
                <a:chOff x="5775047" y="2428623"/>
                <a:chExt cx="779056" cy="1666542"/>
              </a:xfrm>
            </p:grpSpPr>
            <p:grpSp>
              <p:nvGrpSpPr>
                <p:cNvPr id="176" name="Grupo 175">
                  <a:extLst>
                    <a:ext uri="{FF2B5EF4-FFF2-40B4-BE49-F238E27FC236}">
                      <a16:creationId xmlns:a16="http://schemas.microsoft.com/office/drawing/2014/main" id="{1DB2D1BE-8BED-7F44-D1D8-A5BACA29E74D}"/>
                    </a:ext>
                  </a:extLst>
                </p:cNvPr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138" name="Grupo 137">
                    <a:extLst>
                      <a:ext uri="{FF2B5EF4-FFF2-40B4-BE49-F238E27FC236}">
                        <a16:creationId xmlns:a16="http://schemas.microsoft.com/office/drawing/2014/main" id="{C2180AF4-F5E2-E5EC-2BC6-36313F5A993F}"/>
                      </a:ext>
                    </a:extLst>
                  </p:cNvPr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122" name="Grupo 121">
                      <a:extLst>
                        <a:ext uri="{FF2B5EF4-FFF2-40B4-BE49-F238E27FC236}">
                          <a16:creationId xmlns:a16="http://schemas.microsoft.com/office/drawing/2014/main" id="{85B221A2-1D4B-761F-B474-82D9BD6496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  <a:solidFill>
                      <a:schemeClr val="tx1">
                        <a:lumMod val="75000"/>
                        <a:lumOff val="25000"/>
                      </a:schemeClr>
                    </a:solidFill>
                  </p:grpSpPr>
                  <p:sp>
                    <p:nvSpPr>
                      <p:cNvPr id="118" name="Elipse 117">
                        <a:extLst>
                          <a:ext uri="{FF2B5EF4-FFF2-40B4-BE49-F238E27FC236}">
                            <a16:creationId xmlns:a16="http://schemas.microsoft.com/office/drawing/2014/main" id="{C294D24A-8725-6C48-BB2F-7B7BB2C781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grpSp>
                    <p:nvGrpSpPr>
                      <p:cNvPr id="121" name="Grupo 120">
                        <a:extLst>
                          <a:ext uri="{FF2B5EF4-FFF2-40B4-BE49-F238E27FC236}">
                            <a16:creationId xmlns:a16="http://schemas.microsoft.com/office/drawing/2014/main" id="{5C06095E-CEC9-1C32-0C43-4D46159AEF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  <a:grpFill/>
                    </p:grpSpPr>
                    <p:sp>
                      <p:nvSpPr>
                        <p:cNvPr id="119" name="Rectángulo 118">
                          <a:extLst>
                            <a:ext uri="{FF2B5EF4-FFF2-40B4-BE49-F238E27FC236}">
                              <a16:creationId xmlns:a16="http://schemas.microsoft.com/office/drawing/2014/main" id="{E9BEDDBB-A3F4-990F-58CB-10CCF029C7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20" name="Rectángulo 119">
                          <a:extLst>
                            <a:ext uri="{FF2B5EF4-FFF2-40B4-BE49-F238E27FC236}">
                              <a16:creationId xmlns:a16="http://schemas.microsoft.com/office/drawing/2014/main" id="{A761E6E2-C6D4-4BB5-153B-D0B06D54BA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  <p:grpSp>
                  <p:nvGrpSpPr>
                    <p:cNvPr id="137" name="Grupo 136">
                      <a:extLst>
                        <a:ext uri="{FF2B5EF4-FFF2-40B4-BE49-F238E27FC236}">
                          <a16:creationId xmlns:a16="http://schemas.microsoft.com/office/drawing/2014/main" id="{8D300ED5-31AB-3DA1-7CA1-037AC3D56F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32" name="Grupo 131">
                        <a:extLst>
                          <a:ext uri="{FF2B5EF4-FFF2-40B4-BE49-F238E27FC236}">
                            <a16:creationId xmlns:a16="http://schemas.microsoft.com/office/drawing/2014/main" id="{B32BAE37-A4BD-4426-A9C8-6FAF7320A9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30" name="Grupo 129">
                          <a:extLst>
                            <a:ext uri="{FF2B5EF4-FFF2-40B4-BE49-F238E27FC236}">
                              <a16:creationId xmlns:a16="http://schemas.microsoft.com/office/drawing/2014/main" id="{14B3C0C4-68EF-6E8E-F077-CE3F679BE48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128" name="Rectángulo 127">
                            <a:extLst>
                              <a:ext uri="{FF2B5EF4-FFF2-40B4-BE49-F238E27FC236}">
                                <a16:creationId xmlns:a16="http://schemas.microsoft.com/office/drawing/2014/main" id="{6465344E-AD9A-8501-28C2-8F1193C1F6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  <p:sp>
                        <p:nvSpPr>
                          <p:cNvPr id="129" name="Rectángulo 128">
                            <a:extLst>
                              <a:ext uri="{FF2B5EF4-FFF2-40B4-BE49-F238E27FC236}">
                                <a16:creationId xmlns:a16="http://schemas.microsoft.com/office/drawing/2014/main" id="{238D7201-6A53-EBC8-BB92-41E1F90DEB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23" name="Marco 122">
                            <a:extLst>
                              <a:ext uri="{FF2B5EF4-FFF2-40B4-BE49-F238E27FC236}">
                                <a16:creationId xmlns:a16="http://schemas.microsoft.com/office/drawing/2014/main" id="{A628B953-0E6E-1701-1EAF-77A32C4700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name="adj1" fmla="val 7853"/>
                            </a:avLst>
                          </a:prstGeom>
                          <a:solidFill>
                            <a:schemeClr val="bg1">
                              <a:lumMod val="6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31" name="Grupo 130">
                          <a:extLst>
                            <a:ext uri="{FF2B5EF4-FFF2-40B4-BE49-F238E27FC236}">
                              <a16:creationId xmlns:a16="http://schemas.microsoft.com/office/drawing/2014/main" id="{CAE66665-D51F-720D-6CCB-CE3C050DBD8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124" name="Rectángulo 123">
                            <a:extLst>
                              <a:ext uri="{FF2B5EF4-FFF2-40B4-BE49-F238E27FC236}">
                                <a16:creationId xmlns:a16="http://schemas.microsoft.com/office/drawing/2014/main" id="{C95C1582-CAE9-7E47-091A-5999483B07E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25" name="Rectángulo 124">
                            <a:extLst>
                              <a:ext uri="{FF2B5EF4-FFF2-40B4-BE49-F238E27FC236}">
                                <a16:creationId xmlns:a16="http://schemas.microsoft.com/office/drawing/2014/main" id="{CA940363-481B-ED36-614C-B0B0D64BA5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  <p:sp>
                        <p:nvSpPr>
                          <p:cNvPr id="127" name="Rectángulo 126">
                            <a:extLst>
                              <a:ext uri="{FF2B5EF4-FFF2-40B4-BE49-F238E27FC236}">
                                <a16:creationId xmlns:a16="http://schemas.microsoft.com/office/drawing/2014/main" id="{BAAD7CB8-7DBD-E0B0-254B-D5F3C47031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 dirty="0"/>
                          </a:p>
                        </p:txBody>
                      </p:sp>
                    </p:grpSp>
                  </p:grpSp>
                  <p:grpSp>
                    <p:nvGrpSpPr>
                      <p:cNvPr id="136" name="Grupo 135">
                        <a:extLst>
                          <a:ext uri="{FF2B5EF4-FFF2-40B4-BE49-F238E27FC236}">
                            <a16:creationId xmlns:a16="http://schemas.microsoft.com/office/drawing/2014/main" id="{43ABAE5A-1CF3-0750-A7D2-F5908884A20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133" name="Rectángulo 132">
                          <a:extLst>
                            <a:ext uri="{FF2B5EF4-FFF2-40B4-BE49-F238E27FC236}">
                              <a16:creationId xmlns:a16="http://schemas.microsoft.com/office/drawing/2014/main" id="{58B8BAC2-122B-BEEE-018C-BF3D76EEEE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  <p:sp>
                      <p:nvSpPr>
                        <p:cNvPr id="134" name="Rectángulo 133">
                          <a:extLst>
                            <a:ext uri="{FF2B5EF4-FFF2-40B4-BE49-F238E27FC236}">
                              <a16:creationId xmlns:a16="http://schemas.microsoft.com/office/drawing/2014/main" id="{82B4542A-2250-832B-AD4F-0F36B2D482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  <p:sp>
                      <p:nvSpPr>
                        <p:cNvPr id="135" name="Rectángulo 134">
                          <a:extLst>
                            <a:ext uri="{FF2B5EF4-FFF2-40B4-BE49-F238E27FC236}">
                              <a16:creationId xmlns:a16="http://schemas.microsoft.com/office/drawing/2014/main" id="{745DF31F-B087-C2F3-ADC2-32CBD022178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85000"/>
                          </a:schemeClr>
                        </a:solidFill>
                        <a:ln w="3175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 dirty="0"/>
                        </a:p>
                      </p:txBody>
                    </p:sp>
                  </p:grpSp>
                </p:grpSp>
              </p:grpSp>
              <p:sp>
                <p:nvSpPr>
                  <p:cNvPr id="160" name="Rectángulo 159">
                    <a:extLst>
                      <a:ext uri="{FF2B5EF4-FFF2-40B4-BE49-F238E27FC236}">
                        <a16:creationId xmlns:a16="http://schemas.microsoft.com/office/drawing/2014/main" id="{9460DD24-5CE3-B00F-74B1-1FEAF7761B06}"/>
                      </a:ext>
                    </a:extLst>
                  </p:cNvPr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pattFill prst="wdDnDiag">
                    <a:fgClr>
                      <a:schemeClr val="bg1"/>
                    </a:fgClr>
                    <a:bgClr>
                      <a:schemeClr val="bg1">
                        <a:lumMod val="65000"/>
                      </a:schemeClr>
                    </a:bgClr>
                  </a:patt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166" name="Grupo 165">
                  <a:extLst>
                    <a:ext uri="{FF2B5EF4-FFF2-40B4-BE49-F238E27FC236}">
                      <a16:creationId xmlns:a16="http://schemas.microsoft.com/office/drawing/2014/main" id="{3175C8CF-DCD8-E4C1-4CEA-9F47BFA64584}"/>
                    </a:ext>
                  </a:extLst>
                </p:cNvPr>
                <p:cNvGrpSpPr/>
                <p:nvPr/>
              </p:nvGrpSpPr>
              <p:grpSpPr>
                <a:xfrm>
                  <a:off x="5775047" y="3892550"/>
                  <a:ext cx="778309" cy="59708"/>
                  <a:chOff x="5775047" y="3892550"/>
                  <a:chExt cx="778309" cy="59708"/>
                </a:xfrm>
              </p:grpSpPr>
              <p:sp>
                <p:nvSpPr>
                  <p:cNvPr id="163" name="Rectángulo 162">
                    <a:extLst>
                      <a:ext uri="{FF2B5EF4-FFF2-40B4-BE49-F238E27FC236}">
                        <a16:creationId xmlns:a16="http://schemas.microsoft.com/office/drawing/2014/main" id="{BF7085E0-964F-DD0A-02BD-82B844EA02B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134348" y="3533249"/>
                    <a:ext cx="59708" cy="77830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64" name="Elipse 163">
                    <a:extLst>
                      <a:ext uri="{FF2B5EF4-FFF2-40B4-BE49-F238E27FC236}">
                        <a16:creationId xmlns:a16="http://schemas.microsoft.com/office/drawing/2014/main" id="{86443B72-DA45-EE8D-33D4-F01BF1A0706C}"/>
                      </a:ext>
                    </a:extLst>
                  </p:cNvPr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65" name="Elipse 164">
                    <a:extLst>
                      <a:ext uri="{FF2B5EF4-FFF2-40B4-BE49-F238E27FC236}">
                        <a16:creationId xmlns:a16="http://schemas.microsoft.com/office/drawing/2014/main" id="{287576B4-F1BB-27A1-16F0-E0DBEBF763BA}"/>
                      </a:ext>
                    </a:extLst>
                  </p:cNvPr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08" name="Grupo 107">
              <a:extLst>
                <a:ext uri="{FF2B5EF4-FFF2-40B4-BE49-F238E27FC236}">
                  <a16:creationId xmlns:a16="http://schemas.microsoft.com/office/drawing/2014/main" id="{0D727B6E-ED74-AB39-2E6A-8E17266FDF46}"/>
                </a:ext>
              </a:extLst>
            </p:cNvPr>
            <p:cNvGrpSpPr/>
            <p:nvPr/>
          </p:nvGrpSpPr>
          <p:grpSpPr>
            <a:xfrm>
              <a:off x="6783606" y="1984978"/>
              <a:ext cx="2288079" cy="2013940"/>
              <a:chOff x="5734796" y="1871886"/>
              <a:chExt cx="2288079" cy="2013940"/>
            </a:xfrm>
          </p:grpSpPr>
          <p:grpSp>
            <p:nvGrpSpPr>
              <p:cNvPr id="106" name="Grupo 105">
                <a:extLst>
                  <a:ext uri="{FF2B5EF4-FFF2-40B4-BE49-F238E27FC236}">
                    <a16:creationId xmlns:a16="http://schemas.microsoft.com/office/drawing/2014/main" id="{2C12A9FE-D1D4-2FBC-9F1C-1AD5EF5F0291}"/>
                  </a:ext>
                </a:extLst>
              </p:cNvPr>
              <p:cNvGrpSpPr/>
              <p:nvPr/>
            </p:nvGrpSpPr>
            <p:grpSpPr>
              <a:xfrm>
                <a:off x="5734796" y="1871886"/>
                <a:ext cx="2288079" cy="2013940"/>
                <a:chOff x="5830183" y="2277270"/>
                <a:chExt cx="2288079" cy="2013940"/>
              </a:xfrm>
              <a:solidFill>
                <a:schemeClr val="bg1">
                  <a:lumMod val="65000"/>
                </a:schemeClr>
              </a:solidFill>
            </p:grpSpPr>
            <p:grpSp>
              <p:nvGrpSpPr>
                <p:cNvPr id="104" name="Grupo 103">
                  <a:extLst>
                    <a:ext uri="{FF2B5EF4-FFF2-40B4-BE49-F238E27FC236}">
                      <a16:creationId xmlns:a16="http://schemas.microsoft.com/office/drawing/2014/main" id="{EE2A2AC7-5620-AE5A-5738-1BC9439679DB}"/>
                    </a:ext>
                  </a:extLst>
                </p:cNvPr>
                <p:cNvGrpSpPr/>
                <p:nvPr/>
              </p:nvGrpSpPr>
              <p:grpSpPr>
                <a:xfrm>
                  <a:off x="5918647" y="2637133"/>
                  <a:ext cx="2199615" cy="1654077"/>
                  <a:chOff x="5708849" y="2141099"/>
                  <a:chExt cx="2199615" cy="1654077"/>
                </a:xfrm>
                <a:grpFill/>
              </p:grpSpPr>
              <p:sp>
                <p:nvSpPr>
                  <p:cNvPr id="103" name="Elipse 102">
                    <a:extLst>
                      <a:ext uri="{FF2B5EF4-FFF2-40B4-BE49-F238E27FC236}">
                        <a16:creationId xmlns:a16="http://schemas.microsoft.com/office/drawing/2014/main" id="{1E69555C-D56D-7915-3F08-432FFF24EB1E}"/>
                      </a:ext>
                    </a:extLst>
                  </p:cNvPr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101" name="Diagrama de flujo: operación manual 100">
                    <a:extLst>
                      <a:ext uri="{FF2B5EF4-FFF2-40B4-BE49-F238E27FC236}">
                        <a16:creationId xmlns:a16="http://schemas.microsoft.com/office/drawing/2014/main" id="{F1E96F60-12A0-94EA-DB6E-4016F6198832}"/>
                      </a:ext>
                    </a:extLst>
                  </p:cNvPr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05" name="Elipse 104">
                  <a:extLst>
                    <a:ext uri="{FF2B5EF4-FFF2-40B4-BE49-F238E27FC236}">
                      <a16:creationId xmlns:a16="http://schemas.microsoft.com/office/drawing/2014/main" id="{D1561C65-E121-2C66-7131-FB976BA1BAC1}"/>
                    </a:ext>
                  </a:extLst>
                </p:cNvPr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07" name="Diagrama de flujo: operación manual 106">
                <a:extLst>
                  <a:ext uri="{FF2B5EF4-FFF2-40B4-BE49-F238E27FC236}">
                    <a16:creationId xmlns:a16="http://schemas.microsoft.com/office/drawing/2014/main" id="{8AC2FC65-9DB3-BC6A-DEFE-AB4AD995B438}"/>
                  </a:ext>
                </a:extLst>
              </p:cNvPr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197" name="Grupo 196">
              <a:extLst>
                <a:ext uri="{FF2B5EF4-FFF2-40B4-BE49-F238E27FC236}">
                  <a16:creationId xmlns:a16="http://schemas.microsoft.com/office/drawing/2014/main" id="{18B325E0-E76C-2D3A-266B-C4A17C459A6F}"/>
                </a:ext>
              </a:extLst>
            </p:cNvPr>
            <p:cNvGrpSpPr/>
            <p:nvPr/>
          </p:nvGrpSpPr>
          <p:grpSpPr>
            <a:xfrm>
              <a:off x="7991273" y="3108960"/>
              <a:ext cx="1192486" cy="1369240"/>
              <a:chOff x="7991273" y="3108960"/>
              <a:chExt cx="1192486" cy="1369240"/>
            </a:xfrm>
          </p:grpSpPr>
          <p:grpSp>
            <p:nvGrpSpPr>
              <p:cNvPr id="31" name="Grupo 30">
                <a:extLst>
                  <a:ext uri="{FF2B5EF4-FFF2-40B4-BE49-F238E27FC236}">
                    <a16:creationId xmlns:a16="http://schemas.microsoft.com/office/drawing/2014/main" id="{FF29E0E9-4AF0-4C20-2105-A304C837FDAC}"/>
                  </a:ext>
                </a:extLst>
              </p:cNvPr>
              <p:cNvGrpSpPr/>
              <p:nvPr/>
            </p:nvGrpSpPr>
            <p:grpSpPr>
              <a:xfrm>
                <a:off x="7991273" y="3108960"/>
                <a:ext cx="1192486" cy="1369240"/>
                <a:chOff x="7991273" y="2902563"/>
                <a:chExt cx="1378938" cy="1575637"/>
              </a:xfrm>
            </p:grpSpPr>
            <p:sp>
              <p:nvSpPr>
                <p:cNvPr id="30" name="Rectángulo: esquinas redondeadas 29">
                  <a:extLst>
                    <a:ext uri="{FF2B5EF4-FFF2-40B4-BE49-F238E27FC236}">
                      <a16:creationId xmlns:a16="http://schemas.microsoft.com/office/drawing/2014/main" id="{7E0CEB59-78EF-8038-EC5F-1CAF31F267EA}"/>
                    </a:ext>
                  </a:extLst>
                </p:cNvPr>
                <p:cNvSpPr/>
                <p:nvPr/>
              </p:nvSpPr>
              <p:spPr>
                <a:xfrm>
                  <a:off x="8256775" y="2902563"/>
                  <a:ext cx="847929" cy="864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28412C63-03CC-5D12-8C7A-AEFA3EE212E2}"/>
                    </a:ext>
                  </a:extLst>
                </p:cNvPr>
                <p:cNvGrpSpPr/>
                <p:nvPr/>
              </p:nvGrpSpPr>
              <p:grpSpPr>
                <a:xfrm>
                  <a:off x="7991273" y="2912222"/>
                  <a:ext cx="1378938" cy="1565978"/>
                  <a:chOff x="7991273" y="2899522"/>
                  <a:chExt cx="1378938" cy="1565978"/>
                </a:xfrm>
                <a:solidFill>
                  <a:schemeClr val="bg1">
                    <a:lumMod val="65000"/>
                  </a:schemeClr>
                </a:solidFill>
              </p:grpSpPr>
              <p:sp>
                <p:nvSpPr>
                  <p:cNvPr id="26" name="Diagrama de flujo: operación manual 25">
                    <a:extLst>
                      <a:ext uri="{FF2B5EF4-FFF2-40B4-BE49-F238E27FC236}">
                        <a16:creationId xmlns:a16="http://schemas.microsoft.com/office/drawing/2014/main" id="{B8956ABD-D7B2-172B-CB96-2B8775B275D7}"/>
                      </a:ext>
                    </a:extLst>
                  </p:cNvPr>
                  <p:cNvSpPr/>
                  <p:nvPr/>
                </p:nvSpPr>
                <p:spPr>
                  <a:xfrm flipV="1">
                    <a:off x="7991273" y="3227996"/>
                    <a:ext cx="1378938" cy="1237504"/>
                  </a:xfrm>
                  <a:prstGeom prst="flowChartManualOperation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28" name="Rectángulo: esquinas redondeadas 27">
                    <a:extLst>
                      <a:ext uri="{FF2B5EF4-FFF2-40B4-BE49-F238E27FC236}">
                        <a16:creationId xmlns:a16="http://schemas.microsoft.com/office/drawing/2014/main" id="{E794ADEB-8569-79F0-95A6-625C94B7BD83}"/>
                      </a:ext>
                    </a:extLst>
                  </p:cNvPr>
                  <p:cNvSpPr/>
                  <p:nvPr/>
                </p:nvSpPr>
                <p:spPr>
                  <a:xfrm>
                    <a:off x="8263838" y="2899522"/>
                    <a:ext cx="832576" cy="828532"/>
                  </a:xfrm>
                  <a:prstGeom prst="roundRect">
                    <a:avLst>
                      <a:gd name="adj" fmla="val 5000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5C8A4B7E-6172-8328-3622-BD543FC163DD}"/>
                  </a:ext>
                </a:extLst>
              </p:cNvPr>
              <p:cNvGrpSpPr/>
              <p:nvPr/>
            </p:nvGrpSpPr>
            <p:grpSpPr>
              <a:xfrm>
                <a:off x="8264231" y="3302025"/>
                <a:ext cx="650381" cy="648002"/>
                <a:chOff x="6536859" y="3235415"/>
                <a:chExt cx="702797" cy="718511"/>
              </a:xfrm>
            </p:grpSpPr>
            <p:grpSp>
              <p:nvGrpSpPr>
                <p:cNvPr id="55" name="Grupo 54">
                  <a:extLst>
                    <a:ext uri="{FF2B5EF4-FFF2-40B4-BE49-F238E27FC236}">
                      <a16:creationId xmlns:a16="http://schemas.microsoft.com/office/drawing/2014/main" id="{A789ACB0-F758-E87A-A02B-806113E73839}"/>
                    </a:ext>
                  </a:extLst>
                </p:cNvPr>
                <p:cNvGrpSpPr/>
                <p:nvPr/>
              </p:nvGrpSpPr>
              <p:grpSpPr>
                <a:xfrm>
                  <a:off x="6614242" y="3319782"/>
                  <a:ext cx="540000" cy="540000"/>
                  <a:chOff x="6614242" y="3319782"/>
                  <a:chExt cx="540000" cy="540000"/>
                </a:xfrm>
              </p:grpSpPr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7FE0000C-EDC1-7F5D-8273-9D6BFE2A7C45}"/>
                      </a:ext>
                    </a:extLst>
                  </p:cNvPr>
                  <p:cNvSpPr/>
                  <p:nvPr/>
                </p:nvSpPr>
                <p:spPr>
                  <a:xfrm>
                    <a:off x="6614242" y="3319782"/>
                    <a:ext cx="540000" cy="5400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4" name="Elipse 33">
                    <a:extLst>
                      <a:ext uri="{FF2B5EF4-FFF2-40B4-BE49-F238E27FC236}">
                        <a16:creationId xmlns:a16="http://schemas.microsoft.com/office/drawing/2014/main" id="{F53AA3F2-43CB-BD31-B019-53389A1FB9A0}"/>
                      </a:ext>
                    </a:extLst>
                  </p:cNvPr>
                  <p:cNvSpPr/>
                  <p:nvPr/>
                </p:nvSpPr>
                <p:spPr>
                  <a:xfrm>
                    <a:off x="6812242" y="3517782"/>
                    <a:ext cx="144000" cy="144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38" name="Grupo 37">
                  <a:extLst>
                    <a:ext uri="{FF2B5EF4-FFF2-40B4-BE49-F238E27FC236}">
                      <a16:creationId xmlns:a16="http://schemas.microsoft.com/office/drawing/2014/main" id="{F9098FFC-5A25-21F6-65D6-A5E3ACA9EF53}"/>
                    </a:ext>
                  </a:extLst>
                </p:cNvPr>
                <p:cNvGrpSpPr/>
                <p:nvPr/>
              </p:nvGrpSpPr>
              <p:grpSpPr>
                <a:xfrm>
                  <a:off x="7045881" y="3247782"/>
                  <a:ext cx="193774" cy="217499"/>
                  <a:chOff x="7045881" y="3247782"/>
                  <a:chExt cx="193774" cy="217499"/>
                </a:xfrm>
              </p:grpSpPr>
              <p:sp>
                <p:nvSpPr>
                  <p:cNvPr id="33" name="Elipse 32">
                    <a:extLst>
                      <a:ext uri="{FF2B5EF4-FFF2-40B4-BE49-F238E27FC236}">
                        <a16:creationId xmlns:a16="http://schemas.microsoft.com/office/drawing/2014/main" id="{2D27C753-EFF2-2B7C-C365-C68D6892B81D}"/>
                      </a:ext>
                    </a:extLst>
                  </p:cNvPr>
                  <p:cNvSpPr/>
                  <p:nvPr/>
                </p:nvSpPr>
                <p:spPr>
                  <a:xfrm>
                    <a:off x="7086400" y="3247782"/>
                    <a:ext cx="144000" cy="14400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5A4F4273-6BDC-85CB-F99B-971769410F2D}"/>
                      </a:ext>
                    </a:extLst>
                  </p:cNvPr>
                  <p:cNvSpPr/>
                  <p:nvPr/>
                </p:nvSpPr>
                <p:spPr>
                  <a:xfrm>
                    <a:off x="7045881" y="3247920"/>
                    <a:ext cx="179233" cy="5975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30A68EB6-C46E-CB18-C398-D1BB80F54A8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11134" y="3336759"/>
                    <a:ext cx="184944" cy="7209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39" name="Grupo 38">
                  <a:extLst>
                    <a:ext uri="{FF2B5EF4-FFF2-40B4-BE49-F238E27FC236}">
                      <a16:creationId xmlns:a16="http://schemas.microsoft.com/office/drawing/2014/main" id="{4C8DD83C-A11C-76D6-7E52-29B3928F1093}"/>
                    </a:ext>
                  </a:extLst>
                </p:cNvPr>
                <p:cNvGrpSpPr/>
                <p:nvPr/>
              </p:nvGrpSpPr>
              <p:grpSpPr>
                <a:xfrm rot="5400000">
                  <a:off x="7023341" y="3737610"/>
                  <a:ext cx="199994" cy="232637"/>
                  <a:chOff x="7045882" y="3233241"/>
                  <a:chExt cx="199994" cy="232637"/>
                </a:xfrm>
              </p:grpSpPr>
              <p:sp>
                <p:nvSpPr>
                  <p:cNvPr id="40" name="Elipse 39">
                    <a:extLst>
                      <a:ext uri="{FF2B5EF4-FFF2-40B4-BE49-F238E27FC236}">
                        <a16:creationId xmlns:a16="http://schemas.microsoft.com/office/drawing/2014/main" id="{CC35DEB7-A8B2-261A-1CB0-A5D7CECF8C63}"/>
                      </a:ext>
                    </a:extLst>
                  </p:cNvPr>
                  <p:cNvSpPr/>
                  <p:nvPr/>
                </p:nvSpPr>
                <p:spPr>
                  <a:xfrm>
                    <a:off x="7086401" y="3247782"/>
                    <a:ext cx="144000" cy="14400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1" name="Rectángulo 40">
                    <a:extLst>
                      <a:ext uri="{FF2B5EF4-FFF2-40B4-BE49-F238E27FC236}">
                        <a16:creationId xmlns:a16="http://schemas.microsoft.com/office/drawing/2014/main" id="{AF5D7F47-D2AC-70B3-01E7-BFA907F75C03}"/>
                      </a:ext>
                    </a:extLst>
                  </p:cNvPr>
                  <p:cNvSpPr/>
                  <p:nvPr/>
                </p:nvSpPr>
                <p:spPr>
                  <a:xfrm>
                    <a:off x="7045882" y="3233241"/>
                    <a:ext cx="199994" cy="71861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2" name="Rectángulo 41">
                    <a:extLst>
                      <a:ext uri="{FF2B5EF4-FFF2-40B4-BE49-F238E27FC236}">
                        <a16:creationId xmlns:a16="http://schemas.microsoft.com/office/drawing/2014/main" id="{0B8175B0-8CD1-8596-762C-24C1A42E7C0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23388" y="3349412"/>
                    <a:ext cx="157603" cy="7532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937996AA-D41E-82C7-AC73-431781514B69}"/>
                    </a:ext>
                  </a:extLst>
                </p:cNvPr>
                <p:cNvGrpSpPr/>
                <p:nvPr/>
              </p:nvGrpSpPr>
              <p:grpSpPr>
                <a:xfrm rot="10800000">
                  <a:off x="6536859" y="3714969"/>
                  <a:ext cx="184520" cy="210352"/>
                  <a:chOff x="7045881" y="3254925"/>
                  <a:chExt cx="184520" cy="210352"/>
                </a:xfrm>
              </p:grpSpPr>
              <p:sp>
                <p:nvSpPr>
                  <p:cNvPr id="44" name="Elipse 43">
                    <a:extLst>
                      <a:ext uri="{FF2B5EF4-FFF2-40B4-BE49-F238E27FC236}">
                        <a16:creationId xmlns:a16="http://schemas.microsoft.com/office/drawing/2014/main" id="{F0038377-26F5-02FA-B240-35777ED6E78A}"/>
                      </a:ext>
                    </a:extLst>
                  </p:cNvPr>
                  <p:cNvSpPr/>
                  <p:nvPr/>
                </p:nvSpPr>
                <p:spPr>
                  <a:xfrm>
                    <a:off x="7086400" y="3254925"/>
                    <a:ext cx="144000" cy="14400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5" name="Rectángulo 44">
                    <a:extLst>
                      <a:ext uri="{FF2B5EF4-FFF2-40B4-BE49-F238E27FC236}">
                        <a16:creationId xmlns:a16="http://schemas.microsoft.com/office/drawing/2014/main" id="{C34CA675-FFAF-1B4A-496E-B0BEBA75C029}"/>
                      </a:ext>
                    </a:extLst>
                  </p:cNvPr>
                  <p:cNvSpPr/>
                  <p:nvPr/>
                </p:nvSpPr>
                <p:spPr>
                  <a:xfrm>
                    <a:off x="7045881" y="3254926"/>
                    <a:ext cx="184520" cy="52749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6" name="Rectángulo 45">
                    <a:extLst>
                      <a:ext uri="{FF2B5EF4-FFF2-40B4-BE49-F238E27FC236}">
                        <a16:creationId xmlns:a16="http://schemas.microsoft.com/office/drawing/2014/main" id="{E0B72CA2-4FD1-E976-2CB2-0099394D1AC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18889" y="3353767"/>
                    <a:ext cx="157603" cy="6541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grpSp>
              <p:nvGrpSpPr>
                <p:cNvPr id="47" name="Grupo 46">
                  <a:extLst>
                    <a:ext uri="{FF2B5EF4-FFF2-40B4-BE49-F238E27FC236}">
                      <a16:creationId xmlns:a16="http://schemas.microsoft.com/office/drawing/2014/main" id="{3B343742-83B5-5478-A468-45D47BAF70A8}"/>
                    </a:ext>
                  </a:extLst>
                </p:cNvPr>
                <p:cNvGrpSpPr/>
                <p:nvPr/>
              </p:nvGrpSpPr>
              <p:grpSpPr>
                <a:xfrm rot="16200000">
                  <a:off x="6559393" y="3219373"/>
                  <a:ext cx="185412" cy="217495"/>
                  <a:chOff x="7051671" y="3247782"/>
                  <a:chExt cx="185412" cy="217495"/>
                </a:xfrm>
              </p:grpSpPr>
              <p:sp>
                <p:nvSpPr>
                  <p:cNvPr id="48" name="Elipse 47">
                    <a:extLst>
                      <a:ext uri="{FF2B5EF4-FFF2-40B4-BE49-F238E27FC236}">
                        <a16:creationId xmlns:a16="http://schemas.microsoft.com/office/drawing/2014/main" id="{E55671C9-A8EB-0A4A-92D8-95CE8FAD40DB}"/>
                      </a:ext>
                    </a:extLst>
                  </p:cNvPr>
                  <p:cNvSpPr/>
                  <p:nvPr/>
                </p:nvSpPr>
                <p:spPr>
                  <a:xfrm>
                    <a:off x="7086400" y="3247783"/>
                    <a:ext cx="144000" cy="14400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49" name="Rectángulo 48">
                    <a:extLst>
                      <a:ext uri="{FF2B5EF4-FFF2-40B4-BE49-F238E27FC236}">
                        <a16:creationId xmlns:a16="http://schemas.microsoft.com/office/drawing/2014/main" id="{C22D4AB5-D9D0-C9FA-9333-7B0B5A32F91F}"/>
                      </a:ext>
                    </a:extLst>
                  </p:cNvPr>
                  <p:cNvSpPr/>
                  <p:nvPr/>
                </p:nvSpPr>
                <p:spPr>
                  <a:xfrm>
                    <a:off x="7051671" y="3247782"/>
                    <a:ext cx="185412" cy="57513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0" name="Rectángulo 49">
                    <a:extLst>
                      <a:ext uri="{FF2B5EF4-FFF2-40B4-BE49-F238E27FC236}">
                        <a16:creationId xmlns:a16="http://schemas.microsoft.com/office/drawing/2014/main" id="{4EF5A248-2CE3-B92A-7482-62AD0E4E466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18892" y="3353767"/>
                    <a:ext cx="157603" cy="65417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</p:grpSp>
        </p:grpSp>
        <p:grpSp>
          <p:nvGrpSpPr>
            <p:cNvPr id="196" name="Grupo 195">
              <a:extLst>
                <a:ext uri="{FF2B5EF4-FFF2-40B4-BE49-F238E27FC236}">
                  <a16:creationId xmlns:a16="http://schemas.microsoft.com/office/drawing/2014/main" id="{09CC8315-68FC-69B3-8BB2-61AFE22B770D}"/>
                </a:ext>
              </a:extLst>
            </p:cNvPr>
            <p:cNvGrpSpPr/>
            <p:nvPr/>
          </p:nvGrpSpPr>
          <p:grpSpPr>
            <a:xfrm>
              <a:off x="6089175" y="1851040"/>
              <a:ext cx="1144431" cy="1266043"/>
              <a:chOff x="6089175" y="1851040"/>
              <a:chExt cx="1144431" cy="1266043"/>
            </a:xfrm>
          </p:grpSpPr>
          <p:grpSp>
            <p:nvGrpSpPr>
              <p:cNvPr id="117" name="Grupo 116">
                <a:extLst>
                  <a:ext uri="{FF2B5EF4-FFF2-40B4-BE49-F238E27FC236}">
                    <a16:creationId xmlns:a16="http://schemas.microsoft.com/office/drawing/2014/main" id="{510A80B7-9FB3-35C4-DF5E-7E4BB864B315}"/>
                  </a:ext>
                </a:extLst>
              </p:cNvPr>
              <p:cNvGrpSpPr/>
              <p:nvPr/>
            </p:nvGrpSpPr>
            <p:grpSpPr>
              <a:xfrm>
                <a:off x="6110545" y="1851040"/>
                <a:ext cx="1123061" cy="1266043"/>
                <a:chOff x="6110545" y="1851040"/>
                <a:chExt cx="1123061" cy="1266043"/>
              </a:xfrm>
            </p:grpSpPr>
            <p:grpSp>
              <p:nvGrpSpPr>
                <p:cNvPr id="109" name="Grupo 108">
                  <a:extLst>
                    <a:ext uri="{FF2B5EF4-FFF2-40B4-BE49-F238E27FC236}">
                      <a16:creationId xmlns:a16="http://schemas.microsoft.com/office/drawing/2014/main" id="{15338A9F-C4BB-A351-E115-480B28503C41}"/>
                    </a:ext>
                  </a:extLst>
                </p:cNvPr>
                <p:cNvGrpSpPr/>
                <p:nvPr/>
              </p:nvGrpSpPr>
              <p:grpSpPr>
                <a:xfrm rot="18104658">
                  <a:off x="6037386" y="1924199"/>
                  <a:ext cx="1266043" cy="1119726"/>
                  <a:chOff x="5723823" y="1865158"/>
                  <a:chExt cx="2299052" cy="2020668"/>
                </a:xfrm>
              </p:grpSpPr>
              <p:grpSp>
                <p:nvGrpSpPr>
                  <p:cNvPr id="110" name="Grupo 109">
                    <a:extLst>
                      <a:ext uri="{FF2B5EF4-FFF2-40B4-BE49-F238E27FC236}">
                        <a16:creationId xmlns:a16="http://schemas.microsoft.com/office/drawing/2014/main" id="{132B285E-905D-56D8-4A24-D51E59C4BC01}"/>
                      </a:ext>
                    </a:extLst>
                  </p:cNvPr>
                  <p:cNvGrpSpPr/>
                  <p:nvPr/>
                </p:nvGrpSpPr>
                <p:grpSpPr>
                  <a:xfrm>
                    <a:off x="5723823" y="1865158"/>
                    <a:ext cx="2299052" cy="2020668"/>
                    <a:chOff x="5819210" y="2270542"/>
                    <a:chExt cx="2299052" cy="2020668"/>
                  </a:xfrm>
                  <a:solidFill>
                    <a:schemeClr val="bg1">
                      <a:lumMod val="65000"/>
                    </a:schemeClr>
                  </a:solidFill>
                </p:grpSpPr>
                <p:grpSp>
                  <p:nvGrpSpPr>
                    <p:cNvPr id="112" name="Grupo 111">
                      <a:extLst>
                        <a:ext uri="{FF2B5EF4-FFF2-40B4-BE49-F238E27FC236}">
                          <a16:creationId xmlns:a16="http://schemas.microsoft.com/office/drawing/2014/main" id="{D78A658D-E96B-EA53-D5E2-255709C6D1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647" y="2637133"/>
                      <a:ext cx="2199615" cy="1654077"/>
                      <a:chOff x="5708849" y="2141099"/>
                      <a:chExt cx="2199615" cy="1654077"/>
                    </a:xfrm>
                    <a:grpFill/>
                  </p:grpSpPr>
                  <p:sp>
                    <p:nvSpPr>
                      <p:cNvPr id="114" name="Elipse 113">
                        <a:extLst>
                          <a:ext uri="{FF2B5EF4-FFF2-40B4-BE49-F238E27FC236}">
                            <a16:creationId xmlns:a16="http://schemas.microsoft.com/office/drawing/2014/main" id="{EEEA0950-7054-839F-19F5-2DE4963A7B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  <p:sp>
                    <p:nvSpPr>
                      <p:cNvPr id="115" name="Diagrama de flujo: operación manual 114">
                        <a:extLst>
                          <a:ext uri="{FF2B5EF4-FFF2-40B4-BE49-F238E27FC236}">
                            <a16:creationId xmlns:a16="http://schemas.microsoft.com/office/drawing/2014/main" id="{F1446F30-3E56-861D-1B6B-02076EB2571C}"/>
                          </a:ext>
                        </a:extLst>
                      </p:cNvPr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grpFill/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 dirty="0"/>
                      </a:p>
                    </p:txBody>
                  </p:sp>
                </p:grpSp>
                <p:sp>
                  <p:nvSpPr>
                    <p:cNvPr id="113" name="Elipse 112">
                      <a:extLst>
                        <a:ext uri="{FF2B5EF4-FFF2-40B4-BE49-F238E27FC236}">
                          <a16:creationId xmlns:a16="http://schemas.microsoft.com/office/drawing/2014/main" id="{595F54E3-2467-0684-8AF0-489895DD68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dirty="0"/>
                    </a:p>
                  </p:txBody>
                </p:sp>
              </p:grpSp>
              <p:sp>
                <p:nvSpPr>
                  <p:cNvPr id="111" name="Diagrama de flujo: operación manual 110">
                    <a:extLst>
                      <a:ext uri="{FF2B5EF4-FFF2-40B4-BE49-F238E27FC236}">
                        <a16:creationId xmlns:a16="http://schemas.microsoft.com/office/drawing/2014/main" id="{D2BCC66E-B257-5636-02B0-74B8818FE8D6}"/>
                      </a:ext>
                    </a:extLst>
                  </p:cNvPr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190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16" name="Elipse 115">
                  <a:extLst>
                    <a:ext uri="{FF2B5EF4-FFF2-40B4-BE49-F238E27FC236}">
                      <a16:creationId xmlns:a16="http://schemas.microsoft.com/office/drawing/2014/main" id="{636DEA5C-F7BD-B141-B45F-F3ECD37AEE60}"/>
                    </a:ext>
                  </a:extLst>
                </p:cNvPr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67" name="Elipse 166">
                <a:extLst>
                  <a:ext uri="{FF2B5EF4-FFF2-40B4-BE49-F238E27FC236}">
                    <a16:creationId xmlns:a16="http://schemas.microsoft.com/office/drawing/2014/main" id="{D23FC73A-BDA1-EFDF-2FA9-1E5E8AF96448}"/>
                  </a:ext>
                </a:extLst>
              </p:cNvPr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68" name="Elipse 167">
              <a:extLst>
                <a:ext uri="{FF2B5EF4-FFF2-40B4-BE49-F238E27FC236}">
                  <a16:creationId xmlns:a16="http://schemas.microsoft.com/office/drawing/2014/main" id="{04D0D0BC-A784-5C7B-FC39-BD1720BF3931}"/>
                </a:ext>
              </a:extLst>
            </p:cNvPr>
            <p:cNvSpPr/>
            <p:nvPr/>
          </p:nvSpPr>
          <p:spPr>
            <a:xfrm>
              <a:off x="6291474" y="2530285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9" name="Elipse 168">
              <a:extLst>
                <a:ext uri="{FF2B5EF4-FFF2-40B4-BE49-F238E27FC236}">
                  <a16:creationId xmlns:a16="http://schemas.microsoft.com/office/drawing/2014/main" id="{12B75637-7756-C222-080A-D7BBB9712FE4}"/>
                </a:ext>
              </a:extLst>
            </p:cNvPr>
            <p:cNvSpPr/>
            <p:nvPr/>
          </p:nvSpPr>
          <p:spPr>
            <a:xfrm>
              <a:off x="6103211" y="3035450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0" name="Elipse 169">
              <a:extLst>
                <a:ext uri="{FF2B5EF4-FFF2-40B4-BE49-F238E27FC236}">
                  <a16:creationId xmlns:a16="http://schemas.microsoft.com/office/drawing/2014/main" id="{6E3C7739-78ED-9E41-AE72-12816A2D9A3B}"/>
                </a:ext>
              </a:extLst>
            </p:cNvPr>
            <p:cNvSpPr/>
            <p:nvPr/>
          </p:nvSpPr>
          <p:spPr>
            <a:xfrm>
              <a:off x="7836051" y="4369949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1" name="Elipse 170">
              <a:extLst>
                <a:ext uri="{FF2B5EF4-FFF2-40B4-BE49-F238E27FC236}">
                  <a16:creationId xmlns:a16="http://schemas.microsoft.com/office/drawing/2014/main" id="{8E7F1725-B6B4-7333-5662-6E8730DBF052}"/>
                </a:ext>
              </a:extLst>
            </p:cNvPr>
            <p:cNvSpPr/>
            <p:nvPr/>
          </p:nvSpPr>
          <p:spPr>
            <a:xfrm>
              <a:off x="8531706" y="3190317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2" name="Elipse 171">
              <a:extLst>
                <a:ext uri="{FF2B5EF4-FFF2-40B4-BE49-F238E27FC236}">
                  <a16:creationId xmlns:a16="http://schemas.microsoft.com/office/drawing/2014/main" id="{5A69616E-A826-9365-5E6F-BAF4213F060A}"/>
                </a:ext>
              </a:extLst>
            </p:cNvPr>
            <p:cNvSpPr/>
            <p:nvPr/>
          </p:nvSpPr>
          <p:spPr>
            <a:xfrm>
              <a:off x="6931565" y="2095862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3" name="Elipse 172">
              <a:extLst>
                <a:ext uri="{FF2B5EF4-FFF2-40B4-BE49-F238E27FC236}">
                  <a16:creationId xmlns:a16="http://schemas.microsoft.com/office/drawing/2014/main" id="{DCF5BA0B-E705-3CE7-9826-0F62BF3A15CB}"/>
                </a:ext>
              </a:extLst>
            </p:cNvPr>
            <p:cNvSpPr/>
            <p:nvPr/>
          </p:nvSpPr>
          <p:spPr>
            <a:xfrm>
              <a:off x="5977502" y="3781235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4" name="Elipse 173">
              <a:extLst>
                <a:ext uri="{FF2B5EF4-FFF2-40B4-BE49-F238E27FC236}">
                  <a16:creationId xmlns:a16="http://schemas.microsoft.com/office/drawing/2014/main" id="{8DD7A058-FF53-C0BC-7BA8-6303C2DFEACC}"/>
                </a:ext>
              </a:extLst>
            </p:cNvPr>
            <p:cNvSpPr/>
            <p:nvPr/>
          </p:nvSpPr>
          <p:spPr>
            <a:xfrm>
              <a:off x="6226142" y="3952430"/>
              <a:ext cx="108000" cy="108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199" name="Grupo 198">
              <a:extLst>
                <a:ext uri="{FF2B5EF4-FFF2-40B4-BE49-F238E27FC236}">
                  <a16:creationId xmlns:a16="http://schemas.microsoft.com/office/drawing/2014/main" id="{127BE7D4-BB22-6C80-5F50-CAC0311D23CB}"/>
                </a:ext>
              </a:extLst>
            </p:cNvPr>
            <p:cNvGrpSpPr/>
            <p:nvPr/>
          </p:nvGrpSpPr>
          <p:grpSpPr>
            <a:xfrm>
              <a:off x="7379270" y="4515549"/>
              <a:ext cx="3600000" cy="2124000"/>
              <a:chOff x="7379270" y="4515549"/>
              <a:chExt cx="3600000" cy="2124000"/>
            </a:xfrm>
          </p:grpSpPr>
          <p:sp>
            <p:nvSpPr>
              <p:cNvPr id="186" name="Marco 185">
                <a:extLst>
                  <a:ext uri="{FF2B5EF4-FFF2-40B4-BE49-F238E27FC236}">
                    <a16:creationId xmlns:a16="http://schemas.microsoft.com/office/drawing/2014/main" id="{226C71A4-16AD-571D-661F-A662089ACDF0}"/>
                  </a:ext>
                </a:extLst>
              </p:cNvPr>
              <p:cNvSpPr/>
              <p:nvPr/>
            </p:nvSpPr>
            <p:spPr>
              <a:xfrm>
                <a:off x="8174068" y="5608375"/>
                <a:ext cx="1028742" cy="788098"/>
              </a:xfrm>
              <a:prstGeom prst="frame">
                <a:avLst>
                  <a:gd name="adj1" fmla="val 5522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Marco 183">
                <a:extLst>
                  <a:ext uri="{FF2B5EF4-FFF2-40B4-BE49-F238E27FC236}">
                    <a16:creationId xmlns:a16="http://schemas.microsoft.com/office/drawing/2014/main" id="{F8457780-4244-2DC1-B256-D8F30955D880}"/>
                  </a:ext>
                </a:extLst>
              </p:cNvPr>
              <p:cNvSpPr/>
              <p:nvPr/>
            </p:nvSpPr>
            <p:spPr>
              <a:xfrm>
                <a:off x="9198999" y="5436549"/>
                <a:ext cx="1111511" cy="1002000"/>
              </a:xfrm>
              <a:prstGeom prst="frame">
                <a:avLst>
                  <a:gd name="adj1" fmla="val 5522"/>
                </a:avLst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CD4641E9-7761-327A-709A-31736F3FF943}"/>
                  </a:ext>
                </a:extLst>
              </p:cNvPr>
              <p:cNvGrpSpPr/>
              <p:nvPr/>
            </p:nvGrpSpPr>
            <p:grpSpPr>
              <a:xfrm>
                <a:off x="7379270" y="4515549"/>
                <a:ext cx="3600000" cy="2124000"/>
                <a:chOff x="6968452" y="4347629"/>
                <a:chExt cx="3600000" cy="2124000"/>
              </a:xfrm>
            </p:grpSpPr>
            <p:grpSp>
              <p:nvGrpSpPr>
                <p:cNvPr id="20" name="Grupo 19">
                  <a:extLst>
                    <a:ext uri="{FF2B5EF4-FFF2-40B4-BE49-F238E27FC236}">
                      <a16:creationId xmlns:a16="http://schemas.microsoft.com/office/drawing/2014/main" id="{095FA1DA-5A92-6C6F-77CB-A2B70645B627}"/>
                    </a:ext>
                  </a:extLst>
                </p:cNvPr>
                <p:cNvGrpSpPr/>
                <p:nvPr/>
              </p:nvGrpSpPr>
              <p:grpSpPr>
                <a:xfrm>
                  <a:off x="6968452" y="4347629"/>
                  <a:ext cx="3600000" cy="1980000"/>
                  <a:chOff x="6133565" y="4657920"/>
                  <a:chExt cx="3600000" cy="1980000"/>
                </a:xfrm>
              </p:grpSpPr>
              <p:grpSp>
                <p:nvGrpSpPr>
                  <p:cNvPr id="19" name="Grupo 18">
                    <a:extLst>
                      <a:ext uri="{FF2B5EF4-FFF2-40B4-BE49-F238E27FC236}">
                        <a16:creationId xmlns:a16="http://schemas.microsoft.com/office/drawing/2014/main" id="{74F32D35-7E0E-FD25-54C4-EFD4E4EE924C}"/>
                      </a:ext>
                    </a:extLst>
                  </p:cNvPr>
                  <p:cNvGrpSpPr/>
                  <p:nvPr/>
                </p:nvGrpSpPr>
                <p:grpSpPr>
                  <a:xfrm>
                    <a:off x="6133565" y="4657920"/>
                    <a:ext cx="3600000" cy="1980000"/>
                    <a:chOff x="6133565" y="4657920"/>
                    <a:chExt cx="3600000" cy="1980000"/>
                  </a:xfrm>
                </p:grpSpPr>
                <p:sp>
                  <p:nvSpPr>
                    <p:cNvPr id="9" name="Rectángulo 8">
                      <a:extLst>
                        <a:ext uri="{FF2B5EF4-FFF2-40B4-BE49-F238E27FC236}">
                          <a16:creationId xmlns:a16="http://schemas.microsoft.com/office/drawing/2014/main" id="{1EE447CF-D211-98A0-B015-C64C4E9659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3565" y="4657920"/>
                      <a:ext cx="2880000" cy="180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  <p:sp>
                  <p:nvSpPr>
                    <p:cNvPr id="10" name="Rectángulo 9">
                      <a:extLst>
                        <a:ext uri="{FF2B5EF4-FFF2-40B4-BE49-F238E27FC236}">
                          <a16:creationId xmlns:a16="http://schemas.microsoft.com/office/drawing/2014/main" id="{B9D143B5-50C2-77DE-7DBD-E0B7FA1FE3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3565" y="6457920"/>
                      <a:ext cx="3600000" cy="18000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/>
                    </a:p>
                  </p:txBody>
                </p:sp>
              </p:grpSp>
              <p:grpSp>
                <p:nvGrpSpPr>
                  <p:cNvPr id="18" name="Grupo 17">
                    <a:extLst>
                      <a:ext uri="{FF2B5EF4-FFF2-40B4-BE49-F238E27FC236}">
                        <a16:creationId xmlns:a16="http://schemas.microsoft.com/office/drawing/2014/main" id="{5F3F276E-5FE2-8BD1-125C-87609AF6B82A}"/>
                      </a:ext>
                    </a:extLst>
                  </p:cNvPr>
                  <p:cNvGrpSpPr/>
                  <p:nvPr/>
                </p:nvGrpSpPr>
                <p:grpSpPr>
                  <a:xfrm>
                    <a:off x="6493565" y="4837920"/>
                    <a:ext cx="2880000" cy="1621629"/>
                    <a:chOff x="6493565" y="4837920"/>
                    <a:chExt cx="2880000" cy="1621629"/>
                  </a:xfrm>
                </p:grpSpPr>
                <p:grpSp>
                  <p:nvGrpSpPr>
                    <p:cNvPr id="14" name="Grupo 13">
                      <a:extLst>
                        <a:ext uri="{FF2B5EF4-FFF2-40B4-BE49-F238E27FC236}">
                          <a16:creationId xmlns:a16="http://schemas.microsoft.com/office/drawing/2014/main" id="{B7A63979-74C7-F62B-DF28-83854E09B7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93565" y="4837920"/>
                      <a:ext cx="252000" cy="1621629"/>
                      <a:chOff x="6493565" y="4837920"/>
                      <a:chExt cx="252000" cy="1621629"/>
                    </a:xfrm>
                  </p:grpSpPr>
                  <p:sp>
                    <p:nvSpPr>
                      <p:cNvPr id="11" name="Rectángulo 10">
                        <a:extLst>
                          <a:ext uri="{FF2B5EF4-FFF2-40B4-BE49-F238E27FC236}">
                            <a16:creationId xmlns:a16="http://schemas.microsoft.com/office/drawing/2014/main" id="{685A7595-DAE6-129A-89EE-FE7820C00DC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5809565" y="5523549"/>
                        <a:ext cx="1620000" cy="252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3" name="Rectángulo 12">
                        <a:extLst>
                          <a:ext uri="{FF2B5EF4-FFF2-40B4-BE49-F238E27FC236}">
                            <a16:creationId xmlns:a16="http://schemas.microsoft.com/office/drawing/2014/main" id="{B996832B-1014-E72D-1A73-9F3AA61E484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5809565" y="5593920"/>
                        <a:ext cx="1620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grpSp>
                  <p:nvGrpSpPr>
                    <p:cNvPr id="15" name="Grupo 14">
                      <a:extLst>
                        <a:ext uri="{FF2B5EF4-FFF2-40B4-BE49-F238E27FC236}">
                          <a16:creationId xmlns:a16="http://schemas.microsoft.com/office/drawing/2014/main" id="{F21FFBA2-7F3C-7F7C-77B0-D392230FF1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21565" y="4837920"/>
                      <a:ext cx="252000" cy="1621629"/>
                      <a:chOff x="6493565" y="4837920"/>
                      <a:chExt cx="252000" cy="1621629"/>
                    </a:xfrm>
                  </p:grpSpPr>
                  <p:sp>
                    <p:nvSpPr>
                      <p:cNvPr id="16" name="Rectángulo 15">
                        <a:extLst>
                          <a:ext uri="{FF2B5EF4-FFF2-40B4-BE49-F238E27FC236}">
                            <a16:creationId xmlns:a16="http://schemas.microsoft.com/office/drawing/2014/main" id="{02BC1BA1-0F2D-B971-0039-610863B8894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5809565" y="5523549"/>
                        <a:ext cx="1620000" cy="252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  <p:sp>
                    <p:nvSpPr>
                      <p:cNvPr id="17" name="Rectángulo 16">
                        <a:extLst>
                          <a:ext uri="{FF2B5EF4-FFF2-40B4-BE49-F238E27FC236}">
                            <a16:creationId xmlns:a16="http://schemas.microsoft.com/office/drawing/2014/main" id="{C201C925-EF5C-0925-F27D-07DD2D63273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5809565" y="5593920"/>
                        <a:ext cx="1620000" cy="108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</p:grpSp>
            </p:grpSp>
            <p:grpSp>
              <p:nvGrpSpPr>
                <p:cNvPr id="23" name="Grupo 22">
                  <a:extLst>
                    <a:ext uri="{FF2B5EF4-FFF2-40B4-BE49-F238E27FC236}">
                      <a16:creationId xmlns:a16="http://schemas.microsoft.com/office/drawing/2014/main" id="{5B1F3865-E0D2-3F42-FAE9-A352845DC632}"/>
                    </a:ext>
                  </a:extLst>
                </p:cNvPr>
                <p:cNvGrpSpPr/>
                <p:nvPr/>
              </p:nvGrpSpPr>
              <p:grpSpPr>
                <a:xfrm>
                  <a:off x="7021720" y="6327629"/>
                  <a:ext cx="3489180" cy="144000"/>
                  <a:chOff x="7021720" y="6327629"/>
                  <a:chExt cx="3489180" cy="144000"/>
                </a:xfrm>
              </p:grpSpPr>
              <p:sp>
                <p:nvSpPr>
                  <p:cNvPr id="21" name="Diagrama de flujo: operación manual 20">
                    <a:extLst>
                      <a:ext uri="{FF2B5EF4-FFF2-40B4-BE49-F238E27FC236}">
                        <a16:creationId xmlns:a16="http://schemas.microsoft.com/office/drawing/2014/main" id="{2C064E4D-1B57-CF92-52D1-A58AF94E40F6}"/>
                      </a:ext>
                    </a:extLst>
                  </p:cNvPr>
                  <p:cNvSpPr/>
                  <p:nvPr/>
                </p:nvSpPr>
                <p:spPr>
                  <a:xfrm>
                    <a:off x="7021720" y="6327629"/>
                    <a:ext cx="144000" cy="144000"/>
                  </a:xfrm>
                  <a:prstGeom prst="flowChartManualOperation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22" name="Diagrama de flujo: operación manual 21">
                    <a:extLst>
                      <a:ext uri="{FF2B5EF4-FFF2-40B4-BE49-F238E27FC236}">
                        <a16:creationId xmlns:a16="http://schemas.microsoft.com/office/drawing/2014/main" id="{C711AA1E-A3C2-76AB-9FA3-F3FBB746A378}"/>
                      </a:ext>
                    </a:extLst>
                  </p:cNvPr>
                  <p:cNvSpPr/>
                  <p:nvPr/>
                </p:nvSpPr>
                <p:spPr>
                  <a:xfrm>
                    <a:off x="10366900" y="6327629"/>
                    <a:ext cx="144000" cy="144000"/>
                  </a:xfrm>
                  <a:prstGeom prst="flowChartManualOperation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</p:grpSp>
          <p:grpSp>
            <p:nvGrpSpPr>
              <p:cNvPr id="182" name="Grupo 181">
                <a:extLst>
                  <a:ext uri="{FF2B5EF4-FFF2-40B4-BE49-F238E27FC236}">
                    <a16:creationId xmlns:a16="http://schemas.microsoft.com/office/drawing/2014/main" id="{5E25A17F-0C34-D685-083D-2217B9E80B15}"/>
                  </a:ext>
                </a:extLst>
              </p:cNvPr>
              <p:cNvGrpSpPr/>
              <p:nvPr/>
            </p:nvGrpSpPr>
            <p:grpSpPr>
              <a:xfrm>
                <a:off x="9336076" y="5529713"/>
                <a:ext cx="762232" cy="780315"/>
                <a:chOff x="9033457" y="5328123"/>
                <a:chExt cx="300588" cy="306875"/>
              </a:xfrm>
            </p:grpSpPr>
            <p:sp>
              <p:nvSpPr>
                <p:cNvPr id="179" name="Rectángulo 178">
                  <a:extLst>
                    <a:ext uri="{FF2B5EF4-FFF2-40B4-BE49-F238E27FC236}">
                      <a16:creationId xmlns:a16="http://schemas.microsoft.com/office/drawing/2014/main" id="{CB26E21B-FE56-F962-06BB-1BEDBA9710C7}"/>
                    </a:ext>
                  </a:extLst>
                </p:cNvPr>
                <p:cNvSpPr/>
                <p:nvPr/>
              </p:nvSpPr>
              <p:spPr>
                <a:xfrm>
                  <a:off x="9034363" y="5407088"/>
                  <a:ext cx="298791" cy="152813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0" name="Rectángulo 179">
                  <a:extLst>
                    <a:ext uri="{FF2B5EF4-FFF2-40B4-BE49-F238E27FC236}">
                      <a16:creationId xmlns:a16="http://schemas.microsoft.com/office/drawing/2014/main" id="{9117ACFB-131F-A76A-7081-3466B1021F03}"/>
                    </a:ext>
                  </a:extLst>
                </p:cNvPr>
                <p:cNvSpPr/>
                <p:nvPr/>
              </p:nvSpPr>
              <p:spPr>
                <a:xfrm>
                  <a:off x="9035254" y="5328123"/>
                  <a:ext cx="298791" cy="7640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1" name="Rectángulo 180">
                  <a:extLst>
                    <a:ext uri="{FF2B5EF4-FFF2-40B4-BE49-F238E27FC236}">
                      <a16:creationId xmlns:a16="http://schemas.microsoft.com/office/drawing/2014/main" id="{F069C962-2349-968F-CBF7-6F51D3A13648}"/>
                    </a:ext>
                  </a:extLst>
                </p:cNvPr>
                <p:cNvSpPr/>
                <p:nvPr/>
              </p:nvSpPr>
              <p:spPr>
                <a:xfrm>
                  <a:off x="9033457" y="5558592"/>
                  <a:ext cx="298791" cy="7640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sp>
            <p:nvSpPr>
              <p:cNvPr id="185" name="Rectángulo 184">
                <a:extLst>
                  <a:ext uri="{FF2B5EF4-FFF2-40B4-BE49-F238E27FC236}">
                    <a16:creationId xmlns:a16="http://schemas.microsoft.com/office/drawing/2014/main" id="{F32CE230-FE2B-B399-F69B-701C3C187E2E}"/>
                  </a:ext>
                </a:extLst>
              </p:cNvPr>
              <p:cNvSpPr/>
              <p:nvPr/>
            </p:nvSpPr>
            <p:spPr>
              <a:xfrm>
                <a:off x="8448868" y="5808852"/>
                <a:ext cx="472343" cy="49446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F2824CE9-E0E6-A082-6DE3-C3BC18BE264B}"/>
                  </a:ext>
                </a:extLst>
              </p:cNvPr>
              <p:cNvGrpSpPr/>
              <p:nvPr/>
            </p:nvGrpSpPr>
            <p:grpSpPr>
              <a:xfrm>
                <a:off x="8174068" y="5162752"/>
                <a:ext cx="1779238" cy="242322"/>
                <a:chOff x="8174068" y="5109412"/>
                <a:chExt cx="1779238" cy="242322"/>
              </a:xfrm>
            </p:grpSpPr>
            <p:grpSp>
              <p:nvGrpSpPr>
                <p:cNvPr id="190" name="Grupo 189">
                  <a:extLst>
                    <a:ext uri="{FF2B5EF4-FFF2-40B4-BE49-F238E27FC236}">
                      <a16:creationId xmlns:a16="http://schemas.microsoft.com/office/drawing/2014/main" id="{BF19F7E0-6D78-553A-E328-F37DD0D8C7C1}"/>
                    </a:ext>
                  </a:extLst>
                </p:cNvPr>
                <p:cNvGrpSpPr/>
                <p:nvPr/>
              </p:nvGrpSpPr>
              <p:grpSpPr>
                <a:xfrm>
                  <a:off x="8174068" y="5109412"/>
                  <a:ext cx="1779238" cy="242322"/>
                  <a:chOff x="8174068" y="5109412"/>
                  <a:chExt cx="1779238" cy="242322"/>
                </a:xfrm>
                <a:solidFill>
                  <a:schemeClr val="bg1">
                    <a:lumMod val="75000"/>
                  </a:schemeClr>
                </a:solidFill>
              </p:grpSpPr>
              <p:sp>
                <p:nvSpPr>
                  <p:cNvPr id="187" name="Rectángulo 186">
                    <a:extLst>
                      <a:ext uri="{FF2B5EF4-FFF2-40B4-BE49-F238E27FC236}">
                        <a16:creationId xmlns:a16="http://schemas.microsoft.com/office/drawing/2014/main" id="{8CD3F6B3-2EEA-8B35-FEAD-0E1752091B76}"/>
                      </a:ext>
                    </a:extLst>
                  </p:cNvPr>
                  <p:cNvSpPr/>
                  <p:nvPr/>
                </p:nvSpPr>
                <p:spPr>
                  <a:xfrm>
                    <a:off x="8174068" y="5143500"/>
                    <a:ext cx="1009691" cy="176962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89" name="Rectángulo 188">
                    <a:extLst>
                      <a:ext uri="{FF2B5EF4-FFF2-40B4-BE49-F238E27FC236}">
                        <a16:creationId xmlns:a16="http://schemas.microsoft.com/office/drawing/2014/main" id="{363A5C8B-3EAB-F2B0-795B-CABF0A20EF16}"/>
                      </a:ext>
                    </a:extLst>
                  </p:cNvPr>
                  <p:cNvSpPr/>
                  <p:nvPr/>
                </p:nvSpPr>
                <p:spPr>
                  <a:xfrm>
                    <a:off x="9458745" y="5109412"/>
                    <a:ext cx="494561" cy="242322"/>
                  </a:xfrm>
                  <a:prstGeom prst="rect">
                    <a:avLst/>
                  </a:prstGeom>
                  <a:grpFill/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88" name="Rectángulo 187">
                  <a:extLst>
                    <a:ext uri="{FF2B5EF4-FFF2-40B4-BE49-F238E27FC236}">
                      <a16:creationId xmlns:a16="http://schemas.microsoft.com/office/drawing/2014/main" id="{8FD3BEAD-72B6-C0DE-12DE-19EB30A45D00}"/>
                    </a:ext>
                  </a:extLst>
                </p:cNvPr>
                <p:cNvSpPr/>
                <p:nvPr/>
              </p:nvSpPr>
              <p:spPr>
                <a:xfrm>
                  <a:off x="8181687" y="5194227"/>
                  <a:ext cx="1764000" cy="8178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95" name="Grupo 194">
                <a:extLst>
                  <a:ext uri="{FF2B5EF4-FFF2-40B4-BE49-F238E27FC236}">
                    <a16:creationId xmlns:a16="http://schemas.microsoft.com/office/drawing/2014/main" id="{829F6196-16DD-0815-D6E8-C7510DEBFB21}"/>
                  </a:ext>
                </a:extLst>
              </p:cNvPr>
              <p:cNvGrpSpPr/>
              <p:nvPr/>
            </p:nvGrpSpPr>
            <p:grpSpPr>
              <a:xfrm>
                <a:off x="8585706" y="4695549"/>
                <a:ext cx="182189" cy="1113303"/>
                <a:chOff x="8585706" y="4695549"/>
                <a:chExt cx="182189" cy="1113303"/>
              </a:xfrm>
            </p:grpSpPr>
            <p:sp>
              <p:nvSpPr>
                <p:cNvPr id="192" name="Rectángulo 191">
                  <a:extLst>
                    <a:ext uri="{FF2B5EF4-FFF2-40B4-BE49-F238E27FC236}">
                      <a16:creationId xmlns:a16="http://schemas.microsoft.com/office/drawing/2014/main" id="{25319444-2D3A-784A-6001-F2A46655AE66}"/>
                    </a:ext>
                  </a:extLst>
                </p:cNvPr>
                <p:cNvSpPr/>
                <p:nvPr/>
              </p:nvSpPr>
              <p:spPr>
                <a:xfrm>
                  <a:off x="8585706" y="4695549"/>
                  <a:ext cx="182189" cy="501291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93" name="Rectángulo 192">
                  <a:extLst>
                    <a:ext uri="{FF2B5EF4-FFF2-40B4-BE49-F238E27FC236}">
                      <a16:creationId xmlns:a16="http://schemas.microsoft.com/office/drawing/2014/main" id="{D59CDFD3-AB64-845B-DD21-F2F850DAE22A}"/>
                    </a:ext>
                  </a:extLst>
                </p:cNvPr>
                <p:cNvSpPr/>
                <p:nvPr/>
              </p:nvSpPr>
              <p:spPr>
                <a:xfrm>
                  <a:off x="8585706" y="5671686"/>
                  <a:ext cx="182189" cy="137166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65E3550F-0D7D-BBCF-AE21-0ACD931B34C5}"/>
                    </a:ext>
                  </a:extLst>
                </p:cNvPr>
                <p:cNvSpPr/>
                <p:nvPr/>
              </p:nvSpPr>
              <p:spPr>
                <a:xfrm>
                  <a:off x="8608567" y="5381346"/>
                  <a:ext cx="131756" cy="217527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9431EDAB-CEF1-EB83-7924-D27F2D417D4E}"/>
              </a:ext>
            </a:extLst>
          </p:cNvPr>
          <p:cNvSpPr txBox="1"/>
          <p:nvPr/>
        </p:nvSpPr>
        <p:spPr>
          <a:xfrm>
            <a:off x="280223" y="2387425"/>
            <a:ext cx="5494369" cy="308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Ángulo de rotación del brazo: 180°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Ángulo de rotación del brazo grande: 90°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Ángulo de rotación del brazo pequeño: 90°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Ángulo de rotación de la pata: 150°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Rotación de dedos: 360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3A220F1-38E1-8015-DA00-9CFE8D7048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09" r="8641"/>
          <a:stretch/>
        </p:blipFill>
        <p:spPr>
          <a:xfrm>
            <a:off x="2864446" y="410084"/>
            <a:ext cx="1813708" cy="18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048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17CA77EE-48A1-1785-A58C-C883F92D7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854" y="248734"/>
            <a:ext cx="11611345" cy="1957437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rgbClr val="FF0000"/>
                </a:solidFill>
              </a:rPr>
              <a:t>Programa para simular puertos virtuales en la PC</a:t>
            </a:r>
          </a:p>
          <a:p>
            <a:pPr>
              <a:lnSpc>
                <a:spcPct val="100000"/>
              </a:lnSpc>
            </a:pPr>
            <a:r>
              <a:rPr lang="es-ES" sz="3200" b="1" dirty="0">
                <a:solidFill>
                  <a:srgbClr val="0070C0"/>
                </a:solidFill>
              </a:rPr>
              <a:t>Virtual Serial Port Emulador</a:t>
            </a:r>
          </a:p>
          <a:p>
            <a:pPr>
              <a:lnSpc>
                <a:spcPct val="100000"/>
              </a:lnSpc>
            </a:pPr>
            <a:r>
              <a:rPr lang="es-ES" sz="3200" b="1" dirty="0">
                <a:solidFill>
                  <a:srgbClr val="0070C0"/>
                </a:solidFill>
              </a:rPr>
              <a:t>Hiper Terminal (Para ver que se esta enviando)*</a:t>
            </a:r>
          </a:p>
          <a:p>
            <a:endParaRPr lang="es-ES" sz="3200" b="1" dirty="0">
              <a:solidFill>
                <a:srgbClr val="0070C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31EDAB-CEF1-EB83-7924-D27F2D417D4E}"/>
              </a:ext>
            </a:extLst>
          </p:cNvPr>
          <p:cNvSpPr txBox="1"/>
          <p:nvPr/>
        </p:nvSpPr>
        <p:spPr>
          <a:xfrm>
            <a:off x="280223" y="2387425"/>
            <a:ext cx="54943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brazo: 180°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 grande: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 pequeño: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 la pata: 150°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Rotación de dedos: 360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E32C6F3-8664-8521-47D1-71D0B6A3E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410" y="2168502"/>
            <a:ext cx="42195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16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C08CA40-A765-BD58-2F30-B54E296C6A63}"/>
              </a:ext>
            </a:extLst>
          </p:cNvPr>
          <p:cNvSpPr txBox="1"/>
          <p:nvPr/>
        </p:nvSpPr>
        <p:spPr>
          <a:xfrm>
            <a:off x="7489406" y="1955922"/>
            <a:ext cx="4606471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Pines de transmisión y recepción:</a:t>
            </a:r>
          </a:p>
          <a:p>
            <a:endParaRPr lang="es-ES" sz="2400" dirty="0"/>
          </a:p>
          <a:p>
            <a:r>
              <a:rPr lang="es-ES" sz="2400" dirty="0"/>
              <a:t>RX2: pin #RG2</a:t>
            </a:r>
          </a:p>
          <a:p>
            <a:r>
              <a:rPr lang="es-ES" sz="2400" dirty="0"/>
              <a:t>TX2: pin #RG1 </a:t>
            </a:r>
          </a:p>
          <a:p>
            <a:r>
              <a:rPr lang="es-ES" sz="2400" dirty="0"/>
              <a:t>RX1: pin #RC7</a:t>
            </a:r>
          </a:p>
          <a:p>
            <a:r>
              <a:rPr lang="es-ES" sz="2400" dirty="0"/>
              <a:t>TX1: pin #RC6 </a:t>
            </a:r>
          </a:p>
          <a:p>
            <a:endParaRPr lang="es-ES" sz="2000" dirty="0"/>
          </a:p>
          <a:p>
            <a:r>
              <a:rPr lang="es-ES" sz="2000" dirty="0"/>
              <a:t>Las configuraciones para ambos módulos EUSART deberá ser de la siguiente forma:</a:t>
            </a:r>
          </a:p>
          <a:p>
            <a:r>
              <a:rPr lang="es-ES" sz="2000" b="1" dirty="0"/>
              <a:t>RX</a:t>
            </a:r>
            <a:r>
              <a:rPr lang="es-ES" sz="2000" dirty="0"/>
              <a:t>:</a:t>
            </a:r>
            <a:r>
              <a:rPr lang="es-ES" sz="2000" b="1" dirty="0"/>
              <a:t> Recepción </a:t>
            </a:r>
            <a:r>
              <a:rPr lang="es-ES" sz="2000" dirty="0"/>
              <a:t>como </a:t>
            </a:r>
            <a:r>
              <a:rPr lang="es-ES" sz="2000" b="1" dirty="0">
                <a:solidFill>
                  <a:srgbClr val="00B050"/>
                </a:solidFill>
              </a:rPr>
              <a:t>entrada</a:t>
            </a:r>
            <a:r>
              <a:rPr lang="es-ES" sz="2000" dirty="0"/>
              <a:t> digital</a:t>
            </a:r>
          </a:p>
          <a:p>
            <a:r>
              <a:rPr lang="es-ES" sz="2000" b="1" dirty="0"/>
              <a:t>TX</a:t>
            </a:r>
            <a:r>
              <a:rPr lang="es-ES" sz="2000" dirty="0"/>
              <a:t>: </a:t>
            </a:r>
            <a:r>
              <a:rPr lang="es-ES" sz="2000" b="1" dirty="0"/>
              <a:t>Transmisión </a:t>
            </a:r>
            <a:r>
              <a:rPr lang="es-ES" sz="2000" dirty="0"/>
              <a:t>como </a:t>
            </a:r>
            <a:r>
              <a:rPr lang="es-ES" sz="2000" b="1" dirty="0">
                <a:solidFill>
                  <a:srgbClr val="FF0000"/>
                </a:solidFill>
              </a:rPr>
              <a:t>salida </a:t>
            </a:r>
            <a:r>
              <a:rPr lang="es-ES" sz="2000" dirty="0"/>
              <a:t>digital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EC4884B4-0AA5-5F1E-F235-CB66842103EA}"/>
              </a:ext>
            </a:extLst>
          </p:cNvPr>
          <p:cNvGrpSpPr/>
          <p:nvPr/>
        </p:nvGrpSpPr>
        <p:grpSpPr>
          <a:xfrm>
            <a:off x="361167" y="90338"/>
            <a:ext cx="6430553" cy="6677324"/>
            <a:chOff x="361167" y="90338"/>
            <a:chExt cx="6430553" cy="6677324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DE32C6F3-8664-8521-47D1-71D0B6A3E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0E0D0"/>
                </a:clrFrom>
                <a:clrTo>
                  <a:srgbClr val="E0E0D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61167" y="90338"/>
              <a:ext cx="6430553" cy="6677324"/>
            </a:xfrm>
            <a:prstGeom prst="rect">
              <a:avLst/>
            </a:prstGeom>
          </p:spPr>
        </p:pic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792D363E-D6DC-131C-4256-DA7ADB43D98F}"/>
                </a:ext>
              </a:extLst>
            </p:cNvPr>
            <p:cNvGrpSpPr/>
            <p:nvPr/>
          </p:nvGrpSpPr>
          <p:grpSpPr>
            <a:xfrm>
              <a:off x="361167" y="4837042"/>
              <a:ext cx="6291424" cy="1080053"/>
              <a:chOff x="361167" y="4837042"/>
              <a:chExt cx="6291424" cy="1080053"/>
            </a:xfrm>
          </p:grpSpPr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24EE9641-7D20-A8C6-0ED8-12263ABDB7BB}"/>
                  </a:ext>
                </a:extLst>
              </p:cNvPr>
              <p:cNvSpPr/>
              <p:nvPr/>
            </p:nvSpPr>
            <p:spPr>
              <a:xfrm>
                <a:off x="361167" y="4837042"/>
                <a:ext cx="2302520" cy="371061"/>
              </a:xfrm>
              <a:prstGeom prst="rect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FA5A9DAB-4F6B-203E-27C1-ACD02A52D07D}"/>
                  </a:ext>
                </a:extLst>
              </p:cNvPr>
              <p:cNvSpPr/>
              <p:nvPr/>
            </p:nvSpPr>
            <p:spPr>
              <a:xfrm>
                <a:off x="3233530" y="5546034"/>
                <a:ext cx="3419061" cy="371061"/>
              </a:xfrm>
              <a:prstGeom prst="rect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94604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17CA77EE-48A1-1785-A58C-C883F92D7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854" y="248734"/>
            <a:ext cx="11611345" cy="1957437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rgbClr val="FF0000"/>
                </a:solidFill>
              </a:rPr>
              <a:t>Programa para simular puertos virtuales en la PC</a:t>
            </a:r>
          </a:p>
          <a:p>
            <a:pPr>
              <a:lnSpc>
                <a:spcPct val="100000"/>
              </a:lnSpc>
            </a:pPr>
            <a:r>
              <a:rPr lang="es-ES" sz="3200" b="1" dirty="0">
                <a:solidFill>
                  <a:srgbClr val="0070C0"/>
                </a:solidFill>
              </a:rPr>
              <a:t>Virtual Serial Port Emulador</a:t>
            </a:r>
          </a:p>
          <a:p>
            <a:pPr>
              <a:lnSpc>
                <a:spcPct val="100000"/>
              </a:lnSpc>
            </a:pPr>
            <a:r>
              <a:rPr lang="es-ES" sz="3200" b="1" dirty="0">
                <a:solidFill>
                  <a:srgbClr val="0070C0"/>
                </a:solidFill>
              </a:rPr>
              <a:t>Hiper Terminal (Para ver que se esta enviando)*</a:t>
            </a:r>
          </a:p>
          <a:p>
            <a:endParaRPr lang="es-ES" sz="3200" b="1" dirty="0">
              <a:solidFill>
                <a:srgbClr val="0070C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31EDAB-CEF1-EB83-7924-D27F2D417D4E}"/>
              </a:ext>
            </a:extLst>
          </p:cNvPr>
          <p:cNvSpPr txBox="1"/>
          <p:nvPr/>
        </p:nvSpPr>
        <p:spPr>
          <a:xfrm>
            <a:off x="280223" y="2387425"/>
            <a:ext cx="54943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brazo: 180°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 grande: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 pequeño: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 la pata: 150°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Rotación de dedos: 360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E32C6F3-8664-8521-47D1-71D0B6A3E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410" y="2168502"/>
            <a:ext cx="42195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642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17CA77EE-48A1-1785-A58C-C883F92D7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854" y="248734"/>
            <a:ext cx="11611345" cy="1957437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rgbClr val="FF0000"/>
                </a:solidFill>
              </a:rPr>
              <a:t>Programa para simular puertos virtuales en la PC</a:t>
            </a:r>
          </a:p>
          <a:p>
            <a:pPr>
              <a:lnSpc>
                <a:spcPct val="100000"/>
              </a:lnSpc>
            </a:pPr>
            <a:r>
              <a:rPr lang="es-ES" sz="3200" b="1" dirty="0">
                <a:solidFill>
                  <a:srgbClr val="0070C0"/>
                </a:solidFill>
              </a:rPr>
              <a:t>Virtual Serial Port Emulador</a:t>
            </a:r>
          </a:p>
          <a:p>
            <a:pPr>
              <a:lnSpc>
                <a:spcPct val="100000"/>
              </a:lnSpc>
            </a:pPr>
            <a:r>
              <a:rPr lang="es-ES" sz="3200" b="1" dirty="0">
                <a:solidFill>
                  <a:srgbClr val="0070C0"/>
                </a:solidFill>
              </a:rPr>
              <a:t>Hiper Terminal (Para ver que se esta enviando)*</a:t>
            </a:r>
          </a:p>
          <a:p>
            <a:endParaRPr lang="es-ES" sz="3200" b="1" dirty="0">
              <a:solidFill>
                <a:srgbClr val="0070C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31EDAB-CEF1-EB83-7924-D27F2D417D4E}"/>
              </a:ext>
            </a:extLst>
          </p:cNvPr>
          <p:cNvSpPr txBox="1"/>
          <p:nvPr/>
        </p:nvSpPr>
        <p:spPr>
          <a:xfrm>
            <a:off x="280223" y="2387425"/>
            <a:ext cx="54943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brazo: 180°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 grande: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 pequeño: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 la pata: 150°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Rotación de dedos: 360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E32C6F3-8664-8521-47D1-71D0B6A3E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410" y="2168502"/>
            <a:ext cx="42195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4595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17CA77EE-48A1-1785-A58C-C883F92D7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854" y="248734"/>
            <a:ext cx="11611345" cy="1957437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rgbClr val="FF0000"/>
                </a:solidFill>
              </a:rPr>
              <a:t>Programa para simular puertos virtuales en la PC</a:t>
            </a:r>
          </a:p>
          <a:p>
            <a:pPr>
              <a:lnSpc>
                <a:spcPct val="100000"/>
              </a:lnSpc>
            </a:pPr>
            <a:r>
              <a:rPr lang="es-ES" sz="3200" b="1" dirty="0">
                <a:solidFill>
                  <a:srgbClr val="0070C0"/>
                </a:solidFill>
              </a:rPr>
              <a:t>Virtual Serial Port Emulador</a:t>
            </a:r>
          </a:p>
          <a:p>
            <a:pPr>
              <a:lnSpc>
                <a:spcPct val="100000"/>
              </a:lnSpc>
            </a:pPr>
            <a:r>
              <a:rPr lang="es-ES" sz="3200" b="1" dirty="0">
                <a:solidFill>
                  <a:srgbClr val="0070C0"/>
                </a:solidFill>
              </a:rPr>
              <a:t>Hiper Terminal (Para ver que se esta enviando)*</a:t>
            </a:r>
          </a:p>
          <a:p>
            <a:endParaRPr lang="es-ES" sz="3200" b="1" dirty="0">
              <a:solidFill>
                <a:srgbClr val="0070C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31EDAB-CEF1-EB83-7924-D27F2D417D4E}"/>
              </a:ext>
            </a:extLst>
          </p:cNvPr>
          <p:cNvSpPr txBox="1"/>
          <p:nvPr/>
        </p:nvSpPr>
        <p:spPr>
          <a:xfrm>
            <a:off x="280223" y="2387425"/>
            <a:ext cx="54943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brazo: 180°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 grande: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 pequeño: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 la pata: 150°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Rotación de dedos: 360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E32C6F3-8664-8521-47D1-71D0B6A3E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410" y="2168502"/>
            <a:ext cx="42195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294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17CA77EE-48A1-1785-A58C-C883F92D7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854" y="248734"/>
            <a:ext cx="11611345" cy="1957437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rgbClr val="FF0000"/>
                </a:solidFill>
              </a:rPr>
              <a:t>Programa para simular puertos virtuales en la PC</a:t>
            </a:r>
          </a:p>
          <a:p>
            <a:pPr>
              <a:lnSpc>
                <a:spcPct val="100000"/>
              </a:lnSpc>
            </a:pPr>
            <a:r>
              <a:rPr lang="es-ES" sz="3200" b="1" dirty="0">
                <a:solidFill>
                  <a:srgbClr val="0070C0"/>
                </a:solidFill>
              </a:rPr>
              <a:t>Virtual Serial Port Emulador</a:t>
            </a:r>
          </a:p>
          <a:p>
            <a:pPr>
              <a:lnSpc>
                <a:spcPct val="100000"/>
              </a:lnSpc>
            </a:pPr>
            <a:r>
              <a:rPr lang="es-ES" sz="3200" b="1" dirty="0">
                <a:solidFill>
                  <a:srgbClr val="0070C0"/>
                </a:solidFill>
              </a:rPr>
              <a:t>Hiper Terminal (Para ver que se esta enviando)*</a:t>
            </a:r>
          </a:p>
          <a:p>
            <a:endParaRPr lang="es-ES" sz="3200" b="1" dirty="0">
              <a:solidFill>
                <a:srgbClr val="0070C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31EDAB-CEF1-EB83-7924-D27F2D417D4E}"/>
              </a:ext>
            </a:extLst>
          </p:cNvPr>
          <p:cNvSpPr txBox="1"/>
          <p:nvPr/>
        </p:nvSpPr>
        <p:spPr>
          <a:xfrm>
            <a:off x="280223" y="2387425"/>
            <a:ext cx="54943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brazo: 180°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 grande: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del brazo pequeño: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Ángulo de rotación de la pata: 150°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Rotación de dedos: 360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E32C6F3-8664-8521-47D1-71D0B6A3E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410" y="2168502"/>
            <a:ext cx="42195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391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1A437DB-BE19-3145-114F-32131E117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3" y="170032"/>
            <a:ext cx="11928962" cy="521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4660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7F4559E-0C79-BBD0-D9D1-2C93D2FA4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88" y="180974"/>
            <a:ext cx="4435612" cy="560201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EFAE388-B552-BDFC-59A7-5422F8C8B4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65" b="4525"/>
          <a:stretch/>
        </p:blipFill>
        <p:spPr>
          <a:xfrm>
            <a:off x="4660900" y="22406"/>
            <a:ext cx="3405119" cy="683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71363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31DF5-E5B1-A1C9-872D-8254CC00F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300" y="39543"/>
            <a:ext cx="11529393" cy="766763"/>
          </a:xfrm>
        </p:spPr>
        <p:txBody>
          <a:bodyPr>
            <a:normAutofit/>
          </a:bodyPr>
          <a:lstStyle/>
          <a:p>
            <a:r>
              <a:rPr lang="es-ES" sz="4400" dirty="0">
                <a:latin typeface="Aharoni" panose="02010803020104030203" pitchFamily="2" charset="-79"/>
                <a:cs typeface="Aharoni" panose="02010803020104030203" pitchFamily="2" charset="-79"/>
              </a:rPr>
              <a:t>Elementos de entrada/salida del sistema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713D44-3074-CF77-AF1E-18234EFD47DF}"/>
              </a:ext>
            </a:extLst>
          </p:cNvPr>
          <p:cNvSpPr txBox="1"/>
          <p:nvPr/>
        </p:nvSpPr>
        <p:spPr>
          <a:xfrm>
            <a:off x="331302" y="615875"/>
            <a:ext cx="11529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Puertos de entrada requeridos: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D6AACDB-0FCC-94DE-1B29-73D13ECF20FE}"/>
              </a:ext>
            </a:extLst>
          </p:cNvPr>
          <p:cNvSpPr txBox="1"/>
          <p:nvPr/>
        </p:nvSpPr>
        <p:spPr>
          <a:xfrm>
            <a:off x="212026" y="2015673"/>
            <a:ext cx="58839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Como se requiere 16 entradas digitales se hace uso de los puertos  A,B y C configurando las mismas como entradas. </a:t>
            </a:r>
            <a:endParaRPr lang="es-ES" sz="2000" b="1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218E8F1-DDA5-2F48-27AB-F649D6792854}"/>
              </a:ext>
            </a:extLst>
          </p:cNvPr>
          <p:cNvSpPr txBox="1"/>
          <p:nvPr/>
        </p:nvSpPr>
        <p:spPr>
          <a:xfrm>
            <a:off x="212026" y="1224266"/>
            <a:ext cx="63080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Cantidad de entradas digitales necesarias para los sensores de las  articulaciones y el panel de control son = </a:t>
            </a:r>
            <a:r>
              <a:rPr lang="es-ES" sz="2000" b="1" dirty="0">
                <a:highlight>
                  <a:srgbClr val="FFFF00"/>
                </a:highlight>
              </a:rPr>
              <a:t>16 input.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69108EF-54DC-4BDD-6B84-41E7A00B855E}"/>
              </a:ext>
            </a:extLst>
          </p:cNvPr>
          <p:cNvSpPr txBox="1"/>
          <p:nvPr/>
        </p:nvSpPr>
        <p:spPr>
          <a:xfrm>
            <a:off x="503580" y="2968993"/>
            <a:ext cx="4359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Sensores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6C2581B-D8DF-4FA0-A2F9-B8B848B393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193"/>
          <a:stretch/>
        </p:blipFill>
        <p:spPr>
          <a:xfrm>
            <a:off x="331300" y="3826664"/>
            <a:ext cx="5075580" cy="241546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76622CFB-17A1-3F69-9F3B-F829EAFC9EF2}"/>
              </a:ext>
            </a:extLst>
          </p:cNvPr>
          <p:cNvSpPr txBox="1"/>
          <p:nvPr/>
        </p:nvSpPr>
        <p:spPr>
          <a:xfrm>
            <a:off x="7142919" y="1285821"/>
            <a:ext cx="4359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Panel de control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4161F590-1A54-8068-A64F-588BD8EECF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48"/>
          <a:stretch/>
        </p:blipFill>
        <p:spPr>
          <a:xfrm>
            <a:off x="6241781" y="2015673"/>
            <a:ext cx="5075580" cy="4320176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A38CFED6-23B2-F4CA-139A-6B87F69338E1}"/>
              </a:ext>
            </a:extLst>
          </p:cNvPr>
          <p:cNvSpPr/>
          <p:nvPr/>
        </p:nvSpPr>
        <p:spPr>
          <a:xfrm>
            <a:off x="3677476" y="4231954"/>
            <a:ext cx="2014330" cy="193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b="1" dirty="0">
                <a:solidFill>
                  <a:srgbClr val="7030A0"/>
                </a:solidFill>
              </a:rPr>
              <a:t>PUERTO D[0:6]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91388B8-F6B1-055F-D0C5-2C9163C1691D}"/>
              </a:ext>
            </a:extLst>
          </p:cNvPr>
          <p:cNvSpPr/>
          <p:nvPr/>
        </p:nvSpPr>
        <p:spPr>
          <a:xfrm>
            <a:off x="10270447" y="2523504"/>
            <a:ext cx="1616765" cy="854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CC00CC"/>
                </a:solidFill>
              </a:rPr>
              <a:t>PUERTO R[0:5]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E7C6AB6-0009-2568-6C78-6A715AF5BAC8}"/>
              </a:ext>
            </a:extLst>
          </p:cNvPr>
          <p:cNvSpPr/>
          <p:nvPr/>
        </p:nvSpPr>
        <p:spPr>
          <a:xfrm>
            <a:off x="9909307" y="3969169"/>
            <a:ext cx="2282693" cy="1231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CC00CC"/>
                </a:solidFill>
              </a:rPr>
              <a:t>PUERTO B[1:5]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FADD138-30DE-5AA2-9CA2-305460EC6507}"/>
              </a:ext>
            </a:extLst>
          </p:cNvPr>
          <p:cNvSpPr/>
          <p:nvPr/>
        </p:nvSpPr>
        <p:spPr>
          <a:xfrm>
            <a:off x="10103125" y="5374322"/>
            <a:ext cx="2102666" cy="597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CC00CC"/>
                </a:solidFill>
              </a:rPr>
              <a:t>PUERTO C[0,1,3:5]</a:t>
            </a:r>
          </a:p>
        </p:txBody>
      </p:sp>
      <p:sp>
        <p:nvSpPr>
          <p:cNvPr id="26" name="Cerrar llave 25">
            <a:extLst>
              <a:ext uri="{FF2B5EF4-FFF2-40B4-BE49-F238E27FC236}">
                <a16:creationId xmlns:a16="http://schemas.microsoft.com/office/drawing/2014/main" id="{28222456-A7CA-BC3D-7618-53DAC52D9FC0}"/>
              </a:ext>
            </a:extLst>
          </p:cNvPr>
          <p:cNvSpPr/>
          <p:nvPr/>
        </p:nvSpPr>
        <p:spPr>
          <a:xfrm>
            <a:off x="3677475" y="3922643"/>
            <a:ext cx="430709" cy="2247637"/>
          </a:xfrm>
          <a:prstGeom prst="rightBrace">
            <a:avLst>
              <a:gd name="adj1" fmla="val 4525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errar llave 26">
            <a:extLst>
              <a:ext uri="{FF2B5EF4-FFF2-40B4-BE49-F238E27FC236}">
                <a16:creationId xmlns:a16="http://schemas.microsoft.com/office/drawing/2014/main" id="{7479B925-C529-CD45-E749-8BE609CD465B}"/>
              </a:ext>
            </a:extLst>
          </p:cNvPr>
          <p:cNvSpPr/>
          <p:nvPr/>
        </p:nvSpPr>
        <p:spPr>
          <a:xfrm>
            <a:off x="9909307" y="2222670"/>
            <a:ext cx="430709" cy="1496843"/>
          </a:xfrm>
          <a:prstGeom prst="rightBrace">
            <a:avLst>
              <a:gd name="adj1" fmla="val 4525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errar llave 27">
            <a:extLst>
              <a:ext uri="{FF2B5EF4-FFF2-40B4-BE49-F238E27FC236}">
                <a16:creationId xmlns:a16="http://schemas.microsoft.com/office/drawing/2014/main" id="{83798B78-5A85-77EE-A5F2-DD8FB3494DD0}"/>
              </a:ext>
            </a:extLst>
          </p:cNvPr>
          <p:cNvSpPr/>
          <p:nvPr/>
        </p:nvSpPr>
        <p:spPr>
          <a:xfrm>
            <a:off x="9922589" y="3822509"/>
            <a:ext cx="430709" cy="1231948"/>
          </a:xfrm>
          <a:prstGeom prst="rightBrace">
            <a:avLst>
              <a:gd name="adj1" fmla="val 4525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Cerrar llave 28">
            <a:extLst>
              <a:ext uri="{FF2B5EF4-FFF2-40B4-BE49-F238E27FC236}">
                <a16:creationId xmlns:a16="http://schemas.microsoft.com/office/drawing/2014/main" id="{E7A515C5-4001-6EB6-EC61-E73F01B13E44}"/>
              </a:ext>
            </a:extLst>
          </p:cNvPr>
          <p:cNvSpPr/>
          <p:nvPr/>
        </p:nvSpPr>
        <p:spPr>
          <a:xfrm>
            <a:off x="9808289" y="5103901"/>
            <a:ext cx="430709" cy="1138224"/>
          </a:xfrm>
          <a:prstGeom prst="rightBrace">
            <a:avLst>
              <a:gd name="adj1" fmla="val 45255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19073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5608</TotalTime>
  <Words>4382</Words>
  <Application>Microsoft Office PowerPoint</Application>
  <PresentationFormat>Panorámica</PresentationFormat>
  <Paragraphs>935</Paragraphs>
  <Slides>88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88</vt:i4>
      </vt:variant>
    </vt:vector>
  </HeadingPairs>
  <TitlesOfParts>
    <vt:vector size="94" baseType="lpstr">
      <vt:lpstr>Aharoni</vt:lpstr>
      <vt:lpstr>Arial</vt:lpstr>
      <vt:lpstr>Calibri</vt:lpstr>
      <vt:lpstr>Calibri Light</vt:lpstr>
      <vt:lpstr>DejaVu Sans</vt:lpstr>
      <vt:lpstr>Tema de Office</vt:lpstr>
      <vt:lpstr>Programación  Modo manual Brazo de 6 grados de libertad </vt:lpstr>
      <vt:lpstr>Limitaciones de movimiento  Brazo de 6 grados de libertad</vt:lpstr>
      <vt:lpstr>Vista superior</vt:lpstr>
      <vt:lpstr>MODO MANUAL Rotación</vt:lpstr>
      <vt:lpstr>Flujograma </vt:lpstr>
      <vt:lpstr>MODO MANUAL Rotación segundo Eslabón</vt:lpstr>
      <vt:lpstr>Flujograma </vt:lpstr>
      <vt:lpstr>MODO MANUAL Rotación tercer Eslabón</vt:lpstr>
      <vt:lpstr>Flujograma </vt:lpstr>
      <vt:lpstr>MODO MANUAL Rotación cuarto Eslabón</vt:lpstr>
      <vt:lpstr>Flujograma </vt:lpstr>
      <vt:lpstr>MODO MANUAL Rotación quinto Eslabón</vt:lpstr>
      <vt:lpstr>Flujograma </vt:lpstr>
      <vt:lpstr>MODO MANUAL Garra </vt:lpstr>
      <vt:lpstr>Flujograma </vt:lpstr>
      <vt:lpstr>Configuración inicial del PIC 16f1946</vt:lpstr>
      <vt:lpstr>Configuración inicial del PIC 16f1946</vt:lpstr>
      <vt:lpstr>Configuración inicial del PIC 16f1946</vt:lpstr>
      <vt:lpstr>Configuración inicial del PIC 16f1946</vt:lpstr>
      <vt:lpstr>Elementos de entrada/salida del sistema</vt:lpstr>
      <vt:lpstr>Elementos de entrada/salida del sistema</vt:lpstr>
      <vt:lpstr>Elementos de entrada/salida del sistema</vt:lpstr>
      <vt:lpstr>Elementos de entrada/salida del sistema</vt:lpstr>
      <vt:lpstr>Subrutina Keycan Subrutina ModoAuto</vt:lpstr>
      <vt:lpstr>Subrutina Check comprobación de estado inicial</vt:lpstr>
      <vt:lpstr>Programa principal</vt:lpstr>
      <vt:lpstr>MODO AUTOMATICO Posicionamiento en origen o reset subrutina reset</vt:lpstr>
      <vt:lpstr>MODO AUTOMATICO Posicionamiento en origen</vt:lpstr>
      <vt:lpstr>MODO AUTOMATICO Posicionamiento en origen</vt:lpstr>
      <vt:lpstr>MODO AUTOMATICO Posicionamiento en origen</vt:lpstr>
      <vt:lpstr>PROBLEMA 1 Posición adicional</vt:lpstr>
      <vt:lpstr>Subrutina RESET</vt:lpstr>
      <vt:lpstr>Subrutina DELAY</vt:lpstr>
      <vt:lpstr>Programación  MODO AUTOMATICO</vt:lpstr>
      <vt:lpstr>Escenario</vt:lpstr>
      <vt:lpstr>Rutina automática Nro. 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flujograma</vt:lpstr>
      <vt:lpstr>flujograma</vt:lpstr>
      <vt:lpstr>flujograma</vt:lpstr>
      <vt:lpstr>Flujograma programa principal</vt:lpstr>
      <vt:lpstr>Panel de Control</vt:lpstr>
      <vt:lpstr>flujograma</vt:lpstr>
      <vt:lpstr>flujograma</vt:lpstr>
      <vt:lpstr>flujograma</vt:lpstr>
      <vt:lpstr>ESPACIO DE ACCION</vt:lpstr>
      <vt:lpstr>Rutina automática Nro. 1</vt:lpstr>
      <vt:lpstr>ESPACIO DE ACCION</vt:lpstr>
      <vt:lpstr>MODO MANUAL Garra </vt:lpstr>
      <vt:lpstr>MODELO CINEMATICO BRAZO 6GL</vt:lpstr>
      <vt:lpstr>MODO AUTOMATICO Posicionamiento en origen</vt:lpstr>
      <vt:lpstr>MODO AUTOMATICO Posicionamiento en origen</vt:lpstr>
      <vt:lpstr>MODO MANUAL Rotación cuarto Eslabón</vt:lpstr>
      <vt:lpstr>MODO MANUAL Rotación cuarto Eslabón</vt:lpstr>
      <vt:lpstr>MODO MANUAL Rotación cuarto Eslabón</vt:lpstr>
      <vt:lpstr>MODO MANUAL Rotación cuarto Eslabón</vt:lpstr>
      <vt:lpstr>MODO MANUAL Rotación cuarto Eslabón</vt:lpstr>
      <vt:lpstr>MODO MANUAL Rotación cuarto Eslabón</vt:lpstr>
      <vt:lpstr>MODO MANUAL Rotación cuarto Eslabón</vt:lpstr>
      <vt:lpstr>Panel de Control</vt:lpstr>
      <vt:lpstr>Panel de Control</vt:lpstr>
      <vt:lpstr>MODO MANUAL Rotación cuarto Eslabón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Elementos de entrada/salida del sistema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Modo manual brazo de 6 grados de libertad </dc:title>
  <dc:creator>rivaldo patty flores</dc:creator>
  <cp:lastModifiedBy>rivaldo patty flores</cp:lastModifiedBy>
  <cp:revision>12</cp:revision>
  <dcterms:created xsi:type="dcterms:W3CDTF">2023-06-13T12:41:22Z</dcterms:created>
  <dcterms:modified xsi:type="dcterms:W3CDTF">2023-06-22T11:50:19Z</dcterms:modified>
</cp:coreProperties>
</file>